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2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Introduction - presentation</dc:title>
  <dc:subject>Converted from 01 Introduction - presentation.pdf; 47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