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3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Summary - handout</dc:title>
  <dc:subject>Converted from Summary - handout.pdf; 15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