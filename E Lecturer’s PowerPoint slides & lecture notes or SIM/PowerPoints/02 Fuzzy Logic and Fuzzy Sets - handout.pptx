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3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Fuzzy Logic and Fuzzy Sets - handout</dc:title>
  <dc:subject>Converted from 02 Fuzzy Logic and Fuzzy Sets - handout.pdf; 44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