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Logic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and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Sets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192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Introduction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390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and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2838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vs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Probability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6315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9763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3210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Hedges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66882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4122" y="3150692"/>
            <a:ext cx="121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0002" y="1646646"/>
            <a:ext cx="171127" cy="171127"/>
          </a:xfrm>
          <a:prstGeom prst="rect">
            <a:avLst/>
          </a:prstGeom>
          <a:solidFill>
            <a:srgbClr val="FFA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455" y="1646646"/>
            <a:ext cx="171127" cy="171127"/>
          </a:xfrm>
          <a:prstGeom prst="rect">
            <a:avLst/>
          </a:prstGeom>
          <a:solidFill>
            <a:srgbClr val="FEA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6908" y="1646646"/>
            <a:ext cx="171127" cy="171127"/>
          </a:xfrm>
          <a:prstGeom prst="rect">
            <a:avLst/>
          </a:prstGeom>
          <a:solidFill>
            <a:srgbClr val="FD97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0361" y="1646646"/>
            <a:ext cx="171127" cy="171127"/>
          </a:xfrm>
          <a:prstGeom prst="rect">
            <a:avLst/>
          </a:prstGeom>
          <a:solidFill>
            <a:srgbClr val="FC8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33814" y="1646646"/>
            <a:ext cx="171127" cy="171127"/>
          </a:xfrm>
          <a:prstGeom prst="rect">
            <a:avLst/>
          </a:prstGeom>
          <a:solidFill>
            <a:srgbClr val="FB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77267" y="1646646"/>
            <a:ext cx="171128" cy="171127"/>
          </a:xfrm>
          <a:prstGeom prst="rect">
            <a:avLst/>
          </a:prstGeom>
          <a:solidFill>
            <a:srgbClr val="FA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0720" y="1646646"/>
            <a:ext cx="171128" cy="171127"/>
          </a:xfrm>
          <a:prstGeom prst="rect">
            <a:avLst/>
          </a:prstGeom>
          <a:solidFill>
            <a:srgbClr val="F86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64174" y="1646646"/>
            <a:ext cx="171127" cy="171127"/>
          </a:xfrm>
          <a:prstGeom prst="rect">
            <a:avLst/>
          </a:prstGeom>
          <a:solidFill>
            <a:srgbClr val="F76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307626" y="1646646"/>
            <a:ext cx="171127" cy="171127"/>
          </a:xfrm>
          <a:prstGeom prst="rect">
            <a:avLst/>
          </a:prstGeom>
          <a:solidFill>
            <a:srgbClr val="F65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51079" y="1646646"/>
            <a:ext cx="171128" cy="171127"/>
          </a:xfrm>
          <a:prstGeom prst="rect">
            <a:avLst/>
          </a:prstGeom>
          <a:solidFill>
            <a:srgbClr val="F54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94532" y="1646646"/>
            <a:ext cx="171127" cy="171127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7985" y="1646646"/>
            <a:ext cx="171127" cy="171127"/>
          </a:xfrm>
          <a:prstGeom prst="rect">
            <a:avLst/>
          </a:prstGeom>
          <a:solidFill>
            <a:srgbClr val="DC3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81438" y="1646646"/>
            <a:ext cx="171127" cy="171127"/>
          </a:xfrm>
          <a:prstGeom prst="rect">
            <a:avLst/>
          </a:prstGeom>
          <a:solidFill>
            <a:srgbClr val="C33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24891" y="1646646"/>
            <a:ext cx="171127" cy="171127"/>
          </a:xfrm>
          <a:prstGeom prst="rect">
            <a:avLst/>
          </a:prstGeom>
          <a:solidFill>
            <a:srgbClr val="AB2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68344" y="1646646"/>
            <a:ext cx="171127" cy="171127"/>
          </a:xfrm>
          <a:prstGeom prst="rect">
            <a:avLst/>
          </a:prstGeom>
          <a:solidFill>
            <a:srgbClr val="922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11798" y="1646646"/>
            <a:ext cx="171127" cy="171127"/>
          </a:xfrm>
          <a:prstGeom prst="rect">
            <a:avLst/>
          </a:prstGeom>
          <a:solidFill>
            <a:srgbClr val="7A2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55251" y="1646646"/>
            <a:ext cx="171127" cy="171127"/>
          </a:xfrm>
          <a:prstGeom prst="rect">
            <a:avLst/>
          </a:prstGeom>
          <a:solidFill>
            <a:srgbClr val="621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98704" y="1646646"/>
            <a:ext cx="171127" cy="171127"/>
          </a:xfrm>
          <a:prstGeom prst="rect">
            <a:avLst/>
          </a:prstGeom>
          <a:solidFill>
            <a:srgbClr val="491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42157" y="1646646"/>
            <a:ext cx="171127" cy="171127"/>
          </a:xfrm>
          <a:prstGeom prst="rect">
            <a:avLst/>
          </a:prstGeom>
          <a:solidFill>
            <a:srgbClr val="310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85610" y="1646646"/>
            <a:ext cx="171127" cy="171127"/>
          </a:xfrm>
          <a:prstGeom prst="rect">
            <a:avLst/>
          </a:prstGeom>
          <a:solidFill>
            <a:srgbClr val="180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29063" y="1646646"/>
            <a:ext cx="171127" cy="171127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-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Orange,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Red,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Blue?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0805" y="1505299"/>
            <a:ext cx="535459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5259" y="1505299"/>
            <a:ext cx="5120137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8103" y="1504853"/>
            <a:ext cx="4877292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644" y="1505299"/>
            <a:ext cx="463375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4669" y="1504853"/>
            <a:ext cx="439072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38029" y="1504853"/>
            <a:ext cx="414736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83957" y="1505299"/>
            <a:ext cx="3901438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25634" y="1504853"/>
            <a:ext cx="365976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8376" y="1504853"/>
            <a:ext cx="3417019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92859" y="1505093"/>
            <a:ext cx="319253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50544" y="1505299"/>
            <a:ext cx="293485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84999" y="1505299"/>
            <a:ext cx="270039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27844" y="1504853"/>
            <a:ext cx="245755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71384" y="1505299"/>
            <a:ext cx="221401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14418" y="1504853"/>
            <a:ext cx="1970977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57770" y="1504853"/>
            <a:ext cx="1727625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03706" y="1505299"/>
            <a:ext cx="1481689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45374" y="1504853"/>
            <a:ext cx="124002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788125" y="1504853"/>
            <a:ext cx="997270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18362" y="1505093"/>
            <a:ext cx="767033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76056" y="1505299"/>
            <a:ext cx="509339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3120" y="3150693"/>
            <a:ext cx="1222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4966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5153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running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109650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6" y="2367752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Electric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625867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High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rapid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dynamics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precise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regulation.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094" y="288398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Sunway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quite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short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Puchong.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5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3286" y="3150691"/>
            <a:ext cx="122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103677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2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97312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27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181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8" y="123730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conventional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8" y="1409387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distinguish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‘tall’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‘short’.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8" y="171986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 example, the boundary is 180 cm.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Samuel is 179 cm, therefore he is a short guy.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1231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Samuel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arbitrary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drawn?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24860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situation.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2600" y="3150694"/>
            <a:ext cx="122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89650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1233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Jan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Lukasiewicz,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philosopher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1930s.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extended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84290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Lotfi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Zadeh,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professor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Berkeley,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published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famous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paper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205875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1965.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227309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Zadeh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extended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447" y="3150694"/>
            <a:ext cx="122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70533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70533" y="1373418"/>
            <a:ext cx="7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90542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70533" y="1733422"/>
            <a:ext cx="7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993900" y="1371600"/>
            <a:ext cx="711200" cy="355600"/>
          </a:xfrm>
          <a:custGeom>
            <a:avLst/>
            <a:gdLst/>
            <a:ahLst/>
            <a:cxnLst/>
            <a:rect l="l" t="t" r="r" b="b"/>
            <a:pathLst>
              <a:path w="56" h="28">
                <a:moveTo>
                  <a:pt x="0" y="28"/>
                </a:moveTo>
                <a:lnTo>
                  <a:pt x="0" y="0"/>
                </a:lnTo>
                <a:lnTo>
                  <a:pt x="56" y="0"/>
                </a:lnTo>
                <a:lnTo>
                  <a:pt x="56" y="28"/>
                </a:lnTo>
                <a:lnTo>
                  <a:pt x="0" y="28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270533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0550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070555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70555" y="1373418"/>
            <a:ext cx="14400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10573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070555" y="1733422"/>
            <a:ext cx="14400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70555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430559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790564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150568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510573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0555" y="1373418"/>
            <a:ext cx="1440017" cy="36000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Boolean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7112" y="1030609"/>
            <a:ext cx="35882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27645" y="1797651"/>
            <a:ext cx="45577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88703" y="1797651"/>
            <a:ext cx="30966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96783" y="2135166"/>
            <a:ext cx="41886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27654" y="1797651"/>
            <a:ext cx="27577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04590" y="1797651"/>
            <a:ext cx="2480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9712" y="1797651"/>
            <a:ext cx="2085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26737" y="1797651"/>
            <a:ext cx="17586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88712" y="1797651"/>
            <a:ext cx="1296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89554" y="2135166"/>
            <a:ext cx="26958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Fuzzy/multi-valued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6472" y="3150693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386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dichotomy.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9677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548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7821" y="1327217"/>
            <a:ext cx="3957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7821" y="1499302"/>
            <a:ext cx="3957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does not belong to the 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6870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9348" y="2042628"/>
            <a:ext cx="32660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35335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3294" y="2614120"/>
            <a:ext cx="3452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59683" y="2476820"/>
            <a:ext cx="2925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278" y="2517537"/>
            <a:ext cx="28141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17582" y="2515214"/>
            <a:ext cx="25678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278" y="2724026"/>
            <a:ext cx="28141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17582" y="2721704"/>
            <a:ext cx="25678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7474" y="3150919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3588" y="3150695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880004" y="1412709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80004" y="158857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80004" y="175938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80004" y="193019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80004" y="210099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80004" y="227181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80004" y="244261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80004" y="261343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80004" y="278424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59993" y="1586052"/>
            <a:ext cx="25225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77464" y="1586052"/>
            <a:ext cx="25225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59538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list,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7187" y="919987"/>
            <a:ext cx="42582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6152" y="919987"/>
            <a:ext cx="36492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butter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3400" y="919987"/>
            <a:ext cx="31619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coffee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96351" y="919987"/>
            <a:ext cx="26890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39476" y="919987"/>
            <a:ext cx="20459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keyboard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79955" y="1071815"/>
            <a:ext cx="42054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23381" y="1071815"/>
            <a:ext cx="36620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00588" y="1071815"/>
            <a:ext cx="308480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96864" y="1071815"/>
            <a:ext cx="26885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85160" y="1071815"/>
            <a:ext cx="20002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323" y="1441355"/>
            <a:ext cx="47400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NOT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days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7820" y="1441355"/>
            <a:ext cx="2087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days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2446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039149" y="866508"/>
            <a:ext cx="0" cy="2075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20845" y="866508"/>
            <a:ext cx="0" cy="2075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039149" y="1074013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720845" y="1074013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39149" y="1276464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20845" y="1276464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39149" y="1478902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20845" y="1478902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39149" y="1681340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20845" y="1681340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039149" y="1883778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720845" y="1883778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039149" y="208621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20845" y="208621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039149" y="228866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20845" y="228866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59993" y="1071486"/>
            <a:ext cx="168168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036622" y="1071486"/>
            <a:ext cx="168675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18318" y="1071486"/>
            <a:ext cx="168168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4597" y="897089"/>
            <a:ext cx="491079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26680" y="897089"/>
            <a:ext cx="33587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94848" y="897089"/>
            <a:ext cx="179054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6134" y="1104594"/>
            <a:ext cx="48092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9677" y="1307032"/>
            <a:ext cx="48057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9152" y="1509483"/>
            <a:ext cx="4896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2664" y="1711921"/>
            <a:ext cx="48327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8890" y="1914359"/>
            <a:ext cx="47565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3172" y="2116797"/>
            <a:ext cx="48322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7330" y="2319247"/>
            <a:ext cx="47880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26" y="1684975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67267" y="1893597"/>
            <a:ext cx="36181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55659" y="2065671"/>
            <a:ext cx="3529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4262" y="2237757"/>
            <a:ext cx="37311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 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6" y="243392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094" y="264977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0056" y="28641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thinking.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54773" y="3150694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79542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55459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9542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5459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31375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79544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55460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1377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9544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55460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31377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79542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55459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31375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79540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55457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731374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79539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55456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731372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79540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55457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1374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79540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55457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731374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79540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55457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731374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79540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55457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731374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9539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255456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31372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6003" y="1014703"/>
            <a:ext cx="475917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7158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253075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28991" y="1014703"/>
            <a:ext cx="593162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205112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48366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691620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05112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48366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691620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10504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10504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0504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10504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10504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10504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3847803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3847803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3847803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847803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847803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847803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83485" y="2022753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448366" y="866026"/>
            <a:ext cx="0" cy="11567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448366" y="866026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773179" y="2100046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020555" y="2100046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267931" y="2100046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773179" y="750312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020555" y="750312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267931" y="750312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576512" y="2023424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576512" y="179193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576512" y="156043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576512" y="132894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76512" y="1097449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576512" y="86595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5413803" y="2023424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5413803" y="1791931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5413803" y="1560437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5413803" y="1328943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5413803" y="1097449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5413803" y="865955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649492" y="2022561"/>
            <a:ext cx="12368" cy="22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661860" y="2022260"/>
            <a:ext cx="12369" cy="30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674229" y="2021852"/>
            <a:ext cx="12369" cy="40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686598" y="2021303"/>
            <a:ext cx="12369" cy="54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4698967" y="2020563"/>
            <a:ext cx="12369" cy="7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4711336" y="2019565"/>
            <a:ext cx="12368" cy="99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723704" y="2018220"/>
            <a:ext cx="12369" cy="134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736073" y="2016411"/>
            <a:ext cx="12369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748442" y="2013977"/>
            <a:ext cx="12369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4760811" y="2010708"/>
            <a:ext cx="12368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4773179" y="2006324"/>
            <a:ext cx="12369" cy="438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785548" y="2000460"/>
            <a:ext cx="12369" cy="58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797917" y="1992639"/>
            <a:ext cx="12369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810286" y="1982252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822655" y="1968531"/>
            <a:ext cx="12368" cy="137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835023" y="1950535"/>
            <a:ext cx="12369" cy="1799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847392" y="1927155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859761" y="1897148"/>
            <a:ext cx="12369" cy="3000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872130" y="1859237"/>
            <a:ext cx="12369" cy="3791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84499" y="1812273"/>
            <a:ext cx="12368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896867" y="1755499"/>
            <a:ext cx="12369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909236" y="1688857"/>
            <a:ext cx="12369" cy="666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921605" y="1613283"/>
            <a:ext cx="12369" cy="755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933974" y="1530855"/>
            <a:ext cx="12369" cy="824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946343" y="1444690"/>
            <a:ext cx="12368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958711" y="1358525"/>
            <a:ext cx="12369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971080" y="1276097"/>
            <a:ext cx="12369" cy="824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83449" y="1200522"/>
            <a:ext cx="12368" cy="7557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995817" y="1133880"/>
            <a:ext cx="12369" cy="666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5008186" y="1077107"/>
            <a:ext cx="12369" cy="5677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020555" y="1030143"/>
            <a:ext cx="12369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032924" y="992231"/>
            <a:ext cx="12369" cy="3791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045293" y="962225"/>
            <a:ext cx="12368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5057661" y="938845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5070030" y="920849"/>
            <a:ext cx="12369" cy="1799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5082399" y="907127"/>
            <a:ext cx="12369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5094768" y="896740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5107137" y="888919"/>
            <a:ext cx="12369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5119506" y="883055"/>
            <a:ext cx="12368" cy="58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5131874" y="878672"/>
            <a:ext cx="12369" cy="438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5144243" y="875403"/>
            <a:ext cx="12369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156612" y="872969"/>
            <a:ext cx="12369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5168981" y="871159"/>
            <a:ext cx="12369" cy="18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5181350" y="869815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5193718" y="868817"/>
            <a:ext cx="12369" cy="99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5206087" y="868076"/>
            <a:ext cx="12369" cy="74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5218456" y="867527"/>
            <a:ext cx="12368" cy="54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5230824" y="867120"/>
            <a:ext cx="12369" cy="40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5243193" y="866818"/>
            <a:ext cx="12369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5255562" y="866595"/>
            <a:ext cx="12369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5267931" y="866429"/>
            <a:ext cx="12369" cy="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5280300" y="866306"/>
            <a:ext cx="12368" cy="1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5292668" y="866215"/>
            <a:ext cx="12369" cy="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5305037" y="866148"/>
            <a:ext cx="12369" cy="6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5317406" y="866098"/>
            <a:ext cx="12369" cy="5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5329775" y="866061"/>
            <a:ext cx="12369" cy="3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5342144" y="866033"/>
            <a:ext cx="12368" cy="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5354512" y="866013"/>
            <a:ext cx="12369" cy="2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5366881" y="865998"/>
            <a:ext cx="12369" cy="1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-8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9995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tall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men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5020" y="797972"/>
            <a:ext cx="537037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Name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0924" y="741353"/>
            <a:ext cx="4904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Height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21202" y="854578"/>
            <a:ext cx="48641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(cm)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329351" y="717524"/>
            <a:ext cx="44560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of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389116" y="878407"/>
            <a:ext cx="439627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916264" y="878407"/>
            <a:ext cx="38691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39663" y="1044064"/>
            <a:ext cx="534573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Chris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39353" y="1044064"/>
            <a:ext cx="48460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78404" y="1044065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946054" y="1044065"/>
            <a:ext cx="383934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3947" y="1204961"/>
            <a:ext cx="535144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Mark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38689" y="1204961"/>
            <a:ext cx="484670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478405" y="1204961"/>
            <a:ext cx="430699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6056" y="1204961"/>
            <a:ext cx="383933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2297" y="1365845"/>
            <a:ext cx="533309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52749" y="1365845"/>
            <a:ext cx="483264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198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78405" y="1365844"/>
            <a:ext cx="430699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940864" y="1365844"/>
            <a:ext cx="38445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0.98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57248" y="1526739"/>
            <a:ext cx="532814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Tom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62944" y="1526739"/>
            <a:ext cx="482245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78404" y="1526739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941903" y="1526739"/>
            <a:ext cx="384349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0.82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20689" y="1687634"/>
            <a:ext cx="536470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David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55274" y="1687634"/>
            <a:ext cx="483012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179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463904" y="1687635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943385" y="1687635"/>
            <a:ext cx="384201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0.78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43955" y="1848519"/>
            <a:ext cx="534144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Mike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55657" y="1848519"/>
            <a:ext cx="482973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63902" y="1848520"/>
            <a:ext cx="43214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942427" y="1848520"/>
            <a:ext cx="384296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0.24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61924" y="2009416"/>
            <a:ext cx="5323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Bob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54558" y="2009416"/>
            <a:ext cx="483083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167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904" y="2009415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950443" y="2009415"/>
            <a:ext cx="38349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0.15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06573" y="2170300"/>
            <a:ext cx="537882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Steven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952885" y="2170300"/>
            <a:ext cx="483251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158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463904" y="2170300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935849" y="2170300"/>
            <a:ext cx="384954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0.06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81279" y="2331195"/>
            <a:ext cx="530411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Bill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52271" y="2331195"/>
            <a:ext cx="483312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463904" y="2331196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946053" y="2331196"/>
            <a:ext cx="38393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36946" y="2492080"/>
            <a:ext cx="534844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Peter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53225" y="2492080"/>
            <a:ext cx="483217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463904" y="2492079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931565" y="2492079"/>
            <a:ext cx="385383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147713" y="2163221"/>
            <a:ext cx="2637682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90962" y="2163221"/>
            <a:ext cx="2394434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634219" y="2163221"/>
            <a:ext cx="215117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937577" y="1989669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2878057" y="1758332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2878057" y="1526985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878057" y="1295648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878057" y="1064301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937577" y="832955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282948" y="2304524"/>
            <a:ext cx="250244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58772" y="1096391"/>
            <a:ext cx="3126623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715780" y="2163262"/>
            <a:ext cx="1069615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963150" y="2163262"/>
            <a:ext cx="822245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5210519" y="2163262"/>
            <a:ext cx="57487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03584" y="1990342"/>
            <a:ext cx="128181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444064" y="1758851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444064" y="1527360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444064" y="1295869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444064" y="1064378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503584" y="832887"/>
            <a:ext cx="128181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848954" y="2304564"/>
            <a:ext cx="93644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224779" y="1096397"/>
            <a:ext cx="156061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897466" y="3150921"/>
            <a:ext cx="887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640200" y="3150697"/>
            <a:ext cx="145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77150" y="7954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77150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0834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149" y="11421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50834" y="11421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77149" y="13129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50834" y="13129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77149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50834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77149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50834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77150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0834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977147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0831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77147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50831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6002" y="1139649"/>
            <a:ext cx="67367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4619" y="1139649"/>
            <a:ext cx="67873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8291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135617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239868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44119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448370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552620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56871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61122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135617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239868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344119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48370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52620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56871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761122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10512" y="206973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10512" y="183838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10512" y="160703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10512" y="137568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10512" y="1144329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0512" y="91297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3847800" y="2069738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3847800" y="1838386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3847800" y="1607033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3847800" y="1375681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3847800" y="1144329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3847800" y="912977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83492" y="2069738"/>
            <a:ext cx="417003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00495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00495" y="912977"/>
            <a:ext cx="20850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708996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708996" y="2069738"/>
            <a:ext cx="10425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649492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773180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896868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5020555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5144243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5267931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5391619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649492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773180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896868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020555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44243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267931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391619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576512" y="2069676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576512" y="1838331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576512" y="1606985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576512" y="1375639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576512" y="1144294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76512" y="912948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5413804" y="206967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5413804" y="183833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5413804" y="160698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5413804" y="1375639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5413804" y="1144294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5413804" y="91294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649492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661861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674230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686598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698967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711336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4723705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736074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4748442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4760811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773180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785548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797917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4810286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822655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835024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847392" y="2063268"/>
            <a:ext cx="12369" cy="640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859761" y="2044042"/>
            <a:ext cx="12369" cy="1922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872130" y="2012000"/>
            <a:ext cx="12369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884499" y="1967141"/>
            <a:ext cx="12369" cy="448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96868" y="1909465"/>
            <a:ext cx="12368" cy="576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09236" y="1838972"/>
            <a:ext cx="12369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921605" y="1755661"/>
            <a:ext cx="12369" cy="8331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933974" y="1659534"/>
            <a:ext cx="12369" cy="961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946343" y="1550591"/>
            <a:ext cx="12369" cy="10894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958712" y="1432034"/>
            <a:ext cx="12368" cy="11855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971080" y="1323090"/>
            <a:ext cx="12369" cy="1089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983449" y="1226963"/>
            <a:ext cx="12369" cy="961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95818" y="1143653"/>
            <a:ext cx="12369" cy="833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5008187" y="1073160"/>
            <a:ext cx="12368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5020555" y="1015484"/>
            <a:ext cx="12369" cy="576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032924" y="970624"/>
            <a:ext cx="12369" cy="448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045293" y="938582"/>
            <a:ext cx="12369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057662" y="919357"/>
            <a:ext cx="12369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5070031" y="912948"/>
            <a:ext cx="12368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082399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094768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107137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119506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131875" y="91294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44243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5156612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5168981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5181350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193719" y="91294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206087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218456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230825" y="91294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243193" y="912948"/>
            <a:ext cx="12369" cy="160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255562" y="929014"/>
            <a:ext cx="12369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5267931" y="977211"/>
            <a:ext cx="12369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5280300" y="1057539"/>
            <a:ext cx="12369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292669" y="1169999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305038" y="1314590"/>
            <a:ext cx="12368" cy="176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317406" y="1491312"/>
            <a:ext cx="12369" cy="1767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329775" y="1668035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342144" y="1812626"/>
            <a:ext cx="12369" cy="1124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5354513" y="1925085"/>
            <a:ext cx="12369" cy="8032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366882" y="2005414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-2" y="314675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80001" y="314675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weekends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(truth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values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‘weekend-ness’)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36801" y="824134"/>
            <a:ext cx="43485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03261" y="994949"/>
            <a:ext cx="4582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69189" y="994949"/>
            <a:ext cx="3916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2572" y="1170819"/>
            <a:ext cx="53228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82661" y="117081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885340" y="1170819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5403" y="1341621"/>
            <a:ext cx="5319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282661" y="1341621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885340" y="1341621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92988" y="1512436"/>
            <a:ext cx="53924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82661" y="1512437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885340" y="1512437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43800" y="1683239"/>
            <a:ext cx="5341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282661" y="168323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891005" y="1683239"/>
            <a:ext cx="3894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04786" y="1854054"/>
            <a:ext cx="52806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82661" y="1854053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95309" y="1854053"/>
            <a:ext cx="38900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0.85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44194" y="2024869"/>
            <a:ext cx="53412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298052" y="2024869"/>
            <a:ext cx="44873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900716" y="2024869"/>
            <a:ext cx="38846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79523" y="2195672"/>
            <a:ext cx="5305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8049" y="2195673"/>
            <a:ext cx="44873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895203" y="2195673"/>
            <a:ext cx="3890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111690" y="2220076"/>
            <a:ext cx="2673705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Tue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16047" y="2220073"/>
            <a:ext cx="256934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Wed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320937" y="2220076"/>
            <a:ext cx="246445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Thu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4698" y="2220075"/>
            <a:ext cx="2360697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Fri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28693" y="2220076"/>
            <a:ext cx="2256702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Sat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632941" y="2220076"/>
            <a:ext cx="2152454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Sun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737181" y="2220081"/>
            <a:ext cx="2048214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Mon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937580" y="2036652"/>
            <a:ext cx="2847815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878059" y="1805299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878059" y="1573955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878059" y="1342603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878059" y="1111250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37580" y="879906"/>
            <a:ext cx="2847815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257809" y="2353061"/>
            <a:ext cx="252758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Day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658767" y="1143350"/>
            <a:ext cx="3126628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25571" y="2220011"/>
            <a:ext cx="1159824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Tue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749365" y="2220017"/>
            <a:ext cx="1036030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Wed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873682" y="2220011"/>
            <a:ext cx="911713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Thu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996888" y="2220018"/>
            <a:ext cx="788507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Fri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5120320" y="2220010"/>
            <a:ext cx="665076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Sat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244004" y="2220011"/>
            <a:ext cx="541391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Sun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367689" y="2220015"/>
            <a:ext cx="417706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Mon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503585" y="2036591"/>
            <a:ext cx="128181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444065" y="1805254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444065" y="1573908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444065" y="1342561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444065" y="1111224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503585" y="879878"/>
            <a:ext cx="128181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823813" y="2352992"/>
            <a:ext cx="961582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Day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224779" y="1143315"/>
            <a:ext cx="156061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897485" y="3150932"/>
            <a:ext cx="8879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5639216" y="3150708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208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961286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174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44221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8267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2313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6359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0406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45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8498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25450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65912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606375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208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61286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0174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44221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8267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2313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16359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0406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445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8498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25450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365912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606375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2251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32251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432251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840946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840946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840946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720824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720824" y="584185"/>
            <a:ext cx="709364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30188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430188" y="1159713"/>
            <a:ext cx="217618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20824" y="1159713"/>
            <a:ext cx="72138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42211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442211" y="584185"/>
            <a:ext cx="70936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151576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1576" y="1159713"/>
            <a:ext cx="145479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720824" y="1159713"/>
            <a:ext cx="144277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163599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63599" y="584185"/>
            <a:ext cx="70936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72964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872964" y="1159713"/>
            <a:ext cx="733411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20824" y="1159713"/>
            <a:ext cx="216416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84987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884987" y="584185"/>
            <a:ext cx="70936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594352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594352" y="1159713"/>
            <a:ext cx="1202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720822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961284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201747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442210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682672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23135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163597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404060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644523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884986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125448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365911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606373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20822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961284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01747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442210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82672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23135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163597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404060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644523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884986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125448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365911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606373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432249" y="232114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432249" y="203260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432249" y="174406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4840944" y="232114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4840944" y="203260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4840944" y="174406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720822" y="2105137"/>
            <a:ext cx="24046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744868" y="2073911"/>
            <a:ext cx="24046" cy="3122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768914" y="2040995"/>
            <a:ext cx="24047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792961" y="2006855"/>
            <a:ext cx="24046" cy="341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1817007" y="1972058"/>
            <a:ext cx="24046" cy="3479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1841053" y="1937272"/>
            <a:ext cx="24046" cy="347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65099" y="1903208"/>
            <a:ext cx="24047" cy="3406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889146" y="1870667"/>
            <a:ext cx="24046" cy="325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913192" y="1840411"/>
            <a:ext cx="24046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37238" y="1813225"/>
            <a:ext cx="24046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961284" y="1789848"/>
            <a:ext cx="24047" cy="23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985331" y="1770926"/>
            <a:ext cx="24046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009377" y="1756995"/>
            <a:ext cx="24046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033423" y="1748472"/>
            <a:ext cx="24046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057469" y="1745604"/>
            <a:ext cx="24047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081516" y="1745604"/>
            <a:ext cx="24046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105562" y="1748472"/>
            <a:ext cx="24046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129608" y="1756995"/>
            <a:ext cx="24047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153655" y="1770926"/>
            <a:ext cx="24046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177701" y="1789848"/>
            <a:ext cx="24046" cy="23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201747" y="1813225"/>
            <a:ext cx="24046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225793" y="1840411"/>
            <a:ext cx="24047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249840" y="1870667"/>
            <a:ext cx="24046" cy="325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273886" y="1903208"/>
            <a:ext cx="24046" cy="3406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297932" y="1937272"/>
            <a:ext cx="24047" cy="347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321979" y="1972058"/>
            <a:ext cx="24046" cy="3479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346025" y="2006855"/>
            <a:ext cx="24046" cy="341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370071" y="2040995"/>
            <a:ext cx="24046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394117" y="2073911"/>
            <a:ext cx="24047" cy="3122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418164" y="2105137"/>
            <a:ext cx="24046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442210" y="2134290"/>
            <a:ext cx="24046" cy="268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466256" y="2161118"/>
            <a:ext cx="24046" cy="243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490302" y="2185458"/>
            <a:ext cx="24046" cy="2178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514348" y="2207242"/>
            <a:ext cx="24047" cy="1923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538395" y="2226479"/>
            <a:ext cx="24046" cy="1677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562441" y="2243250"/>
            <a:ext cx="24046" cy="1443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586487" y="2257687"/>
            <a:ext cx="24047" cy="1227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610534" y="2269962"/>
            <a:ext cx="24046" cy="1031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634580" y="2280273"/>
            <a:ext cx="24046" cy="855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658626" y="2288832"/>
            <a:ext cx="24046" cy="702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682672" y="2295853"/>
            <a:ext cx="24046" cy="569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706718" y="2301545"/>
            <a:ext cx="24047" cy="456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730765" y="2306107"/>
            <a:ext cx="24046" cy="361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754811" y="2309721"/>
            <a:ext cx="24046" cy="283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778857" y="2312553"/>
            <a:ext cx="24047" cy="219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802904" y="2314747"/>
            <a:ext cx="24046" cy="168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826950" y="2316427"/>
            <a:ext cx="24046" cy="127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850996" y="2317701"/>
            <a:ext cx="24046" cy="95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875042" y="2318655"/>
            <a:ext cx="24047" cy="70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899089" y="2319363"/>
            <a:ext cx="24046" cy="51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923135" y="2319881"/>
            <a:ext cx="24046" cy="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947181" y="2320258"/>
            <a:ext cx="24046" cy="26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971227" y="2320527"/>
            <a:ext cx="24047" cy="19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995274" y="2320719"/>
            <a:ext cx="24046" cy="13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019320" y="2320854"/>
            <a:ext cx="24046" cy="9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3043366" y="2320947"/>
            <a:ext cx="24046" cy="6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067412" y="2321012"/>
            <a:ext cx="24047" cy="4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091459" y="2321055"/>
            <a:ext cx="24046" cy="3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115505" y="2321085"/>
            <a:ext cx="24046" cy="1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139551" y="2321104"/>
            <a:ext cx="24046" cy="1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163597" y="2321117"/>
            <a:ext cx="24047" cy="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187644" y="2321126"/>
            <a:ext cx="24046" cy="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211690" y="2321131"/>
            <a:ext cx="24046" cy="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235736" y="2321135"/>
            <a:ext cx="24047" cy="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9783" y="2321137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283829" y="2321138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307875" y="2321139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33192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35596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38001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40406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42810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5215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7619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500245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52429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4833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57238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59643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62047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364452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366856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692615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71666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74070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76475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78880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1284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83689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60939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84986" y="2321140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90903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393307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395712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398117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00521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02926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05330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077355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0140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2544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4949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17354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419758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22163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245679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269726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29377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31781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4341864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365911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438995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414003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4438050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462096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48614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51018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534234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558281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458232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1720822" y="2321104"/>
            <a:ext cx="24046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1744868" y="2321085"/>
            <a:ext cx="24046" cy="1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1768914" y="2321055"/>
            <a:ext cx="24047" cy="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1792961" y="2321012"/>
            <a:ext cx="24046" cy="4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1817007" y="2320947"/>
            <a:ext cx="24046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1841053" y="2320854"/>
            <a:ext cx="24046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1865099" y="2320719"/>
            <a:ext cx="24047" cy="13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1889146" y="2320527"/>
            <a:ext cx="24046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1913192" y="2320258"/>
            <a:ext cx="24046" cy="26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1937238" y="2319881"/>
            <a:ext cx="24046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1961284" y="2319363"/>
            <a:ext cx="24047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1985331" y="2318655"/>
            <a:ext cx="24046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009377" y="2317701"/>
            <a:ext cx="24046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033423" y="2316427"/>
            <a:ext cx="24046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057469" y="2314747"/>
            <a:ext cx="24047" cy="168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081516" y="2312553"/>
            <a:ext cx="24046" cy="219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105562" y="2309721"/>
            <a:ext cx="24046" cy="283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129608" y="2306107"/>
            <a:ext cx="24047" cy="361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153655" y="2301545"/>
            <a:ext cx="24046" cy="456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177701" y="2295853"/>
            <a:ext cx="24046" cy="56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201747" y="2288832"/>
            <a:ext cx="24046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2225793" y="2280273"/>
            <a:ext cx="24047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2249840" y="2269962"/>
            <a:ext cx="24046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2273886" y="2257687"/>
            <a:ext cx="24046" cy="1227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2297932" y="2243250"/>
            <a:ext cx="24047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2321979" y="2226479"/>
            <a:ext cx="24046" cy="1677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2346025" y="2207242"/>
            <a:ext cx="24046" cy="192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2370071" y="2185458"/>
            <a:ext cx="24046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2394117" y="2161118"/>
            <a:ext cx="24047" cy="243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2418164" y="2134290"/>
            <a:ext cx="24046" cy="268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2442210" y="2105137"/>
            <a:ext cx="24046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2466256" y="2073911"/>
            <a:ext cx="24046" cy="3122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2490302" y="2040995"/>
            <a:ext cx="24046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2514348" y="2006855"/>
            <a:ext cx="24047" cy="341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2538395" y="1972058"/>
            <a:ext cx="24046" cy="3479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2562441" y="1937272"/>
            <a:ext cx="24046" cy="347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2586487" y="1903208"/>
            <a:ext cx="24047" cy="3406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2610534" y="1870667"/>
            <a:ext cx="24046" cy="325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2634580" y="1840411"/>
            <a:ext cx="24046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2658626" y="1813225"/>
            <a:ext cx="24046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682672" y="1789848"/>
            <a:ext cx="24046" cy="23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706718" y="1770926"/>
            <a:ext cx="24047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730765" y="1756995"/>
            <a:ext cx="24046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754811" y="1748472"/>
            <a:ext cx="24046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778857" y="1745604"/>
            <a:ext cx="24047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2802904" y="1745604"/>
            <a:ext cx="24046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2826950" y="1748472"/>
            <a:ext cx="24046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2850996" y="1756995"/>
            <a:ext cx="24046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2875042" y="1770926"/>
            <a:ext cx="24047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2899089" y="1789848"/>
            <a:ext cx="24046" cy="23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2923135" y="1813225"/>
            <a:ext cx="24046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947181" y="1840411"/>
            <a:ext cx="24046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971227" y="1870667"/>
            <a:ext cx="24047" cy="325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995274" y="1903208"/>
            <a:ext cx="24046" cy="3406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3019320" y="1937272"/>
            <a:ext cx="24046" cy="347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3043366" y="1972058"/>
            <a:ext cx="24046" cy="3479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3067412" y="2006855"/>
            <a:ext cx="24047" cy="341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091459" y="2040995"/>
            <a:ext cx="24046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115505" y="2073911"/>
            <a:ext cx="24046" cy="3122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139551" y="2105137"/>
            <a:ext cx="24046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3163597" y="2134290"/>
            <a:ext cx="24047" cy="268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3187644" y="2161118"/>
            <a:ext cx="24046" cy="243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211690" y="2185458"/>
            <a:ext cx="24046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3235736" y="2207242"/>
            <a:ext cx="24047" cy="192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259783" y="2226479"/>
            <a:ext cx="24046" cy="1677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3283829" y="2243250"/>
            <a:ext cx="24046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3307875" y="2257687"/>
            <a:ext cx="24046" cy="1227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331921" y="2269962"/>
            <a:ext cx="24047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355968" y="2280273"/>
            <a:ext cx="24046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380014" y="2288832"/>
            <a:ext cx="24046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3404060" y="2295853"/>
            <a:ext cx="24047" cy="56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3428107" y="2301545"/>
            <a:ext cx="24046" cy="456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3452153" y="2306107"/>
            <a:ext cx="24046" cy="361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3476199" y="2309721"/>
            <a:ext cx="24046" cy="283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500245" y="2312553"/>
            <a:ext cx="24046" cy="219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524291" y="2314747"/>
            <a:ext cx="24047" cy="168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548338" y="2316427"/>
            <a:ext cx="24046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572384" y="2317701"/>
            <a:ext cx="24046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596430" y="2318655"/>
            <a:ext cx="24047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3620477" y="2319363"/>
            <a:ext cx="24046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3644523" y="2319881"/>
            <a:ext cx="24046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3668569" y="2320258"/>
            <a:ext cx="24046" cy="26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3692615" y="2320527"/>
            <a:ext cx="24047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3716662" y="2320719"/>
            <a:ext cx="24046" cy="13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3740708" y="2320854"/>
            <a:ext cx="24046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3764754" y="2320947"/>
            <a:ext cx="24046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3788800" y="2321012"/>
            <a:ext cx="24047" cy="4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3812847" y="2321055"/>
            <a:ext cx="24046" cy="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3836893" y="2321085"/>
            <a:ext cx="24046" cy="1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3860939" y="2321104"/>
            <a:ext cx="24047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3884986" y="2321117"/>
            <a:ext cx="24045" cy="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3909031" y="2321126"/>
            <a:ext cx="24047" cy="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3933078" y="2321131"/>
            <a:ext cx="24046" cy="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957124" y="2321135"/>
            <a:ext cx="24046" cy="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3981170" y="2321137"/>
            <a:ext cx="24047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4005217" y="2321138"/>
            <a:ext cx="24046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4029263" y="2321139"/>
            <a:ext cx="24046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4053309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4077355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10140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412544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4149494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4173540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419758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4221633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4245679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4269726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429377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431781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341864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4365911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438995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4414003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4438050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4462096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448614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51018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4534234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4558281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458232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72082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744868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768914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79296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1700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1841053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865099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889146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91319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937238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961284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98533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00937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033423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057469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081516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10556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129608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153655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17770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20174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2225793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2249840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273886" y="2321139"/>
            <a:ext cx="24046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297932" y="2321138"/>
            <a:ext cx="24047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321979" y="2321137"/>
            <a:ext cx="24046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346025" y="2321135"/>
            <a:ext cx="24046" cy="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370071" y="2321131"/>
            <a:ext cx="24046" cy="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394117" y="2321126"/>
            <a:ext cx="24047" cy="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418164" y="2321117"/>
            <a:ext cx="24046" cy="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442210" y="2321104"/>
            <a:ext cx="24046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466256" y="2321085"/>
            <a:ext cx="24046" cy="1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490302" y="2321055"/>
            <a:ext cx="24046" cy="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2514348" y="2321012"/>
            <a:ext cx="24047" cy="4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2538395" y="2320947"/>
            <a:ext cx="24046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2562441" y="2320854"/>
            <a:ext cx="24046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2586487" y="2320719"/>
            <a:ext cx="24047" cy="13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2610534" y="2320527"/>
            <a:ext cx="24046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2634580" y="2320258"/>
            <a:ext cx="24046" cy="26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2658626" y="2319881"/>
            <a:ext cx="24046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2682672" y="2319363"/>
            <a:ext cx="24046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2706718" y="2318655"/>
            <a:ext cx="24047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2730765" y="2317701"/>
            <a:ext cx="24046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2754811" y="2316427"/>
            <a:ext cx="24046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2778857" y="2314747"/>
            <a:ext cx="24047" cy="168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2802904" y="2312553"/>
            <a:ext cx="24046" cy="219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2826950" y="2309721"/>
            <a:ext cx="24046" cy="283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2850996" y="2306107"/>
            <a:ext cx="24046" cy="361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2875042" y="2301545"/>
            <a:ext cx="24047" cy="456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2899089" y="2295853"/>
            <a:ext cx="24046" cy="56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2923135" y="2288832"/>
            <a:ext cx="24046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2947181" y="2280273"/>
            <a:ext cx="24046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2971227" y="2269962"/>
            <a:ext cx="24047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2995274" y="2257687"/>
            <a:ext cx="24046" cy="1227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3019320" y="2243250"/>
            <a:ext cx="24046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3043366" y="2226479"/>
            <a:ext cx="24046" cy="1677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3067412" y="2207242"/>
            <a:ext cx="24047" cy="192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3091459" y="2185458"/>
            <a:ext cx="24046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3115505" y="2161118"/>
            <a:ext cx="24046" cy="243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3139551" y="2134290"/>
            <a:ext cx="24046" cy="268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3163597" y="2105137"/>
            <a:ext cx="24047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3187644" y="2073911"/>
            <a:ext cx="24046" cy="3122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3211690" y="2040995"/>
            <a:ext cx="24046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3235736" y="2006855"/>
            <a:ext cx="24047" cy="341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3259783" y="1972058"/>
            <a:ext cx="24046" cy="3479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3283829" y="1937272"/>
            <a:ext cx="24046" cy="347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3307875" y="1903208"/>
            <a:ext cx="24046" cy="3406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3331921" y="1870667"/>
            <a:ext cx="24047" cy="325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3355968" y="1840411"/>
            <a:ext cx="24046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3380014" y="1813225"/>
            <a:ext cx="24046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3404060" y="1789848"/>
            <a:ext cx="24047" cy="23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3428107" y="1770926"/>
            <a:ext cx="24046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3452153" y="1756995"/>
            <a:ext cx="24046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3476199" y="1748472"/>
            <a:ext cx="24046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3500245" y="1745604"/>
            <a:ext cx="24046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3524291" y="1745604"/>
            <a:ext cx="24047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3548338" y="1748472"/>
            <a:ext cx="24046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3572384" y="1756995"/>
            <a:ext cx="24046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3596430" y="1770926"/>
            <a:ext cx="24047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3620477" y="1789848"/>
            <a:ext cx="24046" cy="23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3644523" y="1813225"/>
            <a:ext cx="24046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3668569" y="1840411"/>
            <a:ext cx="24046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3692615" y="1870667"/>
            <a:ext cx="24047" cy="325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3716662" y="1903208"/>
            <a:ext cx="24046" cy="3406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3740708" y="1937272"/>
            <a:ext cx="24046" cy="347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3764754" y="1972058"/>
            <a:ext cx="24046" cy="3479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3788800" y="2006855"/>
            <a:ext cx="24047" cy="341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3812847" y="2040995"/>
            <a:ext cx="24046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3836893" y="2073911"/>
            <a:ext cx="24046" cy="3122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3860939" y="2105137"/>
            <a:ext cx="24047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3884986" y="2134290"/>
            <a:ext cx="24045" cy="268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3909031" y="2161118"/>
            <a:ext cx="24047" cy="243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3933078" y="2185458"/>
            <a:ext cx="24046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3957124" y="2207242"/>
            <a:ext cx="24046" cy="192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3981170" y="2226479"/>
            <a:ext cx="24047" cy="1677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4005217" y="2243250"/>
            <a:ext cx="24046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4029263" y="2257687"/>
            <a:ext cx="24046" cy="1227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4053309" y="2269962"/>
            <a:ext cx="24046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4077355" y="2280273"/>
            <a:ext cx="24047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4101402" y="2288832"/>
            <a:ext cx="24046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4125448" y="2295853"/>
            <a:ext cx="24046" cy="56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4149494" y="2301545"/>
            <a:ext cx="24046" cy="456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4173540" y="2306107"/>
            <a:ext cx="24047" cy="361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4197587" y="2309721"/>
            <a:ext cx="24046" cy="283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4221633" y="2312553"/>
            <a:ext cx="24046" cy="219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4245679" y="2314747"/>
            <a:ext cx="24047" cy="168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4269726" y="2316427"/>
            <a:ext cx="24046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4293772" y="2317701"/>
            <a:ext cx="24046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4317818" y="2318655"/>
            <a:ext cx="24046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4341864" y="2319363"/>
            <a:ext cx="24047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4365911" y="2319881"/>
            <a:ext cx="24046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4389957" y="2320258"/>
            <a:ext cx="24046" cy="26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4414003" y="2320527"/>
            <a:ext cx="24047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4438050" y="2320719"/>
            <a:ext cx="24046" cy="13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4462096" y="2320854"/>
            <a:ext cx="24046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4486142" y="2320947"/>
            <a:ext cx="24046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4510188" y="2321012"/>
            <a:ext cx="24046" cy="4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4534234" y="2321055"/>
            <a:ext cx="24047" cy="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4558281" y="2321085"/>
            <a:ext cx="24046" cy="1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4582327" y="2321104"/>
            <a:ext cx="24046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172082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1744868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1768914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79296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81700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1841053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865099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188914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191319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1937238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1961284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98533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>
            <a:off x="200937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2033423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2057469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208151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210556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212960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215365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>
            <a:off x="217770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220174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2225793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224984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227388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2297932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2321979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234602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237007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239411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241816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244221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246625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49030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251434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253839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256244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258648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261053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263458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265862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268267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270671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273076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275481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277885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280290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282695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285099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2875042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2899089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292313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294718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297122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2995274" y="2321139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 flipV="1">
            <a:off x="3019320" y="2321138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3043366" y="2321137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 flipV="1">
            <a:off x="3067412" y="2321135"/>
            <a:ext cx="24047" cy="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3091459" y="2321131"/>
            <a:ext cx="24046" cy="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3115505" y="2321126"/>
            <a:ext cx="24046" cy="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3139551" y="2321117"/>
            <a:ext cx="24046" cy="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3163597" y="2321104"/>
            <a:ext cx="24047" cy="1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 flipV="1">
            <a:off x="3187644" y="2321085"/>
            <a:ext cx="24046" cy="1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 flipV="1">
            <a:off x="3211690" y="2321055"/>
            <a:ext cx="24046" cy="3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V="1">
            <a:off x="3235736" y="2321012"/>
            <a:ext cx="24047" cy="4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3259783" y="2320947"/>
            <a:ext cx="24046" cy="6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 flipV="1">
            <a:off x="3283829" y="2320854"/>
            <a:ext cx="24046" cy="9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V="1">
            <a:off x="3307875" y="2320719"/>
            <a:ext cx="24046" cy="13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 flipV="1">
            <a:off x="3331921" y="2320527"/>
            <a:ext cx="24047" cy="19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V="1">
            <a:off x="3355968" y="2320258"/>
            <a:ext cx="24046" cy="26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3380014" y="2319881"/>
            <a:ext cx="24046" cy="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3404060" y="2319363"/>
            <a:ext cx="24047" cy="51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V="1">
            <a:off x="3428107" y="2318655"/>
            <a:ext cx="24046" cy="70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3452153" y="2317701"/>
            <a:ext cx="24046" cy="95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3476199" y="2316427"/>
            <a:ext cx="24046" cy="127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3500245" y="2314747"/>
            <a:ext cx="24046" cy="168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V="1">
            <a:off x="3524291" y="2312553"/>
            <a:ext cx="24047" cy="219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3548338" y="2309721"/>
            <a:ext cx="24046" cy="283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3572384" y="2306107"/>
            <a:ext cx="24046" cy="361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V="1">
            <a:off x="3596430" y="2301545"/>
            <a:ext cx="24047" cy="456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3620477" y="2295853"/>
            <a:ext cx="24046" cy="569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3644523" y="2288832"/>
            <a:ext cx="24046" cy="702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3668569" y="2280273"/>
            <a:ext cx="24046" cy="855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3692615" y="2269962"/>
            <a:ext cx="24047" cy="1031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3716662" y="2257687"/>
            <a:ext cx="24046" cy="1227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740708" y="2243250"/>
            <a:ext cx="24046" cy="1443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3764754" y="2226479"/>
            <a:ext cx="24046" cy="1677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3788800" y="2207242"/>
            <a:ext cx="24047" cy="1923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812847" y="2185458"/>
            <a:ext cx="24046" cy="2178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3836893" y="2161118"/>
            <a:ext cx="24046" cy="243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3860939" y="2134290"/>
            <a:ext cx="24047" cy="268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3884986" y="2105137"/>
            <a:ext cx="24045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3909031" y="2073911"/>
            <a:ext cx="24047" cy="3122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3933078" y="2040995"/>
            <a:ext cx="24046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3957124" y="2006855"/>
            <a:ext cx="24046" cy="341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3981170" y="1972058"/>
            <a:ext cx="24047" cy="3479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4005217" y="1937272"/>
            <a:ext cx="24046" cy="347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4029263" y="1903208"/>
            <a:ext cx="24046" cy="3406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4053309" y="1870667"/>
            <a:ext cx="24046" cy="325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4077355" y="1840411"/>
            <a:ext cx="24047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4101402" y="1813225"/>
            <a:ext cx="24046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V="1">
            <a:off x="4125448" y="1789848"/>
            <a:ext cx="24046" cy="23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4149494" y="1770926"/>
            <a:ext cx="24046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4173540" y="1756995"/>
            <a:ext cx="24047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V="1">
            <a:off x="4197587" y="1748472"/>
            <a:ext cx="24046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4221633" y="1745604"/>
            <a:ext cx="24046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4245679" y="1745604"/>
            <a:ext cx="24047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4269726" y="1748472"/>
            <a:ext cx="24046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4293772" y="1756995"/>
            <a:ext cx="24046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4317818" y="1770926"/>
            <a:ext cx="24046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4341864" y="1789848"/>
            <a:ext cx="24047" cy="23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4365911" y="1813225"/>
            <a:ext cx="24046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4389957" y="1840411"/>
            <a:ext cx="24046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4414003" y="1870667"/>
            <a:ext cx="24047" cy="325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4438050" y="1903208"/>
            <a:ext cx="24046" cy="3406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4462096" y="1937272"/>
            <a:ext cx="24046" cy="347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4486142" y="1972058"/>
            <a:ext cx="24046" cy="3479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4510188" y="2006855"/>
            <a:ext cx="24046" cy="341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4534234" y="2040995"/>
            <a:ext cx="24047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4558281" y="2073911"/>
            <a:ext cx="24046" cy="3122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4582327" y="2105137"/>
            <a:ext cx="24046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9" name="Rectangle 598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2879989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1" name="Picture 60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2" name="Picture 60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3" name="TextBox 60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Seasons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year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southern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hemisphere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658962" y="1260070"/>
            <a:ext cx="41264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1899792" y="1260070"/>
            <a:ext cx="3885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Oct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2134031" y="1260070"/>
            <a:ext cx="3651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Nov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379344" y="1260070"/>
            <a:ext cx="34060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Dec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2629483" y="1260070"/>
            <a:ext cx="31559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Jan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2863951" y="1262152"/>
            <a:ext cx="292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Feb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3094989" y="1260070"/>
            <a:ext cx="2690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Mar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3342931" y="1262152"/>
            <a:ext cx="2442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Apr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3571658" y="1260070"/>
            <a:ext cx="2213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3833684" y="1260070"/>
            <a:ext cx="19517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Jun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4085030" y="1262152"/>
            <a:ext cx="17003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Jul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4298352" y="1262152"/>
            <a:ext cx="1487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Aug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4544466" y="1260070"/>
            <a:ext cx="12409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1337157" y="1124843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261947" y="837086"/>
            <a:ext cx="4523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1337157" y="549329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1983853" y="825298"/>
            <a:ext cx="38015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spring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2678391" y="826415"/>
            <a:ext cx="31070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summer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3474554" y="840195"/>
            <a:ext cx="23108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fall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4148632" y="831584"/>
            <a:ext cx="16367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winter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2961347" y="1453579"/>
            <a:ext cx="28240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year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906539" y="711109"/>
            <a:ext cx="4878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995109" y="677641"/>
            <a:ext cx="4790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1658948" y="2421497"/>
            <a:ext cx="41264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1899790" y="2421497"/>
            <a:ext cx="3885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Oct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2134029" y="2421497"/>
            <a:ext cx="36513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Nov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2379342" y="2421497"/>
            <a:ext cx="34060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Dec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29482" y="2421497"/>
            <a:ext cx="31559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Jan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2863949" y="2423580"/>
            <a:ext cx="29214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Feb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3094987" y="2421497"/>
            <a:ext cx="26904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Mar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3342930" y="2423580"/>
            <a:ext cx="24424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Apr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3571657" y="2421497"/>
            <a:ext cx="221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May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3833683" y="2421497"/>
            <a:ext cx="19517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Jun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4085028" y="2423580"/>
            <a:ext cx="17003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Jul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4298350" y="2423580"/>
            <a:ext cx="14870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Aug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4544464" y="2421497"/>
            <a:ext cx="1240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337155" y="2286270"/>
            <a:ext cx="44482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1261946" y="1997739"/>
            <a:ext cx="45234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1337155" y="1709207"/>
            <a:ext cx="44482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1983852" y="1985951"/>
            <a:ext cx="3801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spring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678389" y="1987068"/>
            <a:ext cx="31070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summer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3474539" y="2000848"/>
            <a:ext cx="2310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fall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4148630" y="1992237"/>
            <a:ext cx="16367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winter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2961345" y="2615007"/>
            <a:ext cx="28240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year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906538" y="1872550"/>
            <a:ext cx="48788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995107" y="1839069"/>
            <a:ext cx="4790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1159126" y="2883678"/>
            <a:ext cx="46262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case?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4897473" y="315092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5639368" y="3150705"/>
            <a:ext cx="146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9989" y="2373652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79999" y="2373652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9677" y="730457"/>
            <a:ext cx="3635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76679" y="1002252"/>
            <a:ext cx="4508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Probability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65993" y="1002252"/>
            <a:ext cx="2019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8138" y="1224524"/>
            <a:ext cx="49272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5964" y="1396609"/>
            <a:ext cx="47494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51821" y="1224524"/>
            <a:ext cx="2633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(un)certainty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9402" y="1619291"/>
            <a:ext cx="5015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338" y="1791363"/>
            <a:ext cx="4789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(everything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74198" y="1619291"/>
            <a:ext cx="26111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44061" y="1791363"/>
            <a:ext cx="2641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3064" y="2014045"/>
            <a:ext cx="51223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frequency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326" y="2186117"/>
            <a:ext cx="49310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73014" y="2014044"/>
            <a:ext cx="24123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statistical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74322" y="2186116"/>
            <a:ext cx="2411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8219" y="2408810"/>
            <a:ext cx="52671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78068" y="2408810"/>
            <a:ext cx="2407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persist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41022" y="2580883"/>
            <a:ext cx="21443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7471" y="3150914"/>
            <a:ext cx="8879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38681" y="3150690"/>
            <a:ext cx="1467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17145" y="1841897"/>
            <a:ext cx="30595" cy="19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947740" y="1843060"/>
            <a:ext cx="28117" cy="79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75857" y="1843060"/>
            <a:ext cx="29603" cy="5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05460" y="1843141"/>
            <a:ext cx="28682" cy="5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34142" y="1839954"/>
            <a:ext cx="31302" cy="318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065444" y="1839954"/>
            <a:ext cx="28790" cy="19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94234" y="1841140"/>
            <a:ext cx="31765" cy="7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25999" y="1841140"/>
            <a:ext cx="26260" cy="18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152259" y="1841322"/>
            <a:ext cx="30460" cy="12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82719" y="1839863"/>
            <a:ext cx="31697" cy="26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14416" y="1839863"/>
            <a:ext cx="26835" cy="8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41251" y="1840730"/>
            <a:ext cx="33210" cy="166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74461" y="1842063"/>
            <a:ext cx="27958" cy="33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302419" y="1841237"/>
            <a:ext cx="31065" cy="82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3484" y="1841237"/>
            <a:ext cx="28059" cy="66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356159" y="1811716"/>
            <a:ext cx="5384" cy="301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354278" y="1781000"/>
            <a:ext cx="1881" cy="307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352532" y="1753855"/>
            <a:ext cx="1746" cy="271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347759" y="1724368"/>
            <a:ext cx="4773" cy="2948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344284" y="1692827"/>
            <a:ext cx="3475" cy="315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337876" y="1665389"/>
            <a:ext cx="6408" cy="274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334943" y="1637345"/>
            <a:ext cx="2933" cy="280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331920" y="1604891"/>
            <a:ext cx="3023" cy="324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301112" y="1604891"/>
            <a:ext cx="30808" cy="19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 flipV="1">
            <a:off x="2273430" y="1605598"/>
            <a:ext cx="27682" cy="12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242928" y="1604216"/>
            <a:ext cx="30502" cy="138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214852" y="1603314"/>
            <a:ext cx="28076" cy="9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183607" y="1603314"/>
            <a:ext cx="31245" cy="13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2155629" y="1603372"/>
            <a:ext cx="27978" cy="128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122895" y="1603372"/>
            <a:ext cx="32734" cy="24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095665" y="1604608"/>
            <a:ext cx="27230" cy="117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063748" y="1604608"/>
            <a:ext cx="31917" cy="124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036452" y="1605848"/>
            <a:ext cx="27296" cy="1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 flipV="1">
            <a:off x="2007565" y="1604302"/>
            <a:ext cx="28887" cy="166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1977747" y="1604302"/>
            <a:ext cx="29818" cy="82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 flipV="1">
            <a:off x="1946769" y="1604884"/>
            <a:ext cx="30978" cy="2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1943055" y="1604884"/>
            <a:ext cx="3714" cy="309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939459" y="1635874"/>
            <a:ext cx="3596" cy="2729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1935051" y="1663167"/>
            <a:ext cx="4408" cy="2826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1931214" y="1691432"/>
            <a:ext cx="3837" cy="3037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1929890" y="1721808"/>
            <a:ext cx="1324" cy="2908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925907" y="1750893"/>
            <a:ext cx="3983" cy="290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1920587" y="1779913"/>
            <a:ext cx="5320" cy="304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917145" y="1810315"/>
            <a:ext cx="3442" cy="3158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 flipV="1">
            <a:off x="1974449" y="1574925"/>
            <a:ext cx="1948" cy="299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974449" y="1544306"/>
            <a:ext cx="908" cy="3061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1974638" y="1516654"/>
            <a:ext cx="719" cy="2765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974638" y="1487291"/>
            <a:ext cx="2856" cy="2936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 flipV="1">
            <a:off x="1977119" y="1457978"/>
            <a:ext cx="375" cy="2931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1976209" y="1428590"/>
            <a:ext cx="910" cy="293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 flipV="1">
            <a:off x="1975921" y="1399300"/>
            <a:ext cx="288" cy="292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975921" y="1367871"/>
            <a:ext cx="476" cy="314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2005383" y="1574126"/>
            <a:ext cx="643" cy="3075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2005014" y="1543753"/>
            <a:ext cx="369" cy="303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005014" y="1515519"/>
            <a:ext cx="2629" cy="2823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2004020" y="1484421"/>
            <a:ext cx="3623" cy="3109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004020" y="1456307"/>
            <a:ext cx="940" cy="281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004960" y="1426651"/>
            <a:ext cx="2642" cy="296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2005524" y="1397047"/>
            <a:ext cx="2078" cy="296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005524" y="1367871"/>
            <a:ext cx="502" cy="2917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02291" y="1576718"/>
            <a:ext cx="1314" cy="2816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 flipV="1">
            <a:off x="2300393" y="1547314"/>
            <a:ext cx="3212" cy="294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300393" y="1515899"/>
            <a:ext cx="449" cy="314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2300355" y="1485005"/>
            <a:ext cx="487" cy="3089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300355" y="1457784"/>
            <a:ext cx="3786" cy="272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304141" y="1426642"/>
            <a:ext cx="141" cy="311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 flipV="1">
            <a:off x="2303853" y="1397178"/>
            <a:ext cx="429" cy="2946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2302291" y="1367871"/>
            <a:ext cx="1562" cy="293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2270919" y="1575424"/>
            <a:ext cx="1744" cy="2946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270919" y="1547562"/>
            <a:ext cx="2329" cy="278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270730" y="1515860"/>
            <a:ext cx="2518" cy="317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270730" y="1484496"/>
            <a:ext cx="3711" cy="3136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2272937" y="1457763"/>
            <a:ext cx="1504" cy="2673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2272725" y="1425962"/>
            <a:ext cx="212" cy="318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72725" y="1398146"/>
            <a:ext cx="1576" cy="278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2272663" y="1367871"/>
            <a:ext cx="1638" cy="302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917145" y="1366847"/>
            <a:ext cx="29207" cy="10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946352" y="1366847"/>
            <a:ext cx="30853" cy="282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977205" y="1369490"/>
            <a:ext cx="27495" cy="18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004700" y="1366391"/>
            <a:ext cx="31286" cy="30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035986" y="1366391"/>
            <a:ext cx="28183" cy="14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064169" y="1365948"/>
            <a:ext cx="28763" cy="189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092932" y="1365948"/>
            <a:ext cx="29861" cy="34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122793" y="1368952"/>
            <a:ext cx="32879" cy="4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155672" y="1368952"/>
            <a:ext cx="29672" cy="4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185344" y="1369443"/>
            <a:ext cx="27517" cy="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212861" y="1366318"/>
            <a:ext cx="29513" cy="3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242374" y="1366318"/>
            <a:ext cx="30139" cy="15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272513" y="1366581"/>
            <a:ext cx="29720" cy="12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302233" y="1366581"/>
            <a:ext cx="29293" cy="17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331526" y="1367870"/>
            <a:ext cx="30017" cy="4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357559" y="1338280"/>
            <a:ext cx="3984" cy="295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348408" y="1310863"/>
            <a:ext cx="9151" cy="274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343530" y="1281706"/>
            <a:ext cx="4878" cy="2915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337348" y="1252064"/>
            <a:ext cx="6182" cy="296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331920" y="1219755"/>
            <a:ext cx="5428" cy="323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 flipV="1">
            <a:off x="2301006" y="1218177"/>
            <a:ext cx="30914" cy="157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274523" y="1218177"/>
            <a:ext cx="26483" cy="31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2244605" y="1218119"/>
            <a:ext cx="29918" cy="317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2212844" y="1218119"/>
            <a:ext cx="31761" cy="5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2185239" y="1218642"/>
            <a:ext cx="27605" cy="31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 flipV="1">
            <a:off x="2154415" y="1218499"/>
            <a:ext cx="30824" cy="328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2126410" y="1218499"/>
            <a:ext cx="28005" cy="8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2095108" y="1219343"/>
            <a:ext cx="31302" cy="1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2066099" y="1219522"/>
            <a:ext cx="29009" cy="2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2036598" y="1219777"/>
            <a:ext cx="29501" cy="1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007809" y="1219898"/>
            <a:ext cx="28789" cy="1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1977750" y="1219477"/>
            <a:ext cx="30059" cy="5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1946769" y="1219477"/>
            <a:ext cx="30981" cy="2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1938702" y="1219738"/>
            <a:ext cx="8067" cy="3011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1933196" y="1249857"/>
            <a:ext cx="5506" cy="291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1929742" y="1279000"/>
            <a:ext cx="3454" cy="297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1922594" y="1308701"/>
            <a:ext cx="7148" cy="2598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1917145" y="1334683"/>
            <a:ext cx="5449" cy="3318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124530" y="1367870"/>
            <a:ext cx="1946" cy="3109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2124530" y="1398962"/>
            <a:ext cx="1946" cy="281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124530" y="1427123"/>
            <a:ext cx="29628" cy="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 flipV="1">
            <a:off x="2152359" y="1395684"/>
            <a:ext cx="1799" cy="314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152359" y="1367870"/>
            <a:ext cx="1799" cy="278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2093364" y="1427123"/>
            <a:ext cx="31166" cy="116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065574" y="1428286"/>
            <a:ext cx="27790" cy="3315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065574" y="1461436"/>
            <a:ext cx="5630" cy="10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 flipV="1">
            <a:off x="2071193" y="1440519"/>
            <a:ext cx="11" cy="310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071193" y="1418075"/>
            <a:ext cx="25992" cy="224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097185" y="1412914"/>
            <a:ext cx="25553" cy="51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154158" y="1426658"/>
            <a:ext cx="28043" cy="46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182201" y="1426658"/>
            <a:ext cx="30912" cy="3477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207484" y="1461435"/>
            <a:ext cx="5629" cy="1012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207484" y="1443649"/>
            <a:ext cx="1355" cy="279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184018" y="1417393"/>
            <a:ext cx="24821" cy="262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155950" y="1412914"/>
            <a:ext cx="28068" cy="44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065278" y="1479113"/>
            <a:ext cx="30010" cy="133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095288" y="1479113"/>
            <a:ext cx="30062" cy="1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125350" y="1479269"/>
            <a:ext cx="29456" cy="14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154806" y="1478959"/>
            <a:ext cx="29922" cy="171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184728" y="1478959"/>
            <a:ext cx="28683" cy="14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206967" y="1480448"/>
            <a:ext cx="6444" cy="277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202898" y="1508179"/>
            <a:ext cx="4069" cy="304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198599" y="1538652"/>
            <a:ext cx="4299" cy="306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2167240" y="1568013"/>
            <a:ext cx="31359" cy="131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141300" y="1568013"/>
            <a:ext cx="25940" cy="24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 flipV="1">
            <a:off x="2110879" y="1568615"/>
            <a:ext cx="30421" cy="181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080092" y="1568615"/>
            <a:ext cx="30787" cy="7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073264" y="1540060"/>
            <a:ext cx="6828" cy="2926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071660" y="1509990"/>
            <a:ext cx="1604" cy="3007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065278" y="1480448"/>
            <a:ext cx="6382" cy="295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398452" y="1842169"/>
            <a:ext cx="31505" cy="5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429957" y="1842199"/>
            <a:ext cx="28992" cy="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458949" y="1840324"/>
            <a:ext cx="26832" cy="18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485781" y="1840324"/>
            <a:ext cx="30298" cy="8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516079" y="1841163"/>
            <a:ext cx="31302" cy="267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547381" y="1843292"/>
            <a:ext cx="27252" cy="5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574633" y="1842514"/>
            <a:ext cx="30227" cy="77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604860" y="1842514"/>
            <a:ext cx="31150" cy="12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636010" y="1843776"/>
            <a:ext cx="27345" cy="1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663355" y="1840512"/>
            <a:ext cx="29490" cy="336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692845" y="1840512"/>
            <a:ext cx="32152" cy="6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724997" y="1840580"/>
            <a:ext cx="28403" cy="17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753400" y="1842319"/>
            <a:ext cx="31869" cy="10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785269" y="1843336"/>
            <a:ext cx="26082" cy="36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811351" y="1842169"/>
            <a:ext cx="31499" cy="15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840864" y="1812950"/>
            <a:ext cx="1986" cy="2921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835233" y="1785217"/>
            <a:ext cx="5631" cy="2773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831222" y="1756020"/>
            <a:ext cx="4011" cy="291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827133" y="1722865"/>
            <a:ext cx="4089" cy="331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824604" y="1693565"/>
            <a:ext cx="2529" cy="293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819903" y="1665176"/>
            <a:ext cx="4701" cy="283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817604" y="1637415"/>
            <a:ext cx="2299" cy="277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813227" y="1605163"/>
            <a:ext cx="4377" cy="3225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782660" y="1605163"/>
            <a:ext cx="30567" cy="16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 flipV="1">
            <a:off x="3755664" y="1603262"/>
            <a:ext cx="26996" cy="35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>
            <a:off x="3726408" y="1603262"/>
            <a:ext cx="29256" cy="12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3693678" y="1604541"/>
            <a:ext cx="32730" cy="266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 flipV="1">
            <a:off x="3664927" y="1603207"/>
            <a:ext cx="28751" cy="39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3635957" y="1603207"/>
            <a:ext cx="28970" cy="8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603966" y="1604068"/>
            <a:ext cx="31991" cy="235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3575244" y="1606425"/>
            <a:ext cx="28722" cy="48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3547921" y="1606816"/>
            <a:ext cx="27323" cy="9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 flipV="1">
            <a:off x="3516419" y="1605509"/>
            <a:ext cx="31502" cy="13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 flipV="1">
            <a:off x="3489023" y="1603412"/>
            <a:ext cx="27396" cy="20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>
            <a:off x="3456488" y="1603412"/>
            <a:ext cx="32535" cy="57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>
            <a:off x="3428076" y="1603984"/>
            <a:ext cx="28412" cy="11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422334" y="1605155"/>
            <a:ext cx="5742" cy="307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418851" y="1635867"/>
            <a:ext cx="3483" cy="265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416635" y="1662398"/>
            <a:ext cx="2216" cy="296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413651" y="1692030"/>
            <a:ext cx="2984" cy="308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408657" y="1722919"/>
            <a:ext cx="4994" cy="2809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404654" y="1751012"/>
            <a:ext cx="4003" cy="301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401851" y="1781166"/>
            <a:ext cx="2803" cy="282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398452" y="1809394"/>
            <a:ext cx="3399" cy="327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3457111" y="1575202"/>
            <a:ext cx="593" cy="2995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457111" y="1545950"/>
            <a:ext cx="189" cy="2925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 flipV="1">
            <a:off x="3457157" y="1516587"/>
            <a:ext cx="143" cy="2936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457157" y="1486472"/>
            <a:ext cx="15" cy="301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457172" y="1457330"/>
            <a:ext cx="851" cy="291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 flipV="1">
            <a:off x="3456592" y="1427096"/>
            <a:ext cx="1431" cy="3023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456592" y="1399507"/>
            <a:ext cx="3155" cy="275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 flipV="1">
            <a:off x="3457704" y="1368142"/>
            <a:ext cx="2043" cy="3136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487332" y="1574066"/>
            <a:ext cx="1527" cy="310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 flipV="1">
            <a:off x="3488097" y="1547057"/>
            <a:ext cx="762" cy="270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488097" y="1514485"/>
            <a:ext cx="1156" cy="3257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H="1" flipV="1">
            <a:off x="3485978" y="1485392"/>
            <a:ext cx="3275" cy="2909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485978" y="1456827"/>
            <a:ext cx="2618" cy="2856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 flipV="1">
            <a:off x="3488337" y="1426469"/>
            <a:ext cx="259" cy="3035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 flipV="1">
            <a:off x="3486325" y="1397446"/>
            <a:ext cx="2012" cy="290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486325" y="1368142"/>
            <a:ext cx="1007" cy="293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 flipV="1">
            <a:off x="3782287" y="1575304"/>
            <a:ext cx="1311" cy="298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782287" y="1545673"/>
            <a:ext cx="416" cy="296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782703" y="1515146"/>
            <a:ext cx="1934" cy="3052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 flipV="1">
            <a:off x="3783738" y="1486404"/>
            <a:ext cx="899" cy="287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783738" y="1458442"/>
            <a:ext cx="1007" cy="279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 flipV="1">
            <a:off x="3781714" y="1426886"/>
            <a:ext cx="3031" cy="315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781714" y="1396581"/>
            <a:ext cx="1222" cy="3030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782936" y="1368142"/>
            <a:ext cx="662" cy="284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753970" y="1573910"/>
            <a:ext cx="32" cy="312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754002" y="1544532"/>
            <a:ext cx="1965" cy="2937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3754530" y="1514881"/>
            <a:ext cx="1437" cy="296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 flipV="1">
            <a:off x="3752510" y="1488073"/>
            <a:ext cx="2020" cy="268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752510" y="1456366"/>
            <a:ext cx="2032" cy="317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 flipV="1">
            <a:off x="3752541" y="1426335"/>
            <a:ext cx="2001" cy="300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 flipV="1">
            <a:off x="3752238" y="1395697"/>
            <a:ext cx="303" cy="306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752238" y="1368142"/>
            <a:ext cx="1732" cy="275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398452" y="1366325"/>
            <a:ext cx="29381" cy="18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427833" y="1366325"/>
            <a:ext cx="29362" cy="27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457195" y="1367719"/>
            <a:ext cx="30902" cy="13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3488097" y="1367719"/>
            <a:ext cx="29929" cy="8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518026" y="1367802"/>
            <a:ext cx="29050" cy="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547076" y="1367197"/>
            <a:ext cx="28654" cy="60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575730" y="1367148"/>
            <a:ext cx="29877" cy="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605607" y="1366250"/>
            <a:ext cx="30308" cy="89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3635915" y="1366250"/>
            <a:ext cx="28467" cy="39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664382" y="1368376"/>
            <a:ext cx="30137" cy="180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694519" y="1368376"/>
            <a:ext cx="31488" cy="15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726007" y="1368857"/>
            <a:ext cx="28882" cy="10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754889" y="1367094"/>
            <a:ext cx="30360" cy="176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785249" y="1367094"/>
            <a:ext cx="27221" cy="7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812470" y="1367875"/>
            <a:ext cx="30380" cy="2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836282" y="1340235"/>
            <a:ext cx="6568" cy="279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831090" y="1312088"/>
            <a:ext cx="5192" cy="2814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824549" y="1279737"/>
            <a:ext cx="6541" cy="323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817682" y="1250825"/>
            <a:ext cx="6867" cy="289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813227" y="1220026"/>
            <a:ext cx="4455" cy="307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>
            <a:off x="3783106" y="1220026"/>
            <a:ext cx="30121" cy="12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 flipV="1">
            <a:off x="3753870" y="1220539"/>
            <a:ext cx="29236" cy="6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>
            <a:off x="3724879" y="1220539"/>
            <a:ext cx="28991" cy="14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 flipV="1">
            <a:off x="3692778" y="1218098"/>
            <a:ext cx="32101" cy="39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663541" y="1218098"/>
            <a:ext cx="29237" cy="30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 flipV="1">
            <a:off x="3633536" y="1219879"/>
            <a:ext cx="30005" cy="13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>
            <a:off x="3606684" y="1219879"/>
            <a:ext cx="26852" cy="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 flipV="1">
            <a:off x="3577182" y="1219437"/>
            <a:ext cx="29502" cy="45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548307" y="1219437"/>
            <a:ext cx="28875" cy="19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>
            <a:off x="3515345" y="1219629"/>
            <a:ext cx="32962" cy="17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3488229" y="1218487"/>
            <a:ext cx="27116" cy="29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>
            <a:off x="3455954" y="1218487"/>
            <a:ext cx="32275" cy="3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>
            <a:off x="3428076" y="1218843"/>
            <a:ext cx="27878" cy="116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422846" y="1220009"/>
            <a:ext cx="5230" cy="289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415157" y="1248957"/>
            <a:ext cx="7689" cy="272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412245" y="1276254"/>
            <a:ext cx="2912" cy="306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405304" y="1306910"/>
            <a:ext cx="6941" cy="274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398452" y="1334342"/>
            <a:ext cx="6852" cy="338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605837" y="1368142"/>
            <a:ext cx="694" cy="3046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3605837" y="1398611"/>
            <a:ext cx="694" cy="2878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605837" y="1427394"/>
            <a:ext cx="29628" cy="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 flipV="1">
            <a:off x="3634449" y="1396439"/>
            <a:ext cx="1016" cy="309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3634449" y="1368142"/>
            <a:ext cx="1016" cy="282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3575524" y="1427394"/>
            <a:ext cx="30313" cy="1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546880" y="1427501"/>
            <a:ext cx="28644" cy="3420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546880" y="1461707"/>
            <a:ext cx="5631" cy="10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 flipV="1">
            <a:off x="3552060" y="1444144"/>
            <a:ext cx="451" cy="276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552060" y="1419549"/>
            <a:ext cx="23905" cy="245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575965" y="1413186"/>
            <a:ext cx="28079" cy="636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635465" y="1427394"/>
            <a:ext cx="29362" cy="134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664827" y="1428734"/>
            <a:ext cx="29592" cy="329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688791" y="1461707"/>
            <a:ext cx="5628" cy="10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 flipV="1">
            <a:off x="3687593" y="1440829"/>
            <a:ext cx="1198" cy="310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664614" y="1420867"/>
            <a:ext cx="22979" cy="199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637257" y="1413186"/>
            <a:ext cx="27357" cy="76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3546585" y="1479734"/>
            <a:ext cx="28088" cy="98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574673" y="1479734"/>
            <a:ext cx="30514" cy="28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3605187" y="1481224"/>
            <a:ext cx="30981" cy="13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3636168" y="1480575"/>
            <a:ext cx="28332" cy="6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664500" y="1480575"/>
            <a:ext cx="30217" cy="1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690952" y="1480720"/>
            <a:ext cx="3765" cy="288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685919" y="1509564"/>
            <a:ext cx="5033" cy="315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679906" y="1541153"/>
            <a:ext cx="6013" cy="284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 flipV="1">
            <a:off x="3649571" y="1568513"/>
            <a:ext cx="30335" cy="10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>
            <a:off x="3619196" y="1568513"/>
            <a:ext cx="30375" cy="18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>
            <a:off x="3591603" y="1568697"/>
            <a:ext cx="27593" cy="3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3561398" y="1569033"/>
            <a:ext cx="30205" cy="5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556938" y="1539360"/>
            <a:ext cx="4460" cy="3024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549984" y="1509879"/>
            <a:ext cx="6954" cy="294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546585" y="1480720"/>
            <a:ext cx="3399" cy="291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 flipV="1">
            <a:off x="2942421" y="2250992"/>
            <a:ext cx="235" cy="282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920706" y="2227117"/>
            <a:ext cx="21715" cy="238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87047" y="2211109"/>
            <a:ext cx="33659" cy="160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53821" y="2211109"/>
            <a:ext cx="33226" cy="867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8856" y="2219783"/>
            <a:ext cx="24965" cy="212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5284" y="2241000"/>
            <a:ext cx="13572" cy="3458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5284" y="2275585"/>
            <a:ext cx="6819" cy="324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22103" y="2308080"/>
            <a:ext cx="21575" cy="259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43678" y="2334025"/>
            <a:ext cx="36083" cy="133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79761" y="2336644"/>
            <a:ext cx="34612" cy="107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914373" y="2319586"/>
            <a:ext cx="22508" cy="1705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36881" y="2282872"/>
            <a:ext cx="14642" cy="367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90222" y="2249600"/>
            <a:ext cx="22810" cy="215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68770" y="2271116"/>
            <a:ext cx="21452" cy="205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53781" y="2291687"/>
            <a:ext cx="14989" cy="1716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53776" y="2249600"/>
            <a:ext cx="21402" cy="207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75178" y="2270317"/>
            <a:ext cx="21083" cy="224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96261" y="2292729"/>
            <a:ext cx="16766" cy="161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3174" y="2317315"/>
            <a:ext cx="24843" cy="193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3992" y="2336654"/>
            <a:ext cx="19182" cy="198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69705" y="2356542"/>
            <a:ext cx="24287" cy="2076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49555" y="2377310"/>
            <a:ext cx="20150" cy="157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23690" y="2393051"/>
            <a:ext cx="25865" cy="1940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01630" y="2412457"/>
            <a:ext cx="22060" cy="204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679162" y="2432900"/>
            <a:ext cx="22468" cy="185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57972" y="2451436"/>
            <a:ext cx="21190" cy="177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33149" y="2469231"/>
            <a:ext cx="24823" cy="1805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11225" y="2487281"/>
            <a:ext cx="21924" cy="203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11225" y="2507618"/>
            <a:ext cx="20428" cy="241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31653" y="2531725"/>
            <a:ext cx="16766" cy="202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48419" y="2552006"/>
            <a:ext cx="19518" cy="2598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667937" y="2577988"/>
            <a:ext cx="21633" cy="200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689570" y="2598067"/>
            <a:ext cx="16694" cy="231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682761" y="2621197"/>
            <a:ext cx="23503" cy="1571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53171" y="2636910"/>
            <a:ext cx="29590" cy="1347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30225" y="2650382"/>
            <a:ext cx="22946" cy="144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03148" y="2664844"/>
            <a:ext cx="27077" cy="135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578021" y="2678417"/>
            <a:ext cx="25127" cy="1686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11066" y="2507752"/>
            <a:ext cx="5672" cy="2859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16738" y="2536350"/>
            <a:ext cx="2750" cy="30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19488" y="2566475"/>
            <a:ext cx="8122" cy="276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27610" y="2594131"/>
            <a:ext cx="4027" cy="3032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04812" y="2624455"/>
            <a:ext cx="26825" cy="147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580046" y="2639226"/>
            <a:ext cx="24766" cy="1385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553683" y="2653079"/>
            <a:ext cx="26363" cy="1438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531276" y="2667462"/>
            <a:ext cx="22407" cy="1652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03376" y="2683989"/>
            <a:ext cx="27900" cy="145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69931" y="2374442"/>
            <a:ext cx="21215" cy="180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1146" y="2392530"/>
            <a:ext cx="23117" cy="185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4263" y="2411103"/>
            <a:ext cx="23907" cy="213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38170" y="2432502"/>
            <a:ext cx="20859" cy="185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59029" y="2451092"/>
            <a:ext cx="24348" cy="185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83377" y="2455914"/>
            <a:ext cx="24151" cy="1372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907528" y="2440419"/>
            <a:ext cx="26002" cy="154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933530" y="2425228"/>
            <a:ext cx="26833" cy="1519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69931" y="2346207"/>
            <a:ext cx="3526" cy="2823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73457" y="2317535"/>
            <a:ext cx="5350" cy="2867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78807" y="2284874"/>
            <a:ext cx="5308" cy="326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4115" y="2256183"/>
            <a:ext cx="8019" cy="2869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2134" y="2229580"/>
            <a:ext cx="1434" cy="266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3568" y="2197529"/>
            <a:ext cx="6373" cy="320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799941" y="2170397"/>
            <a:ext cx="7503" cy="271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7444" y="2141037"/>
            <a:ext cx="3639" cy="2936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38780" y="2592564"/>
            <a:ext cx="31164" cy="171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27393" y="2609715"/>
            <a:ext cx="11387" cy="1721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3553" y="2626926"/>
            <a:ext cx="33840" cy="183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59261" y="2645307"/>
            <a:ext cx="34292" cy="1097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49643" y="2656283"/>
            <a:ext cx="9618" cy="68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19764" y="2663106"/>
            <a:ext cx="29879" cy="224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702294" y="2685514"/>
            <a:ext cx="17470" cy="1119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658478" y="2696706"/>
            <a:ext cx="43816" cy="1874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33249" y="2715452"/>
            <a:ext cx="25229" cy="175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14404" y="2733025"/>
            <a:ext cx="18845" cy="1336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 flipV="1">
            <a:off x="2585839" y="2745348"/>
            <a:ext cx="28565" cy="10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557338" y="2745348"/>
            <a:ext cx="28501" cy="3416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532101" y="2779513"/>
            <a:ext cx="25237" cy="78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13367" y="2787333"/>
            <a:ext cx="18734" cy="44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495242" y="2791754"/>
            <a:ext cx="18125" cy="259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463905" y="2817669"/>
            <a:ext cx="31337" cy="177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438447" y="2835411"/>
            <a:ext cx="25458" cy="81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412162" y="2843529"/>
            <a:ext cx="26285" cy="191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390101" y="2862668"/>
            <a:ext cx="22061" cy="40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357363" y="2866743"/>
            <a:ext cx="32738" cy="217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689045" y="2592564"/>
            <a:ext cx="32766" cy="1087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671448" y="2603442"/>
            <a:ext cx="17597" cy="2275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48628" y="2626194"/>
            <a:ext cx="22820" cy="125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20216" y="2638750"/>
            <a:ext cx="28412" cy="1782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2599308" y="2656577"/>
            <a:ext cx="20908" cy="50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574401" y="2661606"/>
            <a:ext cx="24907" cy="151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540444" y="2676781"/>
            <a:ext cx="33957" cy="171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24831" y="2693913"/>
            <a:ext cx="15613" cy="228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485029" y="2716741"/>
            <a:ext cx="39802" cy="411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464550" y="2720851"/>
            <a:ext cx="20479" cy="991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434728" y="2730761"/>
            <a:ext cx="29822" cy="260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421927" y="2756779"/>
            <a:ext cx="12801" cy="209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395182" y="2777708"/>
            <a:ext cx="26745" cy="49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365184" y="2782626"/>
            <a:ext cx="29998" cy="638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333219" y="2789012"/>
            <a:ext cx="31965" cy="290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310481" y="2818053"/>
            <a:ext cx="22738" cy="79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292944" y="2825969"/>
            <a:ext cx="17537" cy="175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257501" y="2843500"/>
            <a:ext cx="35443" cy="280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244286" y="2871528"/>
            <a:ext cx="13215" cy="68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209230" y="2878377"/>
            <a:ext cx="35056" cy="101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59993" y="6488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desert.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wells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59993" y="8208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one.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2020803" y="1104636"/>
            <a:ext cx="3764592" cy="129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655" b="0">
                <a:solidFill>
                  <a:srgbClr val="000000"/>
                </a:solidFill>
                <a:latin typeface="Josefin Sans"/>
              </a:rPr>
              <a:t> </a:t>
            </a:r>
            <a:r>
              <a:rPr sz="655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506949" y="1104604"/>
            <a:ext cx="2278446" cy="129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655" b="0">
                <a:solidFill>
                  <a:srgbClr val="000000"/>
                </a:solidFill>
                <a:latin typeface="Josefin Sans"/>
              </a:rPr>
              <a:t> </a:t>
            </a:r>
            <a:r>
              <a:rPr sz="655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242367" y="1431302"/>
            <a:ext cx="4543028" cy="968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242367" y="1504180"/>
            <a:ext cx="4543028" cy="968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1242367" y="1577069"/>
            <a:ext cx="4543028" cy="968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925091" y="1394398"/>
            <a:ext cx="1860304" cy="968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B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has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925091" y="1467287"/>
            <a:ext cx="1860304" cy="968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3925091" y="1540175"/>
            <a:ext cx="1860304" cy="968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0.9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in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of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3925091" y="1613064"/>
            <a:ext cx="1860304" cy="968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3042622" y="2335677"/>
            <a:ext cx="2742774" cy="129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3042622" y="2434600"/>
            <a:ext cx="2742774" cy="129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1">
                <a:solidFill>
                  <a:srgbClr val="000000"/>
                </a:solidFill>
                <a:latin typeface="Josefin Sans"/>
              </a:rPr>
              <a:t>man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58580" y="1148164"/>
            <a:ext cx="21028" cy="4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79608" y="1147569"/>
            <a:ext cx="23277" cy="10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02885" y="1147569"/>
            <a:ext cx="20992" cy="2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3877" y="1148831"/>
            <a:ext cx="21740" cy="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245617" y="1148831"/>
            <a:ext cx="20187" cy="6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265804" y="1148293"/>
            <a:ext cx="21112" cy="12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86916" y="1147986"/>
            <a:ext cx="22292" cy="3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09208" y="1147986"/>
            <a:ext cx="20548" cy="5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329756" y="1148520"/>
            <a:ext cx="21959" cy="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1715" y="1147836"/>
            <a:ext cx="22833" cy="7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74548" y="1146936"/>
            <a:ext cx="21634" cy="9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96182" y="1146936"/>
            <a:ext cx="20391" cy="2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416573" y="1147174"/>
            <a:ext cx="20853" cy="11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437426" y="1148351"/>
            <a:ext cx="22394" cy="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459820" y="1148164"/>
            <a:ext cx="21911" cy="1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478591" y="1125986"/>
            <a:ext cx="3140" cy="221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475763" y="1104814"/>
            <a:ext cx="2828" cy="21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74232" y="1083953"/>
            <a:ext cx="1531" cy="208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472284" y="1062188"/>
            <a:ext cx="1948" cy="217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466788" y="1040750"/>
            <a:ext cx="5496" cy="21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466350" y="1021275"/>
            <a:ext cx="438" cy="194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62004" y="999774"/>
            <a:ext cx="4346" cy="21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60190" y="975821"/>
            <a:ext cx="1814" cy="239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437839" y="975821"/>
            <a:ext cx="22351" cy="12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 flipV="1">
            <a:off x="2416702" y="976994"/>
            <a:ext cx="21137" cy="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396642" y="975805"/>
            <a:ext cx="20060" cy="1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373377" y="975380"/>
            <a:ext cx="23265" cy="4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53312" y="975380"/>
            <a:ext cx="20065" cy="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331723" y="976102"/>
            <a:ext cx="21589" cy="8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2310196" y="976129"/>
            <a:ext cx="21527" cy="8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289149" y="974995"/>
            <a:ext cx="21047" cy="11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264882" y="974995"/>
            <a:ext cx="24267" cy="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245270" y="975044"/>
            <a:ext cx="19612" cy="19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 flipV="1">
            <a:off x="2223326" y="974927"/>
            <a:ext cx="21944" cy="20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201875" y="974927"/>
            <a:ext cx="21451" cy="18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 flipV="1">
            <a:off x="2180122" y="975816"/>
            <a:ext cx="21753" cy="9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77958" y="975816"/>
            <a:ext cx="2164" cy="220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175447" y="997852"/>
            <a:ext cx="2511" cy="216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173309" y="1019538"/>
            <a:ext cx="2138" cy="219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168742" y="1041463"/>
            <a:ext cx="4567" cy="209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165452" y="1062413"/>
            <a:ext cx="3290" cy="187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163847" y="1081212"/>
            <a:ext cx="1605" cy="225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162935" y="1103744"/>
            <a:ext cx="912" cy="205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158580" y="1124302"/>
            <a:ext cx="4355" cy="238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201666" y="955305"/>
            <a:ext cx="257" cy="205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 flipV="1">
            <a:off x="2200471" y="932961"/>
            <a:ext cx="1452" cy="223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00471" y="909700"/>
            <a:ext cx="2411" cy="232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202685" y="889765"/>
            <a:ext cx="197" cy="199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 flipV="1">
            <a:off x="2200176" y="868030"/>
            <a:ext cx="2509" cy="217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200176" y="848055"/>
            <a:ext cx="860" cy="199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201036" y="824445"/>
            <a:ext cx="713" cy="23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2201666" y="803468"/>
            <a:ext cx="83" cy="209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23211" y="954721"/>
            <a:ext cx="687" cy="210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2222370" y="932052"/>
            <a:ext cx="1528" cy="226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222370" y="911315"/>
            <a:ext cx="1298" cy="207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2222339" y="888672"/>
            <a:ext cx="1329" cy="226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 flipV="1">
            <a:off x="2221861" y="866904"/>
            <a:ext cx="478" cy="217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221861" y="846387"/>
            <a:ext cx="2851" cy="205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2224601" y="825802"/>
            <a:ext cx="111" cy="205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 flipV="1">
            <a:off x="2223211" y="803468"/>
            <a:ext cx="1390" cy="223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438645" y="954245"/>
            <a:ext cx="1372" cy="215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 flipV="1">
            <a:off x="2438599" y="931824"/>
            <a:ext cx="1418" cy="224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438599" y="912542"/>
            <a:ext cx="808" cy="192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2438575" y="890602"/>
            <a:ext cx="832" cy="219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438575" y="866766"/>
            <a:ext cx="1222" cy="238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 flipV="1">
            <a:off x="2439310" y="846822"/>
            <a:ext cx="487" cy="199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 flipV="1">
            <a:off x="2439043" y="824689"/>
            <a:ext cx="267" cy="22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2438645" y="803468"/>
            <a:ext cx="398" cy="212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17100" y="954707"/>
            <a:ext cx="975" cy="211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2417704" y="932071"/>
            <a:ext cx="371" cy="226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416367" y="910908"/>
            <a:ext cx="1337" cy="21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416367" y="889479"/>
            <a:ext cx="66" cy="214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416433" y="867693"/>
            <a:ext cx="1449" cy="217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2416928" y="846608"/>
            <a:ext cx="954" cy="210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416928" y="826321"/>
            <a:ext cx="5" cy="202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16933" y="803468"/>
            <a:ext cx="167" cy="228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158580" y="802855"/>
            <a:ext cx="20505" cy="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179085" y="802855"/>
            <a:ext cx="22680" cy="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201765" y="802399"/>
            <a:ext cx="20719" cy="8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222484" y="802399"/>
            <a:ext cx="23020" cy="8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245504" y="803259"/>
            <a:ext cx="22101" cy="6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267605" y="803923"/>
            <a:ext cx="21591" cy="6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289196" y="802087"/>
            <a:ext cx="20251" cy="24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309447" y="802087"/>
            <a:ext cx="20370" cy="12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329817" y="803333"/>
            <a:ext cx="21855" cy="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351672" y="802761"/>
            <a:ext cx="23202" cy="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374874" y="802761"/>
            <a:ext cx="20395" cy="10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395269" y="803369"/>
            <a:ext cx="20938" cy="4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416207" y="803369"/>
            <a:ext cx="22306" cy="13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438513" y="803207"/>
            <a:ext cx="22239" cy="1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60752" y="803207"/>
            <a:ext cx="20979" cy="2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477020" y="783368"/>
            <a:ext cx="4711" cy="20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472756" y="761807"/>
            <a:ext cx="4264" cy="215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467835" y="740039"/>
            <a:ext cx="4921" cy="217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464504" y="718995"/>
            <a:ext cx="3331" cy="210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460190" y="695763"/>
            <a:ext cx="4314" cy="232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2440084" y="695763"/>
            <a:ext cx="20106" cy="10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 flipV="1">
            <a:off x="2416520" y="695424"/>
            <a:ext cx="23564" cy="13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2396986" y="695424"/>
            <a:ext cx="19534" cy="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2372775" y="695161"/>
            <a:ext cx="24211" cy="3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2352878" y="695161"/>
            <a:ext cx="19897" cy="7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2331545" y="695868"/>
            <a:ext cx="21333" cy="8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 flipV="1">
            <a:off x="2309960" y="694261"/>
            <a:ext cx="21585" cy="24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2288944" y="694261"/>
            <a:ext cx="21016" cy="26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 flipV="1">
            <a:off x="2267681" y="696112"/>
            <a:ext cx="21263" cy="7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2243993" y="696112"/>
            <a:ext cx="23688" cy="5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24693" y="696688"/>
            <a:ext cx="19300" cy="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2200953" y="694525"/>
            <a:ext cx="23740" cy="2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2180122" y="694525"/>
            <a:ext cx="20831" cy="12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2174724" y="695751"/>
            <a:ext cx="5398" cy="195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2171572" y="715325"/>
            <a:ext cx="3152" cy="24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167739" y="739391"/>
            <a:ext cx="3833" cy="19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2163064" y="759260"/>
            <a:ext cx="4675" cy="20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2158580" y="779390"/>
            <a:ext cx="4484" cy="24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>
            <a:off x="2308144" y="803468"/>
            <a:ext cx="1239" cy="210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308144" y="824514"/>
            <a:ext cx="1239" cy="220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309383" y="846554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330928" y="826264"/>
            <a:ext cx="1213" cy="202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2330928" y="803468"/>
            <a:ext cx="1213" cy="22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 flipV="1">
            <a:off x="2287698" y="846447"/>
            <a:ext cx="21685" cy="1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266512" y="846447"/>
            <a:ext cx="21186" cy="250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66512" y="871505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 flipV="1">
            <a:off x="2269712" y="856993"/>
            <a:ext cx="895" cy="218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269712" y="839193"/>
            <a:ext cx="19161" cy="178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288873" y="836222"/>
            <a:ext cx="19207" cy="29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330928" y="846554"/>
            <a:ext cx="20229" cy="14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351157" y="847960"/>
            <a:ext cx="22641" cy="23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369704" y="871505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369704" y="855928"/>
            <a:ext cx="937" cy="229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350894" y="840245"/>
            <a:ext cx="19747" cy="156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332231" y="836222"/>
            <a:ext cx="18663" cy="40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266297" y="885331"/>
            <a:ext cx="22977" cy="2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289274" y="883954"/>
            <a:ext cx="18795" cy="15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308069" y="883954"/>
            <a:ext cx="22833" cy="18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330902" y="885136"/>
            <a:ext cx="21203" cy="7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352105" y="885136"/>
            <a:ext cx="21909" cy="1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370345" y="885331"/>
            <a:ext cx="3669" cy="198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366829" y="905180"/>
            <a:ext cx="3516" cy="21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363244" y="926536"/>
            <a:ext cx="3585" cy="234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2342321" y="948910"/>
            <a:ext cx="20923" cy="1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 flipV="1">
            <a:off x="2321530" y="948694"/>
            <a:ext cx="20791" cy="2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299360" y="948694"/>
            <a:ext cx="22170" cy="1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277069" y="949946"/>
            <a:ext cx="22291" cy="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273801" y="928927"/>
            <a:ext cx="3268" cy="210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269581" y="907510"/>
            <a:ext cx="4220" cy="214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266297" y="885331"/>
            <a:ext cx="3284" cy="22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235742" y="1147651"/>
            <a:ext cx="21640" cy="5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7382" y="1147651"/>
            <a:ext cx="22336" cy="13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279718" y="1148858"/>
            <a:ext cx="21973" cy="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301691" y="1147442"/>
            <a:ext cx="19986" cy="14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321677" y="1147186"/>
            <a:ext cx="21193" cy="2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342870" y="1147186"/>
            <a:ext cx="23066" cy="23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365936" y="1148609"/>
            <a:ext cx="21965" cy="9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387901" y="1147116"/>
            <a:ext cx="20991" cy="14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408892" y="1147038"/>
            <a:ext cx="21900" cy="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30792" y="1147038"/>
            <a:ext cx="20658" cy="3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51450" y="1147358"/>
            <a:ext cx="21962" cy="14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473412" y="1148773"/>
            <a:ext cx="21621" cy="1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495033" y="1148237"/>
            <a:ext cx="21261" cy="6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16294" y="1148237"/>
            <a:ext cx="20363" cy="7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536657" y="1148186"/>
            <a:ext cx="22236" cy="8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557296" y="1125379"/>
            <a:ext cx="1597" cy="228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553448" y="1105938"/>
            <a:ext cx="3848" cy="194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552196" y="1084022"/>
            <a:ext cx="1252" cy="219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548646" y="1061911"/>
            <a:ext cx="3550" cy="221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546471" y="1042341"/>
            <a:ext cx="2175" cy="195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541778" y="1019979"/>
            <a:ext cx="4693" cy="223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541126" y="997163"/>
            <a:ext cx="652" cy="228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537352" y="975844"/>
            <a:ext cx="3774" cy="213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 flipV="1">
            <a:off x="3517132" y="974422"/>
            <a:ext cx="20220" cy="14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495753" y="974422"/>
            <a:ext cx="21379" cy="1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 flipV="1">
            <a:off x="3473360" y="974886"/>
            <a:ext cx="22393" cy="14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3450393" y="974886"/>
            <a:ext cx="22967" cy="15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>
            <a:off x="3430362" y="976453"/>
            <a:ext cx="20031" cy="7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 flipV="1">
            <a:off x="3408574" y="975544"/>
            <a:ext cx="21788" cy="16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385327" y="975544"/>
            <a:ext cx="23247" cy="12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3364206" y="976810"/>
            <a:ext cx="21121" cy="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3342961" y="976785"/>
            <a:ext cx="21245" cy="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 flipV="1">
            <a:off x="3321422" y="976365"/>
            <a:ext cx="21539" cy="4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 flipV="1">
            <a:off x="3301628" y="976246"/>
            <a:ext cx="19794" cy="1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 flipV="1">
            <a:off x="3279205" y="975759"/>
            <a:ext cx="22423" cy="4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>
            <a:off x="3257283" y="975759"/>
            <a:ext cx="21922" cy="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255892" y="975839"/>
            <a:ext cx="1391" cy="200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252180" y="995927"/>
            <a:ext cx="3712" cy="236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248925" y="1019561"/>
            <a:ext cx="3255" cy="193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246472" y="1038905"/>
            <a:ext cx="2453" cy="233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243225" y="1062207"/>
            <a:ext cx="3247" cy="21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240483" y="1083215"/>
            <a:ext cx="2742" cy="21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237748" y="1104288"/>
            <a:ext cx="2735" cy="22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35742" y="1126538"/>
            <a:ext cx="2006" cy="216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3278494" y="955661"/>
            <a:ext cx="334" cy="201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78494" y="931558"/>
            <a:ext cx="1348" cy="241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 flipV="1">
            <a:off x="3279356" y="911617"/>
            <a:ext cx="486" cy="199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279356" y="888235"/>
            <a:ext cx="730" cy="233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 flipV="1">
            <a:off x="3278690" y="869118"/>
            <a:ext cx="1396" cy="191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 flipV="1">
            <a:off x="3278589" y="845618"/>
            <a:ext cx="101" cy="23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 flipV="1">
            <a:off x="3278256" y="825998"/>
            <a:ext cx="333" cy="196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278256" y="803491"/>
            <a:ext cx="572" cy="225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00373" y="953722"/>
            <a:ext cx="310" cy="221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00683" y="933498"/>
            <a:ext cx="42" cy="202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 flipV="1">
            <a:off x="3298983" y="912162"/>
            <a:ext cx="1742" cy="213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298983" y="888381"/>
            <a:ext cx="1431" cy="237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3298900" y="868494"/>
            <a:ext cx="1514" cy="198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298900" y="845563"/>
            <a:ext cx="464" cy="229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 flipV="1">
            <a:off x="3299207" y="826326"/>
            <a:ext cx="157" cy="192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299207" y="803491"/>
            <a:ext cx="1166" cy="228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515807" y="954961"/>
            <a:ext cx="1094" cy="20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 flipV="1">
            <a:off x="3514475" y="931552"/>
            <a:ext cx="2426" cy="234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14475" y="911088"/>
            <a:ext cx="241" cy="204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14716" y="889109"/>
            <a:ext cx="505" cy="219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515221" y="869494"/>
            <a:ext cx="1879" cy="196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 flipV="1">
            <a:off x="3515052" y="846111"/>
            <a:ext cx="2048" cy="233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15052" y="824078"/>
            <a:ext cx="1988" cy="220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 flipV="1">
            <a:off x="3515807" y="803491"/>
            <a:ext cx="1233" cy="205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94262" y="955220"/>
            <a:ext cx="334" cy="206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493938" y="931732"/>
            <a:ext cx="658" cy="234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3493775" y="911209"/>
            <a:ext cx="163" cy="205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93775" y="888806"/>
            <a:ext cx="1546" cy="22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 flipV="1">
            <a:off x="3494233" y="867970"/>
            <a:ext cx="1088" cy="208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94233" y="847763"/>
            <a:ext cx="1175" cy="202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 flipV="1">
            <a:off x="3493374" y="823913"/>
            <a:ext cx="2034" cy="238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493374" y="803491"/>
            <a:ext cx="888" cy="204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235742" y="802612"/>
            <a:ext cx="23015" cy="8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258757" y="802612"/>
            <a:ext cx="20140" cy="8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278897" y="803449"/>
            <a:ext cx="20512" cy="7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299409" y="802093"/>
            <a:ext cx="21459" cy="20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320868" y="802093"/>
            <a:ext cx="22686" cy="17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3343554" y="803880"/>
            <a:ext cx="20881" cy="9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364435" y="802193"/>
            <a:ext cx="23553" cy="25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387988" y="802193"/>
            <a:ext cx="20601" cy="10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408589" y="803206"/>
            <a:ext cx="20210" cy="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428799" y="802168"/>
            <a:ext cx="22166" cy="10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450965" y="802168"/>
            <a:ext cx="20880" cy="22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471845" y="802439"/>
            <a:ext cx="23068" cy="1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494913" y="802439"/>
            <a:ext cx="20504" cy="1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515417" y="803541"/>
            <a:ext cx="22317" cy="12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7734" y="803491"/>
            <a:ext cx="21159" cy="13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554002" y="781536"/>
            <a:ext cx="4891" cy="219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552162" y="762383"/>
            <a:ext cx="1840" cy="191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547012" y="739984"/>
            <a:ext cx="5150" cy="223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542683" y="717595"/>
            <a:ext cx="4329" cy="223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537352" y="695786"/>
            <a:ext cx="5331" cy="21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 flipV="1">
            <a:off x="3516222" y="694360"/>
            <a:ext cx="21130" cy="14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>
            <a:off x="3495471" y="694360"/>
            <a:ext cx="20751" cy="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>
            <a:off x="3473098" y="695229"/>
            <a:ext cx="22373" cy="5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 flipV="1">
            <a:off x="3450233" y="695664"/>
            <a:ext cx="22865" cy="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 flipV="1">
            <a:off x="3428405" y="694810"/>
            <a:ext cx="21828" cy="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>
            <a:off x="3409231" y="694810"/>
            <a:ext cx="19174" cy="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 flipV="1">
            <a:off x="3386561" y="694719"/>
            <a:ext cx="22670" cy="1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>
            <a:off x="3364704" y="694719"/>
            <a:ext cx="21857" cy="9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343186" y="695622"/>
            <a:ext cx="21518" cy="7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>
            <a:off x="3322158" y="696324"/>
            <a:ext cx="21028" cy="3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3299354" y="695696"/>
            <a:ext cx="22804" cy="9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>
            <a:off x="3280067" y="695696"/>
            <a:ext cx="19287" cy="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>
            <a:off x="3257283" y="695770"/>
            <a:ext cx="22784" cy="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251595" y="695774"/>
            <a:ext cx="5688" cy="214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248915" y="717197"/>
            <a:ext cx="2680" cy="212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245100" y="738473"/>
            <a:ext cx="3815" cy="21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241731" y="759988"/>
            <a:ext cx="3369" cy="19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235742" y="779416"/>
            <a:ext cx="5989" cy="240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3386483" y="803491"/>
            <a:ext cx="62" cy="211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386483" y="824648"/>
            <a:ext cx="62" cy="219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386545" y="846577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3408090" y="826408"/>
            <a:ext cx="1111" cy="201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H="1" flipV="1">
            <a:off x="3408090" y="803491"/>
            <a:ext cx="1111" cy="229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3365043" y="846577"/>
            <a:ext cx="21502" cy="13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343674" y="847892"/>
            <a:ext cx="21369" cy="236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43674" y="871528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 flipV="1">
            <a:off x="3346470" y="858501"/>
            <a:ext cx="1298" cy="203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346470" y="839966"/>
            <a:ext cx="18846" cy="185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365316" y="836245"/>
            <a:ext cx="19925" cy="3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408090" y="846577"/>
            <a:ext cx="21925" cy="9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430015" y="847512"/>
            <a:ext cx="20944" cy="240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446866" y="871528"/>
            <a:ext cx="4093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 flipV="1">
            <a:off x="3446464" y="856102"/>
            <a:ext cx="402" cy="227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429711" y="839405"/>
            <a:ext cx="16753" cy="166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409393" y="836245"/>
            <a:ext cx="20318" cy="31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3343459" y="885060"/>
            <a:ext cx="22475" cy="2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365934" y="885060"/>
            <a:ext cx="20327" cy="1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3386261" y="885290"/>
            <a:ext cx="21884" cy="7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408145" y="885290"/>
            <a:ext cx="20734" cy="3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3428879" y="885353"/>
            <a:ext cx="22297" cy="3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448322" y="885353"/>
            <a:ext cx="2854" cy="210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443455" y="906448"/>
            <a:ext cx="4867" cy="216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440405" y="928103"/>
            <a:ext cx="3050" cy="218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3419095" y="949980"/>
            <a:ext cx="21310" cy="12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 flipV="1">
            <a:off x="3397556" y="950136"/>
            <a:ext cx="21539" cy="1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3375406" y="948507"/>
            <a:ext cx="22150" cy="16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3354231" y="948507"/>
            <a:ext cx="21175" cy="14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351532" y="927729"/>
            <a:ext cx="2699" cy="222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348433" y="908546"/>
            <a:ext cx="3099" cy="191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343459" y="885353"/>
            <a:ext cx="4974" cy="231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 flipV="1">
            <a:off x="2902866" y="1445470"/>
            <a:ext cx="1429" cy="205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888478" y="1426001"/>
            <a:ext cx="14388" cy="194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63859" y="1416497"/>
            <a:ext cx="24619" cy="95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39189" y="1416497"/>
            <a:ext cx="24670" cy="7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2102" y="1423856"/>
            <a:ext cx="17087" cy="143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1675" y="1438200"/>
            <a:ext cx="10427" cy="251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1675" y="1463382"/>
            <a:ext cx="5357" cy="231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17032" y="1486543"/>
            <a:ext cx="17780" cy="191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34812" y="1505654"/>
            <a:ext cx="23748" cy="99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58560" y="1509185"/>
            <a:ext cx="24421" cy="6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882981" y="1492680"/>
            <a:ext cx="17645" cy="165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0626" y="1468680"/>
            <a:ext cx="10118" cy="24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68704" y="1444486"/>
            <a:ext cx="14050" cy="152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51829" y="1459769"/>
            <a:ext cx="16875" cy="149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39669" y="1474708"/>
            <a:ext cx="12160" cy="128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39665" y="1444486"/>
            <a:ext cx="15827" cy="164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55492" y="1460892"/>
            <a:ext cx="14027" cy="136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69519" y="1474533"/>
            <a:ext cx="13231" cy="130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09781" y="1493726"/>
            <a:ext cx="18424" cy="134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6532" y="1507220"/>
            <a:ext cx="13249" cy="14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78832" y="1521942"/>
            <a:ext cx="17700" cy="129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63224" y="1534852"/>
            <a:ext cx="15608" cy="142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45644" y="1549087"/>
            <a:ext cx="17580" cy="158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29081" y="1564938"/>
            <a:ext cx="16563" cy="137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713580" y="1578700"/>
            <a:ext cx="15501" cy="11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96324" y="1590017"/>
            <a:ext cx="17256" cy="152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78872" y="1605227"/>
            <a:ext cx="17452" cy="13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63290" y="1618458"/>
            <a:ext cx="15582" cy="136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63290" y="1632108"/>
            <a:ext cx="13539" cy="155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76829" y="1647674"/>
            <a:ext cx="13453" cy="167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90282" y="1664473"/>
            <a:ext cx="14088" cy="170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04370" y="1681567"/>
            <a:ext cx="14061" cy="161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18431" y="1697698"/>
            <a:ext cx="13968" cy="17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714005" y="1714699"/>
            <a:ext cx="18394" cy="106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94918" y="1725362"/>
            <a:ext cx="19087" cy="101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75011" y="1735508"/>
            <a:ext cx="19907" cy="111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57966" y="1746706"/>
            <a:ext cx="17045" cy="117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639146" y="1758412"/>
            <a:ext cx="18820" cy="10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63175" y="1632205"/>
            <a:ext cx="3519" cy="208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66694" y="1653007"/>
            <a:ext cx="3831" cy="215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70525" y="1674538"/>
            <a:ext cx="2761" cy="211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73286" y="1695723"/>
            <a:ext cx="4847" cy="213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59918" y="1717067"/>
            <a:ext cx="18215" cy="108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641789" y="1727956"/>
            <a:ext cx="18129" cy="10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621423" y="1738411"/>
            <a:ext cx="20366" cy="120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603209" y="1750449"/>
            <a:ext cx="18214" cy="102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84867" y="1760748"/>
            <a:ext cx="18342" cy="101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78696" y="1535267"/>
            <a:ext cx="15485" cy="136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4181" y="1548954"/>
            <a:ext cx="18311" cy="135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2492" y="1562535"/>
            <a:ext cx="13943" cy="141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26435" y="1576661"/>
            <a:ext cx="17519" cy="134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43954" y="1590081"/>
            <a:ext cx="17236" cy="144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61190" y="1592692"/>
            <a:ext cx="17744" cy="117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878934" y="1583659"/>
            <a:ext cx="20144" cy="90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899078" y="1572196"/>
            <a:ext cx="18093" cy="114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78696" y="1515023"/>
            <a:ext cx="4763" cy="202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83459" y="1493978"/>
            <a:ext cx="993" cy="210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4452" y="1472492"/>
            <a:ext cx="6259" cy="214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90711" y="1450588"/>
            <a:ext cx="4309" cy="219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5020" y="1427936"/>
            <a:ext cx="2325" cy="226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7345" y="1409322"/>
            <a:ext cx="4704" cy="186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802049" y="1388320"/>
            <a:ext cx="3840" cy="21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5889" y="1365543"/>
            <a:ext cx="2731" cy="227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24965" y="1693885"/>
            <a:ext cx="26457" cy="97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12328" y="1703664"/>
            <a:ext cx="12637" cy="142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2520" y="1717962"/>
            <a:ext cx="19808" cy="45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81577" y="1722544"/>
            <a:ext cx="10943" cy="14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62287" y="1737509"/>
            <a:ext cx="19290" cy="151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41290" y="1752638"/>
            <a:ext cx="20997" cy="112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 flipV="1">
            <a:off x="2717766" y="1763538"/>
            <a:ext cx="23524" cy="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710334" y="1763538"/>
            <a:ext cx="7432" cy="15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74437" y="1779522"/>
            <a:ext cx="35897" cy="97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67452" y="1789320"/>
            <a:ext cx="6985" cy="109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641144" y="1800261"/>
            <a:ext cx="26308" cy="103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627403" y="1810657"/>
            <a:ext cx="13741" cy="157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608768" y="1826430"/>
            <a:ext cx="18635" cy="104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93623" y="1836909"/>
            <a:ext cx="15145" cy="5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569379" y="1837449"/>
            <a:ext cx="24244" cy="174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550680" y="1854937"/>
            <a:ext cx="18699" cy="205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534921" y="1875513"/>
            <a:ext cx="15759" cy="41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513121" y="1879666"/>
            <a:ext cx="21800" cy="45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488975" y="1884208"/>
            <a:ext cx="24146" cy="116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478691" y="1895847"/>
            <a:ext cx="10284" cy="13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727311" y="1693885"/>
            <a:ext cx="16394" cy="19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702736" y="1695880"/>
            <a:ext cx="24575" cy="144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79598" y="1710345"/>
            <a:ext cx="23138" cy="161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72328" y="1726451"/>
            <a:ext cx="7270" cy="135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2655958" y="1740047"/>
            <a:ext cx="16370" cy="55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634574" y="1745566"/>
            <a:ext cx="21384" cy="19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614229" y="1764969"/>
            <a:ext cx="20345" cy="38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95570" y="1768804"/>
            <a:ext cx="18659" cy="181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582070" y="1786919"/>
            <a:ext cx="13500" cy="68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559636" y="1793775"/>
            <a:ext cx="22434" cy="7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537796" y="1801316"/>
            <a:ext cx="21840" cy="98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511278" y="1811177"/>
            <a:ext cx="26518" cy="87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499553" y="1819972"/>
            <a:ext cx="11725" cy="164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486668" y="1836387"/>
            <a:ext cx="12885" cy="73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466910" y="1843688"/>
            <a:ext cx="19758" cy="36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442135" y="1847315"/>
            <a:ext cx="24775" cy="148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422592" y="1862136"/>
            <a:ext cx="19543" cy="177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398504" y="1879908"/>
            <a:ext cx="24088" cy="64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389229" y="1886326"/>
            <a:ext cx="9275" cy="165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370974" y="1902883"/>
            <a:ext cx="18255" cy="61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233964" y="611741"/>
            <a:ext cx="3551431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314629" y="611840"/>
            <a:ext cx="2470766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667913" y="849449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67913" y="902451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667913" y="955453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618695" y="822621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B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has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618695" y="875623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618695" y="928625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0.9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in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618695" y="981620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2976987" y="1507078"/>
            <a:ext cx="2808408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976987" y="1579012"/>
            <a:ext cx="2808408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man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08010" y="1959429"/>
            <a:ext cx="537738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527265" y="2110100"/>
            <a:ext cx="52581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685100" y="2288060"/>
            <a:ext cx="51002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9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suitable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685100" y="2427239"/>
            <a:ext cx="51002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drinking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685100" y="2566418"/>
            <a:ext cx="51002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poisonous.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527265" y="2717413"/>
            <a:ext cx="52581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could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poisonous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one.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3084002" y="1959427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3203255" y="2110100"/>
            <a:ext cx="25821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quality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perfect,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3361090" y="2288060"/>
            <a:ext cx="242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drinkable.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4897473" y="3150917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5642556" y="3150693"/>
            <a:ext cx="1428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483984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1157491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83099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483984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115749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83099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830999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830999"/>
            <a:ext cx="0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483984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483984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830999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830999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830999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483984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483984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830999"/>
            <a:ext cx="0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83099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80147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415440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75073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86026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421320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5661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091906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427200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76249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097786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433079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76837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5103665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080147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415440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5073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086026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421320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5661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91906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427200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76249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097786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433079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76837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103665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80147" y="2687741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80147" y="236124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80147" y="2034756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5055064" y="268774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5055064" y="236124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5055064" y="2034756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80147" y="2034756"/>
            <a:ext cx="67058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750733" y="2034756"/>
            <a:ext cx="670587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421320" y="2687741"/>
            <a:ext cx="2682345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80147" y="2687741"/>
            <a:ext cx="1005879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086026" y="2034756"/>
            <a:ext cx="670587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756613" y="2034756"/>
            <a:ext cx="670587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427200" y="2687741"/>
            <a:ext cx="167646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080147" y="2687741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91906" y="2034756"/>
            <a:ext cx="670587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762493" y="2034756"/>
            <a:ext cx="1341172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3" y="5278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07555" y="1569436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342842" y="1569436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78130" y="1569436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13417" y="1569436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48705" y="1569436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3993" y="1569436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19280" y="1569436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54579" y="1569436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89867" y="1569436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25155" y="1569436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60442" y="1569436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95730" y="1569436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31017" y="1569436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99108" y="1442140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23830" y="1115653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99108" y="789167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46914" y="1118412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94347" y="1110217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30698" y="1118412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82669" y="1748148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81199" y="964498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9373" y="924326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7555" y="2773193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342842" y="2773193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78130" y="2773193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13417" y="2773193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348705" y="2773193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683993" y="2773193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19280" y="2773193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354579" y="2773193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89867" y="2773193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25155" y="2773193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360442" y="2773193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95730" y="2773193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031017" y="2773193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99108" y="2645897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23830" y="2319410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99108" y="1992924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45747" y="2322170"/>
            <a:ext cx="433964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594347" y="2313975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64818" y="2322170"/>
            <a:ext cx="162057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882669" y="2951906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81199" y="2168255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89372" y="2128083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39675" y="3150694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21740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890917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56442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21740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89091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56442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564425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564425"/>
            <a:ext cx="0" cy="65298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217409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217409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564425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217409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21740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564425"/>
            <a:ext cx="0" cy="652984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564425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7555" y="1302861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42842" y="1302861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78130" y="1302861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3417" y="1302861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48705" y="1302861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83993" y="1302861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9280" y="1302861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4579" y="1302861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89867" y="1302861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5155" y="1302861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0442" y="1302861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5730" y="1302861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17" y="1302861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9108" y="1175565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830" y="849079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9108" y="522592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6914" y="851838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94347" y="843631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0698" y="851838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2669" y="1481574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1199" y="697923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372" y="657751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1736244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47747" y="1977075"/>
            <a:ext cx="3637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4956" y="2217041"/>
            <a:ext cx="53904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separately?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38186" y="2457439"/>
            <a:ext cx="424720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81495" y="2634566"/>
            <a:ext cx="44039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21549" y="2811706"/>
            <a:ext cx="41638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97476" y="3150930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38533" y="3150706"/>
            <a:ext cx="1468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372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4183" y="949069"/>
            <a:ext cx="36012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538" y="1259806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96336" y="1571584"/>
            <a:ext cx="328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538" y="1882309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98535" y="2194087"/>
            <a:ext cx="41868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89628" y="2504812"/>
            <a:ext cx="22957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647" y="2762928"/>
            <a:ext cx="4875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17131" y="3150695"/>
            <a:ext cx="168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031478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70514" y="1017749"/>
            <a:ext cx="20609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3329517" y="1307964"/>
            <a:ext cx="0" cy="290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970514" y="1307964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939800" y="128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3329517" y="1380518"/>
            <a:ext cx="0" cy="217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970514" y="1380518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9398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981921" y="1731227"/>
            <a:ext cx="28034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78771" y="1731227"/>
            <a:ext cx="250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10931" y="1344437"/>
            <a:ext cx="4974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09955" y="1271691"/>
            <a:ext cx="4975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01649" y="2530388"/>
            <a:ext cx="438374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44958" y="2707515"/>
            <a:ext cx="454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84999" y="2884655"/>
            <a:ext cx="43003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40209" y="3150693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267454" y="1029631"/>
            <a:ext cx="0" cy="3627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982960" y="1029631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952500" y="100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 flipV="1">
            <a:off x="3267454" y="1247293"/>
            <a:ext cx="0" cy="1451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982960" y="1247293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952500" y="123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23997" y="1518463"/>
            <a:ext cx="25613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5510" y="1211212"/>
            <a:ext cx="4959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2913" y="993560"/>
            <a:ext cx="49724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82789" y="1443636"/>
            <a:ext cx="0" cy="81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82789" y="1443636"/>
            <a:ext cx="16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02798" y="1443636"/>
            <a:ext cx="0" cy="81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582789" y="2253640"/>
            <a:ext cx="16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901700" y="1536700"/>
            <a:ext cx="977900" cy="647700"/>
          </a:xfrm>
          <a:custGeom>
            <a:avLst/>
            <a:gdLst/>
            <a:ahLst/>
            <a:cxnLst/>
            <a:rect l="l" t="t" r="r" b="b"/>
            <a:pathLst>
              <a:path w="77" h="51">
                <a:moveTo>
                  <a:pt x="77" y="26"/>
                </a:moveTo>
                <a:lnTo>
                  <a:pt x="76" y="21"/>
                </a:lnTo>
                <a:lnTo>
                  <a:pt x="74" y="16"/>
                </a:lnTo>
                <a:lnTo>
                  <a:pt x="70" y="12"/>
                </a:lnTo>
                <a:lnTo>
                  <a:pt x="66" y="8"/>
                </a:lnTo>
                <a:lnTo>
                  <a:pt x="60" y="5"/>
                </a:lnTo>
                <a:lnTo>
                  <a:pt x="54" y="2"/>
                </a:lnTo>
                <a:lnTo>
                  <a:pt x="46" y="1"/>
                </a:lnTo>
                <a:lnTo>
                  <a:pt x="39" y="0"/>
                </a:lnTo>
                <a:lnTo>
                  <a:pt x="31" y="1"/>
                </a:lnTo>
                <a:lnTo>
                  <a:pt x="24" y="2"/>
                </a:lnTo>
                <a:lnTo>
                  <a:pt x="17" y="5"/>
                </a:lnTo>
                <a:lnTo>
                  <a:pt x="12" y="8"/>
                </a:lnTo>
                <a:lnTo>
                  <a:pt x="7" y="12"/>
                </a:lnTo>
                <a:lnTo>
                  <a:pt x="3" y="16"/>
                </a:lnTo>
                <a:lnTo>
                  <a:pt x="1" y="21"/>
                </a:lnTo>
                <a:lnTo>
                  <a:pt x="0" y="26"/>
                </a:lnTo>
                <a:lnTo>
                  <a:pt x="1" y="31"/>
                </a:lnTo>
                <a:lnTo>
                  <a:pt x="3" y="36"/>
                </a:lnTo>
                <a:lnTo>
                  <a:pt x="7" y="40"/>
                </a:lnTo>
                <a:lnTo>
                  <a:pt x="12" y="44"/>
                </a:lnTo>
                <a:lnTo>
                  <a:pt x="17" y="47"/>
                </a:lnTo>
                <a:lnTo>
                  <a:pt x="24" y="49"/>
                </a:lnTo>
                <a:lnTo>
                  <a:pt x="31" y="51"/>
                </a:lnTo>
                <a:lnTo>
                  <a:pt x="39" y="51"/>
                </a:lnTo>
                <a:lnTo>
                  <a:pt x="46" y="51"/>
                </a:lnTo>
                <a:lnTo>
                  <a:pt x="54" y="49"/>
                </a:lnTo>
                <a:lnTo>
                  <a:pt x="60" y="47"/>
                </a:lnTo>
                <a:lnTo>
                  <a:pt x="66" y="44"/>
                </a:lnTo>
                <a:lnTo>
                  <a:pt x="70" y="40"/>
                </a:lnTo>
                <a:lnTo>
                  <a:pt x="74" y="36"/>
                </a:lnTo>
                <a:lnTo>
                  <a:pt x="76" y="31"/>
                </a:lnTo>
                <a:lnTo>
                  <a:pt x="77" y="2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041400" y="1600200"/>
            <a:ext cx="508000" cy="520700"/>
          </a:xfrm>
          <a:custGeom>
            <a:avLst/>
            <a:gdLst/>
            <a:ahLst/>
            <a:cxnLst/>
            <a:rect l="l" t="t" r="r" b="b"/>
            <a:pathLst>
              <a:path w="40" h="41">
                <a:moveTo>
                  <a:pt x="40" y="21"/>
                </a:moveTo>
                <a:lnTo>
                  <a:pt x="40" y="17"/>
                </a:lnTo>
                <a:lnTo>
                  <a:pt x="39" y="13"/>
                </a:lnTo>
                <a:lnTo>
                  <a:pt x="37" y="9"/>
                </a:lnTo>
                <a:lnTo>
                  <a:pt x="34" y="6"/>
                </a:lnTo>
                <a:lnTo>
                  <a:pt x="31" y="4"/>
                </a:lnTo>
                <a:lnTo>
                  <a:pt x="28" y="2"/>
                </a:lnTo>
                <a:lnTo>
                  <a:pt x="24" y="1"/>
                </a:lnTo>
                <a:lnTo>
                  <a:pt x="20" y="0"/>
                </a:lnTo>
                <a:lnTo>
                  <a:pt x="16" y="1"/>
                </a:lnTo>
                <a:lnTo>
                  <a:pt x="12" y="2"/>
                </a:lnTo>
                <a:lnTo>
                  <a:pt x="9" y="4"/>
                </a:lnTo>
                <a:lnTo>
                  <a:pt x="6" y="6"/>
                </a:lnTo>
                <a:lnTo>
                  <a:pt x="3" y="9"/>
                </a:lnTo>
                <a:lnTo>
                  <a:pt x="1" y="13"/>
                </a:lnTo>
                <a:lnTo>
                  <a:pt x="0" y="17"/>
                </a:lnTo>
                <a:lnTo>
                  <a:pt x="0" y="21"/>
                </a:lnTo>
                <a:lnTo>
                  <a:pt x="0" y="25"/>
                </a:lnTo>
                <a:lnTo>
                  <a:pt x="1" y="29"/>
                </a:lnTo>
                <a:lnTo>
                  <a:pt x="3" y="32"/>
                </a:lnTo>
                <a:lnTo>
                  <a:pt x="6" y="35"/>
                </a:lnTo>
                <a:lnTo>
                  <a:pt x="9" y="38"/>
                </a:lnTo>
                <a:lnTo>
                  <a:pt x="12" y="40"/>
                </a:lnTo>
                <a:lnTo>
                  <a:pt x="16" y="41"/>
                </a:lnTo>
                <a:lnTo>
                  <a:pt x="20" y="41"/>
                </a:lnTo>
                <a:lnTo>
                  <a:pt x="24" y="41"/>
                </a:lnTo>
                <a:lnTo>
                  <a:pt x="28" y="40"/>
                </a:lnTo>
                <a:lnTo>
                  <a:pt x="31" y="38"/>
                </a:lnTo>
                <a:lnTo>
                  <a:pt x="34" y="35"/>
                </a:lnTo>
                <a:lnTo>
                  <a:pt x="37" y="32"/>
                </a:lnTo>
                <a:lnTo>
                  <a:pt x="39" y="29"/>
                </a:lnTo>
                <a:lnTo>
                  <a:pt x="40" y="25"/>
                </a:lnTo>
                <a:lnTo>
                  <a:pt x="40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H="1">
            <a:off x="1112313" y="1933569"/>
            <a:ext cx="114550" cy="114549"/>
          </a:xfrm>
          <a:prstGeom prst="line">
            <a:avLst/>
          </a:prstGeom>
          <a:ln w="50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848844" y="2048118"/>
            <a:ext cx="263469" cy="26346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559402" y="2063395"/>
            <a:ext cx="208266" cy="24819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176850" y="242476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76850" y="192131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76850" y="141787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5207814" y="242476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5207814" y="192131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207814" y="141787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59200" y="1422400"/>
            <a:ext cx="228600" cy="1003300"/>
          </a:xfrm>
          <a:custGeom>
            <a:avLst/>
            <a:gdLst/>
            <a:ahLst/>
            <a:cxnLst/>
            <a:rect l="l" t="t" r="r" b="b"/>
            <a:pathLst>
              <a:path w="18" h="79">
                <a:moveTo>
                  <a:pt x="0" y="79"/>
                </a:moveTo>
                <a:lnTo>
                  <a:pt x="0" y="79"/>
                </a:lnTo>
                <a:lnTo>
                  <a:pt x="18" y="0"/>
                </a:lnTo>
                <a:lnTo>
                  <a:pt x="18" y="79"/>
                </a:lnTo>
                <a:lnTo>
                  <a:pt x="16" y="79"/>
                </a:lnTo>
                <a:lnTo>
                  <a:pt x="9" y="79"/>
                </a:lnTo>
                <a:lnTo>
                  <a:pt x="1" y="79"/>
                </a:lnTo>
                <a:lnTo>
                  <a:pt x="0" y="79"/>
                </a:lnTo>
                <a:lnTo>
                  <a:pt x="0" y="7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0" y="1422400"/>
            <a:ext cx="469900" cy="1003300"/>
          </a:xfrm>
          <a:custGeom>
            <a:avLst/>
            <a:gdLst/>
            <a:ahLst/>
            <a:cxnLst/>
            <a:rect l="l" t="t" r="r" b="b"/>
            <a:pathLst>
              <a:path w="37" h="79">
                <a:moveTo>
                  <a:pt x="0" y="0"/>
                </a:moveTo>
                <a:lnTo>
                  <a:pt x="0" y="0"/>
                </a:lnTo>
                <a:lnTo>
                  <a:pt x="37" y="79"/>
                </a:lnTo>
                <a:lnTo>
                  <a:pt x="0" y="7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987800" y="1422400"/>
            <a:ext cx="457200" cy="1003300"/>
          </a:xfrm>
          <a:custGeom>
            <a:avLst/>
            <a:gdLst/>
            <a:ahLst/>
            <a:cxnLst/>
            <a:rect l="l" t="t" r="r" b="b"/>
            <a:pathLst>
              <a:path w="36" h="79">
                <a:moveTo>
                  <a:pt x="0" y="0"/>
                </a:moveTo>
                <a:lnTo>
                  <a:pt x="0" y="0"/>
                </a:lnTo>
                <a:lnTo>
                  <a:pt x="36" y="0"/>
                </a:lnTo>
                <a:lnTo>
                  <a:pt x="36" y="79"/>
                </a:lnTo>
                <a:lnTo>
                  <a:pt x="29" y="79"/>
                </a:lnTo>
                <a:lnTo>
                  <a:pt x="21" y="79"/>
                </a:lnTo>
                <a:lnTo>
                  <a:pt x="13" y="79"/>
                </a:lnTo>
                <a:lnTo>
                  <a:pt x="6" y="7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292381" y="2424760"/>
            <a:ext cx="46212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54507" y="1417870"/>
            <a:ext cx="231063" cy="100689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985570" y="1417870"/>
            <a:ext cx="46212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47695" y="1417870"/>
            <a:ext cx="462125" cy="100689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909820" y="2424760"/>
            <a:ext cx="23106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137069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33343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29618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425892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522167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18441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14716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10991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07265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003540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099814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196089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292363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388638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84912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581187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677461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773736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870011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966285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062560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158834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255109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51384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3754507" y="1921315"/>
            <a:ext cx="115531" cy="30206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78758" y="1820626"/>
            <a:ext cx="184850" cy="4027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3" y="90703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9993" y="10791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1494" y="1478752"/>
            <a:ext cx="51539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7255" y="2355208"/>
            <a:ext cx="52381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57718" y="2357380"/>
            <a:ext cx="4327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74364" y="2378266"/>
            <a:ext cx="27110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0722" y="1874826"/>
            <a:ext cx="2794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74364" y="1371385"/>
            <a:ext cx="27110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41293" y="1790846"/>
            <a:ext cx="2444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81334" y="1690160"/>
            <a:ext cx="11040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62873" y="1894028"/>
            <a:ext cx="3222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97475" y="3150930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24638" y="3150706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4592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7896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1999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4592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7896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999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11908" y="1533482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11908" y="1274495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211908" y="1015508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692084" y="1533482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692084" y="1274495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3692084" y="1015508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33931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4464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349973" y="153347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5530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6063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365964" y="153347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371295" y="153347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376625" y="1533476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81956" y="153347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387286" y="153347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2616" y="153347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397947" y="153347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403277" y="1533471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408608" y="1533470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413938" y="1533468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419268" y="153346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24599" y="1533465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429929" y="1533463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35260" y="1533461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0590" y="1533459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45920" y="1533457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51251" y="153345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456581" y="1533451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461911" y="1533447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67242" y="153344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2572" y="1533440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477903" y="153343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83233" y="1533430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88563" y="1533425"/>
            <a:ext cx="5331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93894" y="1533419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99224" y="1533412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504555" y="1533405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509885" y="1533396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515215" y="1533387"/>
            <a:ext cx="5331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520546" y="1533377"/>
            <a:ext cx="5330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525876" y="1533366"/>
            <a:ext cx="5331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531207" y="1533354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536537" y="1533340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41867" y="1533325"/>
            <a:ext cx="5331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547198" y="1533309"/>
            <a:ext cx="5330" cy="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552528" y="1533291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557858" y="1533271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563189" y="1533248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568519" y="1533224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573850" y="1533196"/>
            <a:ext cx="5330" cy="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579180" y="1533166"/>
            <a:ext cx="5331" cy="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511" y="1533133"/>
            <a:ext cx="5330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589841" y="1533096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95171" y="1533056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600502" y="1533011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05832" y="1532961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611162" y="1532906"/>
            <a:ext cx="5331" cy="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616493" y="1532846"/>
            <a:ext cx="5330" cy="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621823" y="1532779"/>
            <a:ext cx="5331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627154" y="1532705"/>
            <a:ext cx="5330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632484" y="1532623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637814" y="1532533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643145" y="1532433"/>
            <a:ext cx="5330" cy="1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48475" y="1532323"/>
            <a:ext cx="5331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653806" y="1532202"/>
            <a:ext cx="5330" cy="1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659136" y="1532068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64466" y="1531919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669797" y="1531755"/>
            <a:ext cx="5330" cy="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675127" y="1531574"/>
            <a:ext cx="5331" cy="1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680458" y="1531375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685788" y="1531154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91118" y="1530910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696449" y="153064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01779" y="1530344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07109" y="1530016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12440" y="1529654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717770" y="1529255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723101" y="1528814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728431" y="1528328"/>
            <a:ext cx="5331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733762" y="1527792"/>
            <a:ext cx="5330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739092" y="1527200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44422" y="1526548"/>
            <a:ext cx="5331" cy="65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49753" y="1525830"/>
            <a:ext cx="5330" cy="7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755083" y="1525038"/>
            <a:ext cx="5331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760414" y="1524166"/>
            <a:ext cx="5330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65744" y="1523206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71074" y="1522149"/>
            <a:ext cx="5331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776405" y="1520985"/>
            <a:ext cx="5330" cy="1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781735" y="1519706"/>
            <a:ext cx="5330" cy="12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787065" y="1518300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792396" y="1516754"/>
            <a:ext cx="5330" cy="15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797726" y="1515058"/>
            <a:ext cx="5331" cy="16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03057" y="1513196"/>
            <a:ext cx="5330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808387" y="1511154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813717" y="150891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819048" y="1506468"/>
            <a:ext cx="5330" cy="24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824378" y="1503790"/>
            <a:ext cx="5331" cy="26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829709" y="1500864"/>
            <a:ext cx="5330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835039" y="1497671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840369" y="149419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845700" y="14904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851030" y="1486283"/>
            <a:ext cx="5331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856361" y="1481814"/>
            <a:ext cx="5330" cy="44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861691" y="1476973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867021" y="1471739"/>
            <a:ext cx="5331" cy="52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872352" y="1466090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2877682" y="1460007"/>
            <a:ext cx="5331" cy="608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883013" y="1453474"/>
            <a:ext cx="5330" cy="65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2888343" y="1446472"/>
            <a:ext cx="5330" cy="70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893673" y="1438991"/>
            <a:ext cx="5331" cy="7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899004" y="1431019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904334" y="1422551"/>
            <a:ext cx="5331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2909665" y="1413584"/>
            <a:ext cx="5330" cy="89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914995" y="1404124"/>
            <a:ext cx="5330" cy="94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920325" y="1394178"/>
            <a:ext cx="5331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25656" y="1383762"/>
            <a:ext cx="5330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30986" y="1372897"/>
            <a:ext cx="5330" cy="1086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36316" y="1361612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41647" y="1349942"/>
            <a:ext cx="5330" cy="116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946977" y="1337926"/>
            <a:ext cx="5331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952308" y="1325613"/>
            <a:ext cx="5330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57638" y="1313055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962968" y="1300308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968299" y="1287434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973629" y="1274495"/>
            <a:ext cx="5331" cy="1293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78960" y="1261557"/>
            <a:ext cx="5330" cy="129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84290" y="1248683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89620" y="1235936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94951" y="1223378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00281" y="1211065"/>
            <a:ext cx="5331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005612" y="1199049"/>
            <a:ext cx="5330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010942" y="1187378"/>
            <a:ext cx="5330" cy="116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016272" y="1176093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021603" y="1165229"/>
            <a:ext cx="5330" cy="108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026933" y="1154813"/>
            <a:ext cx="5331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3032264" y="1144867"/>
            <a:ext cx="5330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3037594" y="1135406"/>
            <a:ext cx="5330" cy="94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3042924" y="1126440"/>
            <a:ext cx="5331" cy="896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3048255" y="1117972"/>
            <a:ext cx="5330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053585" y="1110000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058915" y="1102518"/>
            <a:ext cx="5331" cy="74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064246" y="1095517"/>
            <a:ext cx="5330" cy="70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069576" y="1088983"/>
            <a:ext cx="5331" cy="65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074907" y="1082901"/>
            <a:ext cx="5330" cy="60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080237" y="1077252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085567" y="1072017"/>
            <a:ext cx="5331" cy="5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090898" y="1067176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096228" y="1062708"/>
            <a:ext cx="5331" cy="4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101559" y="1058590"/>
            <a:ext cx="5330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106889" y="10548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112219" y="105132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117550" y="1048127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122880" y="1045201"/>
            <a:ext cx="5331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128211" y="1042522"/>
            <a:ext cx="5330" cy="26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133541" y="1040074"/>
            <a:ext cx="5330" cy="24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138871" y="103783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144202" y="1035795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149532" y="1033933"/>
            <a:ext cx="5331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154863" y="1032236"/>
            <a:ext cx="5330" cy="16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160193" y="1030691"/>
            <a:ext cx="5330" cy="15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165523" y="1029285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170854" y="1028005"/>
            <a:ext cx="5330" cy="12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176184" y="1026842"/>
            <a:ext cx="5331" cy="1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181515" y="1025785"/>
            <a:ext cx="5330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186845" y="1024825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192175" y="1023953"/>
            <a:ext cx="5331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197506" y="1023161"/>
            <a:ext cx="5330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202836" y="1022442"/>
            <a:ext cx="5330" cy="71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208166" y="1021791"/>
            <a:ext cx="5331" cy="65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213497" y="1021199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218827" y="1020663"/>
            <a:ext cx="5331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224158" y="1020177"/>
            <a:ext cx="5330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229488" y="1019736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234818" y="1019337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240149" y="1018975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3245479" y="1018647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3250810" y="1018350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3256140" y="101808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3261470" y="1017837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266801" y="1017616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272131" y="1017417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277461" y="1017235"/>
            <a:ext cx="5331" cy="1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282792" y="1017072"/>
            <a:ext cx="5330" cy="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88122" y="1016923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93453" y="1016789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3298783" y="1016667"/>
            <a:ext cx="5331" cy="1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304114" y="1016557"/>
            <a:ext cx="5330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309444" y="1016458"/>
            <a:ext cx="5330" cy="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314774" y="1016368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320105" y="1016286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325435" y="1016212"/>
            <a:ext cx="5331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30766" y="1016145"/>
            <a:ext cx="5330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36096" y="1016084"/>
            <a:ext cx="5331" cy="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341427" y="1016030"/>
            <a:ext cx="5330" cy="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46757" y="1015980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087" y="1015935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57417" y="1015895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362748" y="1015858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368078" y="1015825"/>
            <a:ext cx="5331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373409" y="1015794"/>
            <a:ext cx="5330" cy="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378739" y="1015767"/>
            <a:ext cx="5330" cy="2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384069" y="1015743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389400" y="1015720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394730" y="1015700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400061" y="1015682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405391" y="1015665"/>
            <a:ext cx="5331" cy="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410722" y="1015650"/>
            <a:ext cx="5330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16052" y="1015637"/>
            <a:ext cx="5330" cy="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421382" y="1015625"/>
            <a:ext cx="5331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26713" y="1015613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32043" y="1015604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437373" y="1015594"/>
            <a:ext cx="5331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42704" y="1015586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48034" y="1015579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453365" y="1015572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458695" y="1015566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464025" y="1015560"/>
            <a:ext cx="5331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469356" y="101555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474686" y="1015551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480017" y="1015547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485347" y="1015543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490677" y="1015540"/>
            <a:ext cx="5331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496008" y="1015537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501338" y="101553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506668" y="101553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511999" y="1015529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517329" y="101552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522660" y="1015526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27990" y="1015524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3320" y="101552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3538651" y="1015521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3543981" y="1015520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549312" y="1015519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554642" y="1015518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559972" y="101551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565303" y="101551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570633" y="101551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575963" y="1015515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581294" y="101551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586624" y="101551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591955" y="1015513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3597285" y="1015513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602616" y="101551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3607946" y="1015512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1001303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1638302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275301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001303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638302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275301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873896" y="2526997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73896" y="2267923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873896" y="2008849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2354110" y="2526997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2354110" y="2267923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H="1">
            <a:off x="2354110" y="200884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1001303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1033153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1065003" y="2525396"/>
            <a:ext cx="31850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1096853" y="2523900"/>
            <a:ext cx="31850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1128703" y="2521241"/>
            <a:ext cx="31850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1160553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1192403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1224253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1256103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1287953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19803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51653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1383503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1415353" y="2274787"/>
            <a:ext cx="31849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1447202" y="2212724"/>
            <a:ext cx="31851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479053" y="2150744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151090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154275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57460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60645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63830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167015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70200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73385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765702" y="2150744"/>
            <a:ext cx="31850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797552" y="2212724"/>
            <a:ext cx="31850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829402" y="2274787"/>
            <a:ext cx="31850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861252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893102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924952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956802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988652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020502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052352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084202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116052" y="2521241"/>
            <a:ext cx="31849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147901" y="2523900"/>
            <a:ext cx="31851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179752" y="2525396"/>
            <a:ext cx="31849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211601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243451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3677295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4101961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4526627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4951293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677295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4101961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4526627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4951293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549887" y="2526391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3549887" y="2267404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3549887" y="2008416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5030101" y="2526391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5030101" y="2267404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5030101" y="2008416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36772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36985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719761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7409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7622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783461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046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259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38471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868394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38896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9108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3932094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9533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9745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3995794" y="2521787"/>
            <a:ext cx="21234" cy="460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4017028" y="2507974"/>
            <a:ext cx="21233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4038261" y="2484953"/>
            <a:ext cx="21233" cy="230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4059494" y="2452724"/>
            <a:ext cx="21234" cy="322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4080728" y="2411286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4101961" y="2360639"/>
            <a:ext cx="21233" cy="506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4123194" y="2300784"/>
            <a:ext cx="21234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4144428" y="2234023"/>
            <a:ext cx="21233" cy="667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4165661" y="2174168"/>
            <a:ext cx="21233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4186894" y="2123522"/>
            <a:ext cx="21233" cy="506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4208127" y="2082084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4229360" y="2049854"/>
            <a:ext cx="21234" cy="322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4250594" y="2026834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4271827" y="2013021"/>
            <a:ext cx="21233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4293060" y="2008416"/>
            <a:ext cx="21234" cy="46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43142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4335527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4356761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43779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4399227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4420460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44416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4462927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4484160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4505393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4526627" y="2008416"/>
            <a:ext cx="21233" cy="103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4547860" y="2018776"/>
            <a:ext cx="21233" cy="310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569093" y="2049854"/>
            <a:ext cx="21234" cy="5179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4590327" y="2101652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4611560" y="2174168"/>
            <a:ext cx="21233" cy="932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4632793" y="2267404"/>
            <a:ext cx="21234" cy="93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4654027" y="2360639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4675260" y="2433155"/>
            <a:ext cx="21233" cy="5179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4696493" y="2484953"/>
            <a:ext cx="21234" cy="310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4717727" y="2516031"/>
            <a:ext cx="21233" cy="103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4738960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47601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4781426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4802660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48238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4845126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4866359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48875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4908826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4930059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Rectangle 412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59993" y="5750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2371271" y="1618860"/>
            <a:ext cx="341412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958076" y="1619745"/>
            <a:ext cx="282732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3470231" y="1619745"/>
            <a:ext cx="231516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126326" y="1502096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058626" y="1243115"/>
            <a:ext cx="37267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126326" y="984134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2818550" y="761572"/>
            <a:ext cx="296684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Sigmoid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947525" y="2612203"/>
            <a:ext cx="483787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617415" y="2613089"/>
            <a:ext cx="4167981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2254408" y="2613089"/>
            <a:ext cx="3530987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788305" y="2495611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720617" y="2236539"/>
            <a:ext cx="506477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788305" y="1977478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63338" y="1771306"/>
            <a:ext cx="432205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Gaussian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3623517" y="2611771"/>
            <a:ext cx="216187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4048187" y="2611771"/>
            <a:ext cx="173720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4505741" y="2612657"/>
            <a:ext cx="127965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4930400" y="2612657"/>
            <a:ext cx="854995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464297" y="2495007"/>
            <a:ext cx="232109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3396608" y="2236027"/>
            <a:ext cx="2388787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464297" y="1977046"/>
            <a:ext cx="232109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278798" y="1771743"/>
            <a:ext cx="15065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Pi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219658" y="2864615"/>
            <a:ext cx="4565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increase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time.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4897476" y="3150929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5625935" y="3150705"/>
            <a:ext cx="1594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77136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48987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120838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77136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648987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20838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99647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647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99647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444329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444329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44329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4121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6480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839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1198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3558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917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8276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0635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12995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354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77136" y="1618757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00729" y="158998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24321" y="1561204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47914" y="1532428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71506" y="150365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95099" y="147487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318691" y="144609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42284" y="141732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5876" y="138854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389469" y="1359770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413062" y="1330994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436654" y="1302217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460247" y="127344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83839" y="1244665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07432" y="1215888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31024" y="118711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54617" y="115833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78209" y="112955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1802" y="110078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5394" y="107200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648987" y="1072006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72580" y="112955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96172" y="1187112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19765" y="1244665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43357" y="1302217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6695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90543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81413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837728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86132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88491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90850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932098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556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9792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00287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02646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05006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07365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09724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12083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14443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16802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9161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1520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3880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262394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28598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309579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33317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853140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324991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96842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853140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24991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796842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475651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475651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75651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5120333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5120333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5120333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1721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64080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66439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68799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71158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73517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75877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78236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80595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82954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85314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76733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0032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23918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4751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971103" y="1302217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994695" y="1244665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18288" y="1187112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041880" y="1129559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065473" y="1072006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9065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1265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3625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5984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83436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20702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23062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5421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7780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301399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324991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348584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37217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395769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419362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442954" y="1072006"/>
            <a:ext cx="23592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66546" y="1187112"/>
            <a:ext cx="23593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490139" y="1302217"/>
            <a:ext cx="23593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513732" y="1417323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537324" y="1532428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56091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58450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608102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63169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65528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67887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70247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2606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74965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477325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479684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82043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84402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86762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89121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91480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93839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9619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9855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00917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941209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648985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356762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941209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1648985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356762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799645" y="2753310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799645" y="2465546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799645" y="2177782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2444327" y="275331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2444327" y="246554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2444327" y="2177782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941209" y="2177782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295097" y="2177782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002874" y="2753310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617211" y="27554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4324988" y="27554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5032764" y="27554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617211" y="211883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324988" y="211883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032764" y="211883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475647" y="275191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475647" y="246414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475647" y="217638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5120330" y="275191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5120330" y="246414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5120330" y="217638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617211" y="2751913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971100" y="2176386"/>
            <a:ext cx="707776" cy="57552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4678876" y="2176386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599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17385" y="1742413"/>
            <a:ext cx="46680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625791" y="1743397"/>
            <a:ext cx="4159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2097634" y="1743397"/>
            <a:ext cx="36877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04559" y="1612676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336" y="1324907"/>
            <a:ext cx="51560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04559" y="1037150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428624" y="789858"/>
            <a:ext cx="43567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Triangular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793389" y="1742413"/>
            <a:ext cx="19920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1783" y="1743397"/>
            <a:ext cx="1483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773626" y="1743397"/>
            <a:ext cx="10117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80550" y="1612676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305340" y="1324907"/>
            <a:ext cx="24800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380550" y="1037150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74148" y="789858"/>
            <a:ext cx="17112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Trapezoidal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81468" y="2848177"/>
            <a:ext cx="4903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625789" y="2849161"/>
            <a:ext cx="41596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33548" y="2849161"/>
            <a:ext cx="3451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04557" y="2718440"/>
            <a:ext cx="5080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29335" y="2430670"/>
            <a:ext cx="5156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04557" y="2142914"/>
            <a:ext cx="5080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485759" y="1913186"/>
            <a:ext cx="42996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Z-curve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557458" y="2846780"/>
            <a:ext cx="22279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301780" y="2847764"/>
            <a:ext cx="1483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009550" y="2847764"/>
            <a:ext cx="775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380547" y="2717043"/>
            <a:ext cx="24048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305337" y="2429286"/>
            <a:ext cx="2480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380547" y="2141530"/>
            <a:ext cx="24048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167934" y="1911789"/>
            <a:ext cx="1617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S-curve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897473" y="3150931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624115" y="3150707"/>
            <a:ext cx="161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5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1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5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1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4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4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623173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260404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9763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3" y="1623173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3" y="1260404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3" y="897635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897635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897635"/>
            <a:ext cx="745096" cy="7255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35401" y="1623173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623173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07949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553045" y="1623173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623173"/>
            <a:ext cx="223528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180497" y="897635"/>
            <a:ext cx="745097" cy="7255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925594" y="897635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611379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described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4551" y="1718120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37093" y="1718120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09634" y="1718120"/>
            <a:ext cx="41757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82176" y="1718120"/>
            <a:ext cx="3803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54718" y="1718120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7260" y="1718120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99802" y="1718120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72356" y="1718120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44898" y="1718120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17440" y="1718120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1" y="1718120"/>
            <a:ext cx="11954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3" y="1718120"/>
            <a:ext cx="822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718120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576680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3" y="1213917"/>
            <a:ext cx="5013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851155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51431" y="1216983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27654" y="1207865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72621" y="1216983"/>
            <a:ext cx="14127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48011" y="1916690"/>
            <a:ext cx="2837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2" y="1045967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001331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4958" y="2098689"/>
            <a:ext cx="539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659016" y="2339087"/>
            <a:ext cx="41263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02337" y="2516226"/>
            <a:ext cx="428305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185)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42378" y="2693353"/>
            <a:ext cx="40430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180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190)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180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190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210)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97476" y="315092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23966" y="3150704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76067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39790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103513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76067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39790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103513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103513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1035137"/>
            <a:ext cx="1117645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807950" y="1760676"/>
            <a:ext cx="260783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76067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1035137"/>
            <a:ext cx="372548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435401" y="1035137"/>
            <a:ext cx="74509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80498" y="1035137"/>
            <a:ext cx="1117644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298142" y="176067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176067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180498" y="103513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925594" y="103513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1437" y="1855623"/>
            <a:ext cx="48939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63979" y="1855623"/>
            <a:ext cx="45214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36521" y="1855623"/>
            <a:ext cx="41488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09063" y="1855623"/>
            <a:ext cx="37763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1605" y="1855623"/>
            <a:ext cx="34037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54146" y="1855623"/>
            <a:ext cx="30312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26701" y="1855623"/>
            <a:ext cx="26586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99242" y="1855623"/>
            <a:ext cx="22861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71784" y="1855623"/>
            <a:ext cx="19136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44326" y="1855623"/>
            <a:ext cx="15410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2" y="1855623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4" y="1855623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855623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714183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4" y="135142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98865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28469" y="1345367"/>
            <a:ext cx="43569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Light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702165" y="1345367"/>
            <a:ext cx="3083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10163" y="1343983"/>
            <a:ext cx="14752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Heavy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52165" y="2054193"/>
            <a:ext cx="2833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3" y="1183470"/>
            <a:ext cx="53945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13883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215173" y="2236192"/>
            <a:ext cx="45702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97474" y="3150917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7978" y="3150693"/>
            <a:ext cx="1574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6808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3893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9703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9176" y="1556505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‘John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9176" y="1731191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29282" y="1731191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9176" y="1911684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29282" y="1911684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45662" y="1552517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‘wind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strong’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5662" y="1735166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35770" y="1735166"/>
            <a:ext cx="1149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45662" y="1915671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5770" y="1915671"/>
            <a:ext cx="1149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strong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52676" y="2252694"/>
            <a:ext cx="35327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‘speed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slow’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52676" y="2434580"/>
            <a:ext cx="35327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42782" y="2434580"/>
            <a:ext cx="23426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52676" y="2615073"/>
            <a:ext cx="35327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42782" y="2615073"/>
            <a:ext cx="23426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343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66761" y="1675908"/>
            <a:ext cx="45186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discourse: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220km/h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18420" y="1847979"/>
            <a:ext cx="40669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subsets: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medium,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0" y="2157275"/>
            <a:ext cx="51483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0" y="2329347"/>
            <a:ext cx="51483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69" y="3150915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960" y="3150691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0166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qualifiers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05977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178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 are adverbs that modify verbs, adjectives, adverbs, or the whole sentence.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759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69298" y="1917525"/>
            <a:ext cx="3516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little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7093" y="1917525"/>
            <a:ext cx="273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slightly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4830" y="2089598"/>
            <a:ext cx="34505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2417" y="2089598"/>
            <a:ext cx="28129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extremely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93581" y="2261670"/>
            <a:ext cx="35918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98500" y="2261670"/>
            <a:ext cx="28868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62898" y="2433742"/>
            <a:ext cx="3622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somewhat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51390" y="2433742"/>
            <a:ext cx="2734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16142" y="3150692"/>
            <a:ext cx="169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09964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35774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573585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78793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‘very’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98498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9216" y="3150695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2838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8297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3755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92146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46733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20132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0109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567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10265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064852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1944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74027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42861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01090" y="218718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701090" y="1867982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01090" y="1548784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01090" y="1229586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701090" y="910388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701090" y="59119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01090" y="234677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01090" y="2027581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01090" y="1708383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01090" y="1389185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01090" y="1069987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01090" y="75078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28384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8297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7558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92146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46733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132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8384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8297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7558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92146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746733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20132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0109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55678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10265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64852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1944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974027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428614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0109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155678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10265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64852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1944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974027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428614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0109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70109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70109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0109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0109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0109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439621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439621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439621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39621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39621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39621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1090" y="234677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01090" y="202758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701090" y="1708383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01090" y="138918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01090" y="106998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01090" y="75078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4380014" y="234677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4380014" y="2027581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4380014" y="1708383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380014" y="138918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4380014" y="1069987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380014" y="75078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701090" y="750789"/>
            <a:ext cx="454588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5678" y="750789"/>
            <a:ext cx="454587" cy="159599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10265" y="2346779"/>
            <a:ext cx="1818349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701090" y="2346779"/>
            <a:ext cx="681881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82971" y="750789"/>
            <a:ext cx="454587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37558" y="750789"/>
            <a:ext cx="454588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92146" y="2346779"/>
            <a:ext cx="1136468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01090" y="2346779"/>
            <a:ext cx="1363762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64852" y="750789"/>
            <a:ext cx="454588" cy="159599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519440" y="750789"/>
            <a:ext cx="909174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64852" y="2330819"/>
            <a:ext cx="45459" cy="1596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110311" y="2282939"/>
            <a:ext cx="45459" cy="4788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155770" y="2203140"/>
            <a:ext cx="45458" cy="7979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201228" y="2091421"/>
            <a:ext cx="45459" cy="1117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246687" y="1947782"/>
            <a:ext cx="45459" cy="14363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292146" y="1772223"/>
            <a:ext cx="45458" cy="17555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337604" y="1564744"/>
            <a:ext cx="45460" cy="20747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383064" y="1325346"/>
            <a:ext cx="45458" cy="23939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428522" y="1054027"/>
            <a:ext cx="45459" cy="2713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473981" y="750789"/>
            <a:ext cx="45459" cy="30323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292146" y="1548784"/>
            <a:ext cx="0" cy="797995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23865" y="1548784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01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 flipV="1">
            <a:off x="3292146" y="1947782"/>
            <a:ext cx="0" cy="398997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1723865" y="1947782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Freeform 135"/>
          <p:cNvSpPr/>
          <p:nvPr/>
        </p:nvSpPr>
        <p:spPr>
          <a:xfrm>
            <a:off x="17018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28487" y="2366931"/>
            <a:ext cx="415690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83070" y="2366931"/>
            <a:ext cx="370232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37652" y="2366931"/>
            <a:ext cx="32477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92235" y="2366931"/>
            <a:ext cx="279316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46817" y="2366931"/>
            <a:ext cx="23385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901400" y="2366931"/>
            <a:ext cx="188399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55982" y="2366931"/>
            <a:ext cx="142941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20052" y="2304935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44762" y="1985741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544762" y="1666547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544762" y="1347353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44762" y="1028159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20052" y="708964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644" y="1602166"/>
            <a:ext cx="38147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80756" y="1585764"/>
            <a:ext cx="310463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85944" y="1602166"/>
            <a:ext cx="20994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55623" y="2545644"/>
            <a:ext cx="292977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56229" y="1028853"/>
            <a:ext cx="452916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415477" y="2762378"/>
            <a:ext cx="43699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‘very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tall’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applying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‘very’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‘tall’)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785767" y="2848131"/>
            <a:ext cx="1999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953445" y="2777176"/>
            <a:ext cx="18319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97474" y="3150930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25019" y="3150706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43590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452229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68553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84878" y="13457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501202" y="13266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517527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33852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550176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6501" y="12500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582825" y="12308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99150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615475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31800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4812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664449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80773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97098" y="109681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713422" y="107766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729747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46072" y="10393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62397" y="10393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78721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795046" y="107766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11370" y="109681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27695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44020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6034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76669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92993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09318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925643" y="12308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941967" y="12500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958292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974617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90941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07266" y="13266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23590" y="13457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39915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056240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7256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3590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452229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68553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84878" y="1375120"/>
            <a:ext cx="16324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01202" y="1359184"/>
            <a:ext cx="16325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7527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33852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50176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566501" y="1286709"/>
            <a:ext cx="16324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582825" y="1266787"/>
            <a:ext cx="16325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99150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15475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631800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64812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664449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680773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97098" y="1112250"/>
            <a:ext cx="16324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713422" y="1088310"/>
            <a:ext cx="16325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729747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746072" y="1039368"/>
            <a:ext cx="16325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762397" y="1039368"/>
            <a:ext cx="16324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778721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795046" y="1088310"/>
            <a:ext cx="16324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11370" y="1112250"/>
            <a:ext cx="16325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827695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844020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86034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876669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892993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909318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925643" y="1266787"/>
            <a:ext cx="16324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41967" y="1286709"/>
            <a:ext cx="16325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958292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974617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990941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007266" y="1359184"/>
            <a:ext cx="16324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023590" y="1375120"/>
            <a:ext cx="16325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039915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56240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07256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35904" y="142235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43590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452229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468553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484878" y="18919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501202" y="18728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517527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533852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550176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566501" y="17962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582825" y="17771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599150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615475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631800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64812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664449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680773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697098" y="16430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713422" y="16239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729747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746072" y="158560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762397" y="158560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778721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795046" y="16239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811370" y="16430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827695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844020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86034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3876669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892993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909318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3925643" y="17771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941967" y="1796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958292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974617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990941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007266" y="1872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023590" y="1891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039915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056240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07256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43590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452229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468553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484878" y="1943768"/>
            <a:ext cx="16324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501202" y="1932311"/>
            <a:ext cx="16325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517527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533852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550176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566501" y="1870030"/>
            <a:ext cx="16324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582825" y="1850721"/>
            <a:ext cx="16325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599150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615475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631800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64812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664449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680773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697098" y="1678030"/>
            <a:ext cx="16324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713422" y="1648342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729747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746072" y="1585609"/>
            <a:ext cx="16325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762397" y="1585609"/>
            <a:ext cx="16324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778721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95046" y="1648342"/>
            <a:ext cx="16324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811370" y="1678030"/>
            <a:ext cx="16325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827695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844020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86034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876669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892993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909318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925643" y="1850721"/>
            <a:ext cx="16324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941967" y="1870030"/>
            <a:ext cx="16325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958292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974617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990941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007266" y="1932311"/>
            <a:ext cx="16324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023590" y="1943768"/>
            <a:ext cx="16325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039915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056240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07256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435904" y="196859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435904" y="249568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452229" y="247653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468553" y="24573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484878" y="24382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501202" y="24190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517527" y="23999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533852" y="238078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550176" y="236163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566501" y="234248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582825" y="23233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599150" y="23041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615475" y="22850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631800" y="226589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648124" y="22467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664449" y="22275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680773" y="22084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697098" y="218929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713422" y="217014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729747" y="21509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746072" y="21318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3762397" y="21318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778721" y="21509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3795046" y="21701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11370" y="21892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827695" y="22084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3844020" y="22275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3860344" y="22467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3876669" y="226589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3892993" y="22850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3909318" y="23041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3925643" y="232333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3941967" y="234248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3958292" y="236163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3974617" y="238078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3990941" y="23999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007266" y="241908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23590" y="24382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39915" y="24573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056240" y="247653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072564" y="249568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435904" y="2513873"/>
            <a:ext cx="16325" cy="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452229" y="2511000"/>
            <a:ext cx="16324" cy="28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468553" y="2506213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484878" y="2499511"/>
            <a:ext cx="16324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501202" y="2490894"/>
            <a:ext cx="16325" cy="861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17527" y="2480362"/>
            <a:ext cx="16325" cy="105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33852" y="2467915"/>
            <a:ext cx="16324" cy="124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50176" y="2453553"/>
            <a:ext cx="16325" cy="143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566501" y="2437277"/>
            <a:ext cx="16324" cy="1627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582825" y="2419085"/>
            <a:ext cx="16325" cy="181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99150" y="2398978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615475" y="2376957"/>
            <a:ext cx="16325" cy="220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631800" y="2353021"/>
            <a:ext cx="16324" cy="23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648124" y="2327169"/>
            <a:ext cx="16325" cy="258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664449" y="229940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680773" y="2269722"/>
            <a:ext cx="16325" cy="296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697098" y="2238126"/>
            <a:ext cx="16324" cy="315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713422" y="2204615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729747" y="2169190"/>
            <a:ext cx="16325" cy="35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746072" y="2131849"/>
            <a:ext cx="16325" cy="373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762397" y="2131849"/>
            <a:ext cx="16324" cy="373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778721" y="2169190"/>
            <a:ext cx="16325" cy="35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795046" y="2204615"/>
            <a:ext cx="16324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3811370" y="2238126"/>
            <a:ext cx="16325" cy="315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827695" y="2269722"/>
            <a:ext cx="16325" cy="296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3844020" y="229940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860344" y="2327169"/>
            <a:ext cx="16325" cy="258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876669" y="2353021"/>
            <a:ext cx="16324" cy="23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3892993" y="2376957"/>
            <a:ext cx="16325" cy="220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3909318" y="2398978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925643" y="2419085"/>
            <a:ext cx="16324" cy="181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941967" y="2437277"/>
            <a:ext cx="16325" cy="1627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958292" y="2453553"/>
            <a:ext cx="16325" cy="143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974617" y="2467915"/>
            <a:ext cx="16324" cy="124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990941" y="2480362"/>
            <a:ext cx="16325" cy="105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4007266" y="2490894"/>
            <a:ext cx="16324" cy="861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4023590" y="2499511"/>
            <a:ext cx="16325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4039915" y="2506213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4056240" y="2511000"/>
            <a:ext cx="16324" cy="28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4072564" y="2513873"/>
            <a:ext cx="16325" cy="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3435904" y="251483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435904" y="304193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3452229" y="30227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468553" y="30036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484878" y="298448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3501202" y="29653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3517527" y="294618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533852" y="292703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3550176" y="29078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3566501" y="2888739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3582825" y="28695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3599150" y="28504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3615475" y="283129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3631800" y="281214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3648124" y="2792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3664449" y="2773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3680773" y="2754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3697098" y="2735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3713422" y="2716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3729747" y="2697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3746072" y="26781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3762397" y="26781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3778721" y="2697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795046" y="271639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3811370" y="273554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827695" y="2754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3844020" y="2773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3860344" y="2792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876669" y="281214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892993" y="283129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909318" y="28504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3925643" y="286959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3941967" y="288873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3958292" y="29078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3974617" y="292703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990941" y="294618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4007266" y="296533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4023590" y="29844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4039915" y="30036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4056240" y="30227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4072564" y="304193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3435904" y="306103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3452229" y="306069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3468553" y="3059789"/>
            <a:ext cx="16325" cy="9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3484878" y="3058017"/>
            <a:ext cx="16324" cy="17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3501202" y="3055097"/>
            <a:ext cx="16325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3517527" y="3050741"/>
            <a:ext cx="16325" cy="4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3533852" y="3044661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3550176" y="3036571"/>
            <a:ext cx="16325" cy="80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3566501" y="3026182"/>
            <a:ext cx="16324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3582825" y="3013209"/>
            <a:ext cx="16325" cy="12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3599150" y="2997363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3615475" y="2978357"/>
            <a:ext cx="16325" cy="190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3631800" y="2955905"/>
            <a:ext cx="16324" cy="224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3648124" y="2929719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3664449" y="2899511"/>
            <a:ext cx="16324" cy="3020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3680773" y="2864995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3697098" y="2825883"/>
            <a:ext cx="16324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3713422" y="2781888"/>
            <a:ext cx="16325" cy="439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3729747" y="2732723"/>
            <a:ext cx="16325" cy="4916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3746072" y="2678100"/>
            <a:ext cx="16325" cy="546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3762397" y="2678100"/>
            <a:ext cx="16324" cy="546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778721" y="2732723"/>
            <a:ext cx="16325" cy="4916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795046" y="2781888"/>
            <a:ext cx="16324" cy="439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811370" y="2825883"/>
            <a:ext cx="16325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827695" y="2864995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844020" y="2899511"/>
            <a:ext cx="16324" cy="3020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860344" y="2929719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76669" y="2955905"/>
            <a:ext cx="16324" cy="224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2993" y="2978357"/>
            <a:ext cx="16325" cy="190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3909318" y="2997363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3925643" y="3013209"/>
            <a:ext cx="16324" cy="12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3941967" y="3026182"/>
            <a:ext cx="16325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3958292" y="3036571"/>
            <a:ext cx="16325" cy="80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3974617" y="3044661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3990941" y="3050741"/>
            <a:ext cx="16325" cy="4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4007266" y="3055097"/>
            <a:ext cx="16324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023590" y="3058017"/>
            <a:ext cx="16325" cy="17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4039915" y="3059789"/>
            <a:ext cx="16325" cy="9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4056240" y="306069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4072564" y="306103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435904" y="306108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391297" y="973239"/>
            <a:ext cx="55417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45487" y="973239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156076" y="973239"/>
            <a:ext cx="12126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Rectangle 36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88000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5" name="Picture 3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6" name="Picture 3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7" name="TextBox 3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59993" y="5119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applications: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524051" y="828541"/>
            <a:ext cx="4261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2021394" y="828541"/>
            <a:ext cx="3764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231996" y="828541"/>
            <a:ext cx="2553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532863" y="1192384"/>
            <a:ext cx="42525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little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2374402" y="117813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521725" y="1738623"/>
            <a:ext cx="42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slightly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2374402" y="172437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580729" y="2284864"/>
            <a:ext cx="42046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2412009" y="2270612"/>
            <a:ext cx="3373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467217" y="2831104"/>
            <a:ext cx="43181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extremely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412009" y="2816864"/>
            <a:ext cx="3373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4897475" y="3150918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72757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43895" y="11561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760219" y="11370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776544" y="11178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92868" y="10987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809193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25518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41842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58167" y="102212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4491" y="100297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0816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07141" y="96467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923465" y="94552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93979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56115" y="9072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972439" y="8880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88764" y="8689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005088" y="8497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021413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37738" y="8114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54063" y="8114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70387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86712" y="8497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3036" y="8689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119361" y="8880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135685" y="9072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15201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168335" y="94552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184659" y="96467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200984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17309" y="100297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233633" y="102212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249958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266283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282607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98932" y="10987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315256" y="11178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331581" y="11370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347905" y="11561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36423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72757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743895" y="1194423"/>
            <a:ext cx="16324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760219" y="1194267"/>
            <a:ext cx="16325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76544" y="1193849"/>
            <a:ext cx="16324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92868" y="1192965"/>
            <a:ext cx="16325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809193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825518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41842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58167" y="1178757"/>
            <a:ext cx="16324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74491" y="1170525"/>
            <a:ext cx="16325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890816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907141" y="1144827"/>
            <a:ext cx="16324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923465" y="1126097"/>
            <a:ext cx="16325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93979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56115" y="1073283"/>
            <a:ext cx="16324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72439" y="1037592"/>
            <a:ext cx="16325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988764" y="994543"/>
            <a:ext cx="16324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05088" y="943187"/>
            <a:ext cx="16325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21413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037738" y="811480"/>
            <a:ext cx="16325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054063" y="811480"/>
            <a:ext cx="16324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070387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086712" y="943187"/>
            <a:ext cx="16324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103036" y="994543"/>
            <a:ext cx="16325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119361" y="1037592"/>
            <a:ext cx="16324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35685" y="1073283"/>
            <a:ext cx="16325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5201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168335" y="1126097"/>
            <a:ext cx="16324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184659" y="1144827"/>
            <a:ext cx="16325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00984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17309" y="1170525"/>
            <a:ext cx="16324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233633" y="1178757"/>
            <a:ext cx="16325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249958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266283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82607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298932" y="1192965"/>
            <a:ext cx="16324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15256" y="1193849"/>
            <a:ext cx="16325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331581" y="1194267"/>
            <a:ext cx="16324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347905" y="1194423"/>
            <a:ext cx="16325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36423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727570" y="119446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578998" y="1525879"/>
            <a:ext cx="14117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72757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743895" y="170240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760219" y="168325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776544" y="1664105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792868" y="164495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809193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825518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841842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858167" y="15683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874491" y="15492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890816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907141" y="15109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923465" y="14917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93979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56115" y="14534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72439" y="14343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88764" y="14151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005088" y="13960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021413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37738" y="13577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054063" y="13577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070387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6712" y="13960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03036" y="14151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19361" y="14343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35685" y="14534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5201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168335" y="14917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184659" y="15109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00984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17309" y="154921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233633" y="1568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249958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266283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282607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298932" y="164495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315256" y="1664105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331581" y="168325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347905" y="170240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36423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72757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743895" y="1619575"/>
            <a:ext cx="16324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760219" y="1592337"/>
            <a:ext cx="16325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776544" y="156939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792868" y="1549164"/>
            <a:ext cx="16325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809193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825518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841842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858167" y="1483736"/>
            <a:ext cx="16324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874491" y="1469833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890816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907141" y="1443974"/>
            <a:ext cx="16324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923465" y="1431872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93979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956115" y="1409001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972439" y="1398086"/>
            <a:ext cx="16325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988764" y="1387546"/>
            <a:ext cx="16324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005088" y="1377320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021413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037738" y="1357719"/>
            <a:ext cx="16325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054063" y="1357719"/>
            <a:ext cx="16324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070387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4086712" y="1377320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103036" y="1387546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119361" y="1398086"/>
            <a:ext cx="16324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4135685" y="1409001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415201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4168335" y="1431872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184659" y="1443974"/>
            <a:ext cx="16325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4200984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217309" y="1469833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233633" y="1483736"/>
            <a:ext cx="16325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249958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266283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282607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298932" y="1549164"/>
            <a:ext cx="16324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315256" y="156939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331581" y="1592337"/>
            <a:ext cx="16324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347905" y="1619575"/>
            <a:ext cx="16325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36423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727570" y="174070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578998" y="2072118"/>
            <a:ext cx="14117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727570" y="226779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743895" y="224864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760219" y="22294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776544" y="221034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792868" y="219119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809193" y="21720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825518" y="215289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841842" y="213374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858167" y="211459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874491" y="209545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890816" y="207630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907141" y="205715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923465" y="20380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939790" y="20188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956115" y="19997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972439" y="19805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988764" y="19614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4005088" y="19422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4021413" y="19231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4037738" y="19039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054063" y="19039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070387" y="19231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4086712" y="19422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103036" y="19614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119361" y="19805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135685" y="19997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152010" y="20188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168335" y="203800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4184659" y="20571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200984" y="207630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4217309" y="209545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233633" y="211459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4249958" y="213374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266283" y="215289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282607" y="21720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298932" y="219119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315256" y="221034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331581" y="22294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4347905" y="22486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364230" y="226779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727570" y="2201286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743895" y="2165815"/>
            <a:ext cx="16324" cy="354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760219" y="2138577"/>
            <a:ext cx="16325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776544" y="211563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792868" y="2095404"/>
            <a:ext cx="16325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809193" y="207713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825518" y="2060357"/>
            <a:ext cx="16324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841842" y="2044685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858167" y="2029975"/>
            <a:ext cx="16324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874491" y="2016073"/>
            <a:ext cx="16325" cy="139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890816" y="2002852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907141" y="1990214"/>
            <a:ext cx="16324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923465" y="1978112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39790" y="1966465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956115" y="1955240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972439" y="1944325"/>
            <a:ext cx="16325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988764" y="1933786"/>
            <a:ext cx="16324" cy="105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005088" y="1923560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021413" y="1913602"/>
            <a:ext cx="16325" cy="9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037738" y="1903959"/>
            <a:ext cx="16325" cy="964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4054063" y="1903959"/>
            <a:ext cx="16324" cy="964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4070387" y="1913602"/>
            <a:ext cx="16325" cy="9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4086712" y="1923560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4103036" y="1933786"/>
            <a:ext cx="16325" cy="105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4119361" y="1944325"/>
            <a:ext cx="16324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4135685" y="1955240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4152010" y="1966465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4168335" y="1978112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4184659" y="1990214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4200984" y="2002852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4217309" y="2016073"/>
            <a:ext cx="16324" cy="139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4233633" y="2029975"/>
            <a:ext cx="16325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249958" y="2044685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4266283" y="2060357"/>
            <a:ext cx="16324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4282607" y="207713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4298932" y="2095404"/>
            <a:ext cx="16324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4315256" y="211563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4331581" y="2138577"/>
            <a:ext cx="16324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4347905" y="2165815"/>
            <a:ext cx="16325" cy="354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4364230" y="2201286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727570" y="228694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727570" y="28140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743895" y="27948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3760219" y="277574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3776544" y="275659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792868" y="27374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3809193" y="271829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3825518" y="269914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3841842" y="267999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3858167" y="2660849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3874491" y="26417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3890816" y="26225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3907141" y="260340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3923465" y="25842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3939790" y="25651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3956115" y="25459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3972439" y="2526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3988764" y="2507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4005088" y="2488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4021413" y="2469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4037738" y="24502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4054063" y="245021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4070387" y="2469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4086712" y="24885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4103036" y="25076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4119361" y="25268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4135685" y="25459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4152010" y="25651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4168335" y="25842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4184659" y="26034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4200984" y="26225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4217309" y="26417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4233633" y="266084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4249958" y="267999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4266283" y="269914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4282607" y="271829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4298932" y="273744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4315256" y="275659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4331581" y="277574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4347905" y="27948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4364230" y="28140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3727570" y="2831276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3743895" y="2825532"/>
            <a:ext cx="16324" cy="574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3760219" y="2815957"/>
            <a:ext cx="16325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3776544" y="2802553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3792868" y="2785319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3809193" y="2764255"/>
            <a:ext cx="16325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3825518" y="2739361"/>
            <a:ext cx="16324" cy="2489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3841842" y="271063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3858167" y="2678084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3874491" y="2641700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4217309" y="2641700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4233633" y="2678084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4249958" y="271063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4266283" y="2739361"/>
            <a:ext cx="16324" cy="2489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4282607" y="2764255"/>
            <a:ext cx="16325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4298932" y="2785319"/>
            <a:ext cx="16324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4315256" y="2802553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331581" y="2815957"/>
            <a:ext cx="16324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4347905" y="2825532"/>
            <a:ext cx="16325" cy="574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4364230" y="2831276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3890816" y="2605317"/>
            <a:ext cx="16325" cy="3638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3907141" y="2572764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3923465" y="2544040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3939790" y="2519147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3956115" y="2498083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3972439" y="2480848"/>
            <a:ext cx="16325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3988764" y="2467444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4005088" y="2457870"/>
            <a:ext cx="16325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4021413" y="245212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4037738" y="2450210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4054063" y="2450210"/>
            <a:ext cx="16324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4070387" y="245212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4086712" y="2457870"/>
            <a:ext cx="16324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4103036" y="2467444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119361" y="2480848"/>
            <a:ext cx="16324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4135685" y="2498083"/>
            <a:ext cx="16325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4152010" y="2519147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4168335" y="2544040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4184659" y="2572764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4200984" y="2605317"/>
            <a:ext cx="16325" cy="3638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3727570" y="283319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99626" y="745349"/>
            <a:ext cx="6621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761817" y="745349"/>
            <a:ext cx="16859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447742" y="745349"/>
            <a:ext cx="12126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Rectangle 364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7" name="Picture 36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8" name="Picture 36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9" name="TextBox 36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286381" y="600652"/>
            <a:ext cx="44990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75394" y="600652"/>
            <a:ext cx="3710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3523662" y="600652"/>
            <a:ext cx="226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239873" y="964495"/>
            <a:ext cx="4545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2466006" y="950243"/>
            <a:ext cx="3319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175548" y="1510480"/>
            <a:ext cx="46098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less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2489375" y="1447734"/>
            <a:ext cx="3296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√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217459" y="2056720"/>
            <a:ext cx="4567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somewhat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2489375" y="1993986"/>
            <a:ext cx="3296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√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287243" y="2604229"/>
            <a:ext cx="44981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indeed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837725" y="2496988"/>
            <a:ext cx="39476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66019" y="2517564"/>
            <a:ext cx="31193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≤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≤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837725" y="2674622"/>
            <a:ext cx="39476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2(1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2666018" y="2695199"/>
            <a:ext cx="31193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&lt;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≤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4897472" y="3150917"/>
            <a:ext cx="887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623810" y="3150693"/>
            <a:ext cx="1615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2200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53741" y="873835"/>
            <a:ext cx="3531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170)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0158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descriptions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74030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4" y="1601779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extremely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829529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4" y="2057265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slightly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4" y="228501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64013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diagram.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22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vectors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42832" y="1169763"/>
            <a:ext cx="3642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light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60)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2410" y="1379796"/>
            <a:ext cx="38629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65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90)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627" y="1589828"/>
            <a:ext cx="37277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90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100)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5141" y="1799861"/>
            <a:ext cx="40102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95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110)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1099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Draw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diagram.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4204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diagram.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7001" y="3150693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60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904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4485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70666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6477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2228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974" y="3150694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122417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46204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5" y="1699920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5" y="22803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075" y="251825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075" y="275612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686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Equality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5" y="87977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2" y="1171002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82" y="1409354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82" y="1647225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}̸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0055" y="193599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181" y="222722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181" y="246556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181" y="2703433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}̸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7473" y="3150916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16292" y="3150692"/>
            <a:ext cx="1691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0" y="1054545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0" y="120637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08500" y="850900"/>
            <a:ext cx="546100" cy="533400"/>
          </a:xfrm>
          <a:custGeom>
            <a:avLst/>
            <a:gdLst/>
            <a:ahLst/>
            <a:cxnLst/>
            <a:rect l="l" t="t" r="r" b="b"/>
            <a:pathLst>
              <a:path w="43" h="42">
                <a:moveTo>
                  <a:pt x="0" y="42"/>
                </a:moveTo>
                <a:lnTo>
                  <a:pt x="0" y="0"/>
                </a:lnTo>
                <a:lnTo>
                  <a:pt x="43" y="0"/>
                </a:lnTo>
                <a:lnTo>
                  <a:pt x="43" y="42"/>
                </a:lnTo>
                <a:lnTo>
                  <a:pt x="0" y="4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673600" y="1016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5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0690" y="208446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08187" y="238813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693729" y="1986267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693729" y="1710744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20729" y="1986267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51943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4720729" y="1680945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0" y="1651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292600" y="1714500"/>
            <a:ext cx="850900" cy="266700"/>
          </a:xfrm>
          <a:custGeom>
            <a:avLst/>
            <a:gdLst/>
            <a:ahLst/>
            <a:cxnLst/>
            <a:rect l="l" t="t" r="r" b="b"/>
            <a:pathLst>
              <a:path w="67" h="21">
                <a:moveTo>
                  <a:pt x="40" y="21"/>
                </a:moveTo>
                <a:lnTo>
                  <a:pt x="54" y="0"/>
                </a:lnTo>
                <a:lnTo>
                  <a:pt x="67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40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4805834" y="171074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976044" y="171074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295204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330664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366124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401584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3704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47250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0796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4342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7888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1434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649803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685262" y="198626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720723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75618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9164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82710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6256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98022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933481" y="198626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968942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00440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03986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07532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11078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693730" y="2661565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693730" y="238604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720729" y="2661565"/>
            <a:ext cx="485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5194300" y="264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4720729" y="2356242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4699000" y="233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4800600" y="23876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4" y="22"/>
                </a:lnTo>
                <a:lnTo>
                  <a:pt x="27" y="0"/>
                </a:lnTo>
                <a:lnTo>
                  <a:pt x="27" y="0"/>
                </a:lnTo>
                <a:lnTo>
                  <a:pt x="26" y="0"/>
                </a:lnTo>
                <a:lnTo>
                  <a:pt x="25" y="0"/>
                </a:lnTo>
                <a:lnTo>
                  <a:pt x="24" y="0"/>
                </a:lnTo>
                <a:lnTo>
                  <a:pt x="23" y="0"/>
                </a:lnTo>
                <a:lnTo>
                  <a:pt x="22" y="0"/>
                </a:lnTo>
                <a:lnTo>
                  <a:pt x="21" y="0"/>
                </a:lnTo>
                <a:lnTo>
                  <a:pt x="19" y="0"/>
                </a:lnTo>
                <a:lnTo>
                  <a:pt x="18" y="0"/>
                </a:lnTo>
                <a:lnTo>
                  <a:pt x="17" y="0"/>
                </a:lnTo>
                <a:lnTo>
                  <a:pt x="16" y="0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2" y="0"/>
                </a:lnTo>
                <a:lnTo>
                  <a:pt x="10" y="0"/>
                </a:lnTo>
                <a:lnTo>
                  <a:pt x="9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4805832" y="2386041"/>
            <a:ext cx="170206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976038" y="2386041"/>
            <a:ext cx="170207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05832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20016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834200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848384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862567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876751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90935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05119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919302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33486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47670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961854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976038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990221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004405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018589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032773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046957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061140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075324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089508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103692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117875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132059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9993" y="6478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3670" y="796187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7784" y="955458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7784" y="1153197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7783" y="1261236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45723" y="1084800"/>
            <a:ext cx="10396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8624" y="860913"/>
            <a:ext cx="12467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73670" y="1826106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7784" y="2031288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35186" y="2178913"/>
            <a:ext cx="385020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325281" y="2334958"/>
            <a:ext cx="44601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241994" y="2442984"/>
            <a:ext cx="4543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9)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619510" y="1951397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19510" y="1675883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940960" y="1842672"/>
            <a:ext cx="844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59184" y="2133071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49420" y="1553722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19510" y="2626694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619510" y="2351168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23853" y="2447625"/>
            <a:ext cx="8615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259184" y="2808355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49432" y="2229007"/>
            <a:ext cx="1535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639368" y="3150694"/>
            <a:ext cx="146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0" y="119778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510798" y="835759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10798" y="835759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050805" y="835759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510798" y="1375765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559300" y="889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34" h="34">
                <a:moveTo>
                  <a:pt x="34" y="17"/>
                </a:moveTo>
                <a:lnTo>
                  <a:pt x="34" y="14"/>
                </a:lnTo>
                <a:lnTo>
                  <a:pt x="33" y="10"/>
                </a:lnTo>
                <a:lnTo>
                  <a:pt x="32" y="8"/>
                </a:lnTo>
                <a:lnTo>
                  <a:pt x="29" y="5"/>
                </a:lnTo>
                <a:lnTo>
                  <a:pt x="27" y="3"/>
                </a:lnTo>
                <a:lnTo>
                  <a:pt x="24" y="1"/>
                </a:lnTo>
                <a:lnTo>
                  <a:pt x="21" y="0"/>
                </a:lnTo>
                <a:lnTo>
                  <a:pt x="17" y="0"/>
                </a:lnTo>
                <a:lnTo>
                  <a:pt x="14" y="0"/>
                </a:lnTo>
                <a:lnTo>
                  <a:pt x="11" y="1"/>
                </a:lnTo>
                <a:lnTo>
                  <a:pt x="8" y="3"/>
                </a:lnTo>
                <a:lnTo>
                  <a:pt x="5" y="5"/>
                </a:lnTo>
                <a:lnTo>
                  <a:pt x="3" y="8"/>
                </a:lnTo>
                <a:lnTo>
                  <a:pt x="2" y="10"/>
                </a:lnTo>
                <a:lnTo>
                  <a:pt x="1" y="14"/>
                </a:lnTo>
                <a:lnTo>
                  <a:pt x="0" y="17"/>
                </a:lnTo>
                <a:lnTo>
                  <a:pt x="1" y="20"/>
                </a:lnTo>
                <a:lnTo>
                  <a:pt x="2" y="24"/>
                </a:lnTo>
                <a:lnTo>
                  <a:pt x="3" y="27"/>
                </a:lnTo>
                <a:lnTo>
                  <a:pt x="5" y="29"/>
                </a:lnTo>
                <a:lnTo>
                  <a:pt x="8" y="31"/>
                </a:lnTo>
                <a:lnTo>
                  <a:pt x="11" y="33"/>
                </a:lnTo>
                <a:lnTo>
                  <a:pt x="14" y="34"/>
                </a:lnTo>
                <a:lnTo>
                  <a:pt x="17" y="34"/>
                </a:lnTo>
                <a:lnTo>
                  <a:pt x="21" y="34"/>
                </a:lnTo>
                <a:lnTo>
                  <a:pt x="24" y="33"/>
                </a:lnTo>
                <a:lnTo>
                  <a:pt x="27" y="31"/>
                </a:lnTo>
                <a:lnTo>
                  <a:pt x="29" y="29"/>
                </a:lnTo>
                <a:lnTo>
                  <a:pt x="32" y="27"/>
                </a:lnTo>
                <a:lnTo>
                  <a:pt x="33" y="24"/>
                </a:lnTo>
                <a:lnTo>
                  <a:pt x="34" y="20"/>
                </a:lnTo>
                <a:lnTo>
                  <a:pt x="34" y="17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6736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5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0690" y="181068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0690" y="226618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0690" y="241801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693730" y="192689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693730" y="165137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720729" y="1926894"/>
            <a:ext cx="485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5194300" y="190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720729" y="1621571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99000" y="160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800600" y="16510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4" y="20"/>
                </a:lnTo>
                <a:lnTo>
                  <a:pt x="21" y="16"/>
                </a:lnTo>
                <a:lnTo>
                  <a:pt x="17" y="10"/>
                </a:lnTo>
                <a:lnTo>
                  <a:pt x="14" y="0"/>
                </a:lnTo>
                <a:lnTo>
                  <a:pt x="10" y="10"/>
                </a:lnTo>
                <a:lnTo>
                  <a:pt x="7" y="16"/>
                </a:lnTo>
                <a:lnTo>
                  <a:pt x="4" y="20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4805832" y="1651371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976038" y="1651371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05832" y="1909674"/>
            <a:ext cx="42552" cy="172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848384" y="1858013"/>
            <a:ext cx="42551" cy="51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890935" y="1771912"/>
            <a:ext cx="42552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33487" y="1651371"/>
            <a:ext cx="42551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976038" y="1651371"/>
            <a:ext cx="42552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18590" y="1771912"/>
            <a:ext cx="42551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061141" y="1858013"/>
            <a:ext cx="42552" cy="51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103693" y="1909674"/>
            <a:ext cx="42552" cy="172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010080" y="1858013"/>
            <a:ext cx="51061" cy="1377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5061141" y="1734028"/>
            <a:ext cx="85104" cy="551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693730" y="260219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693730" y="2326668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720729" y="2602191"/>
            <a:ext cx="485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51943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4720729" y="2296868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6990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4800600" y="23241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6" y="14"/>
                </a:lnTo>
                <a:lnTo>
                  <a:pt x="24" y="11"/>
                </a:lnTo>
                <a:lnTo>
                  <a:pt x="21" y="7"/>
                </a:lnTo>
                <a:lnTo>
                  <a:pt x="17" y="3"/>
                </a:lnTo>
                <a:lnTo>
                  <a:pt x="14" y="0"/>
                </a:lnTo>
                <a:lnTo>
                  <a:pt x="10" y="3"/>
                </a:lnTo>
                <a:lnTo>
                  <a:pt x="7" y="7"/>
                </a:lnTo>
                <a:lnTo>
                  <a:pt x="4" y="11"/>
                </a:lnTo>
                <a:lnTo>
                  <a:pt x="2" y="14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4805832" y="2326668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976038" y="2326668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805832" y="2504656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827108" y="2464430"/>
            <a:ext cx="21276" cy="402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848384" y="2407396"/>
            <a:ext cx="42551" cy="570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890935" y="2363588"/>
            <a:ext cx="42552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933487" y="2326668"/>
            <a:ext cx="42551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976038" y="2326668"/>
            <a:ext cx="42552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018590" y="2363588"/>
            <a:ext cx="42551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5061141" y="2407396"/>
            <a:ext cx="42552" cy="570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103693" y="2464430"/>
            <a:ext cx="21276" cy="402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124969" y="2504656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010080" y="2464430"/>
            <a:ext cx="51061" cy="275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5061141" y="2381773"/>
            <a:ext cx="85104" cy="256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9993" y="6873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3670" y="939418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7784" y="114461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⊂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45723" y="1072379"/>
            <a:ext cx="10396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43805" y="910149"/>
            <a:ext cx="10415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3670" y="1552332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7784" y="1757513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⊂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7784" y="1909355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7784" y="2061183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27784" y="221301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creates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superset.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7784" y="2364840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7784" y="2516669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27783" y="2668497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⊂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619510" y="1892024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619510" y="1616510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37404" y="1838404"/>
            <a:ext cx="847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8770" y="1700635"/>
            <a:ext cx="63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59184" y="2073698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49432" y="1494349"/>
            <a:ext cx="1535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19510" y="2567321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19510" y="2291795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37404" y="2458584"/>
            <a:ext cx="847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148770" y="2348386"/>
            <a:ext cx="63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59184" y="2748994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49432" y="2169646"/>
            <a:ext cx="1535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4789" y="3150706"/>
            <a:ext cx="1606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3" y="99077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3" y="129444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510798" y="860333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10798" y="860333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50805" y="860333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10798" y="1400339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4584700" y="1016000"/>
            <a:ext cx="215900" cy="228600"/>
          </a:xfrm>
          <a:custGeom>
            <a:avLst/>
            <a:gdLst/>
            <a:ahLst/>
            <a:cxnLst/>
            <a:rect l="l" t="t" r="r" b="b"/>
            <a:pathLst>
              <a:path w="17" h="18">
                <a:moveTo>
                  <a:pt x="17" y="9"/>
                </a:moveTo>
                <a:lnTo>
                  <a:pt x="17" y="7"/>
                </a:lnTo>
                <a:lnTo>
                  <a:pt x="16" y="6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1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6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8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0690" y="202069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0690" y="232436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0690" y="247619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693729" y="2074328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693729" y="179880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720729" y="2074328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5194300" y="205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720729" y="1769005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990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292600" y="18034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472072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89093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9093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06114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72072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90939" y="1798805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976044" y="1798805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6114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295204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330664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366124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401584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43704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47250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50796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54342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57888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61434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649803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685262" y="2074328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720723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75618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79164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82710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86256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898022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933481" y="2074328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968942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500440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03986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7532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11078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693729" y="274962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693729" y="2474102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720729" y="2749625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5194300" y="273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720729" y="2444303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4699000" y="241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4292600" y="2616200"/>
            <a:ext cx="850900" cy="139700"/>
          </a:xfrm>
          <a:custGeom>
            <a:avLst/>
            <a:gdLst/>
            <a:ahLst/>
            <a:cxnLst/>
            <a:rect l="l" t="t" r="r" b="b"/>
            <a:pathLst>
              <a:path w="67" h="11">
                <a:moveTo>
                  <a:pt x="47" y="11"/>
                </a:moveTo>
                <a:lnTo>
                  <a:pt x="54" y="0"/>
                </a:lnTo>
                <a:lnTo>
                  <a:pt x="61" y="11"/>
                </a:lnTo>
                <a:lnTo>
                  <a:pt x="67" y="11"/>
                </a:lnTo>
                <a:lnTo>
                  <a:pt x="64" y="11"/>
                </a:lnTo>
                <a:lnTo>
                  <a:pt x="62" y="11"/>
                </a:lnTo>
                <a:lnTo>
                  <a:pt x="59" y="11"/>
                </a:lnTo>
                <a:lnTo>
                  <a:pt x="56" y="11"/>
                </a:lnTo>
                <a:lnTo>
                  <a:pt x="53" y="11"/>
                </a:lnTo>
                <a:lnTo>
                  <a:pt x="50" y="11"/>
                </a:lnTo>
                <a:lnTo>
                  <a:pt x="48" y="11"/>
                </a:lnTo>
                <a:lnTo>
                  <a:pt x="45" y="11"/>
                </a:lnTo>
                <a:lnTo>
                  <a:pt x="42" y="11"/>
                </a:lnTo>
                <a:lnTo>
                  <a:pt x="39" y="11"/>
                </a:lnTo>
                <a:lnTo>
                  <a:pt x="37" y="11"/>
                </a:lnTo>
                <a:lnTo>
                  <a:pt x="34" y="11"/>
                </a:lnTo>
                <a:lnTo>
                  <a:pt x="31" y="11"/>
                </a:lnTo>
                <a:lnTo>
                  <a:pt x="28" y="11"/>
                </a:lnTo>
                <a:lnTo>
                  <a:pt x="25" y="11"/>
                </a:lnTo>
                <a:lnTo>
                  <a:pt x="23" y="11"/>
                </a:lnTo>
                <a:lnTo>
                  <a:pt x="20" y="11"/>
                </a:lnTo>
                <a:lnTo>
                  <a:pt x="17" y="11"/>
                </a:lnTo>
                <a:lnTo>
                  <a:pt x="14" y="11"/>
                </a:lnTo>
                <a:lnTo>
                  <a:pt x="11" y="11"/>
                </a:lnTo>
                <a:lnTo>
                  <a:pt x="9" y="11"/>
                </a:lnTo>
                <a:lnTo>
                  <a:pt x="6" y="11"/>
                </a:lnTo>
                <a:lnTo>
                  <a:pt x="3" y="11"/>
                </a:lnTo>
                <a:lnTo>
                  <a:pt x="0" y="11"/>
                </a:lnTo>
                <a:lnTo>
                  <a:pt x="47" y="1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4890939" y="2611864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76044" y="2611864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295204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330664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366124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401584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43704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47250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50796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54342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57888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61434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649803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685262" y="2749625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720723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75618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79164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82710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86256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898022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933481" y="2749625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968942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500440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503986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507532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11078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9993" y="5891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(AND)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3673" y="732420"/>
            <a:ext cx="54117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7787" y="937601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contains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those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7787" y="1089430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both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7787" y="1241271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7787" y="1393100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35715" y="1096953"/>
            <a:ext cx="949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53813" y="1096953"/>
            <a:ext cx="113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73670" y="1762339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7784" y="1967520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weakest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7784" y="211936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intersection.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7784" y="2271671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∩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min(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7784" y="2423019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7784" y="2574847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7783" y="2726676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19510" y="2039458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19510" y="1763944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259184" y="2221132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249420" y="1641783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19510" y="2714755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19510" y="2439229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259184" y="2896429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49420" y="2317080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623811" y="3150706"/>
            <a:ext cx="161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1" y="105150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1" y="1203350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510798" y="845157"/>
            <a:ext cx="0" cy="5400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10798" y="845157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50805" y="845157"/>
            <a:ext cx="0" cy="5400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10798" y="1385164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45847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7625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6" y="4"/>
                </a:lnTo>
                <a:lnTo>
                  <a:pt x="15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9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3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9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5" y="15"/>
                </a:lnTo>
                <a:lnTo>
                  <a:pt x="16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5847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0690" y="192959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10690" y="223326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0690" y="23850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693729" y="1983232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693729" y="1707708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20729" y="1983232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1943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4720729" y="1677909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46990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292600" y="1701800"/>
            <a:ext cx="939800" cy="279400"/>
          </a:xfrm>
          <a:custGeom>
            <a:avLst/>
            <a:gdLst/>
            <a:ahLst/>
            <a:cxnLst/>
            <a:rect l="l" t="t" r="r" b="b"/>
            <a:pathLst>
              <a:path w="74" h="22">
                <a:moveTo>
                  <a:pt x="34" y="22"/>
                </a:moveTo>
                <a:lnTo>
                  <a:pt x="47" y="0"/>
                </a:lnTo>
                <a:lnTo>
                  <a:pt x="54" y="11"/>
                </a:lnTo>
                <a:lnTo>
                  <a:pt x="61" y="0"/>
                </a:lnTo>
                <a:lnTo>
                  <a:pt x="74" y="22"/>
                </a:lnTo>
                <a:lnTo>
                  <a:pt x="67" y="22"/>
                </a:lnTo>
                <a:lnTo>
                  <a:pt x="64" y="22"/>
                </a:lnTo>
                <a:lnTo>
                  <a:pt x="62" y="22"/>
                </a:lnTo>
                <a:lnTo>
                  <a:pt x="59" y="22"/>
                </a:lnTo>
                <a:lnTo>
                  <a:pt x="56" y="22"/>
                </a:lnTo>
                <a:lnTo>
                  <a:pt x="53" y="22"/>
                </a:lnTo>
                <a:lnTo>
                  <a:pt x="50" y="22"/>
                </a:lnTo>
                <a:lnTo>
                  <a:pt x="48" y="22"/>
                </a:lnTo>
                <a:lnTo>
                  <a:pt x="45" y="22"/>
                </a:lnTo>
                <a:lnTo>
                  <a:pt x="42" y="22"/>
                </a:lnTo>
                <a:lnTo>
                  <a:pt x="39" y="22"/>
                </a:lnTo>
                <a:lnTo>
                  <a:pt x="37" y="22"/>
                </a:lnTo>
                <a:lnTo>
                  <a:pt x="34" y="22"/>
                </a:lnTo>
                <a:lnTo>
                  <a:pt x="31" y="22"/>
                </a:lnTo>
                <a:lnTo>
                  <a:pt x="28" y="22"/>
                </a:lnTo>
                <a:lnTo>
                  <a:pt x="25" y="22"/>
                </a:lnTo>
                <a:lnTo>
                  <a:pt x="23" y="22"/>
                </a:lnTo>
                <a:lnTo>
                  <a:pt x="20" y="22"/>
                </a:lnTo>
                <a:lnTo>
                  <a:pt x="17" y="22"/>
                </a:lnTo>
                <a:lnTo>
                  <a:pt x="14" y="22"/>
                </a:lnTo>
                <a:lnTo>
                  <a:pt x="11" y="22"/>
                </a:lnTo>
                <a:lnTo>
                  <a:pt x="9" y="22"/>
                </a:lnTo>
                <a:lnTo>
                  <a:pt x="6" y="22"/>
                </a:lnTo>
                <a:lnTo>
                  <a:pt x="3" y="22"/>
                </a:lnTo>
                <a:lnTo>
                  <a:pt x="0" y="22"/>
                </a:lnTo>
                <a:lnTo>
                  <a:pt x="34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472072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89093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89093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06114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72072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890939" y="1707708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76044" y="1707708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06114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95204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330664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66124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401584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3704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47250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50796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54342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57888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61434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649803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685262" y="1983232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720723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75618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79164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82710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86256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898022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933481" y="1983232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968942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0440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3986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07532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11078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693729" y="265852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693729" y="2383006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720729" y="2658529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5194300" y="264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4720729" y="2353206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46990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4292600" y="23876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4720729" y="2383006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890939" y="2383006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976044" y="2383006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061149" y="2383006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295204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330664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366124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401584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43704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47250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50796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54342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7888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61434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649803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685262" y="265852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720723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75618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79164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82710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86256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898022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933481" y="265852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968942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500440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03986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07532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11078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993" y="6498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(OR)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73672" y="793152"/>
            <a:ext cx="54117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7786" y="998333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both)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set(s)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included.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7786" y="1150174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7785" y="1302003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835715" y="1081765"/>
            <a:ext cx="949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53813" y="1081765"/>
            <a:ext cx="113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73670" y="1671242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7784" y="1876424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strongest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7784" y="202825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union.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7784" y="2180574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∪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max(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27784" y="233192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27784" y="2483751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27783" y="2635579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9510" y="1948361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19510" y="1672848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259184" y="2130035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249420" y="1550686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19510" y="2623659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19510" y="2348132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259184" y="2805320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49420" y="2225971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23950" y="3150694"/>
            <a:ext cx="1614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discourse,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39860" y="779815"/>
            <a:ext cx="35455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5733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2722" y="1326893"/>
            <a:ext cx="43226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55291" y="1516682"/>
            <a:ext cx="43301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58123" y="1706470"/>
            <a:ext cx="43272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4" y="2118866"/>
            <a:ext cx="542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14" y="2391173"/>
            <a:ext cx="53159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4" y="2618783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6" y="2846379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281" y="3150693"/>
            <a:ext cx="1621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02 Fuzzy Logic and Fuzzy Sets - handout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2 uses scikit-fuzzy to build and evaluate Mamdani control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physical-AI extension applies fuzzy brake/throttle logic to a simulated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updated solution checks optional dependencies and supports a standalone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Fuzzy Logic and Fuzzy Sets - handout</dc:title>
  <dc:subject>Editable objects converted from 02 Fuzzy Logic and Fuzzy Sets - handout.pdf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