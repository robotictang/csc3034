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5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6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6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6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6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6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7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7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7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7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7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7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7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7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8-7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059" y="0"/>
            <a:ext cx="9713881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09 Hybrid Intelligence Systems - handout</dc:title>
  <dc:subject>Converted from 09 Hybrid Intelligence Systems - handout.pdf; 79 pages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