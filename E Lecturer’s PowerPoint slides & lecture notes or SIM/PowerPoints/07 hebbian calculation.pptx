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39" y="0"/>
            <a:ext cx="5303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39" y="0"/>
            <a:ext cx="5303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39" y="0"/>
            <a:ext cx="5303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39" y="0"/>
            <a:ext cx="5303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39" y="0"/>
            <a:ext cx="5303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39" y="0"/>
            <a:ext cx="5303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39" y="0"/>
            <a:ext cx="5303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39" y="0"/>
            <a:ext cx="5303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39" y="0"/>
            <a:ext cx="5303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3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hebbian calculation</dc:title>
  <dc:subject>Converted from 07 hebbian calculation.pdf; 10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