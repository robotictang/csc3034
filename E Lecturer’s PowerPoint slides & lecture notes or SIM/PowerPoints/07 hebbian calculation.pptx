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3659" y="3272832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3659" y="3632836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3659" y="3992840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3659" y="4352845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3659" y="4712849"/>
            <a:ext cx="180001" cy="180002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32895" y="3362832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2146300" y="334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032895" y="3722837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146300" y="3708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032895" y="4082841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2146300" y="406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032895" y="4442845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2146300" y="441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032895" y="4802850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2146300" y="4787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376192" y="3362832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870200" y="334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376192" y="3409089"/>
            <a:ext cx="522088" cy="2610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2870200" y="3644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376134" y="3455363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2895600" y="397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345294" y="3455363"/>
            <a:ext cx="593014" cy="8894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2908300" y="4318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329854" y="3455363"/>
            <a:ext cx="621121" cy="124209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2921000" y="4673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2376192" y="3415526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870200" y="340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376192" y="3722837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2870200" y="3708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376192" y="3769094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2870200" y="400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376134" y="3815368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895600" y="4330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345294" y="3815368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2908300" y="4686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376134" y="3446154"/>
            <a:ext cx="544211" cy="5441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2895600" y="342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376192" y="3775531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2870200" y="3759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376192" y="4082841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2870200" y="406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376192" y="4129098"/>
            <a:ext cx="522088" cy="2610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2870200" y="4368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376134" y="4175373"/>
            <a:ext cx="544211" cy="5441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2895600" y="469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345294" y="3460873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908300" y="344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2376134" y="3806158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2895600" y="3784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1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2376192" y="4135535"/>
            <a:ext cx="522088" cy="2610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2870200" y="4127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2376192" y="4442845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2870200" y="441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376192" y="4489103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2870200" y="4724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2329854" y="3468221"/>
            <a:ext cx="621121" cy="1242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2921000" y="3441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2345294" y="3820878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2908300" y="3797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376134" y="4166163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895600" y="4152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2376192" y="4495540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870200" y="4483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376192" y="4802850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870200" y="4787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3096201" y="3362832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3213100" y="334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3096201" y="3722837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3213100" y="3708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096201" y="4082841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3213100" y="406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3096201" y="4442845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3213100" y="441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3096201" y="4802850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3213100" y="4787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2762859" y="5751245"/>
            <a:ext cx="223713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762859" y="5908128"/>
            <a:ext cx="223713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762859" y="6672350"/>
            <a:ext cx="223713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092007" y="2072242"/>
            <a:ext cx="5705792" cy="3388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1" b="0">
                <a:solidFill>
                  <a:srgbClr val="000000"/>
                </a:solidFill>
                <a:latin typeface="Cambria Math"/>
              </a:rPr>
              <a:t>Further</a:t>
            </a:r>
            <a:r>
              <a:rPr sz="1721" b="0">
                <a:solidFill>
                  <a:srgbClr val="000000"/>
                </a:solidFill>
                <a:latin typeface="Cambria Math"/>
              </a:rPr>
              <a:t> </a:t>
            </a:r>
            <a:r>
              <a:rPr sz="1721" b="0">
                <a:solidFill>
                  <a:srgbClr val="000000"/>
                </a:solidFill>
                <a:latin typeface="Cambria Math"/>
              </a:rPr>
              <a:t>explanation</a:t>
            </a:r>
            <a:r>
              <a:rPr sz="1721" b="0">
                <a:solidFill>
                  <a:srgbClr val="000000"/>
                </a:solidFill>
                <a:latin typeface="Cambria Math"/>
              </a:rPr>
              <a:t> </a:t>
            </a:r>
            <a:r>
              <a:rPr sz="1721" b="0">
                <a:solidFill>
                  <a:srgbClr val="000000"/>
                </a:solidFill>
                <a:latin typeface="Cambria Math"/>
              </a:rPr>
              <a:t>on</a:t>
            </a:r>
            <a:r>
              <a:rPr sz="1721" b="0">
                <a:solidFill>
                  <a:srgbClr val="000000"/>
                </a:solidFill>
                <a:latin typeface="Cambria Math"/>
              </a:rPr>
              <a:t> </a:t>
            </a:r>
            <a:r>
              <a:rPr sz="1721" b="0">
                <a:solidFill>
                  <a:srgbClr val="000000"/>
                </a:solidFill>
                <a:latin typeface="Cambria Math"/>
              </a:rPr>
              <a:t>Hebbian</a:t>
            </a:r>
            <a:r>
              <a:rPr sz="1721" b="0">
                <a:solidFill>
                  <a:srgbClr val="000000"/>
                </a:solidFill>
                <a:latin typeface="Cambria Math"/>
              </a:rPr>
              <a:t> </a:t>
            </a:r>
            <a:r>
              <a:rPr sz="1721" b="0">
                <a:solidFill>
                  <a:srgbClr val="000000"/>
                </a:solidFill>
                <a:latin typeface="Cambria Math"/>
              </a:rPr>
              <a:t>network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09886" y="2350601"/>
            <a:ext cx="4387913" cy="3388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1" b="0">
                <a:solidFill>
                  <a:srgbClr val="000000"/>
                </a:solidFill>
                <a:latin typeface="Cambria Math"/>
              </a:rPr>
              <a:t>calculation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51872" y="2769535"/>
            <a:ext cx="4445927" cy="235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000000"/>
                </a:solidFill>
                <a:latin typeface="Cambria Math"/>
              </a:rPr>
              <a:t>Richard</a:t>
            </a:r>
            <a:r>
              <a:rPr sz="1195" b="0">
                <a:solidFill>
                  <a:srgbClr val="000000"/>
                </a:solidFill>
                <a:latin typeface="Cambria Math"/>
              </a:rPr>
              <a:t> </a:t>
            </a:r>
            <a:r>
              <a:rPr sz="1195" b="0">
                <a:solidFill>
                  <a:srgbClr val="000000"/>
                </a:solidFill>
                <a:latin typeface="Cambria Math"/>
              </a:rPr>
              <a:t>W.T.K.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59114" y="3281704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59114" y="3641698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59114" y="4001705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59114" y="4361699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59114" y="4721706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52027" y="3304716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52027" y="3664723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52027" y="4024717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52027" y="4384724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52027" y="4744718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72028" y="3304716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72028" y="3664723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72028" y="4024717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972028" y="4384724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72028" y="4744718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04260" y="3278885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04260" y="3638891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04260" y="3998886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04260" y="4358893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04260" y="4718887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77322" y="3432301"/>
            <a:ext cx="40204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Training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data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62323" y="3782704"/>
            <a:ext cx="393547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498" b="0">
                <a:solidFill>
                  <a:srgbClr val="000000"/>
                </a:solidFill>
                <a:latin typeface="Cambria Math"/>
              </a:rPr>
              <a:t>1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29963" y="3588264"/>
            <a:ext cx="366783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29963" y="3743381"/>
            <a:ext cx="366783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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98137" y="3578374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98137" y="3679593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98137" y="3780812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98137" y="3882031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98137" y="3983250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48581" y="3588264"/>
            <a:ext cx="354921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48581" y="3743381"/>
            <a:ext cx="354921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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38611" y="3782704"/>
            <a:ext cx="315918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498" b="0">
                <a:solidFill>
                  <a:srgbClr val="000000"/>
                </a:solidFill>
                <a:latin typeface="Cambria Math"/>
              </a:rPr>
              <a:t>2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06238" y="3588263"/>
            <a:ext cx="289156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906238" y="3743381"/>
            <a:ext cx="289156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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974424" y="3578373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974424" y="3679592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974424" y="3780811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974424" y="3882030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974424" y="3983249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24856" y="3588263"/>
            <a:ext cx="2772943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4856" y="3743381"/>
            <a:ext cx="2772943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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14886" y="3782703"/>
            <a:ext cx="2382913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498" b="0">
                <a:solidFill>
                  <a:srgbClr val="000000"/>
                </a:solidFill>
                <a:latin typeface="Cambria Math"/>
              </a:rPr>
              <a:t>3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82526" y="3588263"/>
            <a:ext cx="2115273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82526" y="3743381"/>
            <a:ext cx="2115273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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750699" y="3578373"/>
            <a:ext cx="204710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50699" y="3679592"/>
            <a:ext cx="204710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750699" y="3780811"/>
            <a:ext cx="204710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750699" y="3882030"/>
            <a:ext cx="204710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750699" y="3983249"/>
            <a:ext cx="204710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801143" y="3588263"/>
            <a:ext cx="199665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801143" y="3743381"/>
            <a:ext cx="199665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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62323" y="4440639"/>
            <a:ext cx="393547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498" b="0">
                <a:solidFill>
                  <a:srgbClr val="000000"/>
                </a:solidFill>
                <a:latin typeface="Cambria Math"/>
              </a:rPr>
              <a:t>4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29963" y="4246199"/>
            <a:ext cx="366783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129963" y="4401317"/>
            <a:ext cx="366783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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98137" y="4236296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98137" y="4337515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198137" y="4438747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98137" y="4539966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98137" y="4641185"/>
            <a:ext cx="359966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248581" y="4246199"/>
            <a:ext cx="354921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248581" y="4401317"/>
            <a:ext cx="354921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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638611" y="4440639"/>
            <a:ext cx="315918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498" b="0">
                <a:solidFill>
                  <a:srgbClr val="000000"/>
                </a:solidFill>
                <a:latin typeface="Cambria Math"/>
              </a:rPr>
              <a:t>5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906238" y="4246198"/>
            <a:ext cx="289156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06238" y="4401316"/>
            <a:ext cx="289156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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974424" y="4236296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974424" y="4337527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974424" y="4438746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74424" y="4539965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974424" y="4641184"/>
            <a:ext cx="282337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24856" y="4246198"/>
            <a:ext cx="2772943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024856" y="4401316"/>
            <a:ext cx="2772943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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888642" y="5030556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means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there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are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five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(5)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sets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training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data.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first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set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training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698853" y="5182384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data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0;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second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set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training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698853" y="5334213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data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1,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0, 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1.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Alternatively the training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698853" y="5486041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data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presented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table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form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follows.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38767" y="5761163"/>
            <a:ext cx="49590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Data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set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no.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671379" y="5761163"/>
            <a:ext cx="4126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952290" y="5761163"/>
            <a:ext cx="38455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233189" y="5761163"/>
            <a:ext cx="35646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14100" y="5761163"/>
            <a:ext cx="32836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94999" y="5761163"/>
            <a:ext cx="30028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996450" y="5918059"/>
            <a:ext cx="48013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704263" y="5918059"/>
            <a:ext cx="40935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985148" y="5918059"/>
            <a:ext cx="3812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266160" y="5918059"/>
            <a:ext cx="35316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47046" y="5918059"/>
            <a:ext cx="32507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827931" y="5918059"/>
            <a:ext cx="29698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996450" y="6069887"/>
            <a:ext cx="48013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704263" y="6069887"/>
            <a:ext cx="40935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985148" y="6069887"/>
            <a:ext cx="3812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266160" y="6069887"/>
            <a:ext cx="35316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547046" y="6069887"/>
            <a:ext cx="32507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827931" y="6069887"/>
            <a:ext cx="29698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996450" y="6221715"/>
            <a:ext cx="48013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704263" y="6221715"/>
            <a:ext cx="40935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985148" y="6221715"/>
            <a:ext cx="3812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266160" y="6221715"/>
            <a:ext cx="35316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547046" y="6221715"/>
            <a:ext cx="32507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27931" y="6221715"/>
            <a:ext cx="29698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996450" y="6373557"/>
            <a:ext cx="48013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704263" y="6373557"/>
            <a:ext cx="40935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985148" y="6373557"/>
            <a:ext cx="3812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266160" y="6373557"/>
            <a:ext cx="35316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547046" y="6373557"/>
            <a:ext cx="32507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827931" y="6373557"/>
            <a:ext cx="29698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996450" y="6525385"/>
            <a:ext cx="48013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704263" y="6525385"/>
            <a:ext cx="40935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985148" y="6525385"/>
            <a:ext cx="3812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266160" y="6525385"/>
            <a:ext cx="35316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547046" y="6525385"/>
            <a:ext cx="32507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827931" y="6525385"/>
            <a:ext cx="29698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849789" y="8824581"/>
            <a:ext cx="39480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3659" y="2228803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3659" y="2588807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3659" y="2948812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3659" y="3308816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3659" y="3668821"/>
            <a:ext cx="180001" cy="180002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32895" y="2318804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2146300" y="2298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032895" y="2678808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146300" y="2654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032895" y="3038813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2146300" y="3022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032895" y="3398817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2146300" y="337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032895" y="3758822"/>
            <a:ext cx="13292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2146300" y="3733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376192" y="2318804"/>
            <a:ext cx="486866" cy="0"/>
          </a:xfrm>
          <a:prstGeom prst="line">
            <a:avLst/>
          </a:prstGeom>
          <a:ln w="2024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832100" y="2286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0"/>
                </a:lnTo>
                <a:lnTo>
                  <a:pt x="2" y="3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376192" y="2365061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2870200" y="260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376134" y="2411335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2895600" y="2933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345294" y="2411335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2908300" y="3276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329854" y="2411335"/>
            <a:ext cx="621121" cy="1242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2921000" y="3632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3" y="0"/>
                </a:lnTo>
                <a:lnTo>
                  <a:pt x="2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2376192" y="2371498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870200" y="2362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376192" y="2678808"/>
            <a:ext cx="486866" cy="0"/>
          </a:xfrm>
          <a:prstGeom prst="line">
            <a:avLst/>
          </a:prstGeom>
          <a:ln w="2024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2832100" y="2641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0"/>
                </a:lnTo>
                <a:lnTo>
                  <a:pt x="2" y="3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376192" y="2725065"/>
            <a:ext cx="522088" cy="2610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2870200" y="2959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376134" y="2771340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895600" y="3289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345294" y="2771340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2908300" y="3632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376134" y="2402125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2895600" y="238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376192" y="2731502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2870200" y="271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376192" y="3038813"/>
            <a:ext cx="486866" cy="0"/>
          </a:xfrm>
          <a:prstGeom prst="line">
            <a:avLst/>
          </a:prstGeom>
          <a:ln w="2024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2832100" y="2997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0"/>
                </a:lnTo>
                <a:lnTo>
                  <a:pt x="2" y="3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376192" y="3085070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2870200" y="3327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2"/>
                </a:moveTo>
                <a:lnTo>
                  <a:pt x="2" y="0"/>
                </a:lnTo>
                <a:lnTo>
                  <a:pt x="2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376134" y="3131344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2895600" y="3644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345294" y="2416845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908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2376134" y="2762130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2895600" y="2743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2376192" y="3091507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2870200" y="308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0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2376192" y="3398817"/>
            <a:ext cx="486866" cy="0"/>
          </a:xfrm>
          <a:prstGeom prst="line">
            <a:avLst/>
          </a:prstGeom>
          <a:ln w="2024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2832100" y="3365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0"/>
                </a:lnTo>
                <a:lnTo>
                  <a:pt x="2" y="3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376192" y="3445074"/>
            <a:ext cx="522088" cy="2610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2870200" y="368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2329854" y="2424192"/>
            <a:ext cx="621121" cy="1242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2921000" y="2400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2345294" y="2776849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2908300" y="2755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376134" y="3122134"/>
            <a:ext cx="544211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895600" y="3098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2376192" y="3451511"/>
            <a:ext cx="522088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870200" y="3441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376192" y="3758822"/>
            <a:ext cx="486866" cy="0"/>
          </a:xfrm>
          <a:prstGeom prst="line">
            <a:avLst/>
          </a:prstGeom>
          <a:ln w="2024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832100" y="3721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0"/>
                </a:lnTo>
                <a:lnTo>
                  <a:pt x="2" y="3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3096201" y="2318804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3213100" y="2298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3096201" y="2678808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3213100" y="2654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096201" y="3038813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3213100" y="3022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3096201" y="3398817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3213100" y="337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3096201" y="3758822"/>
            <a:ext cx="13806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3213100" y="3733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98853" y="1569123"/>
            <a:ext cx="6098946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06401" y="1569123"/>
            <a:ext cx="5791398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Initialisation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59114" y="2237662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59114" y="2597669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59114" y="2957663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59114" y="3317657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59114" y="3677665"/>
            <a:ext cx="5938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52027" y="2260688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52027" y="2620681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52027" y="2980689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52027" y="3340682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52027" y="3700690"/>
            <a:ext cx="5545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72028" y="2260688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72028" y="2620681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72028" y="2980689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72028" y="3340682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72028" y="3700690"/>
            <a:ext cx="4825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04260" y="2234855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04260" y="2594849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04260" y="2954857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04260" y="3314851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04260" y="3674858"/>
            <a:ext cx="4493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99433" y="2370555"/>
            <a:ext cx="38983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80457" y="1856853"/>
            <a:ext cx="26173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48314" y="2008681"/>
            <a:ext cx="30494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63406" y="2008681"/>
            <a:ext cx="28343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78498" y="2008681"/>
            <a:ext cx="2619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93590" y="2008681"/>
            <a:ext cx="24042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08683" y="2008681"/>
            <a:ext cx="21891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63960" y="2188227"/>
            <a:ext cx="313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63960" y="2410921"/>
            <a:ext cx="313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71946" y="2188226"/>
            <a:ext cx="21258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71946" y="2410920"/>
            <a:ext cx="21258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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37799" y="2464178"/>
            <a:ext cx="34600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33226" y="2160522"/>
            <a:ext cx="32645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48319" y="2160522"/>
            <a:ext cx="30494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963411" y="2160522"/>
            <a:ext cx="28343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78503" y="2160522"/>
            <a:ext cx="26192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93595" y="2160522"/>
            <a:ext cx="2404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08688" y="2160522"/>
            <a:ext cx="21891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33226" y="2312350"/>
            <a:ext cx="32645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48319" y="2312350"/>
            <a:ext cx="30494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963411" y="2312350"/>
            <a:ext cx="28343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78503" y="2312350"/>
            <a:ext cx="26192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3595" y="2312350"/>
            <a:ext cx="2404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08688" y="2312350"/>
            <a:ext cx="21891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33226" y="2464179"/>
            <a:ext cx="32645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48319" y="2464179"/>
            <a:ext cx="30494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63411" y="2464179"/>
            <a:ext cx="28343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78503" y="2464179"/>
            <a:ext cx="26192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93595" y="2464179"/>
            <a:ext cx="2404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08688" y="2464179"/>
            <a:ext cx="21891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33226" y="2616008"/>
            <a:ext cx="32645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748319" y="2616008"/>
            <a:ext cx="30494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963411" y="2616008"/>
            <a:ext cx="28343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78503" y="2616008"/>
            <a:ext cx="26192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393595" y="2616008"/>
            <a:ext cx="2404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08688" y="2616008"/>
            <a:ext cx="21891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33226" y="2767837"/>
            <a:ext cx="32645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48319" y="2767837"/>
            <a:ext cx="30494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963411" y="2767837"/>
            <a:ext cx="28343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178503" y="2767837"/>
            <a:ext cx="26192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393595" y="2767837"/>
            <a:ext cx="2404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608688" y="2767837"/>
            <a:ext cx="21891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424273" y="3408057"/>
            <a:ext cx="33735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711306" y="3073912"/>
            <a:ext cx="30864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11306" y="3296594"/>
            <a:ext cx="30864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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147119" y="3073912"/>
            <a:ext cx="26506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147119" y="3296594"/>
            <a:ext cx="26506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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95659" y="3046196"/>
            <a:ext cx="30021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0.4940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95659" y="3198024"/>
            <a:ext cx="30021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0.2661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95659" y="3349853"/>
            <a:ext cx="30021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0.0907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795659" y="3501694"/>
            <a:ext cx="30021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0.9478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795659" y="3653523"/>
            <a:ext cx="30021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0.0737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617758" y="3931881"/>
            <a:ext cx="3180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α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89145" y="4083710"/>
            <a:ext cx="3208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ϕ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888642" y="4356302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 weights are presented in matrix form.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 the notation 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is the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698853" y="4508131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input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number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number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698853" y="4659959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going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from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From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matrix,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seen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that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only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698853" y="4811787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are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initialised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have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value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rest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698853" y="4963628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have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value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88642" y="5115457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Thresholds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are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also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presented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form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shown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neu-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698853" y="5267285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rons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have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threshold,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only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five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have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threshold.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Therefore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698853" y="5419113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threshold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has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only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five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values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Threshold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698853" y="5570942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4940,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threshold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2661,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698853" y="5722770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on.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888642" y="5874611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learning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rate,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α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set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forgetting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factor,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ϕ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set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698854" y="6249503"/>
            <a:ext cx="609894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006402" y="6249503"/>
            <a:ext cx="5791397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Iteration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 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1: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 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Activation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698854" y="6570140"/>
            <a:ext cx="6098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In the first iteration the first set of training data,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is used to train the network.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698853" y="6721968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have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543454" y="6992034"/>
            <a:ext cx="52543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543454" y="7143874"/>
            <a:ext cx="52543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543454" y="7295703"/>
            <a:ext cx="52543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543454" y="7447532"/>
            <a:ext cx="52543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543454" y="7599360"/>
            <a:ext cx="52543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825011" y="7319808"/>
            <a:ext cx="39727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or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757737" y="7296961"/>
            <a:ext cx="30400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088026" y="6981790"/>
            <a:ext cx="27097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088026" y="7204471"/>
            <a:ext cx="27097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172379" y="6992034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172379" y="7143875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172379" y="7295704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172379" y="7447532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172379" y="7599360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235638" y="6981790"/>
            <a:ext cx="25621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235638" y="7204471"/>
            <a:ext cx="25621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888642" y="7871953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activate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neurons,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698853" y="8023782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formula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140239" y="8245384"/>
            <a:ext cx="46575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649915" y="8157962"/>
            <a:ext cx="41478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824248" y="8116896"/>
            <a:ext cx="397355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764139" y="8216154"/>
            <a:ext cx="40336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773563" y="8424337"/>
            <a:ext cx="402423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967987" y="8243744"/>
            <a:ext cx="38298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529466" y="8157962"/>
            <a:ext cx="32683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849787" y="8824580"/>
            <a:ext cx="39480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88642" y="1612632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first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42604" y="1997137"/>
            <a:ext cx="59551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6830" y="1868649"/>
            <a:ext cx="54209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6995" y="1967920"/>
            <a:ext cx="53208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6418" y="2176091"/>
            <a:ext cx="531138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0843" y="1995497"/>
            <a:ext cx="51169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9218" y="1871755"/>
            <a:ext cx="45485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6541" y="2314331"/>
            <a:ext cx="5801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6541" y="2504119"/>
            <a:ext cx="5801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(0(1) + 0(0) + 0(0) + 0(0) + 0(0)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4940) 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4940)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8642" y="2776967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second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2604" y="3161472"/>
            <a:ext cx="59551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830" y="3032984"/>
            <a:ext cx="54209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994" y="3132255"/>
            <a:ext cx="5320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6418" y="3340426"/>
            <a:ext cx="531138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0842" y="3159832"/>
            <a:ext cx="51169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9218" y="3036090"/>
            <a:ext cx="45485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6541" y="3478666"/>
            <a:ext cx="5801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6541" y="3668455"/>
            <a:ext cx="5801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(0(0) + 0(1) + 0(0) + 0(0) + 0(0)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2661) 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2661)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8641" y="3941290"/>
            <a:ext cx="59091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third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2604" y="4325808"/>
            <a:ext cx="59551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6829" y="4197320"/>
            <a:ext cx="54209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6994" y="4296591"/>
            <a:ext cx="5320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6417" y="4504762"/>
            <a:ext cx="531138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0841" y="4324169"/>
            <a:ext cx="5116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9217" y="4200426"/>
            <a:ext cx="45485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6540" y="4643002"/>
            <a:ext cx="58012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6552" y="4832791"/>
            <a:ext cx="58012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(0(0) + 0(0) + 0(1) + 0(0) + 0(0)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0907) 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0907) =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8653" y="5105626"/>
            <a:ext cx="59091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fourth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42603" y="5490144"/>
            <a:ext cx="5955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6828" y="5361656"/>
            <a:ext cx="54209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76993" y="5460927"/>
            <a:ext cx="53208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6416" y="5669098"/>
            <a:ext cx="5311383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0841" y="5488504"/>
            <a:ext cx="5116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9216" y="5364762"/>
            <a:ext cx="45485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6552" y="5807338"/>
            <a:ext cx="58012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6552" y="5997126"/>
            <a:ext cx="58012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(0(0) + 0(0) + 0(0) + 0(1) + 0(0)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9478) 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9478) =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88653" y="6269962"/>
            <a:ext cx="59091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fifth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2616" y="6654480"/>
            <a:ext cx="59551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6828" y="6525992"/>
            <a:ext cx="54209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76993" y="6625249"/>
            <a:ext cx="53208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86417" y="6833434"/>
            <a:ext cx="531138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80841" y="6652840"/>
            <a:ext cx="5116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9217" y="6529098"/>
            <a:ext cx="45485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96552" y="6971661"/>
            <a:ext cx="58012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96552" y="7161449"/>
            <a:ext cx="58012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 (0(0) + 0(0) + 0(0) + 0(0) + 0(5)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0737) = step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0737) =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88653" y="7434298"/>
            <a:ext cx="59091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These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calculations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value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presented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8864" y="7586126"/>
            <a:ext cx="60989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matrix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operation.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0403" y="8009163"/>
            <a:ext cx="45073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07394" y="7997649"/>
            <a:ext cx="39904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_x0000_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65383" y="7956929"/>
            <a:ext cx="39324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14467" y="7997649"/>
            <a:ext cx="33833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_x0001_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88653" y="8247263"/>
            <a:ext cx="59091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matrix,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transpose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matrix,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98864" y="8445003"/>
            <a:ext cx="60989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meaning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row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columns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are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switched.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9800" y="8824579"/>
            <a:ext cx="39479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96692" y="2146844"/>
            <a:ext cx="49011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2457" y="1831674"/>
            <a:ext cx="45953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457" y="2054356"/>
            <a:ext cx="45953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6811" y="1841918"/>
            <a:ext cx="4510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118" y="1841918"/>
            <a:ext cx="4186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5425" y="1841918"/>
            <a:ext cx="38623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9719" y="1841918"/>
            <a:ext cx="353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027" y="1841918"/>
            <a:ext cx="3213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6811" y="1993747"/>
            <a:ext cx="4510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118" y="1993747"/>
            <a:ext cx="4186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5425" y="1993747"/>
            <a:ext cx="38623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9719" y="1993747"/>
            <a:ext cx="353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027" y="1993747"/>
            <a:ext cx="3213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6811" y="2145575"/>
            <a:ext cx="4510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118" y="2145575"/>
            <a:ext cx="4186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5425" y="2145575"/>
            <a:ext cx="38623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9719" y="2145575"/>
            <a:ext cx="353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027" y="2145575"/>
            <a:ext cx="3213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6811" y="2297404"/>
            <a:ext cx="4510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118" y="2297404"/>
            <a:ext cx="4186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5425" y="2297404"/>
            <a:ext cx="38623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9719" y="2297404"/>
            <a:ext cx="353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4027" y="2297404"/>
            <a:ext cx="3213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6811" y="2449245"/>
            <a:ext cx="4510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118" y="2449245"/>
            <a:ext cx="4186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5425" y="2449245"/>
            <a:ext cx="38623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9719" y="2449245"/>
            <a:ext cx="353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4027" y="2449245"/>
            <a:ext cx="3213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1804" y="1831675"/>
            <a:ext cx="3015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1804" y="2054357"/>
            <a:ext cx="3015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6839" y="3099778"/>
            <a:ext cx="49409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2310" y="2836843"/>
            <a:ext cx="45554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2310" y="3059525"/>
            <a:ext cx="45554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6663" y="2847087"/>
            <a:ext cx="44711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0970" y="2847087"/>
            <a:ext cx="41468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5277" y="2847087"/>
            <a:ext cx="3822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9572" y="2847087"/>
            <a:ext cx="34982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3879" y="2847087"/>
            <a:ext cx="31739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26663" y="2998915"/>
            <a:ext cx="44711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0970" y="2998915"/>
            <a:ext cx="41468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5277" y="2998915"/>
            <a:ext cx="3822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9572" y="2998915"/>
            <a:ext cx="34982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3879" y="2998915"/>
            <a:ext cx="31739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6663" y="3150744"/>
            <a:ext cx="44711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0970" y="3150744"/>
            <a:ext cx="41468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5277" y="3150744"/>
            <a:ext cx="3822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9572" y="3150744"/>
            <a:ext cx="34982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23879" y="3150744"/>
            <a:ext cx="31739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26663" y="3302586"/>
            <a:ext cx="44711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0970" y="3302586"/>
            <a:ext cx="41468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5277" y="3302586"/>
            <a:ext cx="3822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9572" y="3302586"/>
            <a:ext cx="34982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23879" y="3302586"/>
            <a:ext cx="31739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26663" y="3454414"/>
            <a:ext cx="44711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0970" y="3454414"/>
            <a:ext cx="41468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75277" y="3454414"/>
            <a:ext cx="3822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99572" y="3454414"/>
            <a:ext cx="34982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23879" y="3454414"/>
            <a:ext cx="31739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21656" y="2836844"/>
            <a:ext cx="29761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21656" y="3059525"/>
            <a:ext cx="29761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88642" y="3919044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Substituting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values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into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formula,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01189" y="4181223"/>
            <a:ext cx="54966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18181" y="4169709"/>
            <a:ext cx="49796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_x0000_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76181" y="4128987"/>
            <a:ext cx="49216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5253" y="4169709"/>
            <a:ext cx="4372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_x0001_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37904" y="4688587"/>
            <a:ext cx="53598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18181" y="4373417"/>
            <a:ext cx="49796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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8181" y="4596111"/>
            <a:ext cx="49796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18181" y="4672019"/>
            <a:ext cx="49796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18181" y="4747940"/>
            <a:ext cx="49796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18181" y="4823847"/>
            <a:ext cx="49796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18181" y="4904835"/>
            <a:ext cx="49796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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28899" y="4373417"/>
            <a:ext cx="48689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8899" y="4596111"/>
            <a:ext cx="48689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13240" y="4383660"/>
            <a:ext cx="47845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37547" y="4383660"/>
            <a:ext cx="446025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61854" y="4383660"/>
            <a:ext cx="4135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86148" y="4383660"/>
            <a:ext cx="3811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0456" y="4383660"/>
            <a:ext cx="34873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13240" y="4535501"/>
            <a:ext cx="47845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37547" y="4535501"/>
            <a:ext cx="446025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61854" y="4535501"/>
            <a:ext cx="4135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86148" y="4535501"/>
            <a:ext cx="3811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0456" y="4535501"/>
            <a:ext cx="34873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13240" y="4687330"/>
            <a:ext cx="47845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37547" y="4687330"/>
            <a:ext cx="446025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61854" y="4687330"/>
            <a:ext cx="4135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86148" y="4687330"/>
            <a:ext cx="3811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10456" y="4687330"/>
            <a:ext cx="34873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13240" y="4839158"/>
            <a:ext cx="47845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37547" y="4839158"/>
            <a:ext cx="446025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61854" y="4839158"/>
            <a:ext cx="4135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6148" y="4839158"/>
            <a:ext cx="3811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10456" y="4839158"/>
            <a:ext cx="34873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13240" y="4990986"/>
            <a:ext cx="47845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37547" y="4990986"/>
            <a:ext cx="446025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61854" y="4990986"/>
            <a:ext cx="4135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86148" y="4990986"/>
            <a:ext cx="3811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10456" y="4990986"/>
            <a:ext cx="34873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08233" y="4373416"/>
            <a:ext cx="32895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08233" y="4596110"/>
            <a:ext cx="32895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13668" y="4373416"/>
            <a:ext cx="31841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13668" y="4596110"/>
            <a:ext cx="31841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98022" y="4383659"/>
            <a:ext cx="30997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98022" y="4535501"/>
            <a:ext cx="30997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98022" y="4687329"/>
            <a:ext cx="30997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98022" y="4839157"/>
            <a:ext cx="30997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8022" y="4990986"/>
            <a:ext cx="30997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27092" y="4373415"/>
            <a:ext cx="2970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27092" y="4596110"/>
            <a:ext cx="2970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39563" y="4686958"/>
            <a:ext cx="28582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66093" y="4373415"/>
            <a:ext cx="27317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6093" y="4596110"/>
            <a:ext cx="27317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50434" y="4383671"/>
            <a:ext cx="2647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150434" y="4535500"/>
            <a:ext cx="2647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150434" y="4687328"/>
            <a:ext cx="2647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50434" y="4839156"/>
            <a:ext cx="2647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50434" y="4990985"/>
            <a:ext cx="2647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66601" y="4373414"/>
            <a:ext cx="25311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66601" y="4596109"/>
            <a:ext cx="25311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50941" y="4373414"/>
            <a:ext cx="244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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350941" y="4596109"/>
            <a:ext cx="244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50941" y="4672017"/>
            <a:ext cx="244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350941" y="4747937"/>
            <a:ext cx="244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350941" y="4823858"/>
            <a:ext cx="244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50941" y="4904833"/>
            <a:ext cx="244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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88642" y="5247410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multiplication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two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matrices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performed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summing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multipli-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98853" y="5399239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cation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elements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row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first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column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98852" y="5551067"/>
            <a:ext cx="6098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second matrix to get the value of the element of row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m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column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of the resultant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698852" y="5702908"/>
            <a:ext cx="6098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matrix.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you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have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not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learnt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operation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before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might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new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98852" y="5854736"/>
            <a:ext cx="6098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you.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081707" y="6540778"/>
            <a:ext cx="57160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598698" y="6225607"/>
            <a:ext cx="51991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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598698" y="6448289"/>
            <a:ext cx="51991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98698" y="6524209"/>
            <a:ext cx="51991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598698" y="6600117"/>
            <a:ext cx="51991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98698" y="6676037"/>
            <a:ext cx="51991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98698" y="6757013"/>
            <a:ext cx="51991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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09404" y="6225607"/>
            <a:ext cx="50883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709404" y="6448289"/>
            <a:ext cx="50883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793757" y="6235851"/>
            <a:ext cx="50040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93758" y="6387679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93758" y="6539507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93759" y="6691348"/>
            <a:ext cx="50040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93759" y="6843177"/>
            <a:ext cx="50040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46574" y="6225607"/>
            <a:ext cx="27512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046574" y="6448288"/>
            <a:ext cx="27512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159045" y="6539137"/>
            <a:ext cx="26387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285576" y="6225606"/>
            <a:ext cx="25122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285576" y="6448288"/>
            <a:ext cx="25122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369929" y="6235850"/>
            <a:ext cx="24278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69929" y="6387678"/>
            <a:ext cx="24278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369929" y="6539507"/>
            <a:ext cx="24278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369929" y="6691348"/>
            <a:ext cx="24278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369929" y="6843176"/>
            <a:ext cx="24278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486083" y="6225606"/>
            <a:ext cx="23117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486083" y="6448288"/>
            <a:ext cx="23117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570437" y="6225606"/>
            <a:ext cx="2227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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570437" y="6448288"/>
            <a:ext cx="2227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570437" y="6524207"/>
            <a:ext cx="2227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570437" y="6600116"/>
            <a:ext cx="2227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570437" y="6676036"/>
            <a:ext cx="2227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570437" y="6757012"/>
            <a:ext cx="2227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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218424" y="7350554"/>
            <a:ext cx="55793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598700" y="7035370"/>
            <a:ext cx="51990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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598700" y="7258065"/>
            <a:ext cx="51990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598700" y="7333973"/>
            <a:ext cx="51990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598700" y="7409893"/>
            <a:ext cx="51990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598700" y="7485814"/>
            <a:ext cx="51990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598700" y="7566789"/>
            <a:ext cx="51990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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709406" y="7035370"/>
            <a:ext cx="50883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709406" y="7258065"/>
            <a:ext cx="50883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793759" y="7043987"/>
            <a:ext cx="50040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793760" y="7195815"/>
            <a:ext cx="50040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793761" y="7347643"/>
            <a:ext cx="50040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793762" y="7499472"/>
            <a:ext cx="50040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793763" y="7651301"/>
            <a:ext cx="50040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317380" y="7035370"/>
            <a:ext cx="24804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317380" y="7258065"/>
            <a:ext cx="24804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401734" y="7035370"/>
            <a:ext cx="23960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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401734" y="7258065"/>
            <a:ext cx="23960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401734" y="7333973"/>
            <a:ext cx="23960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01734" y="7409894"/>
            <a:ext cx="23960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01734" y="7485814"/>
            <a:ext cx="23960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401734" y="7566790"/>
            <a:ext cx="23960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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218428" y="8160319"/>
            <a:ext cx="55793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598704" y="7845148"/>
            <a:ext cx="51990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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598704" y="8067830"/>
            <a:ext cx="51990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598704" y="8143750"/>
            <a:ext cx="51990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598704" y="8219658"/>
            <a:ext cx="51990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598704" y="8295578"/>
            <a:ext cx="51990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598704" y="8376554"/>
            <a:ext cx="51990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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709410" y="7845148"/>
            <a:ext cx="50883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709410" y="8067830"/>
            <a:ext cx="50883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793763" y="7853752"/>
            <a:ext cx="50040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1(0) + 0(0) + 0(0) + 0(0) + 0(0)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4940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793763" y="8005580"/>
            <a:ext cx="50040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0(0) + 1(0) + 0(0) + 0(0) + 0(0)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2661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793763" y="8157409"/>
            <a:ext cx="50040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0(0) + 0(0) + 1(0) + 0(0) + 0(0)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0907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793763" y="8309250"/>
            <a:ext cx="50040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0(0) + 0(0) + 0(0) + 1(0) + 0(0)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9478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793763" y="8461078"/>
            <a:ext cx="50040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0(0) + 0(0) + 0(0) + 0(0) + 1(0)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0737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043111" y="7845148"/>
            <a:ext cx="2754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43111" y="8067830"/>
            <a:ext cx="2754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127452" y="7845148"/>
            <a:ext cx="2670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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127452" y="8067830"/>
            <a:ext cx="2670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127452" y="8143750"/>
            <a:ext cx="2670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127452" y="8219658"/>
            <a:ext cx="2670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127452" y="8295578"/>
            <a:ext cx="2670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127452" y="8376554"/>
            <a:ext cx="2670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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849794" y="8824579"/>
            <a:ext cx="3948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18423" y="1897315"/>
            <a:ext cx="55793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8699" y="1582132"/>
            <a:ext cx="51991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8699" y="1804826"/>
            <a:ext cx="51991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8699" y="1880747"/>
            <a:ext cx="51991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8699" y="1956655"/>
            <a:ext cx="51991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8699" y="2032576"/>
            <a:ext cx="51991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8699" y="2113551"/>
            <a:ext cx="51991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9405" y="1582144"/>
            <a:ext cx="50883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9405" y="1804826"/>
            <a:ext cx="50883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3758" y="1590748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4940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3758" y="1742577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2661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3758" y="1894406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0907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3758" y="2046234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9478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3758" y="2198076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0737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3630" y="1582145"/>
            <a:ext cx="45541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3630" y="1804827"/>
            <a:ext cx="45541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984" y="1582145"/>
            <a:ext cx="44698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7984" y="1804827"/>
            <a:ext cx="44698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7984" y="1880748"/>
            <a:ext cx="44698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7984" y="1956655"/>
            <a:ext cx="44698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7984" y="2032576"/>
            <a:ext cx="44698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7984" y="2113551"/>
            <a:ext cx="44698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3843" y="1897316"/>
            <a:ext cx="43239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7396" y="1582146"/>
            <a:ext cx="41904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7396" y="1804828"/>
            <a:ext cx="41904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1737" y="1592390"/>
            <a:ext cx="41060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1737" y="1744218"/>
            <a:ext cx="41060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1737" y="1896047"/>
            <a:ext cx="41060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1737" y="2047876"/>
            <a:ext cx="41060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1737" y="2199717"/>
            <a:ext cx="41060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5008" y="1582147"/>
            <a:ext cx="40427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5008" y="1804828"/>
            <a:ext cx="40427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74503" y="1897318"/>
            <a:ext cx="39232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8056" y="1582147"/>
            <a:ext cx="3789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8056" y="1804829"/>
            <a:ext cx="3789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2409" y="1592391"/>
            <a:ext cx="37053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92409" y="1744220"/>
            <a:ext cx="37053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2409" y="1896049"/>
            <a:ext cx="37053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2409" y="2047877"/>
            <a:ext cx="37053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2409" y="2199719"/>
            <a:ext cx="37053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11205" y="1582149"/>
            <a:ext cx="35865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11205" y="1804831"/>
            <a:ext cx="35865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88642" y="2457783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equivalent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previous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calculation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shown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8854" y="2609612"/>
            <a:ext cx="6098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8853" y="2982016"/>
            <a:ext cx="6098946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06401" y="2982016"/>
            <a:ext cx="5791398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Iteration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 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1: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 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Learning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8853" y="3302651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are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corrected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generalised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activity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product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rule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38106" y="3564829"/>
            <a:ext cx="45596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88642" y="3830298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From the activation, all output neurons have the value of zero (0).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Therefore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8854" y="3982127"/>
            <a:ext cx="6098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from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correction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formula,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correction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will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8854" y="4133955"/>
            <a:ext cx="6098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weights.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zero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correction,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new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will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remain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same.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64243" y="5030410"/>
            <a:ext cx="48335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31208" y="4516720"/>
            <a:ext cx="35665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9052" y="4668549"/>
            <a:ext cx="3998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14144" y="4668549"/>
            <a:ext cx="37836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9237" y="4668549"/>
            <a:ext cx="35685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44329" y="4668549"/>
            <a:ext cx="3353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59421" y="4668549"/>
            <a:ext cx="31383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14712" y="4848081"/>
            <a:ext cx="40830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14712" y="5070776"/>
            <a:ext cx="40830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22698" y="4848081"/>
            <a:ext cx="30751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2698" y="5070776"/>
            <a:ext cx="30751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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8550" y="5124034"/>
            <a:ext cx="44092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83965" y="4820377"/>
            <a:ext cx="42138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9058" y="4820377"/>
            <a:ext cx="39987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4150" y="4820377"/>
            <a:ext cx="37836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9242" y="4820377"/>
            <a:ext cx="35685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44334" y="4820377"/>
            <a:ext cx="33534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59427" y="4820377"/>
            <a:ext cx="31383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83965" y="4972205"/>
            <a:ext cx="42138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99058" y="4972205"/>
            <a:ext cx="39987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14150" y="4972205"/>
            <a:ext cx="37836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29242" y="4972205"/>
            <a:ext cx="35685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44334" y="4972205"/>
            <a:ext cx="33534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59427" y="4972205"/>
            <a:ext cx="31383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83965" y="5124034"/>
            <a:ext cx="42138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9058" y="5124034"/>
            <a:ext cx="39987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14150" y="5124034"/>
            <a:ext cx="37836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29242" y="5124034"/>
            <a:ext cx="35685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44334" y="5124034"/>
            <a:ext cx="33534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59427" y="5124034"/>
            <a:ext cx="31383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83965" y="5275862"/>
            <a:ext cx="42138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99058" y="5275862"/>
            <a:ext cx="39987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14150" y="5275862"/>
            <a:ext cx="37836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29242" y="5275862"/>
            <a:ext cx="35685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44334" y="5275862"/>
            <a:ext cx="33534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59427" y="5275862"/>
            <a:ext cx="31383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83965" y="5427703"/>
            <a:ext cx="42138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99058" y="5427703"/>
            <a:ext cx="39987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14150" y="5427703"/>
            <a:ext cx="37836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29242" y="5427703"/>
            <a:ext cx="35685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44334" y="5427703"/>
            <a:ext cx="33534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59427" y="5427703"/>
            <a:ext cx="31383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98853" y="5883609"/>
            <a:ext cx="6098946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06401" y="5883609"/>
            <a:ext cx="5791398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Iteration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 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2: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 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Activation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98853" y="6204245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 second set set of training data,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 used to train the network in the second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98853" y="6356073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iteration.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have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43467" y="6611610"/>
            <a:ext cx="52543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43467" y="6763439"/>
            <a:ext cx="52543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43467" y="6915267"/>
            <a:ext cx="52543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43467" y="7067095"/>
            <a:ext cx="52543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43467" y="7218924"/>
            <a:ext cx="52543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25011" y="6939384"/>
            <a:ext cx="39727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or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7750" y="6916537"/>
            <a:ext cx="30400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88026" y="6601353"/>
            <a:ext cx="27097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88026" y="6824048"/>
            <a:ext cx="27097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172379" y="6611611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72379" y="6763439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72379" y="6915267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72379" y="7067096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72379" y="7218924"/>
            <a:ext cx="2625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235638" y="6601354"/>
            <a:ext cx="25621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35638" y="6824048"/>
            <a:ext cx="25621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166060" y="7652960"/>
            <a:ext cx="5631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83052" y="7641446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_x0000_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41040" y="7600712"/>
            <a:ext cx="50567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290125" y="7641446"/>
            <a:ext cx="45076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_x0001_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02776" y="8160325"/>
            <a:ext cx="54950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83052" y="7845154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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83052" y="8067836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83052" y="8143757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683052" y="8219677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83052" y="8295585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83052" y="8376560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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93758" y="7845154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93758" y="8067836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78111" y="7855398"/>
            <a:ext cx="4919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02418" y="7855398"/>
            <a:ext cx="4595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526725" y="7855398"/>
            <a:ext cx="42710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51019" y="7855398"/>
            <a:ext cx="39467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175327" y="7855398"/>
            <a:ext cx="3622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878111" y="8007226"/>
            <a:ext cx="4919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02418" y="8007226"/>
            <a:ext cx="4595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526725" y="8007226"/>
            <a:ext cx="42710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51019" y="8007226"/>
            <a:ext cx="39467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75327" y="8007226"/>
            <a:ext cx="3622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878111" y="8159055"/>
            <a:ext cx="4919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02418" y="8159055"/>
            <a:ext cx="4595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526725" y="8159055"/>
            <a:ext cx="42710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51019" y="8159055"/>
            <a:ext cx="39467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75327" y="8159055"/>
            <a:ext cx="3622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78111" y="8310896"/>
            <a:ext cx="4919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202418" y="8310896"/>
            <a:ext cx="4595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26725" y="8310896"/>
            <a:ext cx="42710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51019" y="8310896"/>
            <a:ext cx="39467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75327" y="8310896"/>
            <a:ext cx="3622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878111" y="8462725"/>
            <a:ext cx="4919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02418" y="8462725"/>
            <a:ext cx="4595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6725" y="8462725"/>
            <a:ext cx="42710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51019" y="8462725"/>
            <a:ext cx="39467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175327" y="8462725"/>
            <a:ext cx="3622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73104" y="7845154"/>
            <a:ext cx="34246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73104" y="8067836"/>
            <a:ext cx="34246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478539" y="7845154"/>
            <a:ext cx="33192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478539" y="8067836"/>
            <a:ext cx="33192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562893" y="7855398"/>
            <a:ext cx="32349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562893" y="8007226"/>
            <a:ext cx="32349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62893" y="8159067"/>
            <a:ext cx="32349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562893" y="8310896"/>
            <a:ext cx="32349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62893" y="8462725"/>
            <a:ext cx="32349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691963" y="7845154"/>
            <a:ext cx="31058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963" y="8067836"/>
            <a:ext cx="31058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804434" y="8158684"/>
            <a:ext cx="2993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930964" y="7845154"/>
            <a:ext cx="28668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930964" y="8067836"/>
            <a:ext cx="28668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15305" y="7855398"/>
            <a:ext cx="27824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015305" y="8007226"/>
            <a:ext cx="27824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15305" y="8159067"/>
            <a:ext cx="27824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015305" y="8310896"/>
            <a:ext cx="27824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015305" y="8462725"/>
            <a:ext cx="27824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131472" y="7845154"/>
            <a:ext cx="26663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131472" y="8067836"/>
            <a:ext cx="26663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215812" y="7845154"/>
            <a:ext cx="25819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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215812" y="8067836"/>
            <a:ext cx="25819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215812" y="8143757"/>
            <a:ext cx="25819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215812" y="8219677"/>
            <a:ext cx="25819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215812" y="8295585"/>
            <a:ext cx="25819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215812" y="8376560"/>
            <a:ext cx="25819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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849787" y="8824586"/>
            <a:ext cx="39480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22153" y="6008306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22153" y="6565024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822153" y="7121740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822153" y="7678445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2153" y="8235162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02776" y="1897315"/>
            <a:ext cx="54950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3052" y="1582132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3052" y="1804826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3052" y="1880747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3052" y="1956655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3052" y="2032576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3052" y="2113551"/>
            <a:ext cx="51147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3758" y="1582144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3758" y="1804826"/>
            <a:ext cx="50040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8112" y="1590748"/>
            <a:ext cx="49196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8113" y="1742577"/>
            <a:ext cx="49196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8113" y="1894406"/>
            <a:ext cx="49196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8114" y="2046234"/>
            <a:ext cx="49196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8115" y="2198076"/>
            <a:ext cx="4919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θ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1733" y="1582146"/>
            <a:ext cx="23960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1733" y="1804828"/>
            <a:ext cx="23960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086" y="1582146"/>
            <a:ext cx="2311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086" y="1804828"/>
            <a:ext cx="2311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086" y="1880748"/>
            <a:ext cx="2311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086" y="1956656"/>
            <a:ext cx="2311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086" y="2032577"/>
            <a:ext cx="2311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086" y="2113552"/>
            <a:ext cx="2311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2780" y="2707081"/>
            <a:ext cx="54950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3056" y="2391911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3056" y="2614593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83056" y="2690514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3056" y="2766435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3056" y="2842342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83056" y="2923317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3762" y="2391911"/>
            <a:ext cx="50040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93762" y="2614593"/>
            <a:ext cx="50040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78115" y="2400515"/>
            <a:ext cx="4919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1(0) + 0(1) + 0(0) + 0(0) + 0(1)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4940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78115" y="2552356"/>
            <a:ext cx="4919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0(0) + 1(1) + 0(0) + 0(0) + 0(1)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2661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78115" y="2704185"/>
            <a:ext cx="4919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0(0) + 0(1) + 1(0) + 0(0) + 0(1)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0907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78115" y="2856014"/>
            <a:ext cx="4919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0(0) + 0(1) + 0(0) + 1(0) + 0(1)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9478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78115" y="3007842"/>
            <a:ext cx="4919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0(0) + 0(1) + 0(0) + 0(0) + 1(1)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0737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7463" y="2391912"/>
            <a:ext cx="26703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7463" y="2614594"/>
            <a:ext cx="26703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1804" y="2391912"/>
            <a:ext cx="2585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1804" y="2614594"/>
            <a:ext cx="2585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1804" y="2690515"/>
            <a:ext cx="2585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1804" y="2766435"/>
            <a:ext cx="2585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1804" y="2842343"/>
            <a:ext cx="2585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1804" y="2923318"/>
            <a:ext cx="2585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02780" y="3516860"/>
            <a:ext cx="54950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83056" y="3201676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83056" y="3424371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83056" y="3500292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83056" y="3576199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83056" y="3652120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83056" y="3733095"/>
            <a:ext cx="51147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93762" y="3201676"/>
            <a:ext cx="50040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3762" y="3424371"/>
            <a:ext cx="50040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78115" y="3210293"/>
            <a:ext cx="4919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4940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7315" y="3363762"/>
            <a:ext cx="48704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7339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78115" y="3513950"/>
            <a:ext cx="4919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0907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78115" y="3665778"/>
            <a:ext cx="4919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9478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7315" y="3819259"/>
            <a:ext cx="48704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9263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27987" y="3201676"/>
            <a:ext cx="44698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27987" y="3424371"/>
            <a:ext cx="44698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12340" y="3201676"/>
            <a:ext cx="43854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12340" y="3424371"/>
            <a:ext cx="43854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12340" y="3500292"/>
            <a:ext cx="43854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12340" y="3576199"/>
            <a:ext cx="43854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12340" y="3652120"/>
            <a:ext cx="43854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12340" y="3733095"/>
            <a:ext cx="43854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58187" y="3516860"/>
            <a:ext cx="42396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91740" y="3201676"/>
            <a:ext cx="41060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91740" y="3424371"/>
            <a:ext cx="41060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76093" y="3211933"/>
            <a:ext cx="40217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76093" y="3363762"/>
            <a:ext cx="40217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76093" y="3515590"/>
            <a:ext cx="40217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76093" y="3667418"/>
            <a:ext cx="40217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76093" y="3819259"/>
            <a:ext cx="40217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39352" y="3201676"/>
            <a:ext cx="39584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39352" y="3424371"/>
            <a:ext cx="39584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58859" y="3516860"/>
            <a:ext cx="38389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92412" y="3201676"/>
            <a:ext cx="37053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92412" y="3424371"/>
            <a:ext cx="37053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76753" y="3211933"/>
            <a:ext cx="36210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76753" y="3363762"/>
            <a:ext cx="36210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76753" y="3515590"/>
            <a:ext cx="36210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76753" y="3667419"/>
            <a:ext cx="36210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76753" y="3819260"/>
            <a:ext cx="36210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5549" y="3201690"/>
            <a:ext cx="35022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95549" y="3424371"/>
            <a:ext cx="35022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98856" y="4145664"/>
            <a:ext cx="6098943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06404" y="4145664"/>
            <a:ext cx="5791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>
                <a:solidFill>
                  <a:srgbClr val="000000"/>
                </a:solidFill>
                <a:latin typeface="Cambria Math"/>
              </a:rPr>
              <a:t>Iteration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 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2: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 </a:t>
            </a:r>
            <a:r>
              <a:rPr sz="1434" b="0">
                <a:solidFill>
                  <a:srgbClr val="000000"/>
                </a:solidFill>
                <a:latin typeface="Cambria Math"/>
              </a:rPr>
              <a:t>Learning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98856" y="4466300"/>
            <a:ext cx="60989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are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corrected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generalised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activity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product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rule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38108" y="4711205"/>
            <a:ext cx="45596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88645" y="4959390"/>
            <a:ext cx="59091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From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formula,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output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neuron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has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value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cor-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98856" y="5111231"/>
            <a:ext cx="60989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rection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will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Therefore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only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need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correction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98856" y="5263059"/>
            <a:ext cx="60989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weights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connected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34223" y="5659793"/>
            <a:ext cx="49635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72589" y="5941062"/>
            <a:ext cx="46252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13838" y="5762652"/>
            <a:ext cx="40839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22153" y="5939419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41850" y="5853624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0133" y="5941059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834220" y="6216507"/>
            <a:ext cx="4963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72586" y="6497763"/>
            <a:ext cx="46252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713835" y="6319366"/>
            <a:ext cx="4083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22153" y="6496124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(1)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441850" y="6410342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0133" y="6497763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834220" y="6773224"/>
            <a:ext cx="4963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172586" y="7054480"/>
            <a:ext cx="46252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13835" y="6876083"/>
            <a:ext cx="4083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22153" y="7052840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441850" y="6967059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0133" y="7054481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34220" y="7329929"/>
            <a:ext cx="4963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172586" y="7611198"/>
            <a:ext cx="46252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713835" y="7432801"/>
            <a:ext cx="4083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22153" y="7609558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41850" y="7523776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70133" y="7611198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834220" y="7886646"/>
            <a:ext cx="4963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72586" y="8167915"/>
            <a:ext cx="46252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713835" y="7989505"/>
            <a:ext cx="4083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22153" y="8166275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(1)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441850" y="8080493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70133" y="8167915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49789" y="8824581"/>
            <a:ext cx="39480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22153" y="2389695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22153" y="2946400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822153" y="3503117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822153" y="4059834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2153" y="4616551"/>
            <a:ext cx="22493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88642" y="1612632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Repeat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connected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220" y="2041179"/>
            <a:ext cx="4963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587" y="2322435"/>
            <a:ext cx="4625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3836" y="2144038"/>
            <a:ext cx="40839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53" y="2320795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1850" y="2235014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0133" y="2322435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220" y="2597884"/>
            <a:ext cx="4963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586" y="2879152"/>
            <a:ext cx="46252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3835" y="2700755"/>
            <a:ext cx="4083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53" y="2877512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(1)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1850" y="2791731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0133" y="2879152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220" y="3154601"/>
            <a:ext cx="4963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586" y="3435870"/>
            <a:ext cx="46252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3835" y="3257460"/>
            <a:ext cx="4083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53" y="3434230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348436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0133" y="3435870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220" y="3711318"/>
            <a:ext cx="4963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586" y="3992587"/>
            <a:ext cx="46252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3835" y="3814177"/>
            <a:ext cx="4083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53" y="3990947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(0)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1850" y="3905152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0133" y="3992586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220" y="4268035"/>
            <a:ext cx="4963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72586" y="4549304"/>
            <a:ext cx="46252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02(1)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3835" y="4370894"/>
            <a:ext cx="4083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2153" y="4547664"/>
            <a:ext cx="39756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(1)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1850" y="4461869"/>
            <a:ext cx="33559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_x0013_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0133" y="4549304"/>
            <a:ext cx="32276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88642" y="5104751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These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calculations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can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also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presented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form.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6262" y="5533298"/>
            <a:ext cx="47315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λx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6543" y="5723087"/>
            <a:ext cx="44112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αy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ϕy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6543" y="5879766"/>
            <a:ext cx="44112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αXY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</a:t>
            </a:r>
            <a:r>
              <a:rPr sz="697" b="0">
                <a:solidFill>
                  <a:srgbClr val="000000"/>
                </a:solidFill>
                <a:latin typeface="Cambria Math"/>
              </a:rPr>
              <a:t>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ϕW</a:t>
            </a:r>
            <a:r>
              <a:rPr sz="996" b="0">
                <a:solidFill>
                  <a:srgbClr val="000000"/>
                </a:solidFill>
                <a:latin typeface="Cambria Math"/>
              </a:rPr>
              <a:t>diag(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88641" y="6212000"/>
            <a:ext cx="59091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diag(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)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diagonal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matrix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0002" y="6914221"/>
            <a:ext cx="578779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6326" y="6599049"/>
            <a:ext cx="5231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6326" y="6821732"/>
            <a:ext cx="5231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0667" y="6609294"/>
            <a:ext cx="51471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0667" y="6761122"/>
            <a:ext cx="51471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0667" y="6912950"/>
            <a:ext cx="51471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0667" y="7064779"/>
            <a:ext cx="51471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0667" y="7216620"/>
            <a:ext cx="51471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79749" y="6599049"/>
            <a:ext cx="50180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79749" y="6821732"/>
            <a:ext cx="50180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5185" y="6902707"/>
            <a:ext cx="49126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_x0002_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83216" y="6912950"/>
            <a:ext cx="46145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8542" y="6912950"/>
            <a:ext cx="43692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3855" y="6912950"/>
            <a:ext cx="41239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9181" y="6912950"/>
            <a:ext cx="38786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37977" y="6902707"/>
            <a:ext cx="37598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_x0003_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76296" y="7722345"/>
            <a:ext cx="52215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99295" y="7408815"/>
            <a:ext cx="49985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99295" y="7631496"/>
            <a:ext cx="49985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3649" y="7419058"/>
            <a:ext cx="49141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7943" y="7419058"/>
            <a:ext cx="45898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32251" y="7419058"/>
            <a:ext cx="42655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56558" y="7419058"/>
            <a:ext cx="39412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0852" y="7419058"/>
            <a:ext cx="3616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3649" y="7570899"/>
            <a:ext cx="49141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7943" y="7570899"/>
            <a:ext cx="45898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32251" y="7570899"/>
            <a:ext cx="42655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56558" y="7570899"/>
            <a:ext cx="39412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80852" y="7570899"/>
            <a:ext cx="3616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83649" y="7722728"/>
            <a:ext cx="49141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7943" y="7722728"/>
            <a:ext cx="45898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32251" y="7722728"/>
            <a:ext cx="42655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56558" y="7722728"/>
            <a:ext cx="39412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80852" y="7722728"/>
            <a:ext cx="3616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83649" y="7874557"/>
            <a:ext cx="49141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07943" y="7874557"/>
            <a:ext cx="45898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32251" y="7874557"/>
            <a:ext cx="42655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56558" y="7874557"/>
            <a:ext cx="39412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80852" y="7874557"/>
            <a:ext cx="3616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3649" y="8026385"/>
            <a:ext cx="49141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7943" y="8026385"/>
            <a:ext cx="45898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32251" y="8026385"/>
            <a:ext cx="42655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56558" y="8026385"/>
            <a:ext cx="39412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80852" y="8026385"/>
            <a:ext cx="3616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78642" y="7408814"/>
            <a:ext cx="341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78642" y="7631509"/>
            <a:ext cx="341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84077" y="7408814"/>
            <a:ext cx="33137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84077" y="7631509"/>
            <a:ext cx="33137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68418" y="7419058"/>
            <a:ext cx="3229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41506" y="7419058"/>
            <a:ext cx="29562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86838" y="7419058"/>
            <a:ext cx="27109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32170" y="7419058"/>
            <a:ext cx="24656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77502" y="7419058"/>
            <a:ext cx="222029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96193" y="7570899"/>
            <a:ext cx="32016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13744" y="7570899"/>
            <a:ext cx="29840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86832" y="7570899"/>
            <a:ext cx="271096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32164" y="7570899"/>
            <a:ext cx="24656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77496" y="7570899"/>
            <a:ext cx="22203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96193" y="7722728"/>
            <a:ext cx="32016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41525" y="7722728"/>
            <a:ext cx="29562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59070" y="7722728"/>
            <a:ext cx="27387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32146" y="7722728"/>
            <a:ext cx="24656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478" y="7722728"/>
            <a:ext cx="22203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96193" y="7874557"/>
            <a:ext cx="32016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41525" y="7874557"/>
            <a:ext cx="29562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86857" y="7874557"/>
            <a:ext cx="27109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04383" y="7874557"/>
            <a:ext cx="24934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77472" y="7874557"/>
            <a:ext cx="22203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96194" y="8026385"/>
            <a:ext cx="3201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41526" y="8026385"/>
            <a:ext cx="29562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86858" y="8026385"/>
            <a:ext cx="27109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32190" y="8026385"/>
            <a:ext cx="24656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49710" y="8026385"/>
            <a:ext cx="22480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8493" y="7408814"/>
            <a:ext cx="21293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68493" y="7631509"/>
            <a:ext cx="21293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49789" y="8824580"/>
            <a:ext cx="39480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30272" y="1897315"/>
            <a:ext cx="5467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6327" y="1582132"/>
            <a:ext cx="5231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6327" y="1804826"/>
            <a:ext cx="5231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0667" y="1592388"/>
            <a:ext cx="51471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5063" y="1592388"/>
            <a:ext cx="47727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9459" y="1592388"/>
            <a:ext cx="43983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3856" y="1592388"/>
            <a:ext cx="40239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8252" y="1592388"/>
            <a:ext cx="36495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0668" y="1744217"/>
            <a:ext cx="51471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5064" y="1744217"/>
            <a:ext cx="47727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9460" y="1744217"/>
            <a:ext cx="43983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3856" y="1744217"/>
            <a:ext cx="40239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8252" y="1744217"/>
            <a:ext cx="36495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0668" y="1896046"/>
            <a:ext cx="51471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5064" y="1896046"/>
            <a:ext cx="47727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9460" y="1896046"/>
            <a:ext cx="43983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3856" y="1896046"/>
            <a:ext cx="40239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8252" y="1896046"/>
            <a:ext cx="36495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0669" y="2047874"/>
            <a:ext cx="51471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5065" y="2047874"/>
            <a:ext cx="47727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9461" y="2047874"/>
            <a:ext cx="43983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3857" y="2047874"/>
            <a:ext cx="40239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8253" y="2047874"/>
            <a:ext cx="3649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0669" y="2199715"/>
            <a:ext cx="51471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5065" y="2199715"/>
            <a:ext cx="47727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9461" y="2199715"/>
            <a:ext cx="43983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3857" y="2199715"/>
            <a:ext cx="40239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8253" y="2199715"/>
            <a:ext cx="3649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6119" y="1582146"/>
            <a:ext cx="34016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6119" y="1804828"/>
            <a:ext cx="34016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6298" y="2705442"/>
            <a:ext cx="52215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9297" y="2391911"/>
            <a:ext cx="49985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99297" y="2614593"/>
            <a:ext cx="49985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3651" y="2402155"/>
            <a:ext cx="49141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6741" y="2402155"/>
            <a:ext cx="44710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69844" y="2402155"/>
            <a:ext cx="40279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2935" y="2402155"/>
            <a:ext cx="35848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56038" y="2402155"/>
            <a:ext cx="31417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3651" y="2553996"/>
            <a:ext cx="49141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26741" y="2553996"/>
            <a:ext cx="44710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9845" y="2553996"/>
            <a:ext cx="4027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12935" y="2553996"/>
            <a:ext cx="35848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6038" y="2553996"/>
            <a:ext cx="31417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3652" y="2705825"/>
            <a:ext cx="49141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26742" y="2705825"/>
            <a:ext cx="44710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69845" y="2705825"/>
            <a:ext cx="4027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12935" y="2705825"/>
            <a:ext cx="35848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56039" y="2705825"/>
            <a:ext cx="31417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3652" y="2857654"/>
            <a:ext cx="49141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6742" y="2857654"/>
            <a:ext cx="44710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69845" y="2857654"/>
            <a:ext cx="4027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12936" y="2857654"/>
            <a:ext cx="3584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56039" y="2857654"/>
            <a:ext cx="31417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3652" y="3009482"/>
            <a:ext cx="49141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6743" y="3009482"/>
            <a:ext cx="44710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69846" y="3009482"/>
            <a:ext cx="40279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12936" y="3009482"/>
            <a:ext cx="3584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56039" y="3009482"/>
            <a:ext cx="31417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72612" y="2391912"/>
            <a:ext cx="28251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2612" y="2614606"/>
            <a:ext cx="28251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0276" y="3516860"/>
            <a:ext cx="54675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46595" y="3201690"/>
            <a:ext cx="5151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46595" y="3424371"/>
            <a:ext cx="5151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30935" y="3211933"/>
            <a:ext cx="50668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0723" y="3211933"/>
            <a:ext cx="48770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10510" y="3211933"/>
            <a:ext cx="46872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00298" y="3211933"/>
            <a:ext cx="44975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0085" y="3211933"/>
            <a:ext cx="43077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30935" y="3363762"/>
            <a:ext cx="50668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20723" y="3363762"/>
            <a:ext cx="48770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10510" y="3363762"/>
            <a:ext cx="46872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00298" y="3363762"/>
            <a:ext cx="44975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90085" y="3363762"/>
            <a:ext cx="43077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30935" y="3515591"/>
            <a:ext cx="50668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20723" y="3515591"/>
            <a:ext cx="48770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10510" y="3515591"/>
            <a:ext cx="46872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00298" y="3515591"/>
            <a:ext cx="44975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90085" y="3515591"/>
            <a:ext cx="43077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30935" y="3667419"/>
            <a:ext cx="50668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0723" y="3667419"/>
            <a:ext cx="48770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10510" y="3667419"/>
            <a:ext cx="46872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00298" y="3667419"/>
            <a:ext cx="44975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90085" y="3667419"/>
            <a:ext cx="43077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30935" y="3819260"/>
            <a:ext cx="50668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20723" y="3819260"/>
            <a:ext cx="48770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10510" y="3819260"/>
            <a:ext cx="46872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00298" y="3819260"/>
            <a:ext cx="44975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90085" y="3819260"/>
            <a:ext cx="43077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53362" y="3201690"/>
            <a:ext cx="42444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53362" y="3424371"/>
            <a:ext cx="42444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65821" y="3515221"/>
            <a:ext cx="41319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38375" y="3201690"/>
            <a:ext cx="37594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38375" y="3424371"/>
            <a:ext cx="37594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22728" y="3211933"/>
            <a:ext cx="36750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12516" y="3211933"/>
            <a:ext cx="34852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02303" y="3211933"/>
            <a:ext cx="32954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92090" y="3211933"/>
            <a:ext cx="31057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81877" y="3211933"/>
            <a:ext cx="29159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22728" y="3363762"/>
            <a:ext cx="36750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12516" y="3363762"/>
            <a:ext cx="34852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02303" y="3363762"/>
            <a:ext cx="32954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92090" y="3363762"/>
            <a:ext cx="31057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81877" y="3363762"/>
            <a:ext cx="29159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22728" y="3515591"/>
            <a:ext cx="36750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12516" y="3515591"/>
            <a:ext cx="34852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02303" y="3515591"/>
            <a:ext cx="32954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92090" y="3515591"/>
            <a:ext cx="31057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81877" y="3515591"/>
            <a:ext cx="29159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22728" y="3667419"/>
            <a:ext cx="36750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12516" y="3667419"/>
            <a:ext cx="34852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02303" y="3667419"/>
            <a:ext cx="32954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2090" y="3667419"/>
            <a:ext cx="31057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81877" y="3667419"/>
            <a:ext cx="29159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22728" y="3819260"/>
            <a:ext cx="36750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12516" y="3819260"/>
            <a:ext cx="34852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02303" y="3819260"/>
            <a:ext cx="32954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92090" y="3819260"/>
            <a:ext cx="31057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81877" y="3819260"/>
            <a:ext cx="29159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945143" y="3201690"/>
            <a:ext cx="28526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945143" y="3424371"/>
            <a:ext cx="28526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330276" y="4326625"/>
            <a:ext cx="54675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463829" y="4011455"/>
            <a:ext cx="53339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463829" y="4234136"/>
            <a:ext cx="53339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548183" y="4021698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87188" y="4021698"/>
            <a:ext cx="50106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026194" y="4021698"/>
            <a:ext cx="4771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15982" y="4021698"/>
            <a:ext cx="45818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54987" y="4021698"/>
            <a:ext cx="43428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548183" y="4173539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37970" y="4173539"/>
            <a:ext cx="50598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026171" y="4173539"/>
            <a:ext cx="47716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215959" y="4173539"/>
            <a:ext cx="45818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05746" y="4173539"/>
            <a:ext cx="43920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548183" y="4325368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787188" y="4325368"/>
            <a:ext cx="50106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26194" y="4325368"/>
            <a:ext cx="4771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15982" y="4325368"/>
            <a:ext cx="45818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54987" y="4325368"/>
            <a:ext cx="43428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48183" y="4477196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787188" y="4477196"/>
            <a:ext cx="50106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026194" y="4477196"/>
            <a:ext cx="4771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215982" y="4477196"/>
            <a:ext cx="45818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454987" y="4477196"/>
            <a:ext cx="43428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48183" y="4629024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37970" y="4629024"/>
            <a:ext cx="50598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026171" y="4629024"/>
            <a:ext cx="47716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215959" y="4629024"/>
            <a:ext cx="45818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405746" y="4629024"/>
            <a:ext cx="43920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67421" y="4011454"/>
            <a:ext cx="42303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67421" y="4234136"/>
            <a:ext cx="42303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679880" y="4324985"/>
            <a:ext cx="41179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−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806410" y="4011454"/>
            <a:ext cx="39913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806410" y="4234136"/>
            <a:ext cx="39913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890764" y="4021697"/>
            <a:ext cx="39070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161401" y="4021697"/>
            <a:ext cx="36363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432038" y="4021697"/>
            <a:ext cx="33657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21825" y="4021697"/>
            <a:ext cx="31759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92462" y="4021697"/>
            <a:ext cx="29053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890764" y="4173539"/>
            <a:ext cx="39070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080551" y="4173539"/>
            <a:ext cx="37172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432014" y="4173539"/>
            <a:ext cx="33657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21801" y="4173539"/>
            <a:ext cx="31759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892438" y="4173539"/>
            <a:ext cx="29053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890764" y="4325367"/>
            <a:ext cx="39070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161401" y="4325367"/>
            <a:ext cx="36363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432038" y="4325367"/>
            <a:ext cx="33657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621825" y="4325367"/>
            <a:ext cx="31759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892462" y="4325367"/>
            <a:ext cx="29053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890764" y="4477195"/>
            <a:ext cx="39070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161401" y="4477195"/>
            <a:ext cx="36363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432038" y="4477195"/>
            <a:ext cx="33657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621825" y="4477195"/>
            <a:ext cx="31759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92462" y="4477195"/>
            <a:ext cx="29053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90764" y="4629024"/>
            <a:ext cx="39070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61401" y="4629024"/>
            <a:ext cx="36363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432038" y="4629024"/>
            <a:ext cx="33657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621825" y="4629024"/>
            <a:ext cx="31759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811612" y="4629024"/>
            <a:ext cx="29861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02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036520" y="4011453"/>
            <a:ext cx="27612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036520" y="4234135"/>
            <a:ext cx="27612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330277" y="5136401"/>
            <a:ext cx="5467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463830" y="4821231"/>
            <a:ext cx="53339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463830" y="5043913"/>
            <a:ext cx="53339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548183" y="4831474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818820" y="4831474"/>
            <a:ext cx="49789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089457" y="4831474"/>
            <a:ext cx="47083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279245" y="4831474"/>
            <a:ext cx="45185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549882" y="4831474"/>
            <a:ext cx="4247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548183" y="4983303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737971" y="4983303"/>
            <a:ext cx="50598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089434" y="4983303"/>
            <a:ext cx="4708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279222" y="4983303"/>
            <a:ext cx="45185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500640" y="4983303"/>
            <a:ext cx="42971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548183" y="5135131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818820" y="5135131"/>
            <a:ext cx="49789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089457" y="5135131"/>
            <a:ext cx="47083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79245" y="5135131"/>
            <a:ext cx="45185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549882" y="5135131"/>
            <a:ext cx="4247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548183" y="5286959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818820" y="5286959"/>
            <a:ext cx="49789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089457" y="5286959"/>
            <a:ext cx="47083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279245" y="5286959"/>
            <a:ext cx="45185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549882" y="5286959"/>
            <a:ext cx="4247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548183" y="5438800"/>
            <a:ext cx="52496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769602" y="5438800"/>
            <a:ext cx="502819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089426" y="5438800"/>
            <a:ext cx="47083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279214" y="5438800"/>
            <a:ext cx="45185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469001" y="5438800"/>
            <a:ext cx="43287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693940" y="4821230"/>
            <a:ext cx="4103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693940" y="5043912"/>
            <a:ext cx="4103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888647" y="5657304"/>
            <a:ext cx="590915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updated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would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477127" y="6033414"/>
            <a:ext cx="53206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</a:t>
            </a:r>
            <a:r>
              <a:rPr sz="697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691960" y="6540779"/>
            <a:ext cx="5105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825514" y="6225608"/>
            <a:ext cx="49722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825514" y="6448290"/>
            <a:ext cx="49722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909867" y="6235851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099654" y="6235851"/>
            <a:ext cx="46981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289442" y="6235851"/>
            <a:ext cx="45083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479229" y="6235851"/>
            <a:ext cx="43185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669016" y="6235851"/>
            <a:ext cx="41287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909867" y="6387680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099654" y="6387680"/>
            <a:ext cx="46981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289442" y="6387680"/>
            <a:ext cx="45083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479229" y="6387680"/>
            <a:ext cx="43185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669016" y="6387680"/>
            <a:ext cx="41287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909867" y="6539520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099654" y="6539520"/>
            <a:ext cx="46981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289442" y="6539520"/>
            <a:ext cx="45083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479229" y="6539520"/>
            <a:ext cx="43185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669016" y="6539520"/>
            <a:ext cx="41287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909867" y="6691349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099654" y="6691349"/>
            <a:ext cx="46981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289442" y="6691349"/>
            <a:ext cx="45083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479229" y="6691349"/>
            <a:ext cx="43185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669016" y="6691349"/>
            <a:ext cx="41287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909867" y="6843178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099654" y="6843178"/>
            <a:ext cx="46981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289442" y="6843178"/>
            <a:ext cx="45083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479229" y="6843178"/>
            <a:ext cx="43185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669016" y="6843178"/>
            <a:ext cx="41287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732281" y="6225607"/>
            <a:ext cx="40655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732281" y="6448289"/>
            <a:ext cx="40655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844752" y="6540778"/>
            <a:ext cx="39530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+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971270" y="6225607"/>
            <a:ext cx="38265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971270" y="6448289"/>
            <a:ext cx="38265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055623" y="6235851"/>
            <a:ext cx="37421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326260" y="6235851"/>
            <a:ext cx="3471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596897" y="6235851"/>
            <a:ext cx="32009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786684" y="6235851"/>
            <a:ext cx="30111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057321" y="6235851"/>
            <a:ext cx="27404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055623" y="6387679"/>
            <a:ext cx="37421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4245410" y="6387679"/>
            <a:ext cx="35523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596874" y="6387679"/>
            <a:ext cx="32009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786661" y="6387679"/>
            <a:ext cx="30111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008079" y="6387679"/>
            <a:ext cx="27897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4055623" y="6539520"/>
            <a:ext cx="37421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326260" y="6539520"/>
            <a:ext cx="3471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596897" y="6539520"/>
            <a:ext cx="32009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786684" y="6539520"/>
            <a:ext cx="30111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057321" y="6539520"/>
            <a:ext cx="27404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055623" y="6691348"/>
            <a:ext cx="37421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326260" y="6691348"/>
            <a:ext cx="3471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596897" y="6691348"/>
            <a:ext cx="32009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786684" y="6691348"/>
            <a:ext cx="30111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057321" y="6691348"/>
            <a:ext cx="27404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055623" y="6843177"/>
            <a:ext cx="37421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7042" y="6843177"/>
            <a:ext cx="35207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596878" y="6843177"/>
            <a:ext cx="32009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786665" y="6843177"/>
            <a:ext cx="30111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976453" y="6843177"/>
            <a:ext cx="28213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5201392" y="6225607"/>
            <a:ext cx="25964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201392" y="6448288"/>
            <a:ext cx="25964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691961" y="7350555"/>
            <a:ext cx="51058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2825514" y="7035371"/>
            <a:ext cx="49722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2825514" y="7258065"/>
            <a:ext cx="49722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909867" y="7045628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3289442" y="7045628"/>
            <a:ext cx="45083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669017" y="7045628"/>
            <a:ext cx="41287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3858804" y="7045628"/>
            <a:ext cx="3938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238379" y="7045628"/>
            <a:ext cx="3559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2909867" y="7197456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099655" y="7197456"/>
            <a:ext cx="46981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 + 0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3669012" y="7197456"/>
            <a:ext cx="41287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3858799" y="7197456"/>
            <a:ext cx="39390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080218" y="7197456"/>
            <a:ext cx="37175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 + 0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909867" y="7349285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289442" y="7349285"/>
            <a:ext cx="45083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669017" y="7349285"/>
            <a:ext cx="41287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858804" y="7349285"/>
            <a:ext cx="3938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238379" y="7349285"/>
            <a:ext cx="3559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2909867" y="7501113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3289442" y="7501113"/>
            <a:ext cx="45083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3669017" y="7501113"/>
            <a:ext cx="41287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3858804" y="7501113"/>
            <a:ext cx="3938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4238379" y="7501113"/>
            <a:ext cx="3559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2909867" y="7652942"/>
            <a:ext cx="4887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131286" y="7652942"/>
            <a:ext cx="46665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 + 0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669017" y="7652942"/>
            <a:ext cx="41287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3858804" y="7652942"/>
            <a:ext cx="39389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4048591" y="7652942"/>
            <a:ext cx="374920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 + 0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4491437" y="7035371"/>
            <a:ext cx="3306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4491437" y="7258066"/>
            <a:ext cx="3306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2691961" y="8160319"/>
            <a:ext cx="51058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2825514" y="7845149"/>
            <a:ext cx="49722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2825514" y="8067830"/>
            <a:ext cx="49722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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909868" y="7855392"/>
            <a:ext cx="48879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3180505" y="7855392"/>
            <a:ext cx="4617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3451142" y="7855392"/>
            <a:ext cx="43466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3640929" y="7855392"/>
            <a:ext cx="41568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3911566" y="7855392"/>
            <a:ext cx="38862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909868" y="8007221"/>
            <a:ext cx="48879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3099655" y="8007221"/>
            <a:ext cx="46981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451119" y="8007221"/>
            <a:ext cx="43466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3640906" y="8007221"/>
            <a:ext cx="41568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3862325" y="8007221"/>
            <a:ext cx="39354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909868" y="8159050"/>
            <a:ext cx="48879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3180505" y="8159050"/>
            <a:ext cx="4617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3451142" y="8159050"/>
            <a:ext cx="43466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3640929" y="8159050"/>
            <a:ext cx="41568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3911566" y="8159050"/>
            <a:ext cx="38862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2909868" y="8310891"/>
            <a:ext cx="48879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3180505" y="8310891"/>
            <a:ext cx="4617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3451142" y="8310891"/>
            <a:ext cx="43466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3640929" y="8310891"/>
            <a:ext cx="41568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3911566" y="8310891"/>
            <a:ext cx="38862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2909868" y="8462719"/>
            <a:ext cx="48879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3131286" y="8462719"/>
            <a:ext cx="46665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3451111" y="8462719"/>
            <a:ext cx="4346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3640898" y="8462719"/>
            <a:ext cx="41569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3830685" y="8462719"/>
            <a:ext cx="39671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08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4055624" y="7845149"/>
            <a:ext cx="37421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4055624" y="8067830"/>
            <a:ext cx="37421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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3849795" y="8824580"/>
            <a:ext cx="39480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88642" y="1612632"/>
            <a:ext cx="59091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Then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training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process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continues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repeat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8853" y="1764461"/>
            <a:ext cx="609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with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all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training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data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until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the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weights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converge.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9789" y="8824581"/>
            <a:ext cx="39480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8457" y="3097203"/>
            <a:ext cx="7080068" cy="2429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8457" y="3508683"/>
            <a:ext cx="7080068" cy="4049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1">
                <a:solidFill>
                  <a:srgbClr val="0D3361"/>
                </a:solidFill>
                <a:latin typeface="Arial"/>
              </a:rPr>
              <a:t>07 hebbian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8457" y="4026625"/>
            <a:ext cx="7080068" cy="2024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01391"/>
            <a:ext cx="6884125" cy="2024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>
                <a:solidFill>
                  <a:srgbClr val="1A1A1A"/>
                </a:solidFill>
                <a:latin typeface="Arial"/>
              </a:rPr>
              <a:t>•  Current Lab 6 trains and evaluates a scikit-learn MLP on the Wine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45528"/>
            <a:ext cx="6884125" cy="2024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>
                <a:solidFill>
                  <a:srgbClr val="1A1A1A"/>
                </a:solidFill>
                <a:latin typeface="Arial"/>
              </a:rPr>
              <a:t>•  Current Lab 7 visualizes neural-network hyperplanes on standardized Iris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9665"/>
            <a:ext cx="6884125" cy="2024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>
                <a:solidFill>
                  <a:srgbClr val="1A1A1A"/>
                </a:solidFill>
                <a:latin typeface="Arial"/>
              </a:rPr>
              <a:t>•  Current Lab 8 adds Keras CNN/LSTM examples and Isaac Sim vision demonstrations.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457" y="6808753"/>
            <a:ext cx="7080068" cy="2227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1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457" y="7123502"/>
            <a:ext cx="7080068" cy="182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5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hebbian calculation</dc:title>
  <dc:subject>Editable objects converted from 07 hebbian calculation.pdf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