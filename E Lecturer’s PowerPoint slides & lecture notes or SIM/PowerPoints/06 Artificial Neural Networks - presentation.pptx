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jp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jp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jp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jp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jp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jp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jp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6.jp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jp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jp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jp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jp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jp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8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0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1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jp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3.jp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4.jp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5.jp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9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0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5" y="0"/>
            <a:ext cx="121883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012-1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059" y="0"/>
            <a:ext cx="9713881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06 Artificial Neural Networks - presentation</dc:title>
  <dc:subject>Converted from 06 Artificial Neural Networks - presentation.pdf; 146 pages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