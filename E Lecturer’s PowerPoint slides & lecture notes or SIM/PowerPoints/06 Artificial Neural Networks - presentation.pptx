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Artificial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Neural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76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265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The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254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OR?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003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Functions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27527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7816" y="2533387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5" y="3150918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4122" y="3150694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2750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(ANNs)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3132" y="3150694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2750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(ANNs)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53318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densely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nerve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cells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74901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information-processing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units).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3132" y="3150694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2" y="-2452611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428823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405036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80831"/>
            <a:ext cx="3528186" cy="11925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5298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6" y="3150914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285" y="3150690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8742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428823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405036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80831"/>
            <a:ext cx="3528186" cy="11925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5298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183" y="82104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body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soma,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6" y="3150914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3285" y="3150690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8742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111208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405036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80831"/>
            <a:ext cx="3528186" cy="11925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5298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183" y="82104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body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soma,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05891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dendrites,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96" y="3150914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285" y="3150690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8742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111208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6" y="134995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80831"/>
            <a:ext cx="3528186" cy="11925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5298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183" y="82104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body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soma,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05891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dendrites,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3" y="1296781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axon.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96" y="3150914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3285" y="3150690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8742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111208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6" y="134995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80833"/>
            <a:ext cx="3528186" cy="11925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5298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183" y="82104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body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soma,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05891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dendrites,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3" y="1296781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axon.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6" y="150153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1196" y="3150916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285" y="3150692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77800"/>
            <a:ext cx="3528186" cy="119252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55209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dendrites.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5" y="3150919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2598" y="3150695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77799"/>
            <a:ext cx="3528186" cy="119252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55209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dendrites.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81020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 signal is received in the form of chemical substances released from the 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5" y="3150917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77799"/>
            <a:ext cx="3528186" cy="119252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55209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dendrites.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81020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 signal is received in the form of chemical substances released from the 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06830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electrical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body.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95" y="3150917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77799"/>
            <a:ext cx="3528186" cy="119252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55209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dendrites.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81020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 signal is received in the form of chemical substances released from the 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06830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electrical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body.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32642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threshold,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electrical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pulse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axon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54226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5" y="3150917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long-term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267198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long-term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267198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48155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long-term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267198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48155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3967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long-term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267198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48155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3967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8" y="199777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‘right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answer’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strengthened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213614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answer’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weaken.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long-term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267198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48155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3967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8" y="199777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‘right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answer’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strengthened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213614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answer’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weaken.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8" y="2427959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08012" y="1396377"/>
            <a:ext cx="1046645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4658" y="1396377"/>
            <a:ext cx="984122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8012" y="1775955"/>
            <a:ext cx="1046645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54658" y="1775955"/>
            <a:ext cx="984122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8012" y="2155533"/>
            <a:ext cx="1046645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54658" y="2155533"/>
            <a:ext cx="984122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083286" y="855438"/>
            <a:ext cx="456162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39448" y="855438"/>
            <a:ext cx="84226" cy="84227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800469" y="1116459"/>
            <a:ext cx="53968" cy="53968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8354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83286" y="1227533"/>
            <a:ext cx="262456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345742" y="1227533"/>
            <a:ext cx="117308" cy="20685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09275" y="1291630"/>
            <a:ext cx="75170" cy="13258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7719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089117" y="1841865"/>
            <a:ext cx="450331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39448" y="1760874"/>
            <a:ext cx="80991" cy="80991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03704" y="1526876"/>
            <a:ext cx="50733" cy="50732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8354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3149600" y="137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149600" y="152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149600" y="1676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260194" y="1348651"/>
            <a:ext cx="182301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612439" y="1046621"/>
            <a:ext cx="117731" cy="203914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730170" y="1046621"/>
            <a:ext cx="324240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50419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4669089" y="1348651"/>
            <a:ext cx="235458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904547" y="1348651"/>
            <a:ext cx="149863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50419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612439" y="1446768"/>
            <a:ext cx="117731" cy="203914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30170" y="1650682"/>
            <a:ext cx="324240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5041900" y="162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987" y="1921159"/>
            <a:ext cx="2519997" cy="851759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8012" y="1014466"/>
            <a:ext cx="53773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simulate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8012" y="1153645"/>
            <a:ext cx="53773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3920" y="1428542"/>
            <a:ext cx="53014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FFFFFF"/>
                </a:solidFill>
                <a:latin typeface="Josefin Sans"/>
              </a:rPr>
              <a:t>Biological</a:t>
            </a:r>
            <a:r>
              <a:rPr sz="896" b="1">
                <a:solidFill>
                  <a:srgbClr val="FFFFFF"/>
                </a:solidFill>
                <a:latin typeface="Josefin Sans"/>
              </a:rPr>
              <a:t> </a:t>
            </a:r>
            <a:r>
              <a:rPr sz="896" b="1">
                <a:solidFill>
                  <a:srgbClr val="FFFFFF"/>
                </a:solidFill>
                <a:latin typeface="Josefin Sans"/>
              </a:rPr>
              <a:t>neuron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30565" y="1428542"/>
            <a:ext cx="42548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FFFFFF"/>
                </a:solidFill>
                <a:latin typeface="Josefin Sans"/>
              </a:rPr>
              <a:t>Artificial</a:t>
            </a:r>
            <a:r>
              <a:rPr sz="896" b="1">
                <a:solidFill>
                  <a:srgbClr val="FFFFFF"/>
                </a:solidFill>
                <a:latin typeface="Josefin Sans"/>
              </a:rPr>
              <a:t> </a:t>
            </a:r>
            <a:r>
              <a:rPr sz="896" b="1">
                <a:solidFill>
                  <a:srgbClr val="FFFFFF"/>
                </a:solidFill>
                <a:latin typeface="Josefin Sans"/>
              </a:rPr>
              <a:t>neuron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2060" y="1617995"/>
            <a:ext cx="49933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Soma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65905" y="1617995"/>
            <a:ext cx="40194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2033" y="1807784"/>
            <a:ext cx="50633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Dendrite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22424" y="1807784"/>
            <a:ext cx="396297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548" y="1997573"/>
            <a:ext cx="49758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Axon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70639" y="1997573"/>
            <a:ext cx="401475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0745" y="2187361"/>
            <a:ext cx="50546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Synapse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75396" y="2187361"/>
            <a:ext cx="40099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57538" y="1299454"/>
            <a:ext cx="1927857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45912" y="959472"/>
            <a:ext cx="2139483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w</a:t>
            </a:r>
            <a:r>
              <a:rPr sz="579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20002" y="1201340"/>
            <a:ext cx="2265393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w</a:t>
            </a:r>
            <a:r>
              <a:rPr sz="579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40081" y="1600650"/>
            <a:ext cx="2145314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w</a:t>
            </a:r>
            <a:r>
              <a:rPr sz="579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8739" y="786860"/>
            <a:ext cx="2856657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x</a:t>
            </a:r>
            <a:r>
              <a:rPr sz="579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28739" y="1158943"/>
            <a:ext cx="2856657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x</a:t>
            </a:r>
            <a:r>
              <a:rPr sz="579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22907" y="1773263"/>
            <a:ext cx="2862488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x</a:t>
            </a:r>
            <a:r>
              <a:rPr sz="579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10281" y="1300134"/>
            <a:ext cx="1275114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18129" y="998104"/>
            <a:ext cx="667266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18129" y="1300134"/>
            <a:ext cx="667266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18129" y="1602163"/>
            <a:ext cx="667266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68761" y="613284"/>
            <a:ext cx="2916634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38826" y="623815"/>
            <a:ext cx="2246569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12002" y="613284"/>
            <a:ext cx="773393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6474" y="3150693"/>
            <a:ext cx="118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08844" y="1390713"/>
            <a:ext cx="286168" cy="1041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37533" y="1583148"/>
            <a:ext cx="162596" cy="591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882900" y="1612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2208844" y="1952538"/>
            <a:ext cx="286168" cy="1041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37533" y="1805085"/>
            <a:ext cx="162596" cy="591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8829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6351" y="1723707"/>
            <a:ext cx="2146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5306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Simplest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5272" y="945239"/>
            <a:ext cx="41901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60598" y="1655396"/>
            <a:ext cx="28247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47987" y="1468202"/>
            <a:ext cx="3237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7987" y="1837581"/>
            <a:ext cx="3237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9309" y="1283506"/>
            <a:ext cx="37360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49309" y="2022277"/>
            <a:ext cx="37360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16743" y="1673612"/>
            <a:ext cx="21686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3591" y="3150694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08844" y="1390713"/>
            <a:ext cx="286168" cy="1041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37533" y="1583148"/>
            <a:ext cx="162596" cy="591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882900" y="1612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2208844" y="1952538"/>
            <a:ext cx="286168" cy="1041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37533" y="1805085"/>
            <a:ext cx="162596" cy="591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8829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6351" y="1723707"/>
            <a:ext cx="2146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5306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Simplest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5272" y="945239"/>
            <a:ext cx="41901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60598" y="1655396"/>
            <a:ext cx="28247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47987" y="1468202"/>
            <a:ext cx="3237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7987" y="1837581"/>
            <a:ext cx="3237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9309" y="1283506"/>
            <a:ext cx="37360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49309" y="2022277"/>
            <a:ext cx="37360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16743" y="1673612"/>
            <a:ext cx="21686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72157" y="2309398"/>
            <a:ext cx="4113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outputs?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3591" y="3150694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32163" y="1326127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80867" y="1518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52867" y="1374831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52867" y="1374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2249" y="1712555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98031" y="997378"/>
            <a:ext cx="388641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460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98031" y="1754828"/>
            <a:ext cx="388641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60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802096" y="1253648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1209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802096" y="1514183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120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04468" y="1446834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8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052871" y="1595377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176109" y="1446834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6322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59888" y="1350832"/>
            <a:ext cx="3525507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8421" y="1746658"/>
            <a:ext cx="27669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7251" y="1385889"/>
            <a:ext cx="2068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6641" y="1111722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6641" y="1604241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0056" y="865469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056" y="1850507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982" y="700498"/>
            <a:ext cx="49824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3886" y="939448"/>
            <a:ext cx="36415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4994" y="1111521"/>
            <a:ext cx="3720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00540" y="941353"/>
            <a:ext cx="28848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71647" y="1113426"/>
            <a:ext cx="2913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8679" y="1193016"/>
            <a:ext cx="2226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9679" y="1927381"/>
            <a:ext cx="3015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32163" y="1326127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80867" y="1518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52867" y="1374831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52867" y="1374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2249" y="1712555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98031" y="997378"/>
            <a:ext cx="388641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460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98031" y="1754828"/>
            <a:ext cx="388641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60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802096" y="1253648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1209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802096" y="1514183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120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04468" y="1446834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8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052871" y="1595377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176109" y="1446834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6322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59888" y="1350832"/>
            <a:ext cx="3525507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8421" y="1746658"/>
            <a:ext cx="27669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7251" y="1385889"/>
            <a:ext cx="2068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6641" y="1111722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6641" y="1604241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0056" y="865469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056" y="1850507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982" y="700498"/>
            <a:ext cx="49824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3886" y="939448"/>
            <a:ext cx="36415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4994" y="1111521"/>
            <a:ext cx="3720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00540" y="941353"/>
            <a:ext cx="28848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71647" y="1113426"/>
            <a:ext cx="2913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8679" y="1193016"/>
            <a:ext cx="2226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9679" y="1927381"/>
            <a:ext cx="3015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0057" y="2257985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0057" y="2617979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32163" y="1326127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80867" y="1518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52867" y="1374831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52867" y="1374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2249" y="1712555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98031" y="997378"/>
            <a:ext cx="388641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460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98031" y="1754828"/>
            <a:ext cx="388641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60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802096" y="1253648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1209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802096" y="1514183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120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04468" y="1446834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8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052871" y="1595377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176109" y="1446834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6322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59888" y="1350832"/>
            <a:ext cx="3525507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8421" y="1746658"/>
            <a:ext cx="27669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7251" y="1385889"/>
            <a:ext cx="2068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6641" y="1111722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6641" y="1604241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0056" y="865469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056" y="1850507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982" y="700498"/>
            <a:ext cx="49824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3886" y="939448"/>
            <a:ext cx="36415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4994" y="1111521"/>
            <a:ext cx="3720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00540" y="941353"/>
            <a:ext cx="28848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71647" y="1113426"/>
            <a:ext cx="2913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8679" y="1193016"/>
            <a:ext cx="2226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9679" y="1927381"/>
            <a:ext cx="3015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0057" y="2257985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0057" y="2617979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06995" y="2257985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06995" y="2617979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32163" y="1326127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80867" y="1518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52867" y="1374831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52867" y="1374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2249" y="1712555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98031" y="997378"/>
            <a:ext cx="388641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460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98031" y="1754828"/>
            <a:ext cx="388641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60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802096" y="1253648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1209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802096" y="1514183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120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04468" y="1446834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8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052871" y="1595377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176109" y="1446834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6322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59888" y="1350832"/>
            <a:ext cx="3525507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8421" y="1746658"/>
            <a:ext cx="27669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7251" y="1385889"/>
            <a:ext cx="2068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6641" y="1111722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6641" y="1604241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0056" y="865469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056" y="1850507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982" y="700498"/>
            <a:ext cx="49824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3886" y="939448"/>
            <a:ext cx="36415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4994" y="1111521"/>
            <a:ext cx="3720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00540" y="941353"/>
            <a:ext cx="28848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71647" y="1113426"/>
            <a:ext cx="2913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8679" y="1193016"/>
            <a:ext cx="2226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9679" y="1927381"/>
            <a:ext cx="3015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628" y="2448574"/>
            <a:ext cx="38357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0057" y="2257985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0057" y="2617979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06995" y="2257985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06995" y="2617979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32163" y="1326127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80867" y="1518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52867" y="1374831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52867" y="1374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2249" y="1712555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98031" y="997378"/>
            <a:ext cx="388641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460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98031" y="1754828"/>
            <a:ext cx="388641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60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802096" y="1253648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1209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802096" y="1514183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120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04468" y="1446834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8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052871" y="1595377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176109" y="1446834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6322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59888" y="1350832"/>
            <a:ext cx="3525507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8421" y="1746658"/>
            <a:ext cx="27669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7251" y="1385889"/>
            <a:ext cx="2068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6641" y="1111722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6641" y="1604241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0056" y="865469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056" y="1850507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982" y="700498"/>
            <a:ext cx="49824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3886" y="939448"/>
            <a:ext cx="36415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4994" y="1111521"/>
            <a:ext cx="3720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00540" y="941353"/>
            <a:ext cx="28848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71647" y="1113426"/>
            <a:ext cx="2913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8679" y="1193016"/>
            <a:ext cx="2226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9679" y="1927381"/>
            <a:ext cx="3015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628" y="2448574"/>
            <a:ext cx="38357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0057" y="2257985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0057" y="2617979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06995" y="2257985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06995" y="2617979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1521" y="2453184"/>
            <a:ext cx="28638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17469" y="2315884"/>
            <a:ext cx="2567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29077" y="2356601"/>
            <a:ext cx="24563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3163" y="2354805"/>
            <a:ext cx="21022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9077" y="2561294"/>
            <a:ext cx="24563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83163" y="2561294"/>
            <a:ext cx="21022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8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4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4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6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62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95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33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43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96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62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01191" y="3150918"/>
            <a:ext cx="8842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31695" y="3150694"/>
            <a:ext cx="153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8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4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4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6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62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95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33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43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96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62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01191" y="3150918"/>
            <a:ext cx="8842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31695" y="3150694"/>
            <a:ext cx="153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8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4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4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6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62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95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33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43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96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62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01191" y="3150918"/>
            <a:ext cx="8842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1695" y="3150694"/>
            <a:ext cx="153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8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4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4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6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62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95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33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43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96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62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01191" y="3150918"/>
            <a:ext cx="8842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31695" y="3150694"/>
            <a:ext cx="153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5309" y="2391527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5309" y="2391527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65735" y="2611899"/>
            <a:ext cx="4319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25474" y="2611899"/>
            <a:ext cx="3859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6.51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5309" y="2391527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65735" y="2611899"/>
            <a:ext cx="4319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25474" y="2611899"/>
            <a:ext cx="3859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6.51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3245" y="2611899"/>
            <a:ext cx="29521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19.3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5309" y="2391527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65735" y="2611899"/>
            <a:ext cx="4319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25474" y="2611899"/>
            <a:ext cx="3859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6.51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3245" y="2611899"/>
            <a:ext cx="29521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19.3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70010" y="2614221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5309" y="2391527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65735" y="2611899"/>
            <a:ext cx="4319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25474" y="2611899"/>
            <a:ext cx="3859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6.51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3245" y="2611899"/>
            <a:ext cx="29521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19.3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70010" y="2614221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65309" y="2614221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041273" y="-23131496"/>
            <a:ext cx="219522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9222700" y="-23152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27929485" y="-24213039"/>
            <a:ext cx="0" cy="181944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7914600" y="-2424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704800" y="-24612600"/>
            <a:ext cx="4445000" cy="6096000"/>
          </a:xfrm>
          <a:custGeom>
            <a:avLst/>
            <a:gdLst/>
            <a:ahLst/>
            <a:cxnLst/>
            <a:rect l="l" t="t" r="r" b="b"/>
            <a:pathLst>
              <a:path w="350" h="480">
                <a:moveTo>
                  <a:pt x="70" y="0"/>
                </a:moveTo>
                <a:lnTo>
                  <a:pt x="79" y="8"/>
                </a:lnTo>
                <a:lnTo>
                  <a:pt x="88" y="15"/>
                </a:lnTo>
                <a:lnTo>
                  <a:pt x="96" y="22"/>
                </a:lnTo>
                <a:lnTo>
                  <a:pt x="105" y="29"/>
                </a:lnTo>
                <a:lnTo>
                  <a:pt x="114" y="37"/>
                </a:lnTo>
                <a:lnTo>
                  <a:pt x="123" y="44"/>
                </a:lnTo>
                <a:lnTo>
                  <a:pt x="131" y="51"/>
                </a:lnTo>
                <a:lnTo>
                  <a:pt x="140" y="59"/>
                </a:lnTo>
                <a:lnTo>
                  <a:pt x="149" y="66"/>
                </a:lnTo>
                <a:lnTo>
                  <a:pt x="158" y="73"/>
                </a:lnTo>
                <a:lnTo>
                  <a:pt x="166" y="80"/>
                </a:lnTo>
                <a:lnTo>
                  <a:pt x="175" y="88"/>
                </a:lnTo>
                <a:lnTo>
                  <a:pt x="184" y="95"/>
                </a:lnTo>
                <a:lnTo>
                  <a:pt x="193" y="102"/>
                </a:lnTo>
                <a:lnTo>
                  <a:pt x="201" y="109"/>
                </a:lnTo>
                <a:lnTo>
                  <a:pt x="210" y="117"/>
                </a:lnTo>
                <a:lnTo>
                  <a:pt x="219" y="124"/>
                </a:lnTo>
                <a:lnTo>
                  <a:pt x="228" y="131"/>
                </a:lnTo>
                <a:lnTo>
                  <a:pt x="236" y="138"/>
                </a:lnTo>
                <a:lnTo>
                  <a:pt x="245" y="146"/>
                </a:lnTo>
                <a:lnTo>
                  <a:pt x="254" y="153"/>
                </a:lnTo>
                <a:lnTo>
                  <a:pt x="263" y="160"/>
                </a:lnTo>
                <a:lnTo>
                  <a:pt x="271" y="167"/>
                </a:lnTo>
                <a:lnTo>
                  <a:pt x="280" y="175"/>
                </a:lnTo>
                <a:lnTo>
                  <a:pt x="350" y="480"/>
                </a:lnTo>
                <a:lnTo>
                  <a:pt x="335" y="480"/>
                </a:lnTo>
                <a:lnTo>
                  <a:pt x="321" y="480"/>
                </a:lnTo>
                <a:lnTo>
                  <a:pt x="306" y="480"/>
                </a:lnTo>
                <a:lnTo>
                  <a:pt x="292" y="480"/>
                </a:lnTo>
                <a:lnTo>
                  <a:pt x="277" y="480"/>
                </a:lnTo>
                <a:lnTo>
                  <a:pt x="263" y="480"/>
                </a:lnTo>
                <a:lnTo>
                  <a:pt x="248" y="480"/>
                </a:lnTo>
                <a:lnTo>
                  <a:pt x="233" y="480"/>
                </a:lnTo>
                <a:lnTo>
                  <a:pt x="219" y="480"/>
                </a:lnTo>
                <a:lnTo>
                  <a:pt x="204" y="480"/>
                </a:lnTo>
                <a:lnTo>
                  <a:pt x="190" y="480"/>
                </a:lnTo>
                <a:lnTo>
                  <a:pt x="175" y="480"/>
                </a:lnTo>
                <a:lnTo>
                  <a:pt x="161" y="480"/>
                </a:lnTo>
                <a:lnTo>
                  <a:pt x="146" y="480"/>
                </a:lnTo>
                <a:lnTo>
                  <a:pt x="131" y="480"/>
                </a:lnTo>
                <a:lnTo>
                  <a:pt x="117" y="480"/>
                </a:lnTo>
                <a:lnTo>
                  <a:pt x="102" y="480"/>
                </a:lnTo>
                <a:lnTo>
                  <a:pt x="88" y="480"/>
                </a:lnTo>
                <a:lnTo>
                  <a:pt x="73" y="480"/>
                </a:lnTo>
                <a:lnTo>
                  <a:pt x="59" y="480"/>
                </a:lnTo>
                <a:lnTo>
                  <a:pt x="44" y="480"/>
                </a:lnTo>
                <a:lnTo>
                  <a:pt x="29" y="480"/>
                </a:lnTo>
                <a:lnTo>
                  <a:pt x="15" y="480"/>
                </a:lnTo>
                <a:lnTo>
                  <a:pt x="0" y="480"/>
                </a:lnTo>
                <a:lnTo>
                  <a:pt x="70" y="0"/>
                </a:lnTo>
                <a:close/>
              </a:path>
            </a:pathLst>
          </a:cu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597164" y="-24607294"/>
            <a:ext cx="111029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8193" y="-24515057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819218" y="-24422819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930244" y="-24330581"/>
            <a:ext cx="111029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041273" y="-24238345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152299" y="-24146107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263325" y="-24053869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7374350" y="-23961631"/>
            <a:ext cx="111029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485379" y="-23869395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596405" y="-23777157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707431" y="-23684920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818457" y="-23592682"/>
            <a:ext cx="111028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929485" y="-23500446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040511" y="-23408208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151537" y="-23315970"/>
            <a:ext cx="111029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262566" y="-23223732"/>
            <a:ext cx="111026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73592" y="-23131496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8484617" y="-23039258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595643" y="-22947021"/>
            <a:ext cx="111029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706672" y="-22854783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817698" y="-22762545"/>
            <a:ext cx="111026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928724" y="-22670309"/>
            <a:ext cx="111029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039753" y="-22578071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150778" y="-22485833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5708951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893994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079034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264077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449117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634160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819200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004243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189283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374326" y="-18519626"/>
            <a:ext cx="18503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7559365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744408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7929448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114491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299531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8484574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669614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854657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039697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9224740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9409783" y="-18519626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594823" y="-18519626"/>
            <a:ext cx="18503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779862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9964905" y="-18519626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28790900" y="-2338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698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divides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54774" y="3150692"/>
            <a:ext cx="1306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041273" y="-23131498"/>
            <a:ext cx="219522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9222700" y="-23152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27929485" y="-24213041"/>
            <a:ext cx="0" cy="181944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7914600" y="-2424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704800" y="-24612600"/>
            <a:ext cx="4445000" cy="6096000"/>
          </a:xfrm>
          <a:custGeom>
            <a:avLst/>
            <a:gdLst/>
            <a:ahLst/>
            <a:cxnLst/>
            <a:rect l="l" t="t" r="r" b="b"/>
            <a:pathLst>
              <a:path w="350" h="480">
                <a:moveTo>
                  <a:pt x="70" y="0"/>
                </a:moveTo>
                <a:lnTo>
                  <a:pt x="79" y="8"/>
                </a:lnTo>
                <a:lnTo>
                  <a:pt x="88" y="15"/>
                </a:lnTo>
                <a:lnTo>
                  <a:pt x="96" y="22"/>
                </a:lnTo>
                <a:lnTo>
                  <a:pt x="105" y="29"/>
                </a:lnTo>
                <a:lnTo>
                  <a:pt x="114" y="37"/>
                </a:lnTo>
                <a:lnTo>
                  <a:pt x="123" y="44"/>
                </a:lnTo>
                <a:lnTo>
                  <a:pt x="131" y="51"/>
                </a:lnTo>
                <a:lnTo>
                  <a:pt x="140" y="59"/>
                </a:lnTo>
                <a:lnTo>
                  <a:pt x="149" y="66"/>
                </a:lnTo>
                <a:lnTo>
                  <a:pt x="158" y="73"/>
                </a:lnTo>
                <a:lnTo>
                  <a:pt x="166" y="80"/>
                </a:lnTo>
                <a:lnTo>
                  <a:pt x="175" y="88"/>
                </a:lnTo>
                <a:lnTo>
                  <a:pt x="184" y="95"/>
                </a:lnTo>
                <a:lnTo>
                  <a:pt x="193" y="102"/>
                </a:lnTo>
                <a:lnTo>
                  <a:pt x="201" y="109"/>
                </a:lnTo>
                <a:lnTo>
                  <a:pt x="210" y="117"/>
                </a:lnTo>
                <a:lnTo>
                  <a:pt x="219" y="124"/>
                </a:lnTo>
                <a:lnTo>
                  <a:pt x="228" y="131"/>
                </a:lnTo>
                <a:lnTo>
                  <a:pt x="236" y="138"/>
                </a:lnTo>
                <a:lnTo>
                  <a:pt x="245" y="146"/>
                </a:lnTo>
                <a:lnTo>
                  <a:pt x="254" y="153"/>
                </a:lnTo>
                <a:lnTo>
                  <a:pt x="263" y="160"/>
                </a:lnTo>
                <a:lnTo>
                  <a:pt x="271" y="167"/>
                </a:lnTo>
                <a:lnTo>
                  <a:pt x="280" y="175"/>
                </a:lnTo>
                <a:lnTo>
                  <a:pt x="350" y="480"/>
                </a:lnTo>
                <a:lnTo>
                  <a:pt x="335" y="480"/>
                </a:lnTo>
                <a:lnTo>
                  <a:pt x="321" y="480"/>
                </a:lnTo>
                <a:lnTo>
                  <a:pt x="306" y="480"/>
                </a:lnTo>
                <a:lnTo>
                  <a:pt x="292" y="480"/>
                </a:lnTo>
                <a:lnTo>
                  <a:pt x="277" y="480"/>
                </a:lnTo>
                <a:lnTo>
                  <a:pt x="263" y="480"/>
                </a:lnTo>
                <a:lnTo>
                  <a:pt x="248" y="480"/>
                </a:lnTo>
                <a:lnTo>
                  <a:pt x="233" y="480"/>
                </a:lnTo>
                <a:lnTo>
                  <a:pt x="219" y="480"/>
                </a:lnTo>
                <a:lnTo>
                  <a:pt x="204" y="480"/>
                </a:lnTo>
                <a:lnTo>
                  <a:pt x="190" y="480"/>
                </a:lnTo>
                <a:lnTo>
                  <a:pt x="175" y="480"/>
                </a:lnTo>
                <a:lnTo>
                  <a:pt x="161" y="480"/>
                </a:lnTo>
                <a:lnTo>
                  <a:pt x="146" y="480"/>
                </a:lnTo>
                <a:lnTo>
                  <a:pt x="131" y="480"/>
                </a:lnTo>
                <a:lnTo>
                  <a:pt x="117" y="480"/>
                </a:lnTo>
                <a:lnTo>
                  <a:pt x="102" y="480"/>
                </a:lnTo>
                <a:lnTo>
                  <a:pt x="88" y="480"/>
                </a:lnTo>
                <a:lnTo>
                  <a:pt x="73" y="480"/>
                </a:lnTo>
                <a:lnTo>
                  <a:pt x="59" y="480"/>
                </a:lnTo>
                <a:lnTo>
                  <a:pt x="44" y="480"/>
                </a:lnTo>
                <a:lnTo>
                  <a:pt x="29" y="480"/>
                </a:lnTo>
                <a:lnTo>
                  <a:pt x="15" y="480"/>
                </a:lnTo>
                <a:lnTo>
                  <a:pt x="0" y="480"/>
                </a:lnTo>
                <a:lnTo>
                  <a:pt x="70" y="0"/>
                </a:lnTo>
                <a:close/>
              </a:path>
            </a:pathLst>
          </a:cu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597164" y="-24607296"/>
            <a:ext cx="111029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8193" y="-24515058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819218" y="-24422820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930244" y="-24330583"/>
            <a:ext cx="111029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041273" y="-24238346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152299" y="-24146109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263325" y="-24053871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7374350" y="-23961633"/>
            <a:ext cx="111029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485379" y="-23869397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596405" y="-23777159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707431" y="-23684921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818457" y="-23592683"/>
            <a:ext cx="111028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929485" y="-23500447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040511" y="-23408209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151537" y="-23315972"/>
            <a:ext cx="111029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262566" y="-23223734"/>
            <a:ext cx="111026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73592" y="-23131498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8484617" y="-23039260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595643" y="-22947022"/>
            <a:ext cx="111029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706672" y="-22854784"/>
            <a:ext cx="111026" cy="922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817698" y="-22762548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928724" y="-22670310"/>
            <a:ext cx="111029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039753" y="-22578073"/>
            <a:ext cx="111025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150778" y="-22485835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5708951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893994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079034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264077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449117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634160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819200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004243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189283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374326" y="-18519627"/>
            <a:ext cx="18503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7559365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744408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7929448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114491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299531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8484574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669614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854657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039697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9224740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9409783" y="-18519627"/>
            <a:ext cx="1850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594823" y="-18519627"/>
            <a:ext cx="18503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779862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9964905" y="-18519627"/>
            <a:ext cx="1850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28790900" y="-2338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698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divides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9992" y="741962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regions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hyperplane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01194" y="3150915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54774" y="3150691"/>
            <a:ext cx="1306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40943" y="2268829"/>
            <a:ext cx="219522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38227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2529157" y="1187285"/>
            <a:ext cx="0" cy="18194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5146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04800" y="787400"/>
            <a:ext cx="4445000" cy="6096000"/>
          </a:xfrm>
          <a:custGeom>
            <a:avLst/>
            <a:gdLst/>
            <a:ahLst/>
            <a:cxnLst/>
            <a:rect l="l" t="t" r="r" b="b"/>
            <a:pathLst>
              <a:path w="350" h="480">
                <a:moveTo>
                  <a:pt x="70" y="0"/>
                </a:moveTo>
                <a:lnTo>
                  <a:pt x="79" y="8"/>
                </a:lnTo>
                <a:lnTo>
                  <a:pt x="88" y="15"/>
                </a:lnTo>
                <a:lnTo>
                  <a:pt x="96" y="22"/>
                </a:lnTo>
                <a:lnTo>
                  <a:pt x="105" y="29"/>
                </a:lnTo>
                <a:lnTo>
                  <a:pt x="114" y="37"/>
                </a:lnTo>
                <a:lnTo>
                  <a:pt x="123" y="44"/>
                </a:lnTo>
                <a:lnTo>
                  <a:pt x="131" y="51"/>
                </a:lnTo>
                <a:lnTo>
                  <a:pt x="140" y="59"/>
                </a:lnTo>
                <a:lnTo>
                  <a:pt x="149" y="66"/>
                </a:lnTo>
                <a:lnTo>
                  <a:pt x="158" y="73"/>
                </a:lnTo>
                <a:lnTo>
                  <a:pt x="166" y="80"/>
                </a:lnTo>
                <a:lnTo>
                  <a:pt x="175" y="88"/>
                </a:lnTo>
                <a:lnTo>
                  <a:pt x="184" y="95"/>
                </a:lnTo>
                <a:lnTo>
                  <a:pt x="193" y="102"/>
                </a:lnTo>
                <a:lnTo>
                  <a:pt x="201" y="109"/>
                </a:lnTo>
                <a:lnTo>
                  <a:pt x="210" y="117"/>
                </a:lnTo>
                <a:lnTo>
                  <a:pt x="219" y="124"/>
                </a:lnTo>
                <a:lnTo>
                  <a:pt x="228" y="131"/>
                </a:lnTo>
                <a:lnTo>
                  <a:pt x="236" y="138"/>
                </a:lnTo>
                <a:lnTo>
                  <a:pt x="245" y="146"/>
                </a:lnTo>
                <a:lnTo>
                  <a:pt x="254" y="153"/>
                </a:lnTo>
                <a:lnTo>
                  <a:pt x="263" y="160"/>
                </a:lnTo>
                <a:lnTo>
                  <a:pt x="271" y="167"/>
                </a:lnTo>
                <a:lnTo>
                  <a:pt x="280" y="175"/>
                </a:lnTo>
                <a:lnTo>
                  <a:pt x="350" y="480"/>
                </a:lnTo>
                <a:lnTo>
                  <a:pt x="335" y="480"/>
                </a:lnTo>
                <a:lnTo>
                  <a:pt x="321" y="480"/>
                </a:lnTo>
                <a:lnTo>
                  <a:pt x="306" y="480"/>
                </a:lnTo>
                <a:lnTo>
                  <a:pt x="292" y="480"/>
                </a:lnTo>
                <a:lnTo>
                  <a:pt x="277" y="480"/>
                </a:lnTo>
                <a:lnTo>
                  <a:pt x="263" y="480"/>
                </a:lnTo>
                <a:lnTo>
                  <a:pt x="248" y="480"/>
                </a:lnTo>
                <a:lnTo>
                  <a:pt x="233" y="480"/>
                </a:lnTo>
                <a:lnTo>
                  <a:pt x="219" y="480"/>
                </a:lnTo>
                <a:lnTo>
                  <a:pt x="204" y="480"/>
                </a:lnTo>
                <a:lnTo>
                  <a:pt x="190" y="480"/>
                </a:lnTo>
                <a:lnTo>
                  <a:pt x="175" y="480"/>
                </a:lnTo>
                <a:lnTo>
                  <a:pt x="161" y="480"/>
                </a:lnTo>
                <a:lnTo>
                  <a:pt x="146" y="480"/>
                </a:lnTo>
                <a:lnTo>
                  <a:pt x="131" y="480"/>
                </a:lnTo>
                <a:lnTo>
                  <a:pt x="117" y="480"/>
                </a:lnTo>
                <a:lnTo>
                  <a:pt x="102" y="480"/>
                </a:lnTo>
                <a:lnTo>
                  <a:pt x="88" y="480"/>
                </a:lnTo>
                <a:lnTo>
                  <a:pt x="73" y="480"/>
                </a:lnTo>
                <a:lnTo>
                  <a:pt x="59" y="480"/>
                </a:lnTo>
                <a:lnTo>
                  <a:pt x="44" y="480"/>
                </a:lnTo>
                <a:lnTo>
                  <a:pt x="29" y="480"/>
                </a:lnTo>
                <a:lnTo>
                  <a:pt x="15" y="480"/>
                </a:lnTo>
                <a:lnTo>
                  <a:pt x="0" y="480"/>
                </a:lnTo>
                <a:lnTo>
                  <a:pt x="70" y="0"/>
                </a:lnTo>
                <a:close/>
              </a:path>
            </a:pathLst>
          </a:cu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196837" y="793031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307863" y="885268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18890" y="977506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529916" y="1069743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640943" y="1161980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751970" y="1254218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862997" y="1346455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74023" y="1438692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085050" y="1530930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196077" y="1623167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07103" y="1715405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418130" y="1807642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29157" y="1899879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40183" y="1992117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51210" y="2084354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62236" y="2176592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73263" y="2268829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84290" y="2361066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195316" y="2453304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306343" y="2545541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417370" y="2637779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528397" y="2730016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639423" y="2822253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750450" y="2914491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8624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93665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78706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63748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48789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33831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418872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603914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788955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73996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59038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44079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529121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714162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99204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84245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269287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454328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39370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24411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009453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194494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379536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564577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3909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698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divides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9992" y="741962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regions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hyperplane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25522" y="1240881"/>
            <a:ext cx="3859873" cy="214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6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6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6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6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91241" y="1828572"/>
            <a:ext cx="28941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03041" y="2335873"/>
            <a:ext cx="37823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36121" y="2198865"/>
            <a:ext cx="18492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97236" y="975055"/>
            <a:ext cx="32881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01194" y="3150915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54774" y="3150691"/>
            <a:ext cx="1306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67929" y="-23115322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7697890" y="-22996751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742191" y="-23085353"/>
            <a:ext cx="0" cy="88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742191" y="-23085353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7692594" y="-22877552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539387" y="-23317601"/>
            <a:ext cx="239133" cy="87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6771600" y="-232410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26539387" y="-22851541"/>
            <a:ext cx="239133" cy="87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6771600" y="-2286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6972598" y="-23159918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7178000" y="-2310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6972598" y="-22999611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178000" y="-23012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7404770" y="-23041050"/>
            <a:ext cx="24603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6352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7742201" y="-22949651"/>
            <a:ext cx="0" cy="70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7724100" y="-2296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7818029" y="-23041050"/>
            <a:ext cx="28743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80924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28617158" y="-22938730"/>
            <a:ext cx="408434" cy="199501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025592" y="-22938730"/>
            <a:ext cx="584876" cy="140063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025592" y="-23610259"/>
            <a:ext cx="0" cy="671529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8689300" y="-23495000"/>
            <a:ext cx="825500" cy="723900"/>
          </a:xfrm>
          <a:custGeom>
            <a:avLst/>
            <a:gdLst/>
            <a:ahLst/>
            <a:cxnLst/>
            <a:rect l="l" t="t" r="r" b="b"/>
            <a:pathLst>
              <a:path w="65" h="57">
                <a:moveTo>
                  <a:pt x="26" y="0"/>
                </a:moveTo>
                <a:lnTo>
                  <a:pt x="65" y="53"/>
                </a:lnTo>
                <a:lnTo>
                  <a:pt x="0" y="57"/>
                </a:lnTo>
                <a:lnTo>
                  <a:pt x="26" y="0"/>
                </a:lnTo>
                <a:close/>
              </a:path>
            </a:pathLst>
          </a:custGeom>
          <a:solidFill>
            <a:srgbClr val="7F807F"/>
          </a:solidFill>
          <a:ln w="3175">
            <a:solidFill>
              <a:srgbClr val="7F8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29077115" y="-23375551"/>
            <a:ext cx="243377" cy="3430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290703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2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three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7412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01193" y="3150918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40206" y="3150694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67929" y="-23115323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7697890" y="-22996752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742191" y="-23085355"/>
            <a:ext cx="0" cy="88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742191" y="-23085355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7692594" y="-22877553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539387" y="-23317603"/>
            <a:ext cx="239133" cy="870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6771600" y="-232410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26539387" y="-22851544"/>
            <a:ext cx="239133" cy="870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6771600" y="-2286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6972598" y="-23159919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7178000" y="-2310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6972598" y="-22999613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178000" y="-23012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7404770" y="-23041052"/>
            <a:ext cx="24603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6352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7742201" y="-22949653"/>
            <a:ext cx="0" cy="70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7724100" y="-2296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7818029" y="-23041052"/>
            <a:ext cx="28743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80924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28617158" y="-22938731"/>
            <a:ext cx="408434" cy="199501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025592" y="-22938731"/>
            <a:ext cx="584876" cy="140063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025592" y="-23610261"/>
            <a:ext cx="0" cy="671530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8689300" y="-23495000"/>
            <a:ext cx="825500" cy="723900"/>
          </a:xfrm>
          <a:custGeom>
            <a:avLst/>
            <a:gdLst/>
            <a:ahLst/>
            <a:cxnLst/>
            <a:rect l="l" t="t" r="r" b="b"/>
            <a:pathLst>
              <a:path w="65" h="57">
                <a:moveTo>
                  <a:pt x="26" y="0"/>
                </a:moveTo>
                <a:lnTo>
                  <a:pt x="65" y="53"/>
                </a:lnTo>
                <a:lnTo>
                  <a:pt x="0" y="57"/>
                </a:lnTo>
                <a:lnTo>
                  <a:pt x="26" y="0"/>
                </a:lnTo>
                <a:close/>
              </a:path>
            </a:pathLst>
          </a:custGeom>
          <a:solidFill>
            <a:srgbClr val="7F807F"/>
          </a:solidFill>
          <a:ln w="3175">
            <a:solidFill>
              <a:srgbClr val="7F8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29077115" y="-23375553"/>
            <a:ext cx="243377" cy="343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290703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2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three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7412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28304" y="1164109"/>
            <a:ext cx="41570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4252" y="1026809"/>
            <a:ext cx="3861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35859" y="1067526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89946" y="1065730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35859" y="1272219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89946" y="1272219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01193" y="3150916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67603" y="2285004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297563" y="2403574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41864" y="2314971"/>
            <a:ext cx="0" cy="88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41864" y="2314971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292268" y="2522773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139062" y="2082725"/>
            <a:ext cx="239130" cy="87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358900" y="215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139062" y="2548784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3589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572273" y="2240407"/>
            <a:ext cx="212731" cy="774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778000" y="229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572273" y="2400715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778000" y="238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004442" y="2359275"/>
            <a:ext cx="24603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2352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41875" y="2450674"/>
            <a:ext cx="0" cy="70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24100" y="243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417703" y="2359275"/>
            <a:ext cx="28743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6924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28617158" y="-22938731"/>
            <a:ext cx="408434" cy="199501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025592" y="-22938731"/>
            <a:ext cx="584876" cy="140063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025592" y="-23610261"/>
            <a:ext cx="0" cy="671530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8689300" y="-23495000"/>
            <a:ext cx="825500" cy="723900"/>
          </a:xfrm>
          <a:custGeom>
            <a:avLst/>
            <a:gdLst/>
            <a:ahLst/>
            <a:cxnLst/>
            <a:rect l="l" t="t" r="r" b="b"/>
            <a:pathLst>
              <a:path w="65" h="57">
                <a:moveTo>
                  <a:pt x="26" y="0"/>
                </a:moveTo>
                <a:lnTo>
                  <a:pt x="65" y="53"/>
                </a:lnTo>
                <a:lnTo>
                  <a:pt x="0" y="57"/>
                </a:lnTo>
                <a:lnTo>
                  <a:pt x="26" y="0"/>
                </a:lnTo>
                <a:close/>
              </a:path>
            </a:pathLst>
          </a:custGeom>
          <a:solidFill>
            <a:srgbClr val="7F807F"/>
          </a:solidFill>
          <a:ln w="3175">
            <a:solidFill>
              <a:srgbClr val="7F8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29077115" y="-23375553"/>
            <a:ext cx="243377" cy="343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29070300" y="-2305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2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three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7412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28304" y="1164109"/>
            <a:ext cx="41570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4252" y="1026809"/>
            <a:ext cx="3861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35859" y="1067526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89946" y="1065730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35859" y="1272219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89946" y="1272219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53944" y="2300213"/>
            <a:ext cx="3931451" cy="2085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9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0670" y="2543765"/>
            <a:ext cx="346472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50668" y="2321776"/>
            <a:ext cx="303472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33542" y="2153088"/>
            <a:ext cx="435185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33542" y="2456135"/>
            <a:ext cx="435185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3401" y="2001569"/>
            <a:ext cx="476199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3401" y="2607654"/>
            <a:ext cx="476199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7518" y="1900062"/>
            <a:ext cx="482787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2577" y="2047080"/>
            <a:ext cx="4002819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4026" y="2152964"/>
            <a:ext cx="4051369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8137" y="2048253"/>
            <a:ext cx="3537258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0360" y="2154137"/>
            <a:ext cx="355503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3091" y="2203101"/>
            <a:ext cx="313230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619" y="2654964"/>
            <a:ext cx="361777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01193" y="3150916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67603" y="2285004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297563" y="2403574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41864" y="2314971"/>
            <a:ext cx="0" cy="88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41864" y="2314971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292268" y="2522773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139062" y="2082725"/>
            <a:ext cx="239130" cy="87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358900" y="215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139062" y="2548784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3589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572273" y="2240407"/>
            <a:ext cx="212731" cy="774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778000" y="229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572273" y="2400715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778000" y="238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004442" y="2359275"/>
            <a:ext cx="24603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2352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41875" y="2450674"/>
            <a:ext cx="0" cy="70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24100" y="243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417703" y="2359275"/>
            <a:ext cx="28743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6924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3216829" y="2461595"/>
            <a:ext cx="408434" cy="199502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625263" y="2461595"/>
            <a:ext cx="584875" cy="140063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625263" y="1790065"/>
            <a:ext cx="0" cy="671530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289300" y="1905000"/>
            <a:ext cx="825500" cy="723900"/>
          </a:xfrm>
          <a:custGeom>
            <a:avLst/>
            <a:gdLst/>
            <a:ahLst/>
            <a:cxnLst/>
            <a:rect l="l" t="t" r="r" b="b"/>
            <a:pathLst>
              <a:path w="65" h="57">
                <a:moveTo>
                  <a:pt x="26" y="0"/>
                </a:moveTo>
                <a:lnTo>
                  <a:pt x="65" y="53"/>
                </a:lnTo>
                <a:lnTo>
                  <a:pt x="0" y="57"/>
                </a:lnTo>
                <a:lnTo>
                  <a:pt x="26" y="0"/>
                </a:lnTo>
                <a:close/>
              </a:path>
            </a:pathLst>
          </a:custGeom>
          <a:solidFill>
            <a:srgbClr val="7F807F"/>
          </a:solidFill>
          <a:ln w="3175">
            <a:solidFill>
              <a:srgbClr val="7F8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3676786" y="2024773"/>
            <a:ext cx="243375" cy="343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6703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2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three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7412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28304" y="1164109"/>
            <a:ext cx="41570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4252" y="1026809"/>
            <a:ext cx="3861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35859" y="1067526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89946" y="1065730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35859" y="1272219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89946" y="1272219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53944" y="2300213"/>
            <a:ext cx="3931451" cy="2085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9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0670" y="2543765"/>
            <a:ext cx="346472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50668" y="2321776"/>
            <a:ext cx="303472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33542" y="2153088"/>
            <a:ext cx="435185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33542" y="2456135"/>
            <a:ext cx="435185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3401" y="2001569"/>
            <a:ext cx="476199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3401" y="2607654"/>
            <a:ext cx="476199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7518" y="1900062"/>
            <a:ext cx="482787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2577" y="2047080"/>
            <a:ext cx="4002819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4026" y="2152964"/>
            <a:ext cx="4051369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8137" y="2048253"/>
            <a:ext cx="3537258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0360" y="2154137"/>
            <a:ext cx="355503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3091" y="2203101"/>
            <a:ext cx="313230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619" y="2654964"/>
            <a:ext cx="361777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17028" y="2664618"/>
            <a:ext cx="2668367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40673" y="2604141"/>
            <a:ext cx="1544722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0439" y="1694865"/>
            <a:ext cx="2194956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44509" y="1988601"/>
            <a:ext cx="1840886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w</a:t>
            </a: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+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w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+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w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545" b="0">
                <a:solidFill>
                  <a:srgbClr val="000000"/>
                </a:solidFill>
                <a:latin typeface="Cambria Math"/>
              </a:rPr>
              <a:t>θ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</a:t>
            </a:r>
            <a:r>
              <a:rPr sz="545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01193" y="3150916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35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09024" y="1271093"/>
            <a:ext cx="37763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04972" y="1003555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972" y="1128256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972" y="1169811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972" y="1211378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04972" y="1460768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04972" y="1502322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972" y="1543889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28124" y="1097954"/>
            <a:ext cx="33572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96081" y="995502"/>
            <a:ext cx="29893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2187" y="1251763"/>
            <a:ext cx="3003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9317" y="1096159"/>
            <a:ext cx="2806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8125" y="1423704"/>
            <a:ext cx="33572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6082" y="1323061"/>
            <a:ext cx="29893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2188" y="1579322"/>
            <a:ext cx="30032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9317" y="1423704"/>
            <a:ext cx="2806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01195" y="3150919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39218" y="3150695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35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09024" y="1271093"/>
            <a:ext cx="37763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04972" y="1003555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972" y="1128256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972" y="1169811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972" y="1211378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04972" y="1460768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04972" y="1502322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972" y="1543889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28124" y="1097954"/>
            <a:ext cx="33572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96081" y="995502"/>
            <a:ext cx="29893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2187" y="1251763"/>
            <a:ext cx="3003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9317" y="1096159"/>
            <a:ext cx="2806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8125" y="1423704"/>
            <a:ext cx="33572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6082" y="1323061"/>
            <a:ext cx="29893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2188" y="1579322"/>
            <a:ext cx="30032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9317" y="1423704"/>
            <a:ext cx="2806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9765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hyperplane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21486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57588" y="2251559"/>
            <a:ext cx="33278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90151" y="2363573"/>
            <a:ext cx="33952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03194" y="2590941"/>
            <a:ext cx="3382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13366" y="2393769"/>
            <a:ext cx="3172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01195" y="3150917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81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01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9372" y="3150694"/>
            <a:ext cx="1460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81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01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430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1510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94" y="3150918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9369" y="3150694"/>
            <a:ext cx="1460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359962" y="830165"/>
            <a:ext cx="2520117" cy="6183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8780" y="1448498"/>
            <a:ext cx="2231299" cy="13303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80" y="1448498"/>
            <a:ext cx="2520117" cy="7443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80" y="2192890"/>
            <a:ext cx="2520117" cy="437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80080" y="2630039"/>
            <a:ext cx="2520117" cy="340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80" y="718763"/>
            <a:ext cx="2520117" cy="7297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48780" y="1448498"/>
            <a:ext cx="2231299" cy="13303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80" y="1448498"/>
            <a:ext cx="2520117" cy="7443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80" y="2192890"/>
            <a:ext cx="2520117" cy="437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80" y="2630039"/>
            <a:ext cx="2520117" cy="340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80080" y="718763"/>
            <a:ext cx="2520117" cy="7297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880080" y="1448498"/>
            <a:ext cx="2520117" cy="7443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80" y="2192890"/>
            <a:ext cx="2520117" cy="437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80" y="2630039"/>
            <a:ext cx="2520117" cy="340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80" y="718763"/>
            <a:ext cx="2520117" cy="7297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880080" y="2192890"/>
            <a:ext cx="2520117" cy="437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80" y="2630039"/>
            <a:ext cx="2520117" cy="340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80" y="718763"/>
            <a:ext cx="2520117" cy="7297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880080" y="2630039"/>
            <a:ext cx="2520117" cy="3407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80" y="718763"/>
            <a:ext cx="2520117" cy="7297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880080" y="718763"/>
            <a:ext cx="2520117" cy="7297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4476" y="935851"/>
            <a:ext cx="62292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7398" y="935851"/>
            <a:ext cx="64811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4476" y="1158533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5943" y="1158533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87398" y="1158533"/>
            <a:ext cx="64811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4476" y="160896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75943" y="160896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487398" y="1608964"/>
            <a:ext cx="64811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4476" y="2054340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5943" y="2054340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487398" y="2054340"/>
            <a:ext cx="64811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64476" y="1383755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75943" y="1383755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487398" y="1383755"/>
            <a:ext cx="6481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673104" y="1562293"/>
            <a:ext cx="185677" cy="185677"/>
          </a:xfrm>
          <a:prstGeom prst="rect">
            <a:avLst/>
          </a:prstGeom>
          <a:noFill/>
          <a:ln w="3892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710562" y="1710505"/>
            <a:ext cx="55377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765939" y="1599752"/>
            <a:ext cx="0" cy="110753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65939" y="1599752"/>
            <a:ext cx="55376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703934" y="1859502"/>
            <a:ext cx="124015" cy="145031"/>
          </a:xfrm>
          <a:prstGeom prst="rect">
            <a:avLst/>
          </a:prstGeom>
          <a:noFill/>
          <a:ln w="3892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3262436" y="1309446"/>
            <a:ext cx="298911" cy="108801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5433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262436" y="1892016"/>
            <a:ext cx="298911" cy="108801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543300" y="1879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803946" y="1506548"/>
            <a:ext cx="265912" cy="96784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40513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3803946" y="1706930"/>
            <a:ext cx="265912" cy="96785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4051300" y="1701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4344155" y="1655131"/>
            <a:ext cx="307540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46355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4765942" y="1769379"/>
            <a:ext cx="0" cy="88177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47498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4860727" y="1655131"/>
            <a:ext cx="359292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52070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Learn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logical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operation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using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perceptron.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557" y="971418"/>
            <a:ext cx="4803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52270" y="971418"/>
            <a:ext cx="4133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AND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0396" y="1196013"/>
            <a:ext cx="48449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51851" y="1196013"/>
            <a:ext cx="45335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63319" y="1194217"/>
            <a:ext cx="4222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∩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7328" y="1421440"/>
            <a:ext cx="48080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88779" y="1421440"/>
            <a:ext cx="44966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68562" y="1421440"/>
            <a:ext cx="4016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7328" y="1644122"/>
            <a:ext cx="48080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09852" y="1644122"/>
            <a:ext cx="447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68576" y="1644122"/>
            <a:ext cx="40168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8384" y="1866804"/>
            <a:ext cx="47870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8776" y="1866804"/>
            <a:ext cx="44966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68559" y="1866804"/>
            <a:ext cx="4016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8385" y="2089486"/>
            <a:ext cx="47870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09852" y="2089486"/>
            <a:ext cx="447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89633" y="2089486"/>
            <a:ext cx="39957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56043" y="1581304"/>
            <a:ext cx="1629352" cy="260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39446" y="1885732"/>
            <a:ext cx="1045949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76930" y="1608258"/>
            <a:ext cx="508465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30544" y="1397400"/>
            <a:ext cx="2154851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w</a:t>
            </a:r>
            <a:r>
              <a:rPr sz="61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30544" y="1776205"/>
            <a:ext cx="2154851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w</a:t>
            </a:r>
            <a:r>
              <a:rPr sz="61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17860" y="1207992"/>
            <a:ext cx="2667535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x</a:t>
            </a:r>
            <a:r>
              <a:rPr sz="61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17860" y="1965604"/>
            <a:ext cx="2667535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x</a:t>
            </a:r>
            <a:r>
              <a:rPr sz="61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35508" y="1081109"/>
            <a:ext cx="2749887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66824" y="1264891"/>
            <a:ext cx="1718571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06146" y="1397235"/>
            <a:ext cx="1779249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48781" y="1266356"/>
            <a:ext cx="1136614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26559" y="1398700"/>
            <a:ext cx="1158836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54969" y="1459915"/>
            <a:ext cx="630426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48134" y="2024739"/>
            <a:ext cx="1237262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194" y="3150931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531" y="3150707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319" y="1181168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5]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4712" y="1439282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909" y="1697384"/>
            <a:ext cx="53124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5530" y="1699296"/>
            <a:ext cx="29298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5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3188" y="1955499"/>
            <a:ext cx="53122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4.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42558" y="3150693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7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2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3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0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15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0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7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3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44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2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3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19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2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3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3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8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4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68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38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2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3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54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1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2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8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7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44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2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19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6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18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37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3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8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2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0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3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7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2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18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37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79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4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3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59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8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1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27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4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89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5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59999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69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54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698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1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3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33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5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5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4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68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69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44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4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59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0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5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5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4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68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69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1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3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33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5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4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68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5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69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44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4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5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0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5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1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0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5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15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901207" y="3150908"/>
            <a:ext cx="884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5639687" y="3150684"/>
            <a:ext cx="145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7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2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3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0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15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0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7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3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44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2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3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19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2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3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3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8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4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68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38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2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3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54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1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2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8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7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44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2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19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6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18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37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3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8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2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0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3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7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2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18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37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79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4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3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59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8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1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27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4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89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5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59999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69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54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698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1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3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33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5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5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4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68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69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44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4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59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0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5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5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4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68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69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1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3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33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5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4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68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5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69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44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4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5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0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5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1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0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5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15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4901207" y="3150908"/>
            <a:ext cx="884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639687" y="3150684"/>
            <a:ext cx="145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7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2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3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0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15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0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7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3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44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2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3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19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2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3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3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8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4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68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38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2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3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54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1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2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8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7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44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2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19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6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18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37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3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8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2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0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3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7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2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18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37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79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4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3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59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8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1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27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4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89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5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59999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69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54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698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1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3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33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5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5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4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68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69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44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4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59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0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5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5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4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68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69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1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3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33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5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4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68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5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69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44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4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5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0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5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1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0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5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15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901207" y="3150908"/>
            <a:ext cx="884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639687" y="3150684"/>
            <a:ext cx="145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4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74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4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3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9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8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7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8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0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3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25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7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24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4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3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6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8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8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24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0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65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8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33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05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75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0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04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7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4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0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5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75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0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0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6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75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0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7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4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0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75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0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0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6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6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1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2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4901214" y="3150908"/>
            <a:ext cx="884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5639693" y="3150684"/>
            <a:ext cx="145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0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1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3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3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5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44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8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9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0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11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82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6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10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53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5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0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6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2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1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6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81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6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52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1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81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1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53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5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0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6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6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1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81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6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52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7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7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2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3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8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4901220" y="3150908"/>
            <a:ext cx="884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639699" y="3150684"/>
            <a:ext cx="145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74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4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3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9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8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7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8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0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3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25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7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24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4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3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6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8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8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24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0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65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8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33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05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75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0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04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7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4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0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5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75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0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0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6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75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0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7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4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0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75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0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0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6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6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1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2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4901214" y="3150908"/>
            <a:ext cx="884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5639693" y="3150684"/>
            <a:ext cx="145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74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4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3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9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8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7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8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0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3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25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7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24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4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3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6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8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8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24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0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65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8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33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05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75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0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04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7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4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0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5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75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0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0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6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75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0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7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4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0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75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0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0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6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6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1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2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901214" y="3150908"/>
            <a:ext cx="884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639693" y="3150684"/>
            <a:ext cx="145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74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4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3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7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19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0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6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18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37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2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3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8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29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0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3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7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25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6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2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75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24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3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798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4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3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56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8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28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6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2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24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3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04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0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89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65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38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7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3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8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33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5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2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05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75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0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04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47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8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4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5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0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1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0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5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75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0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0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46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1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0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5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75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0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47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8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4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5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0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58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1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0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5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75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0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0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46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6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6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1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2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4901214" y="3150908"/>
            <a:ext cx="884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39693" y="3150684"/>
            <a:ext cx="145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44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8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9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0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11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82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6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10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53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5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0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6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2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1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6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81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6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52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1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81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1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53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5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0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6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6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1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81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6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52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7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7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2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3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8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4901220" y="3150908"/>
            <a:ext cx="884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5639699" y="3150684"/>
            <a:ext cx="145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44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8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9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0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11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82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6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10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53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5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0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6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2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1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6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81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6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52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1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81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1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53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5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0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6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6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1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81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6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52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7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7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2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3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8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4901220" y="3150908"/>
            <a:ext cx="884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5639699" y="3150684"/>
            <a:ext cx="145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44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8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9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0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11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82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6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10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53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5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0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6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2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1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6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81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6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52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1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81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1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53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5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0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6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6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1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81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6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52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7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7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2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3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8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4901220" y="3150908"/>
            <a:ext cx="884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5639699" y="3150684"/>
            <a:ext cx="145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69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44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8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4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59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0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58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1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0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6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11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82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66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10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53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49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5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0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46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68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2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1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6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81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6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56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49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5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0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52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68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1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6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81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6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1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53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494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5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0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46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6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1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6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81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6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56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49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5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0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52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7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7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2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6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3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28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4901220" y="3150908"/>
            <a:ext cx="884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5639699" y="3150684"/>
            <a:ext cx="145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17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88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73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17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59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0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5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0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52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74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2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7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2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6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87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7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1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62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0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6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1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58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74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7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2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6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87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7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1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59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00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5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0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52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7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7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2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6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87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7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1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62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0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6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12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58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7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3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81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2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7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9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34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4901226" y="3150908"/>
            <a:ext cx="8841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5639706" y="3150684"/>
            <a:ext cx="14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24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94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79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3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65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0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58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3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2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3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69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1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64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3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2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3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65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0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58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7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3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2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3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7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69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6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1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64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2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8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3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7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36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0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4901232" y="3150908"/>
            <a:ext cx="8841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5639712" y="315068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24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394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79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3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65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0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58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0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35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1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2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3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69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6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1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64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0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3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1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2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3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65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06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58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7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3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1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2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3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7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69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6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1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64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2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87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33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7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36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0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4901232" y="3150908"/>
            <a:ext cx="8841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5639712" y="315068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918494" y="2464150"/>
            <a:ext cx="4866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319747" y="2464150"/>
            <a:ext cx="44656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633796" y="2464150"/>
            <a:ext cx="41515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97687" y="2464150"/>
            <a:ext cx="3787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324535" y="2464150"/>
            <a:ext cx="3460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645874" y="2464150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2952150" y="2464150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3470729" y="2464150"/>
            <a:ext cx="231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3974856" y="2464150"/>
            <a:ext cx="18105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4277371" y="2464150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591417" y="2464150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905463" y="2464150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219521" y="2464150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918494" y="2464150"/>
            <a:ext cx="4866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319747" y="2464150"/>
            <a:ext cx="44656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633796" y="2464150"/>
            <a:ext cx="41515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97687" y="2464150"/>
            <a:ext cx="3787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324535" y="2464150"/>
            <a:ext cx="3460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645874" y="2464150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2952150" y="2464150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3470729" y="2464150"/>
            <a:ext cx="231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3974856" y="2464150"/>
            <a:ext cx="18105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4277371" y="2464150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591417" y="2464150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905463" y="2464150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219521" y="2464150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523213" y="2748833"/>
            <a:ext cx="5262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920519" y="2578019"/>
            <a:ext cx="48648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08213" y="2578019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1622256" y="2578019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986146" y="2578019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2324538" y="2578019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2645874" y="2578019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952150" y="2578019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3433264" y="2578019"/>
            <a:ext cx="23521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3963313" y="2578019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277371" y="2578019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4591417" y="2578019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905463" y="2578019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219521" y="2578019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5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918494" y="2464150"/>
            <a:ext cx="4866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319747" y="2464150"/>
            <a:ext cx="44656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633796" y="2464150"/>
            <a:ext cx="41515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97687" y="2464150"/>
            <a:ext cx="3787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324535" y="2464150"/>
            <a:ext cx="3460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645874" y="2464150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2952150" y="2464150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3470729" y="2464150"/>
            <a:ext cx="231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3974856" y="2464150"/>
            <a:ext cx="18105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4277371" y="2464150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591417" y="2464150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905463" y="2464150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219521" y="2464150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523213" y="2748833"/>
            <a:ext cx="5262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920519" y="2578019"/>
            <a:ext cx="48648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08213" y="2578019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1622256" y="2578019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986146" y="2578019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2324538" y="2578019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2645874" y="2578019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952150" y="2578019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3433264" y="2578019"/>
            <a:ext cx="23521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3963313" y="2578019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277371" y="2578019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4591417" y="2578019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905463" y="2578019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219521" y="2578019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919071" y="2691886"/>
            <a:ext cx="48663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1308213" y="2691886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633802" y="2691886"/>
            <a:ext cx="4151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986150" y="2691886"/>
            <a:ext cx="3799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2324541" y="2691886"/>
            <a:ext cx="3460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2645880" y="2691886"/>
            <a:ext cx="31395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2952156" y="2691886"/>
            <a:ext cx="2833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3433764" y="2691886"/>
            <a:ext cx="2351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3963313" y="269188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4277371" y="269188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4591417" y="269188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4905463" y="269188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5219521" y="269188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918494" y="2464150"/>
            <a:ext cx="4866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319747" y="2464150"/>
            <a:ext cx="44656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633796" y="2464150"/>
            <a:ext cx="41515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97687" y="2464150"/>
            <a:ext cx="3787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324535" y="2464150"/>
            <a:ext cx="3460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645874" y="2464150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2952150" y="2464150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3470729" y="2464150"/>
            <a:ext cx="231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3974856" y="2464150"/>
            <a:ext cx="18105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4277371" y="2464150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591417" y="2464150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905463" y="2464150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219521" y="2464150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523213" y="2748833"/>
            <a:ext cx="5262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920519" y="2578019"/>
            <a:ext cx="48648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08213" y="2578019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1622256" y="2578019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986146" y="2578019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2324538" y="2578019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2645874" y="2578019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952150" y="2578019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3433264" y="2578019"/>
            <a:ext cx="23521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3963313" y="2578019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277371" y="2578019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4591417" y="2578019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905463" y="2578019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219521" y="2578019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919071" y="2691886"/>
            <a:ext cx="48663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1308213" y="2691886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633802" y="2691886"/>
            <a:ext cx="4151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986150" y="2691886"/>
            <a:ext cx="3799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2324541" y="2691886"/>
            <a:ext cx="3460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2645880" y="2691886"/>
            <a:ext cx="31395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2952156" y="2691886"/>
            <a:ext cx="2833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3433764" y="2691886"/>
            <a:ext cx="2351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3963313" y="269188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4277371" y="269188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4591417" y="269188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4905463" y="269188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5219521" y="269188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918500" y="2805766"/>
            <a:ext cx="48668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19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1319753" y="2805766"/>
            <a:ext cx="44656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4" name="TextBox 483"/>
          <p:cNvSpPr txBox="1"/>
          <p:nvPr/>
        </p:nvSpPr>
        <p:spPr>
          <a:xfrm>
            <a:off x="1622256" y="2805766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986146" y="2805766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2324538" y="2805766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2645874" y="2805766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2952150" y="2805766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3441050" y="2805766"/>
            <a:ext cx="23443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90" name="TextBox 489"/>
          <p:cNvSpPr txBox="1"/>
          <p:nvPr/>
        </p:nvSpPr>
        <p:spPr>
          <a:xfrm>
            <a:off x="3963313" y="280576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4277371" y="280576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4591417" y="280576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4905463" y="280576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4" name="TextBox 493"/>
          <p:cNvSpPr txBox="1"/>
          <p:nvPr/>
        </p:nvSpPr>
        <p:spPr>
          <a:xfrm>
            <a:off x="5219521" y="280576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918494" y="2464150"/>
            <a:ext cx="4866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319747" y="2464150"/>
            <a:ext cx="44656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633796" y="2464150"/>
            <a:ext cx="41515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97687" y="2464150"/>
            <a:ext cx="3787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324535" y="2464150"/>
            <a:ext cx="3460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645874" y="2464150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2952150" y="2464150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3470729" y="2464150"/>
            <a:ext cx="231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3974856" y="2464150"/>
            <a:ext cx="18105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4277371" y="2464150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591417" y="2464150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905463" y="2464150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219521" y="2464150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523213" y="2748833"/>
            <a:ext cx="5262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920519" y="2578019"/>
            <a:ext cx="48648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08213" y="2578019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1622256" y="2578019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986146" y="2578019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2324538" y="2578019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2645874" y="2578019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952150" y="2578019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3433264" y="2578019"/>
            <a:ext cx="23521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3963313" y="2578019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277371" y="2578019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4591417" y="2578019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905463" y="2578019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219521" y="2578019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919071" y="2691886"/>
            <a:ext cx="48663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1308213" y="2691886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633802" y="2691886"/>
            <a:ext cx="4151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986150" y="2691886"/>
            <a:ext cx="3799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2324541" y="2691886"/>
            <a:ext cx="3460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2645880" y="2691886"/>
            <a:ext cx="31395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2952156" y="2691886"/>
            <a:ext cx="2833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3433764" y="2691886"/>
            <a:ext cx="2351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3963313" y="269188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4277371" y="269188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4591417" y="269188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4905463" y="269188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5219521" y="269188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918500" y="2805766"/>
            <a:ext cx="48668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19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1319753" y="2805766"/>
            <a:ext cx="44656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4" name="TextBox 483"/>
          <p:cNvSpPr txBox="1"/>
          <p:nvPr/>
        </p:nvSpPr>
        <p:spPr>
          <a:xfrm>
            <a:off x="1622256" y="2805766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986146" y="2805766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2324538" y="2805766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2645874" y="2805766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2952150" y="2805766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3441050" y="2805766"/>
            <a:ext cx="23443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90" name="TextBox 489"/>
          <p:cNvSpPr txBox="1"/>
          <p:nvPr/>
        </p:nvSpPr>
        <p:spPr>
          <a:xfrm>
            <a:off x="3963313" y="280576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4277371" y="280576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4591417" y="280576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4905463" y="280576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4" name="TextBox 493"/>
          <p:cNvSpPr txBox="1"/>
          <p:nvPr/>
        </p:nvSpPr>
        <p:spPr>
          <a:xfrm>
            <a:off x="5219521" y="280576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907806" y="2919633"/>
            <a:ext cx="4877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1319756" y="2919633"/>
            <a:ext cx="44656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7" name="TextBox 496"/>
          <p:cNvSpPr txBox="1"/>
          <p:nvPr/>
        </p:nvSpPr>
        <p:spPr>
          <a:xfrm>
            <a:off x="1633802" y="2919633"/>
            <a:ext cx="4151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997693" y="2919633"/>
            <a:ext cx="3787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2324541" y="2919633"/>
            <a:ext cx="3460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2645880" y="2919633"/>
            <a:ext cx="31395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2952156" y="2919633"/>
            <a:ext cx="2833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3470735" y="2919633"/>
            <a:ext cx="23146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3974862" y="2919633"/>
            <a:ext cx="18105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4277377" y="2919633"/>
            <a:ext cx="15080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4591423" y="2919633"/>
            <a:ext cx="11939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6" name="TextBox 505"/>
          <p:cNvSpPr txBox="1"/>
          <p:nvPr/>
        </p:nvSpPr>
        <p:spPr>
          <a:xfrm>
            <a:off x="4905469" y="2919633"/>
            <a:ext cx="879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5219527" y="2919633"/>
            <a:ext cx="5658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9" name="TextBox 508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77350" y="825207"/>
            <a:ext cx="597725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5076" y="825207"/>
            <a:ext cx="607567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77350" y="1027658"/>
            <a:ext cx="298869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76220" y="1027658"/>
            <a:ext cx="298869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5076" y="1027658"/>
            <a:ext cx="607567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77350" y="1437601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76220" y="1437601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75076" y="1437601"/>
            <a:ext cx="607567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77350" y="1842477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76220" y="1842477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75076" y="1842477"/>
            <a:ext cx="607567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77350" y="1232623"/>
            <a:ext cx="2988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76220" y="1232623"/>
            <a:ext cx="29886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75076" y="1232623"/>
            <a:ext cx="6075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3210515" y="2550328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40475" y="2668899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284776" y="2580296"/>
            <a:ext cx="0" cy="88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84776" y="2580296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235180" y="2788097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081974" y="2348049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311400" y="2425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2081974" y="2814108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2806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515185" y="2505732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2717800" y="256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515185" y="2666039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7178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2947354" y="2624599"/>
            <a:ext cx="24603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187700" y="2616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3284787" y="2715998"/>
            <a:ext cx="0" cy="70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276600" y="270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360615" y="2624599"/>
            <a:ext cx="28743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644900" y="2616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55371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98699" y="856162"/>
            <a:ext cx="33866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82645" y="856162"/>
            <a:ext cx="27027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FFFFFF"/>
                </a:solidFill>
                <a:latin typeface="Josefin Sans"/>
              </a:rPr>
              <a:t>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53271" y="1060359"/>
            <a:ext cx="34321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52127" y="1060359"/>
            <a:ext cx="31332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50997" y="1058720"/>
            <a:ext cx="2834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1</a:t>
            </a:r>
            <a:r>
              <a:rPr sz="996" b="0">
                <a:solidFill>
                  <a:srgbClr val="FFFFFF"/>
                </a:solidFill>
                <a:latin typeface="Cambria Math"/>
              </a:rPr>
              <a:t> </a:t>
            </a:r>
            <a:r>
              <a:rPr sz="996" b="0">
                <a:solidFill>
                  <a:srgbClr val="FFFFFF"/>
                </a:solidFill>
                <a:latin typeface="Cambria Math"/>
              </a:rPr>
              <a:t>∪</a:t>
            </a: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87625" y="1265731"/>
            <a:ext cx="33977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86477" y="1265731"/>
            <a:ext cx="30989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39689" y="1265731"/>
            <a:ext cx="26457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87624" y="1468169"/>
            <a:ext cx="33977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05721" y="1468169"/>
            <a:ext cx="30796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58934" y="1468169"/>
            <a:ext cx="26264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06852" y="1670620"/>
            <a:ext cx="337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86472" y="1670620"/>
            <a:ext cx="30989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58917" y="1670620"/>
            <a:ext cx="26264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06852" y="1873058"/>
            <a:ext cx="337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05721" y="1873058"/>
            <a:ext cx="30796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58934" y="1873058"/>
            <a:ext cx="26264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96856" y="2565529"/>
            <a:ext cx="2988539" cy="2085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9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63582" y="2809081"/>
            <a:ext cx="252181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93579" y="2587100"/>
            <a:ext cx="209181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6454" y="2418413"/>
            <a:ext cx="3408941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76454" y="2721451"/>
            <a:ext cx="3408941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66312" y="2266885"/>
            <a:ext cx="381908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66312" y="2872979"/>
            <a:ext cx="381908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900430" y="2165379"/>
            <a:ext cx="388496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5488" y="2312405"/>
            <a:ext cx="305990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76938" y="2418281"/>
            <a:ext cx="310845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91049" y="2313577"/>
            <a:ext cx="259434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73280" y="2419453"/>
            <a:ext cx="261211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96002" y="2468425"/>
            <a:ext cx="218939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10531" y="2920288"/>
            <a:ext cx="267486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83905" y="1213345"/>
            <a:ext cx="62292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06827" y="1213345"/>
            <a:ext cx="1569275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3905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95359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06827" y="1436027"/>
            <a:ext cx="1569275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881350" y="1500809"/>
            <a:ext cx="159626" cy="0"/>
          </a:xfrm>
          <a:prstGeom prst="line">
            <a:avLst/>
          </a:prstGeom>
          <a:ln w="553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341928" y="1500809"/>
            <a:ext cx="159626" cy="0"/>
          </a:xfrm>
          <a:prstGeom prst="line">
            <a:avLst/>
          </a:prstGeom>
          <a:ln w="553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783905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95359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06827" y="1886458"/>
            <a:ext cx="1569275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83905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95359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06827" y="2331834"/>
            <a:ext cx="1569275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783905" y="1661248"/>
            <a:ext cx="3114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095359" y="1661248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406827" y="1661248"/>
            <a:ext cx="156927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Question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730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setup?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00986" y="1248912"/>
            <a:ext cx="3884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41205" y="1248912"/>
            <a:ext cx="2744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XOR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59813" y="1473507"/>
            <a:ext cx="39255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71280" y="1473507"/>
            <a:ext cx="36141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82735" y="1471711"/>
            <a:ext cx="3302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(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∩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)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∪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(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∩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6757" y="1698934"/>
            <a:ext cx="38886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08207" y="1698934"/>
            <a:ext cx="35771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48516" y="1698934"/>
            <a:ext cx="26368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6757" y="1921616"/>
            <a:ext cx="38886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9268" y="1921616"/>
            <a:ext cx="35561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9640" y="1921616"/>
            <a:ext cx="26157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17813" y="2144297"/>
            <a:ext cx="38675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08205" y="2144297"/>
            <a:ext cx="35771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69573" y="2144297"/>
            <a:ext cx="26158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17813" y="2366979"/>
            <a:ext cx="38675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29268" y="2366979"/>
            <a:ext cx="35561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48583" y="2366979"/>
            <a:ext cx="26368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17133" y="3150693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77203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519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8416" y="1986845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0828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93520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0795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-2324100" y="-1079500"/>
            <a:ext cx="6832600" cy="5791200"/>
          </a:xfrm>
          <a:custGeom>
            <a:avLst/>
            <a:gdLst/>
            <a:ahLst/>
            <a:cxnLst/>
            <a:rect l="l" t="t" r="r" b="b"/>
            <a:pathLst>
              <a:path w="538" h="456">
                <a:moveTo>
                  <a:pt x="0" y="0"/>
                </a:moveTo>
                <a:lnTo>
                  <a:pt x="22" y="18"/>
                </a:lnTo>
                <a:lnTo>
                  <a:pt x="45" y="36"/>
                </a:lnTo>
                <a:lnTo>
                  <a:pt x="67" y="54"/>
                </a:lnTo>
                <a:lnTo>
                  <a:pt x="90" y="72"/>
                </a:lnTo>
                <a:lnTo>
                  <a:pt x="112" y="90"/>
                </a:lnTo>
                <a:lnTo>
                  <a:pt x="135" y="108"/>
                </a:lnTo>
                <a:lnTo>
                  <a:pt x="157" y="126"/>
                </a:lnTo>
                <a:lnTo>
                  <a:pt x="179" y="144"/>
                </a:lnTo>
                <a:lnTo>
                  <a:pt x="202" y="162"/>
                </a:lnTo>
                <a:lnTo>
                  <a:pt x="224" y="180"/>
                </a:lnTo>
                <a:lnTo>
                  <a:pt x="247" y="197"/>
                </a:lnTo>
                <a:lnTo>
                  <a:pt x="269" y="215"/>
                </a:lnTo>
                <a:lnTo>
                  <a:pt x="292" y="233"/>
                </a:lnTo>
                <a:lnTo>
                  <a:pt x="314" y="251"/>
                </a:lnTo>
                <a:lnTo>
                  <a:pt x="336" y="269"/>
                </a:lnTo>
                <a:lnTo>
                  <a:pt x="359" y="287"/>
                </a:lnTo>
                <a:lnTo>
                  <a:pt x="381" y="305"/>
                </a:lnTo>
                <a:lnTo>
                  <a:pt x="404" y="323"/>
                </a:lnTo>
                <a:lnTo>
                  <a:pt x="426" y="341"/>
                </a:lnTo>
                <a:lnTo>
                  <a:pt x="449" y="359"/>
                </a:lnTo>
                <a:lnTo>
                  <a:pt x="471" y="377"/>
                </a:lnTo>
                <a:lnTo>
                  <a:pt x="493" y="395"/>
                </a:lnTo>
                <a:lnTo>
                  <a:pt x="516" y="412"/>
                </a:lnTo>
                <a:lnTo>
                  <a:pt x="538" y="430"/>
                </a:lnTo>
                <a:lnTo>
                  <a:pt x="538" y="456"/>
                </a:lnTo>
                <a:lnTo>
                  <a:pt x="516" y="456"/>
                </a:lnTo>
                <a:lnTo>
                  <a:pt x="493" y="456"/>
                </a:lnTo>
                <a:lnTo>
                  <a:pt x="471" y="456"/>
                </a:lnTo>
                <a:lnTo>
                  <a:pt x="449" y="456"/>
                </a:lnTo>
                <a:lnTo>
                  <a:pt x="426" y="456"/>
                </a:lnTo>
                <a:lnTo>
                  <a:pt x="404" y="456"/>
                </a:lnTo>
                <a:lnTo>
                  <a:pt x="381" y="456"/>
                </a:lnTo>
                <a:lnTo>
                  <a:pt x="359" y="456"/>
                </a:lnTo>
                <a:lnTo>
                  <a:pt x="336" y="456"/>
                </a:lnTo>
                <a:lnTo>
                  <a:pt x="314" y="456"/>
                </a:lnTo>
                <a:lnTo>
                  <a:pt x="292" y="456"/>
                </a:lnTo>
                <a:lnTo>
                  <a:pt x="269" y="456"/>
                </a:lnTo>
                <a:lnTo>
                  <a:pt x="247" y="456"/>
                </a:lnTo>
                <a:lnTo>
                  <a:pt x="224" y="456"/>
                </a:lnTo>
                <a:lnTo>
                  <a:pt x="202" y="456"/>
                </a:lnTo>
                <a:lnTo>
                  <a:pt x="179" y="456"/>
                </a:lnTo>
                <a:lnTo>
                  <a:pt x="157" y="456"/>
                </a:lnTo>
                <a:lnTo>
                  <a:pt x="135" y="456"/>
                </a:lnTo>
                <a:lnTo>
                  <a:pt x="112" y="456"/>
                </a:lnTo>
                <a:lnTo>
                  <a:pt x="90" y="456"/>
                </a:lnTo>
                <a:lnTo>
                  <a:pt x="67" y="456"/>
                </a:lnTo>
                <a:lnTo>
                  <a:pt x="45" y="456"/>
                </a:lnTo>
                <a:lnTo>
                  <a:pt x="22" y="456"/>
                </a:lnTo>
                <a:lnTo>
                  <a:pt x="0" y="45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-2324890" y="-107518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-2040027" y="-847602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-1755164" y="-62002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-1470301" y="-39244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-1185438" y="-16486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-900575" y="627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-615712" y="29029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-330849" y="51787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-45985" y="745457"/>
            <a:ext cx="284861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8876" y="97303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23740" y="12006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08603" y="1428197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93465" y="1655777"/>
            <a:ext cx="284864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378329" y="18833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63191" y="21109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948055" y="23385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232918" y="256609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517781" y="27936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02644" y="302125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87507" y="32488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2370" y="347641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57233" y="3703995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42096" y="39315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26959" y="415915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-232489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-20400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-175516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-147030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-11854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-90057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-61571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-330849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-45985" y="4717848"/>
            <a:ext cx="2848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876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2374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8603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93465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78329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63191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4805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3291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51778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0264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875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3723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6572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9420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2269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0668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0668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526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29697526" y="-2344048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986844" y="-23959681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808740" y="-23413480"/>
            <a:ext cx="12053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9997400" y="-2343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9013844" y="-24207477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28994100" y="-2423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590500" y="-26873200"/>
            <a:ext cx="6845300" cy="6184900"/>
          </a:xfrm>
          <a:custGeom>
            <a:avLst/>
            <a:gdLst/>
            <a:ahLst/>
            <a:cxnLst/>
            <a:rect l="l" t="t" r="r" b="b"/>
            <a:pathLst>
              <a:path w="539" h="487">
                <a:moveTo>
                  <a:pt x="0" y="0"/>
                </a:moveTo>
                <a:lnTo>
                  <a:pt x="23" y="18"/>
                </a:lnTo>
                <a:lnTo>
                  <a:pt x="45" y="36"/>
                </a:lnTo>
                <a:lnTo>
                  <a:pt x="68" y="54"/>
                </a:lnTo>
                <a:lnTo>
                  <a:pt x="90" y="72"/>
                </a:lnTo>
                <a:lnTo>
                  <a:pt x="113" y="90"/>
                </a:lnTo>
                <a:lnTo>
                  <a:pt x="135" y="108"/>
                </a:lnTo>
                <a:lnTo>
                  <a:pt x="157" y="125"/>
                </a:lnTo>
                <a:lnTo>
                  <a:pt x="180" y="143"/>
                </a:lnTo>
                <a:lnTo>
                  <a:pt x="202" y="161"/>
                </a:lnTo>
                <a:lnTo>
                  <a:pt x="225" y="179"/>
                </a:lnTo>
                <a:lnTo>
                  <a:pt x="247" y="197"/>
                </a:lnTo>
                <a:lnTo>
                  <a:pt x="270" y="215"/>
                </a:lnTo>
                <a:lnTo>
                  <a:pt x="292" y="233"/>
                </a:lnTo>
                <a:lnTo>
                  <a:pt x="314" y="251"/>
                </a:lnTo>
                <a:lnTo>
                  <a:pt x="337" y="269"/>
                </a:lnTo>
                <a:lnTo>
                  <a:pt x="359" y="287"/>
                </a:lnTo>
                <a:lnTo>
                  <a:pt x="382" y="305"/>
                </a:lnTo>
                <a:lnTo>
                  <a:pt x="404" y="323"/>
                </a:lnTo>
                <a:lnTo>
                  <a:pt x="427" y="341"/>
                </a:lnTo>
                <a:lnTo>
                  <a:pt x="449" y="358"/>
                </a:lnTo>
                <a:lnTo>
                  <a:pt x="471" y="376"/>
                </a:lnTo>
                <a:lnTo>
                  <a:pt x="494" y="394"/>
                </a:lnTo>
                <a:lnTo>
                  <a:pt x="516" y="412"/>
                </a:lnTo>
                <a:lnTo>
                  <a:pt x="539" y="430"/>
                </a:lnTo>
                <a:lnTo>
                  <a:pt x="539" y="487"/>
                </a:lnTo>
                <a:lnTo>
                  <a:pt x="516" y="487"/>
                </a:lnTo>
                <a:lnTo>
                  <a:pt x="494" y="487"/>
                </a:lnTo>
                <a:lnTo>
                  <a:pt x="471" y="487"/>
                </a:lnTo>
                <a:lnTo>
                  <a:pt x="449" y="487"/>
                </a:lnTo>
                <a:lnTo>
                  <a:pt x="427" y="487"/>
                </a:lnTo>
                <a:lnTo>
                  <a:pt x="404" y="487"/>
                </a:lnTo>
                <a:lnTo>
                  <a:pt x="382" y="487"/>
                </a:lnTo>
                <a:lnTo>
                  <a:pt x="359" y="487"/>
                </a:lnTo>
                <a:lnTo>
                  <a:pt x="337" y="487"/>
                </a:lnTo>
                <a:lnTo>
                  <a:pt x="314" y="487"/>
                </a:lnTo>
                <a:lnTo>
                  <a:pt x="292" y="487"/>
                </a:lnTo>
                <a:lnTo>
                  <a:pt x="270" y="487"/>
                </a:lnTo>
                <a:lnTo>
                  <a:pt x="247" y="487"/>
                </a:lnTo>
                <a:lnTo>
                  <a:pt x="225" y="487"/>
                </a:lnTo>
                <a:lnTo>
                  <a:pt x="202" y="487"/>
                </a:lnTo>
                <a:lnTo>
                  <a:pt x="180" y="487"/>
                </a:lnTo>
                <a:lnTo>
                  <a:pt x="157" y="487"/>
                </a:lnTo>
                <a:lnTo>
                  <a:pt x="135" y="487"/>
                </a:lnTo>
                <a:lnTo>
                  <a:pt x="113" y="487"/>
                </a:lnTo>
                <a:lnTo>
                  <a:pt x="90" y="487"/>
                </a:lnTo>
                <a:lnTo>
                  <a:pt x="68" y="487"/>
                </a:lnTo>
                <a:lnTo>
                  <a:pt x="45" y="487"/>
                </a:lnTo>
                <a:lnTo>
                  <a:pt x="23" y="487"/>
                </a:lnTo>
                <a:lnTo>
                  <a:pt x="0" y="4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595434" y="-2687275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5880297" y="-26645170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165159" y="-2641759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450022" y="-2619001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6734885" y="-25962430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019749" y="-25734850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7304612" y="-25507269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7589475" y="-25279689"/>
            <a:ext cx="284863" cy="2275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874338" y="-25052111"/>
            <a:ext cx="284864" cy="22758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8159202" y="-24824529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8444065" y="-24596949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8728928" y="-24369369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9013791" y="-24141789"/>
            <a:ext cx="284864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9298655" y="-23914210"/>
            <a:ext cx="284860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9583515" y="-23686630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9868378" y="-23459051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153241" y="-2323147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438104" y="-23003890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722968" y="-2277631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1007831" y="-2254873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1292694" y="-2232115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1577557" y="-22093570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1862421" y="-21865990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2147284" y="-21638410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5595434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880297" y="-2068247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6165159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6450022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6734885" y="-2068247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7019749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7304612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7589475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7874338" y="-2068247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8159202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8444065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8728928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013791" y="-2068247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298655" y="-20682478"/>
            <a:ext cx="284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583515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868378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0153241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0438104" y="-2068247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30722968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1007831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1292694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31577557" y="-2068247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1862421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2147284" y="-2068247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Freeform 149"/>
          <p:cNvSpPr/>
          <p:nvPr/>
        </p:nvSpPr>
        <p:spPr>
          <a:xfrm>
            <a:off x="28994100" y="-2344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89941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9667200" y="-2344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96672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16442" y="778679"/>
            <a:ext cx="4268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42554" y="2043558"/>
            <a:ext cx="40428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48537" y="1377024"/>
            <a:ext cx="48368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8664" y="1897393"/>
            <a:ext cx="3616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483" y="989051"/>
            <a:ext cx="47609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01195" y="3150915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40208" y="3150691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77203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519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8416" y="1986845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0828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93520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0795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-2324100" y="-1079500"/>
            <a:ext cx="6832600" cy="5791200"/>
          </a:xfrm>
          <a:custGeom>
            <a:avLst/>
            <a:gdLst/>
            <a:ahLst/>
            <a:cxnLst/>
            <a:rect l="l" t="t" r="r" b="b"/>
            <a:pathLst>
              <a:path w="538" h="456">
                <a:moveTo>
                  <a:pt x="0" y="0"/>
                </a:moveTo>
                <a:lnTo>
                  <a:pt x="22" y="18"/>
                </a:lnTo>
                <a:lnTo>
                  <a:pt x="45" y="36"/>
                </a:lnTo>
                <a:lnTo>
                  <a:pt x="67" y="54"/>
                </a:lnTo>
                <a:lnTo>
                  <a:pt x="90" y="72"/>
                </a:lnTo>
                <a:lnTo>
                  <a:pt x="112" y="90"/>
                </a:lnTo>
                <a:lnTo>
                  <a:pt x="135" y="108"/>
                </a:lnTo>
                <a:lnTo>
                  <a:pt x="157" y="126"/>
                </a:lnTo>
                <a:lnTo>
                  <a:pt x="179" y="144"/>
                </a:lnTo>
                <a:lnTo>
                  <a:pt x="202" y="162"/>
                </a:lnTo>
                <a:lnTo>
                  <a:pt x="224" y="180"/>
                </a:lnTo>
                <a:lnTo>
                  <a:pt x="247" y="197"/>
                </a:lnTo>
                <a:lnTo>
                  <a:pt x="269" y="215"/>
                </a:lnTo>
                <a:lnTo>
                  <a:pt x="292" y="233"/>
                </a:lnTo>
                <a:lnTo>
                  <a:pt x="314" y="251"/>
                </a:lnTo>
                <a:lnTo>
                  <a:pt x="336" y="269"/>
                </a:lnTo>
                <a:lnTo>
                  <a:pt x="359" y="287"/>
                </a:lnTo>
                <a:lnTo>
                  <a:pt x="381" y="305"/>
                </a:lnTo>
                <a:lnTo>
                  <a:pt x="404" y="323"/>
                </a:lnTo>
                <a:lnTo>
                  <a:pt x="426" y="341"/>
                </a:lnTo>
                <a:lnTo>
                  <a:pt x="449" y="359"/>
                </a:lnTo>
                <a:lnTo>
                  <a:pt x="471" y="377"/>
                </a:lnTo>
                <a:lnTo>
                  <a:pt x="493" y="395"/>
                </a:lnTo>
                <a:lnTo>
                  <a:pt x="516" y="412"/>
                </a:lnTo>
                <a:lnTo>
                  <a:pt x="538" y="430"/>
                </a:lnTo>
                <a:lnTo>
                  <a:pt x="538" y="456"/>
                </a:lnTo>
                <a:lnTo>
                  <a:pt x="516" y="456"/>
                </a:lnTo>
                <a:lnTo>
                  <a:pt x="493" y="456"/>
                </a:lnTo>
                <a:lnTo>
                  <a:pt x="471" y="456"/>
                </a:lnTo>
                <a:lnTo>
                  <a:pt x="449" y="456"/>
                </a:lnTo>
                <a:lnTo>
                  <a:pt x="426" y="456"/>
                </a:lnTo>
                <a:lnTo>
                  <a:pt x="404" y="456"/>
                </a:lnTo>
                <a:lnTo>
                  <a:pt x="381" y="456"/>
                </a:lnTo>
                <a:lnTo>
                  <a:pt x="359" y="456"/>
                </a:lnTo>
                <a:lnTo>
                  <a:pt x="336" y="456"/>
                </a:lnTo>
                <a:lnTo>
                  <a:pt x="314" y="456"/>
                </a:lnTo>
                <a:lnTo>
                  <a:pt x="292" y="456"/>
                </a:lnTo>
                <a:lnTo>
                  <a:pt x="269" y="456"/>
                </a:lnTo>
                <a:lnTo>
                  <a:pt x="247" y="456"/>
                </a:lnTo>
                <a:lnTo>
                  <a:pt x="224" y="456"/>
                </a:lnTo>
                <a:lnTo>
                  <a:pt x="202" y="456"/>
                </a:lnTo>
                <a:lnTo>
                  <a:pt x="179" y="456"/>
                </a:lnTo>
                <a:lnTo>
                  <a:pt x="157" y="456"/>
                </a:lnTo>
                <a:lnTo>
                  <a:pt x="135" y="456"/>
                </a:lnTo>
                <a:lnTo>
                  <a:pt x="112" y="456"/>
                </a:lnTo>
                <a:lnTo>
                  <a:pt x="90" y="456"/>
                </a:lnTo>
                <a:lnTo>
                  <a:pt x="67" y="456"/>
                </a:lnTo>
                <a:lnTo>
                  <a:pt x="45" y="456"/>
                </a:lnTo>
                <a:lnTo>
                  <a:pt x="22" y="456"/>
                </a:lnTo>
                <a:lnTo>
                  <a:pt x="0" y="45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-2324890" y="-107518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-2040027" y="-847602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-1755164" y="-62002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-1470301" y="-39244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-1185438" y="-16486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-900575" y="627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-615712" y="29029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-330849" y="51787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-45985" y="745457"/>
            <a:ext cx="284861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8876" y="97303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23740" y="12006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08603" y="1428197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93465" y="1655777"/>
            <a:ext cx="284864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378329" y="18833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63191" y="21109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948055" y="23385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232918" y="256609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517781" y="27936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02644" y="302125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87507" y="32488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2370" y="347641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57233" y="3703995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42096" y="39315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26959" y="415915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-232489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-20400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-175516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-147030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-11854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-90057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-61571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-330849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-45985" y="4717848"/>
            <a:ext cx="2848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876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2374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8603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93465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78329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63191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4805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3291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51778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0264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875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3723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6572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9420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2269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0668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0668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526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4297200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586517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408414" y="1986845"/>
            <a:ext cx="12053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45974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613518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5941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90500" y="-1473200"/>
            <a:ext cx="6845300" cy="6184900"/>
          </a:xfrm>
          <a:custGeom>
            <a:avLst/>
            <a:gdLst/>
            <a:ahLst/>
            <a:cxnLst/>
            <a:rect l="l" t="t" r="r" b="b"/>
            <a:pathLst>
              <a:path w="539" h="487">
                <a:moveTo>
                  <a:pt x="0" y="0"/>
                </a:moveTo>
                <a:lnTo>
                  <a:pt x="23" y="18"/>
                </a:lnTo>
                <a:lnTo>
                  <a:pt x="45" y="36"/>
                </a:lnTo>
                <a:lnTo>
                  <a:pt x="68" y="54"/>
                </a:lnTo>
                <a:lnTo>
                  <a:pt x="90" y="72"/>
                </a:lnTo>
                <a:lnTo>
                  <a:pt x="113" y="90"/>
                </a:lnTo>
                <a:lnTo>
                  <a:pt x="135" y="108"/>
                </a:lnTo>
                <a:lnTo>
                  <a:pt x="157" y="125"/>
                </a:lnTo>
                <a:lnTo>
                  <a:pt x="180" y="143"/>
                </a:lnTo>
                <a:lnTo>
                  <a:pt x="202" y="161"/>
                </a:lnTo>
                <a:lnTo>
                  <a:pt x="225" y="179"/>
                </a:lnTo>
                <a:lnTo>
                  <a:pt x="247" y="197"/>
                </a:lnTo>
                <a:lnTo>
                  <a:pt x="270" y="215"/>
                </a:lnTo>
                <a:lnTo>
                  <a:pt x="292" y="233"/>
                </a:lnTo>
                <a:lnTo>
                  <a:pt x="314" y="251"/>
                </a:lnTo>
                <a:lnTo>
                  <a:pt x="337" y="269"/>
                </a:lnTo>
                <a:lnTo>
                  <a:pt x="359" y="287"/>
                </a:lnTo>
                <a:lnTo>
                  <a:pt x="382" y="305"/>
                </a:lnTo>
                <a:lnTo>
                  <a:pt x="404" y="323"/>
                </a:lnTo>
                <a:lnTo>
                  <a:pt x="427" y="341"/>
                </a:lnTo>
                <a:lnTo>
                  <a:pt x="449" y="358"/>
                </a:lnTo>
                <a:lnTo>
                  <a:pt x="471" y="376"/>
                </a:lnTo>
                <a:lnTo>
                  <a:pt x="494" y="394"/>
                </a:lnTo>
                <a:lnTo>
                  <a:pt x="516" y="412"/>
                </a:lnTo>
                <a:lnTo>
                  <a:pt x="539" y="430"/>
                </a:lnTo>
                <a:lnTo>
                  <a:pt x="539" y="487"/>
                </a:lnTo>
                <a:lnTo>
                  <a:pt x="516" y="487"/>
                </a:lnTo>
                <a:lnTo>
                  <a:pt x="494" y="487"/>
                </a:lnTo>
                <a:lnTo>
                  <a:pt x="471" y="487"/>
                </a:lnTo>
                <a:lnTo>
                  <a:pt x="449" y="487"/>
                </a:lnTo>
                <a:lnTo>
                  <a:pt x="427" y="487"/>
                </a:lnTo>
                <a:lnTo>
                  <a:pt x="404" y="487"/>
                </a:lnTo>
                <a:lnTo>
                  <a:pt x="382" y="487"/>
                </a:lnTo>
                <a:lnTo>
                  <a:pt x="359" y="487"/>
                </a:lnTo>
                <a:lnTo>
                  <a:pt x="337" y="487"/>
                </a:lnTo>
                <a:lnTo>
                  <a:pt x="314" y="487"/>
                </a:lnTo>
                <a:lnTo>
                  <a:pt x="292" y="487"/>
                </a:lnTo>
                <a:lnTo>
                  <a:pt x="270" y="487"/>
                </a:lnTo>
                <a:lnTo>
                  <a:pt x="247" y="487"/>
                </a:lnTo>
                <a:lnTo>
                  <a:pt x="225" y="487"/>
                </a:lnTo>
                <a:lnTo>
                  <a:pt x="202" y="487"/>
                </a:lnTo>
                <a:lnTo>
                  <a:pt x="180" y="487"/>
                </a:lnTo>
                <a:lnTo>
                  <a:pt x="157" y="487"/>
                </a:lnTo>
                <a:lnTo>
                  <a:pt x="135" y="487"/>
                </a:lnTo>
                <a:lnTo>
                  <a:pt x="113" y="487"/>
                </a:lnTo>
                <a:lnTo>
                  <a:pt x="90" y="487"/>
                </a:lnTo>
                <a:lnTo>
                  <a:pt x="68" y="487"/>
                </a:lnTo>
                <a:lnTo>
                  <a:pt x="45" y="487"/>
                </a:lnTo>
                <a:lnTo>
                  <a:pt x="23" y="487"/>
                </a:lnTo>
                <a:lnTo>
                  <a:pt x="0" y="4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95107" y="-147242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79970" y="-1244843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64833" y="-101726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49696" y="-78968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334559" y="-562103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619422" y="-334523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904285" y="-106942"/>
            <a:ext cx="284863" cy="2275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189148" y="1206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474011" y="3482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758874" y="57579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43738" y="8033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328601" y="10309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613463" y="12585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898327" y="14861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183190" y="1713696"/>
            <a:ext cx="284862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468052" y="194127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752916" y="2168855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037778" y="239643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322642" y="262401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607505" y="285159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5892368" y="307917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177231" y="3306755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462093" y="353433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746957" y="376191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951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799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48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0496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3345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61942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90428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18914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47401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758874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0437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328601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613463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8983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183190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468052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752916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037778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532264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560750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589236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6177231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6462093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74695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Freeform 149"/>
          <p:cNvSpPr/>
          <p:nvPr/>
        </p:nvSpPr>
        <p:spPr>
          <a:xfrm>
            <a:off x="35941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35941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42672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42672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880006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16442" y="778679"/>
            <a:ext cx="4268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3163" y="778679"/>
            <a:ext cx="18022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42554" y="2043558"/>
            <a:ext cx="40428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48537" y="1377024"/>
            <a:ext cx="48368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68664" y="1897393"/>
            <a:ext cx="3616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483" y="989051"/>
            <a:ext cx="47609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262552" y="2043558"/>
            <a:ext cx="1522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468535" y="1377024"/>
            <a:ext cx="231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688663" y="1897393"/>
            <a:ext cx="1096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44481" y="989051"/>
            <a:ext cx="22409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901198" y="3150915"/>
            <a:ext cx="8841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640211" y="3150691"/>
            <a:ext cx="1451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77203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519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8416" y="1986845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0828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93520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0795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-2324100" y="-1079500"/>
            <a:ext cx="6832600" cy="5791200"/>
          </a:xfrm>
          <a:custGeom>
            <a:avLst/>
            <a:gdLst/>
            <a:ahLst/>
            <a:cxnLst/>
            <a:rect l="l" t="t" r="r" b="b"/>
            <a:pathLst>
              <a:path w="538" h="456">
                <a:moveTo>
                  <a:pt x="0" y="0"/>
                </a:moveTo>
                <a:lnTo>
                  <a:pt x="22" y="18"/>
                </a:lnTo>
                <a:lnTo>
                  <a:pt x="45" y="36"/>
                </a:lnTo>
                <a:lnTo>
                  <a:pt x="67" y="54"/>
                </a:lnTo>
                <a:lnTo>
                  <a:pt x="90" y="72"/>
                </a:lnTo>
                <a:lnTo>
                  <a:pt x="112" y="90"/>
                </a:lnTo>
                <a:lnTo>
                  <a:pt x="135" y="108"/>
                </a:lnTo>
                <a:lnTo>
                  <a:pt x="157" y="126"/>
                </a:lnTo>
                <a:lnTo>
                  <a:pt x="179" y="144"/>
                </a:lnTo>
                <a:lnTo>
                  <a:pt x="202" y="162"/>
                </a:lnTo>
                <a:lnTo>
                  <a:pt x="224" y="180"/>
                </a:lnTo>
                <a:lnTo>
                  <a:pt x="247" y="197"/>
                </a:lnTo>
                <a:lnTo>
                  <a:pt x="269" y="215"/>
                </a:lnTo>
                <a:lnTo>
                  <a:pt x="292" y="233"/>
                </a:lnTo>
                <a:lnTo>
                  <a:pt x="314" y="251"/>
                </a:lnTo>
                <a:lnTo>
                  <a:pt x="336" y="269"/>
                </a:lnTo>
                <a:lnTo>
                  <a:pt x="359" y="287"/>
                </a:lnTo>
                <a:lnTo>
                  <a:pt x="381" y="305"/>
                </a:lnTo>
                <a:lnTo>
                  <a:pt x="404" y="323"/>
                </a:lnTo>
                <a:lnTo>
                  <a:pt x="426" y="341"/>
                </a:lnTo>
                <a:lnTo>
                  <a:pt x="449" y="359"/>
                </a:lnTo>
                <a:lnTo>
                  <a:pt x="471" y="377"/>
                </a:lnTo>
                <a:lnTo>
                  <a:pt x="493" y="395"/>
                </a:lnTo>
                <a:lnTo>
                  <a:pt x="516" y="412"/>
                </a:lnTo>
                <a:lnTo>
                  <a:pt x="538" y="430"/>
                </a:lnTo>
                <a:lnTo>
                  <a:pt x="538" y="456"/>
                </a:lnTo>
                <a:lnTo>
                  <a:pt x="516" y="456"/>
                </a:lnTo>
                <a:lnTo>
                  <a:pt x="493" y="456"/>
                </a:lnTo>
                <a:lnTo>
                  <a:pt x="471" y="456"/>
                </a:lnTo>
                <a:lnTo>
                  <a:pt x="449" y="456"/>
                </a:lnTo>
                <a:lnTo>
                  <a:pt x="426" y="456"/>
                </a:lnTo>
                <a:lnTo>
                  <a:pt x="404" y="456"/>
                </a:lnTo>
                <a:lnTo>
                  <a:pt x="381" y="456"/>
                </a:lnTo>
                <a:lnTo>
                  <a:pt x="359" y="456"/>
                </a:lnTo>
                <a:lnTo>
                  <a:pt x="336" y="456"/>
                </a:lnTo>
                <a:lnTo>
                  <a:pt x="314" y="456"/>
                </a:lnTo>
                <a:lnTo>
                  <a:pt x="292" y="456"/>
                </a:lnTo>
                <a:lnTo>
                  <a:pt x="269" y="456"/>
                </a:lnTo>
                <a:lnTo>
                  <a:pt x="247" y="456"/>
                </a:lnTo>
                <a:lnTo>
                  <a:pt x="224" y="456"/>
                </a:lnTo>
                <a:lnTo>
                  <a:pt x="202" y="456"/>
                </a:lnTo>
                <a:lnTo>
                  <a:pt x="179" y="456"/>
                </a:lnTo>
                <a:lnTo>
                  <a:pt x="157" y="456"/>
                </a:lnTo>
                <a:lnTo>
                  <a:pt x="135" y="456"/>
                </a:lnTo>
                <a:lnTo>
                  <a:pt x="112" y="456"/>
                </a:lnTo>
                <a:lnTo>
                  <a:pt x="90" y="456"/>
                </a:lnTo>
                <a:lnTo>
                  <a:pt x="67" y="456"/>
                </a:lnTo>
                <a:lnTo>
                  <a:pt x="45" y="456"/>
                </a:lnTo>
                <a:lnTo>
                  <a:pt x="22" y="456"/>
                </a:lnTo>
                <a:lnTo>
                  <a:pt x="0" y="45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-2324890" y="-107518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-2040027" y="-847602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-1755164" y="-62002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-1470301" y="-39244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-1185438" y="-16486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-900575" y="627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-615712" y="29029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-330849" y="51787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-45985" y="745457"/>
            <a:ext cx="284861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8876" y="97303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23740" y="12006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08603" y="1428197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93465" y="1655777"/>
            <a:ext cx="284864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378329" y="18833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63191" y="21109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948055" y="23385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232918" y="256609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517781" y="27936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02644" y="302125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87507" y="32488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2370" y="347641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57233" y="3703995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42096" y="39315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26959" y="415915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-232489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-20400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-175516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-147030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-11854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-90057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-61571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-330849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-45985" y="4717848"/>
            <a:ext cx="2848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876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2374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8603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93465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78329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63191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4805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3291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51778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0264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875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3723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6572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9420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2269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0668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0668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526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4297200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586517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408414" y="1986845"/>
            <a:ext cx="12053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45974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613518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5941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90500" y="-1473200"/>
            <a:ext cx="6845300" cy="6184900"/>
          </a:xfrm>
          <a:custGeom>
            <a:avLst/>
            <a:gdLst/>
            <a:ahLst/>
            <a:cxnLst/>
            <a:rect l="l" t="t" r="r" b="b"/>
            <a:pathLst>
              <a:path w="539" h="487">
                <a:moveTo>
                  <a:pt x="0" y="0"/>
                </a:moveTo>
                <a:lnTo>
                  <a:pt x="23" y="18"/>
                </a:lnTo>
                <a:lnTo>
                  <a:pt x="45" y="36"/>
                </a:lnTo>
                <a:lnTo>
                  <a:pt x="68" y="54"/>
                </a:lnTo>
                <a:lnTo>
                  <a:pt x="90" y="72"/>
                </a:lnTo>
                <a:lnTo>
                  <a:pt x="113" y="90"/>
                </a:lnTo>
                <a:lnTo>
                  <a:pt x="135" y="108"/>
                </a:lnTo>
                <a:lnTo>
                  <a:pt x="157" y="125"/>
                </a:lnTo>
                <a:lnTo>
                  <a:pt x="180" y="143"/>
                </a:lnTo>
                <a:lnTo>
                  <a:pt x="202" y="161"/>
                </a:lnTo>
                <a:lnTo>
                  <a:pt x="225" y="179"/>
                </a:lnTo>
                <a:lnTo>
                  <a:pt x="247" y="197"/>
                </a:lnTo>
                <a:lnTo>
                  <a:pt x="270" y="215"/>
                </a:lnTo>
                <a:lnTo>
                  <a:pt x="292" y="233"/>
                </a:lnTo>
                <a:lnTo>
                  <a:pt x="314" y="251"/>
                </a:lnTo>
                <a:lnTo>
                  <a:pt x="337" y="269"/>
                </a:lnTo>
                <a:lnTo>
                  <a:pt x="359" y="287"/>
                </a:lnTo>
                <a:lnTo>
                  <a:pt x="382" y="305"/>
                </a:lnTo>
                <a:lnTo>
                  <a:pt x="404" y="323"/>
                </a:lnTo>
                <a:lnTo>
                  <a:pt x="427" y="341"/>
                </a:lnTo>
                <a:lnTo>
                  <a:pt x="449" y="358"/>
                </a:lnTo>
                <a:lnTo>
                  <a:pt x="471" y="376"/>
                </a:lnTo>
                <a:lnTo>
                  <a:pt x="494" y="394"/>
                </a:lnTo>
                <a:lnTo>
                  <a:pt x="516" y="412"/>
                </a:lnTo>
                <a:lnTo>
                  <a:pt x="539" y="430"/>
                </a:lnTo>
                <a:lnTo>
                  <a:pt x="539" y="487"/>
                </a:lnTo>
                <a:lnTo>
                  <a:pt x="516" y="487"/>
                </a:lnTo>
                <a:lnTo>
                  <a:pt x="494" y="487"/>
                </a:lnTo>
                <a:lnTo>
                  <a:pt x="471" y="487"/>
                </a:lnTo>
                <a:lnTo>
                  <a:pt x="449" y="487"/>
                </a:lnTo>
                <a:lnTo>
                  <a:pt x="427" y="487"/>
                </a:lnTo>
                <a:lnTo>
                  <a:pt x="404" y="487"/>
                </a:lnTo>
                <a:lnTo>
                  <a:pt x="382" y="487"/>
                </a:lnTo>
                <a:lnTo>
                  <a:pt x="359" y="487"/>
                </a:lnTo>
                <a:lnTo>
                  <a:pt x="337" y="487"/>
                </a:lnTo>
                <a:lnTo>
                  <a:pt x="314" y="487"/>
                </a:lnTo>
                <a:lnTo>
                  <a:pt x="292" y="487"/>
                </a:lnTo>
                <a:lnTo>
                  <a:pt x="270" y="487"/>
                </a:lnTo>
                <a:lnTo>
                  <a:pt x="247" y="487"/>
                </a:lnTo>
                <a:lnTo>
                  <a:pt x="225" y="487"/>
                </a:lnTo>
                <a:lnTo>
                  <a:pt x="202" y="487"/>
                </a:lnTo>
                <a:lnTo>
                  <a:pt x="180" y="487"/>
                </a:lnTo>
                <a:lnTo>
                  <a:pt x="157" y="487"/>
                </a:lnTo>
                <a:lnTo>
                  <a:pt x="135" y="487"/>
                </a:lnTo>
                <a:lnTo>
                  <a:pt x="113" y="487"/>
                </a:lnTo>
                <a:lnTo>
                  <a:pt x="90" y="487"/>
                </a:lnTo>
                <a:lnTo>
                  <a:pt x="68" y="487"/>
                </a:lnTo>
                <a:lnTo>
                  <a:pt x="45" y="487"/>
                </a:lnTo>
                <a:lnTo>
                  <a:pt x="23" y="487"/>
                </a:lnTo>
                <a:lnTo>
                  <a:pt x="0" y="4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95107" y="-147242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79970" y="-1244843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64833" y="-101726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49696" y="-78968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334559" y="-562103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619422" y="-334523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904285" y="-106942"/>
            <a:ext cx="284863" cy="2275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189148" y="1206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474011" y="3482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758874" y="57579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43738" y="8033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328601" y="10309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613463" y="12585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898327" y="14861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183190" y="1713696"/>
            <a:ext cx="284862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468052" y="194127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752916" y="2168855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037778" y="239643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322642" y="262401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607505" y="285159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5892368" y="307917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177231" y="3306755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462093" y="353433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746957" y="376191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951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799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48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0496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3345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61942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90428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18914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47401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758874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0437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328601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613463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8983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183190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468052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752916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037778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532264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560750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589236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6177231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6462093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74695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Freeform 149"/>
          <p:cNvSpPr/>
          <p:nvPr/>
        </p:nvSpPr>
        <p:spPr>
          <a:xfrm>
            <a:off x="35941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35941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42672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42672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16442" y="778679"/>
            <a:ext cx="4268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3163" y="778679"/>
            <a:ext cx="18022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42554" y="2043558"/>
            <a:ext cx="40428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48537" y="1377024"/>
            <a:ext cx="48368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68664" y="1897393"/>
            <a:ext cx="3616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483" y="989051"/>
            <a:ext cx="47609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262552" y="2043558"/>
            <a:ext cx="1522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468535" y="1377024"/>
            <a:ext cx="231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688663" y="1897393"/>
            <a:ext cx="1096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44481" y="989051"/>
            <a:ext cx="22409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357134" y="2280630"/>
            <a:ext cx="34282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XOR?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88519" y="2538732"/>
            <a:ext cx="47968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plot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operation?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901198" y="3150916"/>
            <a:ext cx="8841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40211" y="3150692"/>
            <a:ext cx="1451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037537" y="178477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26853" y="126557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48750" y="1811777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3401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2353854" y="1017781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336800" y="99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3241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30099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3241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0099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2888" y="1868490"/>
            <a:ext cx="27825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08872" y="1201943"/>
            <a:ext cx="35765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8326" y="1722897"/>
            <a:ext cx="23570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4246" y="814517"/>
            <a:ext cx="3501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01193" y="3150931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5627" y="3150707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037537" y="178477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26853" y="126557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48750" y="1811777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3401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2353854" y="1017781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336800" y="99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3241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30099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3241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0099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2888" y="1868490"/>
            <a:ext cx="27825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08872" y="1201943"/>
            <a:ext cx="35765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8326" y="1722897"/>
            <a:ext cx="23570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4246" y="814517"/>
            <a:ext cx="3501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30107" y="2170459"/>
            <a:ext cx="39552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211" y="2428561"/>
            <a:ext cx="46431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193" y="3150929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5627" y="3150705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395878" y="1158563"/>
            <a:ext cx="241414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444582" y="1351267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6582" y="1207268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16582" y="1207268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435964" y="1544992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61746" y="829814"/>
            <a:ext cx="388640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9304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561746" y="1587265"/>
            <a:ext cx="388640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9304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65811" y="1086084"/>
            <a:ext cx="345735" cy="1258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5908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265811" y="1346619"/>
            <a:ext cx="345735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5908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968183" y="1279271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528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516586" y="1427814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4925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639824" y="1279271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40894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23590" y="1183281"/>
            <a:ext cx="3061805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82135" y="1579095"/>
            <a:ext cx="2303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0966" y="1218326"/>
            <a:ext cx="16044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0355" y="944171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40355" y="1436690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3770" y="697905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73770" y="1682943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97" y="532934"/>
            <a:ext cx="45186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7601" y="771885"/>
            <a:ext cx="31777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28696" y="943957"/>
            <a:ext cx="3256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64241" y="773790"/>
            <a:ext cx="24211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35362" y="945862"/>
            <a:ext cx="2450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22381" y="1025453"/>
            <a:ext cx="1763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33393" y="1759831"/>
            <a:ext cx="2552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4640" y="3150694"/>
            <a:ext cx="160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395878" y="1158563"/>
            <a:ext cx="241414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444582" y="1351267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6582" y="1207268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16582" y="1207268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435964" y="1544992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61746" y="829814"/>
            <a:ext cx="388640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9304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561746" y="1587265"/>
            <a:ext cx="388640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9304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65811" y="1086084"/>
            <a:ext cx="345735" cy="1258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5908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265811" y="1346619"/>
            <a:ext cx="345735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5908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968183" y="1279271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528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516586" y="1427814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4925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639824" y="1279271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40894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23590" y="1183281"/>
            <a:ext cx="3061805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82135" y="1579095"/>
            <a:ext cx="2303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0966" y="1218326"/>
            <a:ext cx="16044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0355" y="944171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40355" y="1436690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3770" y="697905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73770" y="1682943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97" y="532934"/>
            <a:ext cx="45186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7601" y="771885"/>
            <a:ext cx="31777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28696" y="943957"/>
            <a:ext cx="3256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64241" y="773790"/>
            <a:ext cx="24211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35362" y="945862"/>
            <a:ext cx="2450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22381" y="1025453"/>
            <a:ext cx="1763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33393" y="1759831"/>
            <a:ext cx="2552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2065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4640" y="3150694"/>
            <a:ext cx="160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395878" y="1158563"/>
            <a:ext cx="241414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444582" y="1351267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6582" y="1207268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16582" y="1207268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435964" y="1544992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61746" y="829814"/>
            <a:ext cx="388640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9304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561746" y="1587265"/>
            <a:ext cx="388640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9304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65811" y="1086084"/>
            <a:ext cx="345735" cy="1258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5908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265811" y="1346619"/>
            <a:ext cx="345735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5908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968183" y="1279271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528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516586" y="1427814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4925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639824" y="1279271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40894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23590" y="1183281"/>
            <a:ext cx="3061805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82135" y="1579095"/>
            <a:ext cx="2303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0966" y="1218326"/>
            <a:ext cx="16044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0355" y="944171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40355" y="1436690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3770" y="697905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73770" y="1682943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97" y="532934"/>
            <a:ext cx="45186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7601" y="771885"/>
            <a:ext cx="31777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28696" y="943957"/>
            <a:ext cx="3256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64241" y="773790"/>
            <a:ext cx="24211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35362" y="945862"/>
            <a:ext cx="2450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22381" y="1025453"/>
            <a:ext cx="1763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33393" y="1759831"/>
            <a:ext cx="2552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2065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5" y="2362710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limiter,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28240" y="2699352"/>
            <a:ext cx="335715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78227" y="2586423"/>
            <a:ext cx="31071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72499" y="2619301"/>
            <a:ext cx="30128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≥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72499" y="2787795"/>
            <a:ext cx="30128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&lt; 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4640" y="3150694"/>
            <a:ext cx="160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327952" y="-234769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6327952" y="-2397439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009637" y="-23725646"/>
            <a:ext cx="66532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66573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26354952" y="-24197833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6339800" y="-2421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6009637" y="-23725646"/>
            <a:ext cx="345315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354952" y="-23974392"/>
            <a:ext cx="0" cy="24874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354952" y="-23974392"/>
            <a:ext cx="345319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587956" y="-2397439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69640" y="-23725646"/>
            <a:ext cx="66532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9146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7614956" y="-24197833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7597100" y="-2421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7587956" y="-234769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269640" y="-23476901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614956" y="-23974392"/>
            <a:ext cx="0" cy="49749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614956" y="-23974392"/>
            <a:ext cx="345318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847978" y="-234769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847978" y="-2397439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529681" y="-23725646"/>
            <a:ext cx="665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91846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8874978" y="-24197833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8854400" y="-2421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28529681" y="-23728164"/>
            <a:ext cx="28774" cy="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558455" y="-23729444"/>
            <a:ext cx="28773" cy="128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587228" y="-23731362"/>
            <a:ext cx="28777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616005" y="-23734214"/>
            <a:ext cx="28773" cy="285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44778" y="-23738416"/>
            <a:ext cx="28774" cy="420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673552" y="-23744516"/>
            <a:ext cx="28776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702328" y="-23753190"/>
            <a:ext cx="28774" cy="86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731102" y="-23765164"/>
            <a:ext cx="28773" cy="119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759875" y="-23781043"/>
            <a:ext cx="28773" cy="1587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788648" y="-23800999"/>
            <a:ext cx="28777" cy="1995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817425" y="-23824476"/>
            <a:ext cx="28773" cy="234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846198" y="-23850012"/>
            <a:ext cx="28774" cy="2553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874972" y="-23875541"/>
            <a:ext cx="28776" cy="2552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903748" y="-23899028"/>
            <a:ext cx="28774" cy="234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932522" y="-23918989"/>
            <a:ext cx="28773" cy="1996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961295" y="-23934861"/>
            <a:ext cx="28774" cy="158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990069" y="-23946848"/>
            <a:ext cx="28776" cy="119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018845" y="-23955519"/>
            <a:ext cx="28774" cy="867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47619" y="-23961619"/>
            <a:ext cx="28773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076392" y="-23965822"/>
            <a:ext cx="28774" cy="420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105166" y="-23968676"/>
            <a:ext cx="28776" cy="285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133942" y="-23970594"/>
            <a:ext cx="28774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162716" y="-23971873"/>
            <a:ext cx="28773" cy="127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191489" y="-23972722"/>
            <a:ext cx="28777" cy="84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058624" y="-2347691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058624" y="-2397440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789617" y="-23725657"/>
            <a:ext cx="66533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04419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0085624" y="-24197842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0060900" y="-2421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28901652" y="-2258557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000316" y="-22689215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098977" y="-22792858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197641" y="-2289650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296304" y="-23000141"/>
            <a:ext cx="98661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394965" y="-2310378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493629" y="-23207426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592292" y="-23311068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690953" y="-23414710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789617" y="-2351835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9888281" y="-23621995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9986941" y="-23725637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0085605" y="-23829278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0184269" y="-23932920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0282929" y="-2403656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0381593" y="-24140205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0480257" y="-24243847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578917" y="-24347490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0677581" y="-24451132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0776245" y="-24554774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874906" y="-24658415"/>
            <a:ext cx="98663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0973569" y="-24762059"/>
            <a:ext cx="98664" cy="10364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1072233" y="-24865700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170897" y="-24969342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8915648" y="-23111497"/>
            <a:ext cx="31221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1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778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901193" y="3150915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25932" y="3150691"/>
            <a:ext cx="1594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7625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7625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308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2573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954624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398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9308" y="1674679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54624" y="1425934"/>
            <a:ext cx="0" cy="24874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54624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587956" y="-2397439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69640" y="-23725646"/>
            <a:ext cx="66532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9146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7614956" y="-24197833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7597100" y="-2421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7587956" y="-234769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269640" y="-23476901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614956" y="-23974392"/>
            <a:ext cx="0" cy="49749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614956" y="-23974392"/>
            <a:ext cx="345318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847978" y="-234769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847978" y="-2397439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529681" y="-23725646"/>
            <a:ext cx="665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91846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8874978" y="-24197833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8854400" y="-2421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28529681" y="-23728164"/>
            <a:ext cx="28774" cy="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558455" y="-23729444"/>
            <a:ext cx="28773" cy="128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587228" y="-23731362"/>
            <a:ext cx="28777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616005" y="-23734214"/>
            <a:ext cx="28773" cy="285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44778" y="-23738416"/>
            <a:ext cx="28774" cy="420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673552" y="-23744516"/>
            <a:ext cx="28776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702328" y="-23753190"/>
            <a:ext cx="28774" cy="86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731102" y="-23765164"/>
            <a:ext cx="28773" cy="119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759875" y="-23781043"/>
            <a:ext cx="28773" cy="1587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788648" y="-23800999"/>
            <a:ext cx="28777" cy="1995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817425" y="-23824476"/>
            <a:ext cx="28773" cy="234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846198" y="-23850012"/>
            <a:ext cx="28774" cy="2553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874972" y="-23875541"/>
            <a:ext cx="28776" cy="2552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903748" y="-23899028"/>
            <a:ext cx="28774" cy="234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932522" y="-23918989"/>
            <a:ext cx="28773" cy="1996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961295" y="-23934861"/>
            <a:ext cx="28774" cy="158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990069" y="-23946848"/>
            <a:ext cx="28776" cy="119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018845" y="-23955519"/>
            <a:ext cx="28774" cy="867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47619" y="-23961619"/>
            <a:ext cx="28773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076392" y="-23965822"/>
            <a:ext cx="28774" cy="420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105166" y="-23968676"/>
            <a:ext cx="28776" cy="285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133942" y="-23970594"/>
            <a:ext cx="28774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162716" y="-23971873"/>
            <a:ext cx="28773" cy="127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191489" y="-23972722"/>
            <a:ext cx="28777" cy="84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058624" y="-2347691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058624" y="-2397440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789617" y="-23725657"/>
            <a:ext cx="66533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04419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0085624" y="-24197842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0060900" y="-2421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28901652" y="-2258557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000316" y="-22689215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098977" y="-22792858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197641" y="-2289650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296304" y="-23000141"/>
            <a:ext cx="98661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394965" y="-2310378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493629" y="-23207426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592292" y="-23311068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690953" y="-23414710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789617" y="-2351835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9888281" y="-23621995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9986941" y="-23725637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0085605" y="-23829278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0184269" y="-23932920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0282929" y="-2403656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0381593" y="-24140205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0480257" y="-24243847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578917" y="-24347490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0677581" y="-24451132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0776245" y="-24554774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874906" y="-24658415"/>
            <a:ext cx="98663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0973569" y="-24762059"/>
            <a:ext cx="98664" cy="10364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1072233" y="-24865700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170897" y="-24969342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8915648" y="-23111497"/>
            <a:ext cx="31221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1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778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2132" y="870336"/>
            <a:ext cx="503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53936" y="1870350"/>
            <a:ext cx="5031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7578" y="1379448"/>
            <a:ext cx="49478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36358" y="1630082"/>
            <a:ext cx="44490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1568" y="1061630"/>
            <a:ext cx="48738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2732" y="2235034"/>
            <a:ext cx="5162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52360" y="2134485"/>
            <a:ext cx="4933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39000" y="2165142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9000" y="2310688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5946" y="2674904"/>
            <a:ext cx="5139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01193" y="3150915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5932" y="3150691"/>
            <a:ext cx="1594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7625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7625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308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2573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954624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398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9308" y="1674679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54624" y="1425934"/>
            <a:ext cx="0" cy="24874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54624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87630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69313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146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14629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1971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187630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869313" y="1923424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214629" y="1425934"/>
            <a:ext cx="0" cy="49749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14629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847978" y="-234769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847978" y="-2397439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529681" y="-23725646"/>
            <a:ext cx="665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91846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8874978" y="-24197833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8854400" y="-2421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28529681" y="-23728164"/>
            <a:ext cx="28774" cy="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558455" y="-23729444"/>
            <a:ext cx="28773" cy="128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587228" y="-23731362"/>
            <a:ext cx="28777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616005" y="-23734214"/>
            <a:ext cx="28773" cy="285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44778" y="-23738416"/>
            <a:ext cx="28774" cy="420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673552" y="-23744516"/>
            <a:ext cx="28776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702328" y="-23753190"/>
            <a:ext cx="28774" cy="86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731102" y="-23765164"/>
            <a:ext cx="28773" cy="119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759875" y="-23781043"/>
            <a:ext cx="28773" cy="1587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788648" y="-23800999"/>
            <a:ext cx="28777" cy="1995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817425" y="-23824476"/>
            <a:ext cx="28773" cy="234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846198" y="-23850012"/>
            <a:ext cx="28774" cy="2553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874972" y="-23875541"/>
            <a:ext cx="28776" cy="2552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903748" y="-23899028"/>
            <a:ext cx="28774" cy="234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932522" y="-23918989"/>
            <a:ext cx="28773" cy="1996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961295" y="-23934861"/>
            <a:ext cx="28774" cy="158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990069" y="-23946848"/>
            <a:ext cx="28776" cy="119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018845" y="-23955519"/>
            <a:ext cx="28774" cy="867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47619" y="-23961619"/>
            <a:ext cx="28773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076392" y="-23965822"/>
            <a:ext cx="28774" cy="420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105166" y="-23968676"/>
            <a:ext cx="28776" cy="285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133942" y="-23970594"/>
            <a:ext cx="28774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162716" y="-23971873"/>
            <a:ext cx="28773" cy="127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191489" y="-23972722"/>
            <a:ext cx="28777" cy="84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058624" y="-2347691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058624" y="-2397440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789617" y="-23725657"/>
            <a:ext cx="66533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04419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0085624" y="-24197842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0060900" y="-2421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28901652" y="-2258557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000316" y="-22689215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098977" y="-22792858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197641" y="-2289650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296304" y="-23000141"/>
            <a:ext cx="98661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394965" y="-2310378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493629" y="-23207426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592292" y="-23311068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690953" y="-23414710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789617" y="-2351835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9888281" y="-23621995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9986941" y="-23725637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0085605" y="-23829278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0184269" y="-23932920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0282929" y="-2403656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0381593" y="-24140205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0480257" y="-24243847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578917" y="-24347490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0677581" y="-24451132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0776245" y="-24554774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874906" y="-24658415"/>
            <a:ext cx="98663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0973569" y="-24762059"/>
            <a:ext cx="98664" cy="10364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1072233" y="-24865700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170897" y="-24969342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8915648" y="-23111497"/>
            <a:ext cx="31221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1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778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2132" y="870336"/>
            <a:ext cx="503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15834" y="870336"/>
            <a:ext cx="3769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3936" y="1870350"/>
            <a:ext cx="5031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7578" y="1379448"/>
            <a:ext cx="49478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36358" y="1630082"/>
            <a:ext cx="44490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1568" y="1061630"/>
            <a:ext cx="48738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97583" y="1379448"/>
            <a:ext cx="36878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223885" y="1870350"/>
            <a:ext cx="35615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96363" y="1630082"/>
            <a:ext cx="3189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71561" y="1061630"/>
            <a:ext cx="36138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2732" y="2235034"/>
            <a:ext cx="5162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2360" y="2134485"/>
            <a:ext cx="4933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39000" y="2165142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9000" y="2310688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40902" y="2235034"/>
            <a:ext cx="39444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0531" y="2134485"/>
            <a:ext cx="37148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57171" y="2165142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57170" y="2309376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5946" y="2674904"/>
            <a:ext cx="5139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905949" y="2674904"/>
            <a:ext cx="38794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901193" y="3150915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25932" y="3150691"/>
            <a:ext cx="1594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7625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7625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308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2573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954624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398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9308" y="1674679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54624" y="1425934"/>
            <a:ext cx="0" cy="24874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54624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87630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69313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146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14629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1971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187630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869313" y="1923424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214629" y="1425934"/>
            <a:ext cx="0" cy="49749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14629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447651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447651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129354" y="1674679"/>
            <a:ext cx="665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7846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474651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544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3129354" y="1672162"/>
            <a:ext cx="28774" cy="85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158128" y="1670881"/>
            <a:ext cx="28775" cy="128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186903" y="1668964"/>
            <a:ext cx="28774" cy="191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15677" y="1666111"/>
            <a:ext cx="28774" cy="2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44451" y="1661910"/>
            <a:ext cx="28775" cy="420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273226" y="1655810"/>
            <a:ext cx="28774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02000" y="1647136"/>
            <a:ext cx="28774" cy="86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30774" y="1635161"/>
            <a:ext cx="28774" cy="1197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359548" y="1619284"/>
            <a:ext cx="28775" cy="158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388323" y="1599327"/>
            <a:ext cx="28774" cy="1995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417097" y="1575850"/>
            <a:ext cx="28774" cy="234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445871" y="1550314"/>
            <a:ext cx="28775" cy="2553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474646" y="1524785"/>
            <a:ext cx="28774" cy="2552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503420" y="1501299"/>
            <a:ext cx="28774" cy="2348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532194" y="1481337"/>
            <a:ext cx="28775" cy="1996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60969" y="1465465"/>
            <a:ext cx="28773" cy="158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589742" y="1453478"/>
            <a:ext cx="28775" cy="119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18517" y="1444806"/>
            <a:ext cx="28774" cy="86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647291" y="1438707"/>
            <a:ext cx="28775" cy="609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676066" y="1434503"/>
            <a:ext cx="28774" cy="420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04840" y="1431650"/>
            <a:ext cx="28774" cy="2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33614" y="1429732"/>
            <a:ext cx="28774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62388" y="1428454"/>
            <a:ext cx="28775" cy="127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791163" y="1427603"/>
            <a:ext cx="28774" cy="85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058624" y="-2347691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058624" y="-2397440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789617" y="-23725657"/>
            <a:ext cx="66533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04419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0085624" y="-24197842"/>
            <a:ext cx="0" cy="845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0060900" y="-2421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28901652" y="-2258557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000316" y="-22689215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098977" y="-22792858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197641" y="-2289650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296304" y="-23000141"/>
            <a:ext cx="98661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394965" y="-23103783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493629" y="-23207426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592292" y="-23311068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690953" y="-23414710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789617" y="-2351835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9888281" y="-23621995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9986941" y="-23725637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0085605" y="-23829278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0184269" y="-23932920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0282929" y="-24036563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0381593" y="-24140205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0480257" y="-24243847"/>
            <a:ext cx="98660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578917" y="-24347490"/>
            <a:ext cx="98664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0677581" y="-24451132"/>
            <a:ext cx="98664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0776245" y="-24554774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874906" y="-24658415"/>
            <a:ext cx="98663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0973569" y="-24762059"/>
            <a:ext cx="98664" cy="10364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1072233" y="-24865700"/>
            <a:ext cx="98664" cy="10364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170897" y="-24969342"/>
            <a:ext cx="98661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515320" y="2288830"/>
            <a:ext cx="312216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1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778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2132" y="870336"/>
            <a:ext cx="503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15834" y="870336"/>
            <a:ext cx="3769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195818" y="870336"/>
            <a:ext cx="2589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3936" y="1870350"/>
            <a:ext cx="5031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7578" y="1379448"/>
            <a:ext cx="49478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336358" y="1630082"/>
            <a:ext cx="44490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1568" y="1061630"/>
            <a:ext cx="48738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97583" y="1379448"/>
            <a:ext cx="36878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23885" y="1870350"/>
            <a:ext cx="35615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596363" y="1630082"/>
            <a:ext cx="3189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71561" y="1061630"/>
            <a:ext cx="36138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273956" y="1870350"/>
            <a:ext cx="25114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57611" y="1379448"/>
            <a:ext cx="24277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856302" y="1630108"/>
            <a:ext cx="19290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31589" y="1061694"/>
            <a:ext cx="23538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2732" y="2235034"/>
            <a:ext cx="5162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52360" y="2134485"/>
            <a:ext cx="4933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9000" y="2165142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39000" y="2310688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40902" y="2235034"/>
            <a:ext cx="39444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0531" y="2134485"/>
            <a:ext cx="37148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57171" y="2165142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57170" y="2309376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270502" y="2235034"/>
            <a:ext cx="25148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48225" y="2213421"/>
            <a:ext cx="21371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515320" y="2288631"/>
            <a:ext cx="2270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e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−</a:t>
            </a:r>
            <a:r>
              <a:rPr sz="498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5946" y="2674904"/>
            <a:ext cx="5139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05949" y="2674904"/>
            <a:ext cx="38794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054258" y="2494616"/>
            <a:ext cx="27311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always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64265" y="2614808"/>
            <a:ext cx="2821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016907" y="2735014"/>
            <a:ext cx="2768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between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414404" y="2855591"/>
            <a:ext cx="23709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±∞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901193" y="3150915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25932" y="3150691"/>
            <a:ext cx="1594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7625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7625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308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2573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954624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398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9308" y="1674679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54624" y="1425934"/>
            <a:ext cx="0" cy="24874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54624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87630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69313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146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14629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1971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187630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869313" y="1923424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214629" y="1425934"/>
            <a:ext cx="0" cy="49749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14629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447651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447651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129354" y="1674679"/>
            <a:ext cx="665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7846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474651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544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3129354" y="1672162"/>
            <a:ext cx="28774" cy="85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158128" y="1670881"/>
            <a:ext cx="28775" cy="128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186903" y="1668964"/>
            <a:ext cx="28774" cy="191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15677" y="1666111"/>
            <a:ext cx="28774" cy="2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44451" y="1661910"/>
            <a:ext cx="28775" cy="420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273226" y="1655810"/>
            <a:ext cx="28774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02000" y="1647136"/>
            <a:ext cx="28774" cy="86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30774" y="1635161"/>
            <a:ext cx="28774" cy="1197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359548" y="1619284"/>
            <a:ext cx="28775" cy="158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388323" y="1599327"/>
            <a:ext cx="28774" cy="1995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417097" y="1575850"/>
            <a:ext cx="28774" cy="234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445871" y="1550314"/>
            <a:ext cx="28775" cy="2553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474646" y="1524785"/>
            <a:ext cx="28774" cy="2552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503420" y="1501299"/>
            <a:ext cx="28774" cy="2348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532194" y="1481337"/>
            <a:ext cx="28775" cy="1996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60969" y="1465465"/>
            <a:ext cx="28773" cy="158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589742" y="1453478"/>
            <a:ext cx="28775" cy="119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18517" y="1444806"/>
            <a:ext cx="28774" cy="86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647291" y="1438707"/>
            <a:ext cx="28775" cy="609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676066" y="1434503"/>
            <a:ext cx="28774" cy="420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04840" y="1431650"/>
            <a:ext cx="28774" cy="2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33614" y="1429732"/>
            <a:ext cx="28774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62388" y="1428454"/>
            <a:ext cx="28775" cy="127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791163" y="1427603"/>
            <a:ext cx="28774" cy="85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658298" y="1923414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658298" y="1425924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389290" y="1674669"/>
            <a:ext cx="66533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50419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4685297" y="120248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4660900" y="118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501325" y="2814752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599988" y="2711110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8650" y="2607468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97313" y="2503826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895976" y="2400184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994639" y="2296542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093302" y="2192899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91965" y="2089257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290627" y="1985615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389290" y="1881973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487953" y="1778331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586615" y="1674689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685278" y="1571047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783941" y="1467405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882603" y="1363762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981266" y="126012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5079929" y="1156478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5178592" y="1052836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5277255" y="949194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375917" y="845552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474580" y="74191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573243" y="638267"/>
            <a:ext cx="98662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671905" y="534625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5770568" y="430983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515320" y="2288830"/>
            <a:ext cx="312216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1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778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2132" y="870336"/>
            <a:ext cx="503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15834" y="870336"/>
            <a:ext cx="3769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195818" y="870336"/>
            <a:ext cx="2589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493007" y="870336"/>
            <a:ext cx="12923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Linear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53936" y="1870350"/>
            <a:ext cx="5031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7578" y="1379448"/>
            <a:ext cx="49478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336358" y="1630082"/>
            <a:ext cx="44490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1568" y="1061630"/>
            <a:ext cx="48738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97583" y="1379448"/>
            <a:ext cx="36878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223885" y="1870350"/>
            <a:ext cx="35615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96363" y="1630082"/>
            <a:ext cx="3189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171561" y="1061630"/>
            <a:ext cx="36138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73956" y="1870350"/>
            <a:ext cx="25114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57611" y="1379448"/>
            <a:ext cx="24277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56302" y="1630108"/>
            <a:ext cx="19290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431589" y="1061694"/>
            <a:ext cx="23538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84585" y="1870350"/>
            <a:ext cx="13008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68240" y="1379448"/>
            <a:ext cx="12171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116384" y="1629993"/>
            <a:ext cx="6690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42357" y="1061605"/>
            <a:ext cx="114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2732" y="2235034"/>
            <a:ext cx="5162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52360" y="2134485"/>
            <a:ext cx="4933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9000" y="2165142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9000" y="2310688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840902" y="2235034"/>
            <a:ext cx="39444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0531" y="2134485"/>
            <a:ext cx="37148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57171" y="2165142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57170" y="2309376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70502" y="2235034"/>
            <a:ext cx="25148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48225" y="2213421"/>
            <a:ext cx="21371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15320" y="2288631"/>
            <a:ext cx="2270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e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−</a:t>
            </a:r>
            <a:r>
              <a:rPr sz="498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53620" y="2235034"/>
            <a:ext cx="113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45946" y="2674904"/>
            <a:ext cx="5139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905949" y="2674904"/>
            <a:ext cx="38794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54258" y="2494616"/>
            <a:ext cx="27311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always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964265" y="2614808"/>
            <a:ext cx="2821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016907" y="2735014"/>
            <a:ext cx="2768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between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414404" y="2855591"/>
            <a:ext cx="23709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±∞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84697" y="2614807"/>
            <a:ext cx="14006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often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462231" y="2735012"/>
            <a:ext cx="13231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approximation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901193" y="3150915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625932" y="3150691"/>
            <a:ext cx="1594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289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0105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7" y="3150919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107" y="315069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289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0105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5071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Regardless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hard-limit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soft-limit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single-layer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perceptrons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decisions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7898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97" y="3150919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107" y="315069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289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0105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5071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Regardless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hard-limit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soft-limit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single-layer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perceptrons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decisions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7898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205815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Single-layer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perceptrons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7" y="3150919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4107" y="315069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450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7" y="3150917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954" y="3150693"/>
            <a:ext cx="1614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450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7082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7" y="3150917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954" y="3150693"/>
            <a:ext cx="1614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499884" y="-23815247"/>
            <a:ext cx="126525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99884" y="-23455241"/>
            <a:ext cx="126525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99884" y="-23095236"/>
            <a:ext cx="126525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27321492" y="-23751982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7457400" y="-2377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7321492" y="-23391978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7457400" y="-2340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321492" y="-23031973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7457400" y="-2305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7628939" y="-23735541"/>
            <a:ext cx="540408" cy="135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8155900" y="-2362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7628939" y="-23702667"/>
            <a:ext cx="560369" cy="4203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8168600" y="-2330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27628939" y="-23543531"/>
            <a:ext cx="540408" cy="1351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155900" y="-2355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7628939" y="-23375537"/>
            <a:ext cx="540408" cy="135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8155900" y="-23266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7628939" y="-23501593"/>
            <a:ext cx="560369" cy="4203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8168600" y="-2352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27628939" y="-23183527"/>
            <a:ext cx="540408" cy="1351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8155900" y="-23202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28372417" y="-23723533"/>
            <a:ext cx="516939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88671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8372417" y="-23549667"/>
            <a:ext cx="516939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288671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8356759" y="-23516776"/>
            <a:ext cx="552558" cy="4144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8879800" y="-2312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28356759" y="-23681596"/>
            <a:ext cx="552558" cy="4144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288798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28372417" y="-23363528"/>
            <a:ext cx="516939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8867100" y="-2338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8372417" y="-23189663"/>
            <a:ext cx="516939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88671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9095172" y="-23751982"/>
            <a:ext cx="12997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9210000" y="-2377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9095172" y="-23391978"/>
            <a:ext cx="12997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29210000" y="-2340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9095172" y="-23031973"/>
            <a:ext cx="12997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9210000" y="-2305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9993" y="8107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feedforward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9828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layers.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1195" y="3150928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27978" y="3150704"/>
            <a:ext cx="157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99555" y="1585081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99555" y="1945085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99555" y="2305090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921164" y="1648345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0574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921164" y="2008349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0574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921164" y="2368354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057400" y="234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28612" y="1664785"/>
            <a:ext cx="540406" cy="1351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7432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28612" y="1697659"/>
            <a:ext cx="560369" cy="4203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686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2228612" y="1856796"/>
            <a:ext cx="540406" cy="1351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432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28612" y="2024789"/>
            <a:ext cx="540406" cy="1351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7432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228612" y="1898733"/>
            <a:ext cx="560369" cy="4203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7686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2228612" y="2216801"/>
            <a:ext cx="540406" cy="1351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743200" y="219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2972087" y="1676794"/>
            <a:ext cx="516940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4671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72087" y="1850659"/>
            <a:ext cx="516940" cy="1292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467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956431" y="1883550"/>
            <a:ext cx="552558" cy="4144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479800" y="227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2956431" y="1718731"/>
            <a:ext cx="552558" cy="4144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4798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2972087" y="2036798"/>
            <a:ext cx="516940" cy="1292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4671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972087" y="2210664"/>
            <a:ext cx="516940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467100" y="231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694844" y="1648345"/>
            <a:ext cx="12997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8100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694844" y="2008349"/>
            <a:ext cx="12997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38100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694844" y="2368354"/>
            <a:ext cx="12997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810000" y="234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9993" y="8107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feedforward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9828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layers.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9993" y="1293359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33167" y="1559498"/>
            <a:ext cx="4052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33167" y="1919505"/>
            <a:ext cx="4052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33167" y="2279499"/>
            <a:ext cx="4052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98796" y="1556424"/>
            <a:ext cx="1886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98796" y="1916419"/>
            <a:ext cx="1886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98796" y="2276425"/>
            <a:ext cx="1886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6484" y="2489239"/>
            <a:ext cx="387891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85096" y="2489239"/>
            <a:ext cx="3200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11409" y="2489239"/>
            <a:ext cx="24739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01195" y="3150930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27978" y="3150706"/>
            <a:ext cx="157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‘hidden’?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7" y="3150917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‘hidden’?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0857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sheltered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0161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signals.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7" y="3150919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5097" y="3150695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‘hidden’?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0857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sheltered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0161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signals.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159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input/output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3180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7" y="3150919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5097" y="3150695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‘hidden’?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0857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sheltered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0161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signals.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159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input/output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3180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94615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obvious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16198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97" y="3150917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‘hidden’?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0857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sheltered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0161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signals.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159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input/output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3180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94615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obvious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16198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237634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itself.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94" y="3150917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5094" y="3150693"/>
            <a:ext cx="1603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4" y="3150915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951" y="3150691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2343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features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43928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4" y="3150918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951" y="3150694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2343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features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43928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536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51" y="3150692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2343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features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43928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536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117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951" y="3150692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2343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features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43928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536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117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1698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layers?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951" y="3150692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1194" y="3150921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16140" y="3150697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4" y="3150918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6140" y="3150694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6140" y="3150692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275789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4" y="3150920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6140" y="3150696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275789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13648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181" y="1665489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16140" y="3150692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275789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13648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181" y="1665489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38" y="1903347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1" y="2055188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backwards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6140" y="3150692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275789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13648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181" y="1665489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38" y="1903347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1" y="2055188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backwards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492" y="2293046"/>
            <a:ext cx="50269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adjusted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16140" y="3150692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275789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13648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181" y="1665489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38" y="1903347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1" y="2055188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backwards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492" y="2293046"/>
            <a:ext cx="50269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adjusted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5" y="24978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16140" y="3150692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32513" y="997766"/>
            <a:ext cx="230279" cy="296073"/>
          </a:xfrm>
          <a:prstGeom prst="rect">
            <a:avLst/>
          </a:prstGeom>
          <a:noFill/>
          <a:ln w="657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32513" y="1465772"/>
            <a:ext cx="230279" cy="296073"/>
          </a:xfrm>
          <a:prstGeom prst="rect">
            <a:avLst/>
          </a:prstGeom>
          <a:noFill/>
          <a:ln w="657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32513" y="1933778"/>
            <a:ext cx="230279" cy="296073"/>
          </a:xfrm>
          <a:prstGeom prst="rect">
            <a:avLst/>
          </a:prstGeom>
          <a:noFill/>
          <a:ln w="657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633502" y="1145803"/>
            <a:ext cx="162825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778000" y="111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633502" y="1613808"/>
            <a:ext cx="162825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778000" y="1587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633502" y="2081814"/>
            <a:ext cx="162825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778000" y="205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066082" y="1175399"/>
            <a:ext cx="628248" cy="157078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667000" y="1308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066082" y="1234583"/>
            <a:ext cx="660543" cy="495446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692400" y="1701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4"/>
                </a:moveTo>
                <a:lnTo>
                  <a:pt x="3" y="0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2066082" y="1427134"/>
            <a:ext cx="628248" cy="157078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667000" y="1409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1"/>
                </a:moveTo>
                <a:lnTo>
                  <a:pt x="0" y="0"/>
                </a:lnTo>
                <a:lnTo>
                  <a:pt x="2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066082" y="1643405"/>
            <a:ext cx="627138" cy="15680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667000" y="1765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3"/>
                </a:moveTo>
                <a:lnTo>
                  <a:pt x="1" y="0"/>
                </a:lnTo>
                <a:lnTo>
                  <a:pt x="2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6082" y="1496900"/>
            <a:ext cx="661458" cy="496099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692400" y="1473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0"/>
                </a:moveTo>
                <a:lnTo>
                  <a:pt x="0" y="1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2066082" y="1895417"/>
            <a:ext cx="627138" cy="156801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667000" y="1879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1"/>
                </a:moveTo>
                <a:lnTo>
                  <a:pt x="0" y="0"/>
                </a:lnTo>
                <a:lnTo>
                  <a:pt x="2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041084" y="1193613"/>
            <a:ext cx="587330" cy="146842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606800" y="116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1"/>
                </a:moveTo>
                <a:lnTo>
                  <a:pt x="0" y="0"/>
                </a:lnTo>
                <a:lnTo>
                  <a:pt x="2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41084" y="1419156"/>
            <a:ext cx="591642" cy="14792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606800" y="1536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13472" y="1477163"/>
            <a:ext cx="649164" cy="486869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6322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2" y="0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3014387" y="1264089"/>
            <a:ext cx="647574" cy="485678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6322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3042194" y="1660541"/>
            <a:ext cx="590532" cy="147642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606800" y="1638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1"/>
                </a:moveTo>
                <a:lnTo>
                  <a:pt x="0" y="0"/>
                </a:lnTo>
                <a:lnTo>
                  <a:pt x="2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042194" y="1887439"/>
            <a:ext cx="587038" cy="146769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606800" y="200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983929" y="1145803"/>
            <a:ext cx="124317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089400" y="111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979483" y="1613808"/>
            <a:ext cx="128763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4089400" y="1587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983085" y="2081814"/>
            <a:ext cx="125161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4089400" y="205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947653" y="911800"/>
            <a:ext cx="1819387" cy="0"/>
          </a:xfrm>
          <a:prstGeom prst="line">
            <a:avLst/>
          </a:prstGeom>
          <a:ln w="1973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3733800" y="863600"/>
            <a:ext cx="88900" cy="88900"/>
          </a:xfrm>
          <a:custGeom>
            <a:avLst/>
            <a:gdLst/>
            <a:ahLst/>
            <a:cxnLst/>
            <a:rect l="l" t="t" r="r" b="b"/>
            <a:pathLst>
              <a:path w="7" h="7">
                <a:moveTo>
                  <a:pt x="7" y="4"/>
                </a:moveTo>
                <a:lnTo>
                  <a:pt x="0" y="0"/>
                </a:lnTo>
                <a:lnTo>
                  <a:pt x="3" y="4"/>
                </a:lnTo>
                <a:lnTo>
                  <a:pt x="0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H="1">
            <a:off x="2000288" y="2549820"/>
            <a:ext cx="1819388" cy="0"/>
          </a:xfrm>
          <a:prstGeom prst="line">
            <a:avLst/>
          </a:prstGeom>
          <a:ln w="1973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1943100" y="2501900"/>
            <a:ext cx="88900" cy="88900"/>
          </a:xfrm>
          <a:custGeom>
            <a:avLst/>
            <a:gdLst/>
            <a:ahLst/>
            <a:cxnLst/>
            <a:rect l="l" t="t" r="r" b="b"/>
            <a:pathLst>
              <a:path w="7" h="7">
                <a:moveTo>
                  <a:pt x="0" y="4"/>
                </a:moveTo>
                <a:lnTo>
                  <a:pt x="7" y="7"/>
                </a:lnTo>
                <a:lnTo>
                  <a:pt x="5" y="4"/>
                </a:lnTo>
                <a:lnTo>
                  <a:pt x="7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9123" y="1030318"/>
            <a:ext cx="439627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x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89123" y="1498311"/>
            <a:ext cx="439627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x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89123" y="1966320"/>
            <a:ext cx="439627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x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19292" y="1060617"/>
            <a:ext cx="386610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01989" y="1528609"/>
            <a:ext cx="3883406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0833" y="1995759"/>
            <a:ext cx="3884562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37000" y="1294613"/>
            <a:ext cx="294839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36191" y="1761747"/>
            <a:ext cx="2949204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72011" y="1059758"/>
            <a:ext cx="2013384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76782" y="1528609"/>
            <a:ext cx="200861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73365" y="1995759"/>
            <a:ext cx="2012031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4441" y="1026306"/>
            <a:ext cx="158095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y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04441" y="1494315"/>
            <a:ext cx="158095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y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04441" y="1962308"/>
            <a:ext cx="158095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y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25497" y="2358183"/>
            <a:ext cx="4059898" cy="15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25623" y="2358183"/>
            <a:ext cx="3159773" cy="15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67105" y="2358183"/>
            <a:ext cx="2218290" cy="15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37509" y="711929"/>
            <a:ext cx="3247887" cy="2039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 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45219" y="2613088"/>
            <a:ext cx="3240176" cy="2039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 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7901" y="583886"/>
            <a:ext cx="2362106" cy="30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7901" y="1435793"/>
            <a:ext cx="2362106" cy="419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7901" y="1855033"/>
            <a:ext cx="2362106" cy="470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7" y="1435793"/>
            <a:ext cx="2362106" cy="219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80007" y="1654942"/>
            <a:ext cx="2362106" cy="5511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7" y="2206090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7901" y="1435793"/>
            <a:ext cx="2362106" cy="419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7901" y="1855033"/>
            <a:ext cx="2362106" cy="470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7" y="1435793"/>
            <a:ext cx="2362106" cy="219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7" y="1654942"/>
            <a:ext cx="2362106" cy="5511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80007" y="2206090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7901" y="1855033"/>
            <a:ext cx="2362106" cy="470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7" y="1435793"/>
            <a:ext cx="2362106" cy="219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7" y="1654942"/>
            <a:ext cx="2362106" cy="5511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7" y="2206090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7" y="1435793"/>
            <a:ext cx="2362106" cy="2191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7" y="1654942"/>
            <a:ext cx="2362106" cy="5511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7" y="2206090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7" y="1654942"/>
            <a:ext cx="2362106" cy="5511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7" y="2206090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7" y="2206090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7" y="2633363"/>
            <a:ext cx="2362106" cy="427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7901" y="2633363"/>
            <a:ext cx="2362106" cy="4382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7" y="479469"/>
            <a:ext cx="2362106" cy="4116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44483" y="1213345"/>
            <a:ext cx="62292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67405" y="1213345"/>
            <a:ext cx="648118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4483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55938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7405" y="1436027"/>
            <a:ext cx="648118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44483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55938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67405" y="1886458"/>
            <a:ext cx="648118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44483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55938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405" y="2331834"/>
            <a:ext cx="648118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44483" y="1661248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55938" y="1661248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67405" y="1661248"/>
            <a:ext cx="6481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Question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8730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61564" y="1248912"/>
            <a:ext cx="34238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41205" y="1248912"/>
            <a:ext cx="2744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XOR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20391" y="1473507"/>
            <a:ext cx="3465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1858" y="1473507"/>
            <a:ext cx="315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3313" y="1471711"/>
            <a:ext cx="2842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∪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7335" y="1698934"/>
            <a:ext cx="3428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68786" y="1698934"/>
            <a:ext cx="3116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48569" y="1698934"/>
            <a:ext cx="2636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57335" y="1921616"/>
            <a:ext cx="3428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89846" y="1921616"/>
            <a:ext cx="30955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9640" y="1921616"/>
            <a:ext cx="26157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78392" y="2144297"/>
            <a:ext cx="3407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68783" y="2144297"/>
            <a:ext cx="31166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169625" y="2144297"/>
            <a:ext cx="26157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78392" y="2366979"/>
            <a:ext cx="3407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89846" y="2366979"/>
            <a:ext cx="30955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48583" y="2366979"/>
            <a:ext cx="26368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24258" y="3150693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94251" y="1206392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94251" y="1926401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381161" y="1320266"/>
            <a:ext cx="4852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8542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81161" y="2040275"/>
            <a:ext cx="4852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854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073919" y="1320266"/>
            <a:ext cx="8379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8956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073919" y="1380966"/>
            <a:ext cx="864009" cy="5760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9083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73919" y="1404024"/>
            <a:ext cx="863276" cy="5755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9083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073919" y="2040275"/>
            <a:ext cx="8387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8956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182077" y="1360013"/>
            <a:ext cx="817520" cy="2725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9751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181242" y="1728019"/>
            <a:ext cx="818355" cy="27278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9751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268546" y="1680270"/>
            <a:ext cx="96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3434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062833" y="818580"/>
            <a:ext cx="0" cy="3506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0480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062833" y="2190399"/>
            <a:ext cx="0" cy="3515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048000" y="2159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142847" y="1178584"/>
            <a:ext cx="0" cy="3506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1275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3177" y="1231432"/>
            <a:ext cx="4592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93177" y="1951433"/>
            <a:ext cx="4592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60993" y="1254738"/>
            <a:ext cx="3824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47697" y="1974727"/>
            <a:ext cx="3837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26790" y="1254078"/>
            <a:ext cx="2758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26930" y="1974727"/>
            <a:ext cx="27584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06303" y="1614072"/>
            <a:ext cx="1679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74301" y="609940"/>
            <a:ext cx="28110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74301" y="2608183"/>
            <a:ext cx="28110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54296" y="969947"/>
            <a:ext cx="17310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38801" y="1588353"/>
            <a:ext cx="13465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98978" y="1142507"/>
            <a:ext cx="3386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75928" y="1823607"/>
            <a:ext cx="3309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75381" y="1359613"/>
            <a:ext cx="3310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99423" y="2040346"/>
            <a:ext cx="33859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96284" y="1322504"/>
            <a:ext cx="22891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95864" y="1860488"/>
            <a:ext cx="22895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11524" y="936017"/>
            <a:ext cx="26738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11524" y="2282954"/>
            <a:ext cx="26738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91520" y="1296024"/>
            <a:ext cx="15938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11933" y="2792871"/>
            <a:ext cx="3973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64332" y="2792871"/>
            <a:ext cx="29210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48543" y="2792871"/>
            <a:ext cx="18368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876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128" y="3150694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876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64577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e.g.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0.001).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8" y="3150694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Question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3204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thresholds),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6041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7001" y="3150694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06 Artificial Neural Networks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6 trains and evaluates a scikit-learn MLP on the Wine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7 visualizes neural-network hyperplanes on standardized Iris features.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8 adds Keras CNN/LSTM examples and Isaac Sim vision demonstrations.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Artificial Neural Networks - presentation</dc:title>
  <dc:subject>Editable objects converted from 06 Artificial Neural Networks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