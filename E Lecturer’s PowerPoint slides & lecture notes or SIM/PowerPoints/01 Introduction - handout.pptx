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1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59" y="0"/>
            <a:ext cx="97138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 Introduction - handout</dc:title>
  <dc:subject>Converted from 01 Introduction - handout.pdf; 21 pages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