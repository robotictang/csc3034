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jp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jp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jp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jp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jp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jp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jp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jp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jp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jp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jp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jp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jp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jp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jp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jp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jp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jp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jp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jp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jp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jp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jp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jp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jp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jp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jp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jp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jp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jp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jp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jp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jp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jp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jp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jp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jp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jp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jp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jp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jp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jp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jp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jp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jp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jp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jp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jpg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jp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jp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jp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jp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jp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jp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jp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jp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jp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jp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jp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jp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jp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jp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jp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jp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jp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jp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jp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jp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jp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jp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jp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jp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jp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jp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jp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jp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jp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jp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jp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jp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jp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jp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jp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jp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jp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jp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jp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jp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jp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jp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jp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jp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jp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jp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jp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jp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jp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jp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jp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jp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jp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jp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jp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jp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jpg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jp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jp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jp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jp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jp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jp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jp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jp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jp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jp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jp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jp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jp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jp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jp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jp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jp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jp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jp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jp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jp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jp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jp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jp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jp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jp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jp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jp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jp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jp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jp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jp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jp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jp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jp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jp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jp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jp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jp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jp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jp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jp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jp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jp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jp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1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2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06-3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Fuzzy Inference and Fuzzy Systems - presentation</dc:title>
  <dc:subject>Converted from 03 Fuzzy Inference and Fuzzy Systems - presentation.pdf; 338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