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</p:sldIdLst>
  <p:sldSz cx="5759996" cy="323999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5862" y="1709649"/>
            <a:ext cx="1587500" cy="19329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5862" y="1709646"/>
            <a:ext cx="1587500" cy="206885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5862" y="1709646"/>
            <a:ext cx="1587500" cy="220474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5862" y="1709647"/>
            <a:ext cx="1587500" cy="23406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872" y="63277"/>
            <a:ext cx="575962" cy="23150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158" y="88661"/>
            <a:ext cx="575974" cy="2061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225" y="918848"/>
            <a:ext cx="5324170" cy="4067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003373"/>
                </a:solidFill>
                <a:latin typeface="Josefin Sans"/>
              </a:rPr>
              <a:t>Fuzzy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Inference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Systems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25" y="1255046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5A7D"/>
                </a:solidFill>
                <a:latin typeface="Josefin Sans"/>
              </a:rPr>
              <a:t>CSC3034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Computational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25" y="1740729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Dr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Richard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Wong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690" y="3150693"/>
            <a:ext cx="106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62" y="1728317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62" y="1741906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62" y="1755495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262" y="1769084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Lecture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outline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799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Rules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5509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Inference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7816" y="1613196"/>
            <a:ext cx="52175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7816" y="1871311"/>
            <a:ext cx="52175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Takagi-Sugeno-Kang-Style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234542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Building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A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Expert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System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4123" y="3150693"/>
            <a:ext cx="1212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What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89664" y="3150916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3132" y="3150692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What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5565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34728" y="1326353"/>
            <a:ext cx="3350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3107" y="1326353"/>
            <a:ext cx="28122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34728" y="1549035"/>
            <a:ext cx="3350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3107" y="1549035"/>
            <a:ext cx="28122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89664" y="3150916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3132" y="3150692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What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5565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conditional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statement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34728" y="1326353"/>
            <a:ext cx="3350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3107" y="1326353"/>
            <a:ext cx="28122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34728" y="1549035"/>
            <a:ext cx="3350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3107" y="1549035"/>
            <a:ext cx="28122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7854" y="1870408"/>
            <a:ext cx="53175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x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5914" y="2093090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9664" y="3150916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3132" y="3150692"/>
            <a:ext cx="1222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334701" y="-23962193"/>
            <a:ext cx="4156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323691" y="-23195444"/>
            <a:ext cx="4156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8095512" y="-22658082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Classical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139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667" y="3150916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3288" y="3150691"/>
            <a:ext cx="1221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934372" y="143813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323691" y="-23195443"/>
            <a:ext cx="4156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8095512" y="-22658080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Classical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139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83802" y="885107"/>
            <a:ext cx="39015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83802" y="1107380"/>
            <a:ext cx="39015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22190" y="1107380"/>
            <a:ext cx="33632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802" y="1330074"/>
            <a:ext cx="39015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2191" y="1330074"/>
            <a:ext cx="33632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89667" y="3150917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3288" y="3150693"/>
            <a:ext cx="1221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934372" y="143813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23363" y="220488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8095506" y="-22658080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Classical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139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83802" y="885107"/>
            <a:ext cx="39015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83802" y="1107380"/>
            <a:ext cx="39015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22190" y="1107380"/>
            <a:ext cx="33632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802" y="1330074"/>
            <a:ext cx="39015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2191" y="1330074"/>
            <a:ext cx="33632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60728" y="1651857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60728" y="1874130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11170" y="1874130"/>
            <a:ext cx="3374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60728" y="2096812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1170" y="2096812"/>
            <a:ext cx="3374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3284" y="3150693"/>
            <a:ext cx="122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934372" y="143813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23363" y="220488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8095506" y="-22658080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Classical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139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83802" y="885107"/>
            <a:ext cx="39015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83802" y="1107380"/>
            <a:ext cx="39015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22190" y="1107380"/>
            <a:ext cx="33632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802" y="1330074"/>
            <a:ext cx="39015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2191" y="1330074"/>
            <a:ext cx="33632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60728" y="1651857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60728" y="1874130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11170" y="1874130"/>
            <a:ext cx="3374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60728" y="2096812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1170" y="2096812"/>
            <a:ext cx="3374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0056" y="23323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‘speed’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3284" y="3150693"/>
            <a:ext cx="122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934372" y="143813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23363" y="220488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95180" y="2742246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Classical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1399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logic.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83802" y="885107"/>
            <a:ext cx="39015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83802" y="1107380"/>
            <a:ext cx="39015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22190" y="1107380"/>
            <a:ext cx="33632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802" y="1330074"/>
            <a:ext cx="39015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2191" y="1330074"/>
            <a:ext cx="33632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60728" y="1651857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60728" y="1874130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11170" y="1874130"/>
            <a:ext cx="3374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60728" y="2096812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1170" y="2096812"/>
            <a:ext cx="3374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0056" y="233230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‘speed’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0056" y="259041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either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7094" y="280624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‘long’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‘short’.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3284" y="3150693"/>
            <a:ext cx="1221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334701" y="-24007443"/>
            <a:ext cx="4156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323691" y="-23240694"/>
            <a:ext cx="4156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7890598" y="-22583139"/>
            <a:ext cx="4156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56874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667" y="3150916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2602" y="3150691"/>
            <a:ext cx="1227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934373" y="1392884"/>
            <a:ext cx="4156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323691" y="-23240691"/>
            <a:ext cx="4156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7890598" y="-22583136"/>
            <a:ext cx="4156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6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56874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83804" y="839857"/>
            <a:ext cx="39015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83804" y="1062130"/>
            <a:ext cx="39015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22192" y="1062130"/>
            <a:ext cx="33632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804" y="1284812"/>
            <a:ext cx="39015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2192" y="1284812"/>
            <a:ext cx="33632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89667" y="3150919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2602" y="3150695"/>
            <a:ext cx="1227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934373" y="1392884"/>
            <a:ext cx="4156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23363" y="215963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7890595" y="-22583137"/>
            <a:ext cx="4156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56874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83804" y="839857"/>
            <a:ext cx="39015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83804" y="1062130"/>
            <a:ext cx="39015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22192" y="1062130"/>
            <a:ext cx="33632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804" y="1284812"/>
            <a:ext cx="39015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2192" y="1284812"/>
            <a:ext cx="33632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60728" y="1606607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60728" y="1828880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11170" y="1828880"/>
            <a:ext cx="3374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60728" y="2051562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1170" y="2051562"/>
            <a:ext cx="3374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2598" y="3150693"/>
            <a:ext cx="1227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934373" y="1392884"/>
            <a:ext cx="4156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23363" y="215963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7890595" y="-22583137"/>
            <a:ext cx="4156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56874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83804" y="839857"/>
            <a:ext cx="39015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83804" y="1062130"/>
            <a:ext cx="39015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22192" y="1062130"/>
            <a:ext cx="33632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804" y="1284812"/>
            <a:ext cx="39015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2192" y="1284812"/>
            <a:ext cx="33632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60728" y="1606607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60728" y="1828880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11170" y="1828880"/>
            <a:ext cx="3374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60728" y="2051562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1170" y="2051562"/>
            <a:ext cx="3374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0056" y="228705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‘speed’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(translated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to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7094" y="2480810"/>
            <a:ext cx="51483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sets: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‘slow’,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‘medium’,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‘fast’).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2598" y="3150693"/>
            <a:ext cx="1227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934373" y="1392884"/>
            <a:ext cx="4156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23363" y="215963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490266" y="2817189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56874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83804" y="839857"/>
            <a:ext cx="39015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83804" y="1062130"/>
            <a:ext cx="39015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22192" y="1062130"/>
            <a:ext cx="33632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804" y="1284812"/>
            <a:ext cx="390159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2192" y="1284812"/>
            <a:ext cx="33632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860728" y="1606607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60728" y="1828880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11170" y="1828880"/>
            <a:ext cx="3374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60728" y="2051562"/>
            <a:ext cx="39246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1170" y="2051562"/>
            <a:ext cx="337422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0056" y="228705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‘speed’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(translated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to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7094" y="2480810"/>
            <a:ext cx="51483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sets: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‘slow’,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‘medium’,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‘fast’).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0056" y="266535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(translated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7094" y="2910998"/>
            <a:ext cx="51483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sets: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‘short’,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‘medium’,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‘long’).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2598" y="3150693"/>
            <a:ext cx="1227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441359" y="1915719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reasoning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915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rule-based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0789" y="1362691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90789" y="1584964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9177" y="1584964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90789" y="1807646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29177" y="1807646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9668" y="3150918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2451" y="3150694"/>
            <a:ext cx="1229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441359" y="1915719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reasoning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915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rule-based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0789" y="1362691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90789" y="1584964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9177" y="1584964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5032" y="1584964"/>
            <a:ext cx="2250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90789" y="1807646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29177" y="1807646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89668" y="3150918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2451" y="3150694"/>
            <a:ext cx="1229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441359" y="1915719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reasoning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915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rule-based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0789" y="1362691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90789" y="1584964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9177" y="1584964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5032" y="1584964"/>
            <a:ext cx="2250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90789" y="1807646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29177" y="1807646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35032" y="1807647"/>
            <a:ext cx="2250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89668" y="3150918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2451" y="3150694"/>
            <a:ext cx="1229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441359" y="1915719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8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reasoning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915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Classical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rule-based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0789" y="1362691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90789" y="1584964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9177" y="1584964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&gt;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5032" y="1584964"/>
            <a:ext cx="2250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90789" y="1807646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29177" y="1807646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35032" y="1807647"/>
            <a:ext cx="2250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6" y="2089879"/>
            <a:ext cx="54253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true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true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89668" y="3150919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2451" y="3150695"/>
            <a:ext cx="1229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441359" y="1824087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6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reasoning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999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0789" y="1271061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90789" y="1493333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9177" y="1493333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90789" y="1716015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29177" y="1716015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9667" y="3150919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6475" y="3150695"/>
            <a:ext cx="118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441359" y="1824087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6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reasoning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999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0789" y="1271061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90789" y="1493333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9177" y="1493333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5032" y="1493333"/>
            <a:ext cx="2250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90789" y="1716015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29177" y="1716015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89667" y="3150919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6475" y="3150695"/>
            <a:ext cx="118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441359" y="1824087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6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reasoning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999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0789" y="1271061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90789" y="1493333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9177" y="1493333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5032" y="1493333"/>
            <a:ext cx="2250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90789" y="1716015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29177" y="1716015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35032" y="1716015"/>
            <a:ext cx="2250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89667" y="3150919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6475" y="3150695"/>
            <a:ext cx="118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441359" y="1824087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reasoning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9995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90789" y="1271061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90789" y="1493333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9177" y="1493333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5032" y="1493333"/>
            <a:ext cx="2250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90789" y="1716015"/>
            <a:ext cx="43946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29177" y="1716015"/>
            <a:ext cx="385621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stopping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35032" y="1716015"/>
            <a:ext cx="22503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→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6" y="2052692"/>
            <a:ext cx="54253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 the rule antecedent 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true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some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degree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 the consequent is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6" y="2224765"/>
            <a:ext cx="54253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true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degree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89667" y="3150918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6475" y="3150694"/>
            <a:ext cx="1189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99589" y="1869313"/>
            <a:ext cx="10902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99589" y="960733"/>
            <a:ext cx="0" cy="9085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90447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81305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972162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063020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153878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244736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335594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26452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17310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608168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9026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89884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699589" y="1687597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699589" y="1505881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699589" y="1324165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699589" y="1142449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699589" y="960733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699589" y="1864793"/>
            <a:ext cx="36342" cy="45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735931" y="1851151"/>
            <a:ext cx="36343" cy="13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772274" y="1828442"/>
            <a:ext cx="36343" cy="22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808617" y="1796638"/>
            <a:ext cx="36342" cy="318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844959" y="1755768"/>
            <a:ext cx="36343" cy="408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881302" y="1705803"/>
            <a:ext cx="36342" cy="49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917644" y="1646743"/>
            <a:ext cx="36343" cy="59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953987" y="1578588"/>
            <a:ext cx="36343" cy="681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990330" y="1501394"/>
            <a:ext cx="36342" cy="771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026672" y="1415051"/>
            <a:ext cx="36343" cy="863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063020" y="1328707"/>
            <a:ext cx="36343" cy="863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99363" y="1251485"/>
            <a:ext cx="36343" cy="772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5706" y="1183331"/>
            <a:ext cx="36342" cy="681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72048" y="1124271"/>
            <a:ext cx="36343" cy="59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08391" y="1074306"/>
            <a:ext cx="36342" cy="49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244733" y="1033407"/>
            <a:ext cx="36343" cy="408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281076" y="1001604"/>
            <a:ext cx="36343" cy="318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317419" y="978895"/>
            <a:ext cx="36342" cy="22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353761" y="965253"/>
            <a:ext cx="36343" cy="13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390104" y="960733"/>
            <a:ext cx="36343" cy="45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426452" y="960733"/>
            <a:ext cx="36343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153316" y="1869313"/>
            <a:ext cx="10902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153316" y="960733"/>
            <a:ext cx="0" cy="9085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44174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335032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425890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16748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607606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698464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789321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880179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971037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061895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152753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243611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153316" y="1687597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153316" y="1505881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153316" y="1324165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153316" y="1142449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153316" y="960733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153316" y="1868592"/>
            <a:ext cx="18172" cy="7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171488" y="1866429"/>
            <a:ext cx="18170" cy="21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189658" y="1862797"/>
            <a:ext cx="18170" cy="3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207828" y="1857695"/>
            <a:ext cx="18170" cy="51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225998" y="1851151"/>
            <a:ext cx="18170" cy="6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244168" y="1843165"/>
            <a:ext cx="18170" cy="79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262338" y="1833710"/>
            <a:ext cx="18170" cy="9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280508" y="1822813"/>
            <a:ext cx="18170" cy="10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298678" y="1810474"/>
            <a:ext cx="18170" cy="123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316848" y="1796666"/>
            <a:ext cx="18170" cy="13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335018" y="1781388"/>
            <a:ext cx="18170" cy="152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353188" y="1764669"/>
            <a:ext cx="18170" cy="167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371358" y="1746507"/>
            <a:ext cx="18169" cy="181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389527" y="1726904"/>
            <a:ext cx="18170" cy="196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3407697" y="1705803"/>
            <a:ext cx="18170" cy="211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425867" y="1683288"/>
            <a:ext cx="18170" cy="225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3444037" y="1659304"/>
            <a:ext cx="18171" cy="239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462208" y="1633850"/>
            <a:ext cx="18169" cy="254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480377" y="1606981"/>
            <a:ext cx="18170" cy="26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498547" y="1578644"/>
            <a:ext cx="18170" cy="283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516717" y="1548864"/>
            <a:ext cx="18170" cy="297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534887" y="1517587"/>
            <a:ext cx="18170" cy="312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553057" y="1484869"/>
            <a:ext cx="18169" cy="32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571226" y="1450736"/>
            <a:ext cx="18171" cy="34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589397" y="1415106"/>
            <a:ext cx="18170" cy="356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607606" y="1379421"/>
            <a:ext cx="18172" cy="356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625778" y="1345232"/>
            <a:ext cx="18170" cy="341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643948" y="1312514"/>
            <a:ext cx="18170" cy="32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662118" y="1281293"/>
            <a:ext cx="18170" cy="312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680288" y="1251485"/>
            <a:ext cx="18169" cy="29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698457" y="1223148"/>
            <a:ext cx="18171" cy="283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716628" y="1196252"/>
            <a:ext cx="18170" cy="268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734798" y="1170798"/>
            <a:ext cx="18169" cy="254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752967" y="1146814"/>
            <a:ext cx="18171" cy="239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771138" y="1124271"/>
            <a:ext cx="18169" cy="225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789307" y="1103226"/>
            <a:ext cx="18170" cy="210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807477" y="1083595"/>
            <a:ext cx="18170" cy="196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825647" y="1065405"/>
            <a:ext cx="18170" cy="181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843817" y="1048685"/>
            <a:ext cx="18170" cy="16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861987" y="1033435"/>
            <a:ext cx="18170" cy="152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880157" y="1019627"/>
            <a:ext cx="18170" cy="13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898327" y="1007260"/>
            <a:ext cx="18170" cy="1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916497" y="996363"/>
            <a:ext cx="18170" cy="10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934667" y="986908"/>
            <a:ext cx="18170" cy="9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952837" y="978895"/>
            <a:ext cx="18170" cy="80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3971007" y="972351"/>
            <a:ext cx="18170" cy="6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3989177" y="967277"/>
            <a:ext cx="18169" cy="50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007346" y="963645"/>
            <a:ext cx="18171" cy="3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025517" y="961454"/>
            <a:ext cx="18169" cy="21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043686" y="960733"/>
            <a:ext cx="18170" cy="7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061895" y="960733"/>
            <a:ext cx="1817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ctangle 14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" name="Picture 14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9993" y="54425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‘tall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men’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‘heavy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men’.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54562" y="1882434"/>
            <a:ext cx="4130833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170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839215" y="1882434"/>
            <a:ext cx="394618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175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16778" y="1882434"/>
            <a:ext cx="376861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180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201425" y="1882434"/>
            <a:ext cx="358397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185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379725" y="1882434"/>
            <a:ext cx="340567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190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64372" y="1882434"/>
            <a:ext cx="3221023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195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734146" y="1882434"/>
            <a:ext cx="3051249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200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587419" y="1838959"/>
            <a:ext cx="419797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594573" y="1657242"/>
            <a:ext cx="419082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596233" y="1475531"/>
            <a:ext cx="418916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593169" y="1293660"/>
            <a:ext cx="419222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594124" y="1111943"/>
            <a:ext cx="419127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606836" y="930392"/>
            <a:ext cx="4178559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8568" y="1106465"/>
            <a:ext cx="431682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098063" y="1979521"/>
            <a:ext cx="3687333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130890" y="795734"/>
            <a:ext cx="365450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116638" y="1882434"/>
            <a:ext cx="266875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60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300041" y="1882434"/>
            <a:ext cx="2485354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480541" y="1882434"/>
            <a:ext cx="230485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80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661777" y="1882434"/>
            <a:ext cx="2123618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90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830558" y="1882434"/>
            <a:ext cx="195483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021980" y="1882434"/>
            <a:ext cx="176341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110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197563" y="1882434"/>
            <a:ext cx="158783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120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041130" y="1838959"/>
            <a:ext cx="274426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048284" y="1657242"/>
            <a:ext cx="273711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049944" y="1475531"/>
            <a:ext cx="273545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046880" y="1293660"/>
            <a:ext cx="273851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047835" y="1111943"/>
            <a:ext cx="273756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060547" y="930392"/>
            <a:ext cx="2724848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922273" y="1106465"/>
            <a:ext cx="286312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554389" y="1979521"/>
            <a:ext cx="223100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Weight,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kg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545190" y="784241"/>
            <a:ext cx="224020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Heavy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889665" y="3150931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663590" y="3150707"/>
            <a:ext cx="121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99589" y="1869313"/>
            <a:ext cx="10902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99589" y="960733"/>
            <a:ext cx="0" cy="9085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90447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81305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972162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063020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153878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244736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335594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26452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17310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608168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9026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89884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699589" y="1687597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699589" y="1505881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699589" y="1324165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699589" y="1142449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699589" y="960733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699589" y="1864793"/>
            <a:ext cx="36342" cy="45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735931" y="1851151"/>
            <a:ext cx="36343" cy="13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772274" y="1828442"/>
            <a:ext cx="36343" cy="22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808617" y="1796638"/>
            <a:ext cx="36342" cy="318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844959" y="1755768"/>
            <a:ext cx="36343" cy="408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881302" y="1705803"/>
            <a:ext cx="36342" cy="49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917644" y="1646743"/>
            <a:ext cx="36343" cy="59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953987" y="1578588"/>
            <a:ext cx="36343" cy="681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990330" y="1501394"/>
            <a:ext cx="36342" cy="771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026672" y="1415051"/>
            <a:ext cx="36343" cy="863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063020" y="1328707"/>
            <a:ext cx="36343" cy="863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99363" y="1251485"/>
            <a:ext cx="36343" cy="772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5706" y="1183331"/>
            <a:ext cx="36342" cy="681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72048" y="1124271"/>
            <a:ext cx="36343" cy="59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08391" y="1074306"/>
            <a:ext cx="36342" cy="49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244733" y="1033407"/>
            <a:ext cx="36343" cy="408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281076" y="1001604"/>
            <a:ext cx="36343" cy="318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317419" y="978895"/>
            <a:ext cx="36342" cy="22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353761" y="965253"/>
            <a:ext cx="36343" cy="13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390104" y="960733"/>
            <a:ext cx="36343" cy="45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426452" y="960733"/>
            <a:ext cx="36343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153316" y="1869313"/>
            <a:ext cx="10902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153316" y="960733"/>
            <a:ext cx="0" cy="9085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44174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335032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425890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16748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607606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698464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789321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880179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971037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061895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152753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243611" y="1851140"/>
            <a:ext cx="0" cy="181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153316" y="1687597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153316" y="1505881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153316" y="1324165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153316" y="1142449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153316" y="960733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153316" y="1868592"/>
            <a:ext cx="18172" cy="7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171488" y="1866429"/>
            <a:ext cx="18170" cy="21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189658" y="1862797"/>
            <a:ext cx="18170" cy="3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207828" y="1857695"/>
            <a:ext cx="18170" cy="51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225998" y="1851151"/>
            <a:ext cx="18170" cy="6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244168" y="1843165"/>
            <a:ext cx="18170" cy="79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262338" y="1833710"/>
            <a:ext cx="18170" cy="9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280508" y="1822813"/>
            <a:ext cx="18170" cy="10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298678" y="1810474"/>
            <a:ext cx="18170" cy="123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316848" y="1796666"/>
            <a:ext cx="18170" cy="13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335018" y="1781388"/>
            <a:ext cx="18170" cy="152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353188" y="1764669"/>
            <a:ext cx="18170" cy="167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371358" y="1746507"/>
            <a:ext cx="18169" cy="1816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389527" y="1726904"/>
            <a:ext cx="18170" cy="196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3407697" y="1705803"/>
            <a:ext cx="18170" cy="211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425867" y="1683288"/>
            <a:ext cx="18170" cy="225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3444037" y="1659304"/>
            <a:ext cx="18171" cy="239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462208" y="1633850"/>
            <a:ext cx="18169" cy="254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480377" y="1606981"/>
            <a:ext cx="18170" cy="26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498547" y="1578644"/>
            <a:ext cx="18170" cy="283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516717" y="1548864"/>
            <a:ext cx="18170" cy="297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534887" y="1517587"/>
            <a:ext cx="18170" cy="312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553057" y="1484869"/>
            <a:ext cx="18169" cy="32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571226" y="1450736"/>
            <a:ext cx="18171" cy="34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589397" y="1415106"/>
            <a:ext cx="18170" cy="356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607606" y="1379421"/>
            <a:ext cx="18172" cy="356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625778" y="1345232"/>
            <a:ext cx="18170" cy="341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643948" y="1312514"/>
            <a:ext cx="18170" cy="32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662118" y="1281293"/>
            <a:ext cx="18170" cy="312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680288" y="1251485"/>
            <a:ext cx="18169" cy="29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698457" y="1223148"/>
            <a:ext cx="18171" cy="283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716628" y="1196252"/>
            <a:ext cx="18170" cy="2689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734798" y="1170798"/>
            <a:ext cx="18169" cy="254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752967" y="1146814"/>
            <a:ext cx="18171" cy="239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771138" y="1124271"/>
            <a:ext cx="18169" cy="225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789307" y="1103226"/>
            <a:ext cx="18170" cy="210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807477" y="1083595"/>
            <a:ext cx="18170" cy="196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825647" y="1065405"/>
            <a:ext cx="18170" cy="181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843817" y="1048685"/>
            <a:ext cx="18170" cy="16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861987" y="1033435"/>
            <a:ext cx="18170" cy="152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880157" y="1019627"/>
            <a:ext cx="18170" cy="13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898327" y="1007260"/>
            <a:ext cx="18170" cy="1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916497" y="996363"/>
            <a:ext cx="18170" cy="10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934667" y="986908"/>
            <a:ext cx="18170" cy="9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952837" y="978895"/>
            <a:ext cx="18170" cy="80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3971007" y="972351"/>
            <a:ext cx="18170" cy="6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3989177" y="967277"/>
            <a:ext cx="18169" cy="50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007346" y="963645"/>
            <a:ext cx="18171" cy="3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025517" y="961454"/>
            <a:ext cx="18169" cy="21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043686" y="960733"/>
            <a:ext cx="18170" cy="7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061895" y="960733"/>
            <a:ext cx="1817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ctangle 14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" name="Picture 14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9993" y="54425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‘tall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men’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‘heavy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men’.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54562" y="1882434"/>
            <a:ext cx="4130833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170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839215" y="1882434"/>
            <a:ext cx="394618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175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16778" y="1882434"/>
            <a:ext cx="376861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180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201425" y="1882434"/>
            <a:ext cx="358397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185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379725" y="1882434"/>
            <a:ext cx="340567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190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64372" y="1882434"/>
            <a:ext cx="3221023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195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734146" y="1882434"/>
            <a:ext cx="3051249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200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587419" y="1838959"/>
            <a:ext cx="419797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594573" y="1657242"/>
            <a:ext cx="419082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596233" y="1475531"/>
            <a:ext cx="418916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593169" y="1293660"/>
            <a:ext cx="419222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594124" y="1111943"/>
            <a:ext cx="419127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606836" y="930392"/>
            <a:ext cx="4178559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8568" y="1106465"/>
            <a:ext cx="431682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098063" y="1979521"/>
            <a:ext cx="3687333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130890" y="795734"/>
            <a:ext cx="365450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116638" y="1882434"/>
            <a:ext cx="266875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60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300041" y="1882434"/>
            <a:ext cx="2485354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480541" y="1882434"/>
            <a:ext cx="230485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80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661777" y="1882434"/>
            <a:ext cx="2123618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90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830558" y="1882434"/>
            <a:ext cx="195483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021980" y="1882434"/>
            <a:ext cx="176341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110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197563" y="1882434"/>
            <a:ext cx="158783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120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041130" y="1838959"/>
            <a:ext cx="274426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048284" y="1657242"/>
            <a:ext cx="273711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049944" y="1475531"/>
            <a:ext cx="273545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046880" y="1293660"/>
            <a:ext cx="273851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047835" y="1111943"/>
            <a:ext cx="273756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060547" y="930392"/>
            <a:ext cx="2724848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922273" y="1106465"/>
            <a:ext cx="286312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554389" y="1979521"/>
            <a:ext cx="223100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Weight,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kg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545190" y="784241"/>
            <a:ext cx="224020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Heavy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60007" y="2200756"/>
            <a:ext cx="542538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relationship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man’s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weight,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219795" y="2455384"/>
            <a:ext cx="35656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219795" y="2657448"/>
            <a:ext cx="35656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724630" y="2657448"/>
            <a:ext cx="30607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tall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219795" y="2859899"/>
            <a:ext cx="35656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724630" y="2859899"/>
            <a:ext cx="30607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heavy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889665" y="3150929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663590" y="3150705"/>
            <a:ext cx="1218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99589" y="2151722"/>
            <a:ext cx="10902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99589" y="1243143"/>
            <a:ext cx="0" cy="9085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90447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81305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972163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063021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153878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244737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335595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26453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17310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608168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9026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89884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699589" y="1970007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699589" y="1788291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699589" y="1606575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699589" y="1424859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699589" y="1243143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699589" y="2147203"/>
            <a:ext cx="36343" cy="45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735932" y="2133561"/>
            <a:ext cx="36342" cy="13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772274" y="2110852"/>
            <a:ext cx="36343" cy="22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808617" y="2079048"/>
            <a:ext cx="36342" cy="318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844959" y="2038178"/>
            <a:ext cx="36343" cy="408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881302" y="1988213"/>
            <a:ext cx="36343" cy="49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917645" y="1929153"/>
            <a:ext cx="36342" cy="59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953987" y="1860998"/>
            <a:ext cx="36343" cy="681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990330" y="1783804"/>
            <a:ext cx="36342" cy="771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026672" y="1697461"/>
            <a:ext cx="36343" cy="863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063021" y="1611117"/>
            <a:ext cx="36342" cy="863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99363" y="1533895"/>
            <a:ext cx="36343" cy="772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5706" y="1465741"/>
            <a:ext cx="36343" cy="681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72049" y="1406681"/>
            <a:ext cx="36342" cy="59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08391" y="1356716"/>
            <a:ext cx="36343" cy="49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244734" y="1315817"/>
            <a:ext cx="36342" cy="408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281076" y="1284014"/>
            <a:ext cx="36343" cy="318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317419" y="1261305"/>
            <a:ext cx="36343" cy="22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353762" y="1247663"/>
            <a:ext cx="36342" cy="13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390104" y="1243143"/>
            <a:ext cx="36343" cy="45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426453" y="1243143"/>
            <a:ext cx="36343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153316" y="2151722"/>
            <a:ext cx="10902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153316" y="1243143"/>
            <a:ext cx="0" cy="9085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44174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335032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425890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16748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607606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698464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789322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880180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971037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061895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152753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243611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153316" y="1970007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153316" y="1788291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153316" y="1606575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153316" y="1424859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153316" y="1243143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153316" y="2151002"/>
            <a:ext cx="18172" cy="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171488" y="2148839"/>
            <a:ext cx="18170" cy="21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189658" y="2145207"/>
            <a:ext cx="18171" cy="3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207829" y="2140105"/>
            <a:ext cx="18169" cy="51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225998" y="2133561"/>
            <a:ext cx="18170" cy="6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244168" y="2125575"/>
            <a:ext cx="18170" cy="79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262338" y="2116120"/>
            <a:ext cx="18170" cy="9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280508" y="2105223"/>
            <a:ext cx="18170" cy="10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298678" y="2092884"/>
            <a:ext cx="18170" cy="123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316848" y="2079076"/>
            <a:ext cx="18170" cy="13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335018" y="2063798"/>
            <a:ext cx="18170" cy="152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353188" y="2047078"/>
            <a:ext cx="18170" cy="16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371358" y="2028917"/>
            <a:ext cx="18169" cy="181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389527" y="2009313"/>
            <a:ext cx="18171" cy="196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3407698" y="1988213"/>
            <a:ext cx="18169" cy="211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425867" y="1965698"/>
            <a:ext cx="18170" cy="225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3444037" y="1941714"/>
            <a:ext cx="18171" cy="239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462208" y="1916259"/>
            <a:ext cx="18169" cy="25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480377" y="1889391"/>
            <a:ext cx="18170" cy="268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498547" y="1861054"/>
            <a:ext cx="18170" cy="283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516717" y="1831274"/>
            <a:ext cx="18170" cy="297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534887" y="1799997"/>
            <a:ext cx="18170" cy="312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553057" y="1767279"/>
            <a:ext cx="18170" cy="32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571227" y="1733146"/>
            <a:ext cx="18170" cy="34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589397" y="1697516"/>
            <a:ext cx="18170" cy="356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607606" y="1661831"/>
            <a:ext cx="18172" cy="356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625778" y="1627642"/>
            <a:ext cx="18170" cy="341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643948" y="1594924"/>
            <a:ext cx="18170" cy="32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662118" y="1563702"/>
            <a:ext cx="18170" cy="312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680288" y="1533895"/>
            <a:ext cx="18170" cy="298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698458" y="1505557"/>
            <a:ext cx="18170" cy="283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716628" y="1478662"/>
            <a:ext cx="18170" cy="268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734798" y="1453208"/>
            <a:ext cx="18170" cy="254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752968" y="1429224"/>
            <a:ext cx="18170" cy="239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771138" y="1406681"/>
            <a:ext cx="18170" cy="225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789308" y="1385636"/>
            <a:ext cx="18170" cy="210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807478" y="1366004"/>
            <a:ext cx="18169" cy="19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825647" y="1347815"/>
            <a:ext cx="18171" cy="181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843818" y="1331095"/>
            <a:ext cx="18169" cy="16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861987" y="1315845"/>
            <a:ext cx="18170" cy="152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880157" y="1302037"/>
            <a:ext cx="18170" cy="13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898327" y="1289670"/>
            <a:ext cx="18170" cy="1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916497" y="1278773"/>
            <a:ext cx="18170" cy="10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934667" y="1269318"/>
            <a:ext cx="18170" cy="9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952837" y="1261305"/>
            <a:ext cx="18170" cy="80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3971007" y="1254761"/>
            <a:ext cx="18170" cy="6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3989177" y="1249687"/>
            <a:ext cx="18169" cy="50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007346" y="1246055"/>
            <a:ext cx="18171" cy="3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025517" y="1243864"/>
            <a:ext cx="18169" cy="21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043686" y="1243143"/>
            <a:ext cx="18170" cy="7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061895" y="1243143"/>
            <a:ext cx="1817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14920433" y="-11197180"/>
            <a:ext cx="0" cy="5278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Freeform 146"/>
          <p:cNvSpPr/>
          <p:nvPr/>
        </p:nvSpPr>
        <p:spPr>
          <a:xfrm>
            <a:off x="14909800" y="-11214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4920433" y="-11209952"/>
            <a:ext cx="154089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6459200" y="-11214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16474104" y="-11209952"/>
            <a:ext cx="0" cy="5278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Freeform 150"/>
          <p:cNvSpPr/>
          <p:nvPr/>
        </p:nvSpPr>
        <p:spPr>
          <a:xfrm>
            <a:off x="16459200" y="-10693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2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80001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59993" y="82665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181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cm,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derived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654562" y="2164844"/>
            <a:ext cx="4130833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170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839215" y="2164844"/>
            <a:ext cx="394618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175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016778" y="2164844"/>
            <a:ext cx="376861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180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01425" y="2164844"/>
            <a:ext cx="358397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185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379725" y="2164844"/>
            <a:ext cx="340567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190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564372" y="2164844"/>
            <a:ext cx="3221023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195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734146" y="2164844"/>
            <a:ext cx="3051249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200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87419" y="2121362"/>
            <a:ext cx="419797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94573" y="1939651"/>
            <a:ext cx="419082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96233" y="1757941"/>
            <a:ext cx="418916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93169" y="1576063"/>
            <a:ext cx="419222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94124" y="1394353"/>
            <a:ext cx="419127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606836" y="1212796"/>
            <a:ext cx="4178559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68569" y="1388874"/>
            <a:ext cx="431682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098063" y="2261930"/>
            <a:ext cx="368733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130891" y="1078144"/>
            <a:ext cx="365450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116639" y="2164844"/>
            <a:ext cx="266875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60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300041" y="2164844"/>
            <a:ext cx="2485354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480541" y="2164844"/>
            <a:ext cx="2304854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80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661777" y="2164844"/>
            <a:ext cx="2123618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90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830558" y="2164844"/>
            <a:ext cx="195483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021980" y="2164844"/>
            <a:ext cx="176341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110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197563" y="2164844"/>
            <a:ext cx="158783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120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41130" y="2121362"/>
            <a:ext cx="274426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048284" y="1939651"/>
            <a:ext cx="273711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049944" y="1757941"/>
            <a:ext cx="273545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046880" y="1576063"/>
            <a:ext cx="273851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047835" y="1394353"/>
            <a:ext cx="273756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060547" y="1212796"/>
            <a:ext cx="2724848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922273" y="1388875"/>
            <a:ext cx="286312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554390" y="2261930"/>
            <a:ext cx="223100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Weight,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kg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545190" y="1066644"/>
            <a:ext cx="224020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Heavy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889662" y="315092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662445" y="3150704"/>
            <a:ext cx="122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99589" y="2151722"/>
            <a:ext cx="10902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99589" y="1243143"/>
            <a:ext cx="0" cy="9085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90447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81305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972163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063021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153878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244737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335595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26453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17310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608168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9026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89884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699589" y="1970007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699589" y="1788291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699589" y="1606575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699589" y="1424859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699589" y="1243143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699589" y="2147203"/>
            <a:ext cx="36343" cy="45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735932" y="2133561"/>
            <a:ext cx="36342" cy="13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772274" y="2110852"/>
            <a:ext cx="36343" cy="22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808617" y="2079048"/>
            <a:ext cx="36342" cy="318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844959" y="2038178"/>
            <a:ext cx="36343" cy="408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881302" y="1988213"/>
            <a:ext cx="36343" cy="49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917645" y="1929153"/>
            <a:ext cx="36342" cy="59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953987" y="1860998"/>
            <a:ext cx="36343" cy="681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990330" y="1783804"/>
            <a:ext cx="36342" cy="771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026672" y="1697461"/>
            <a:ext cx="36343" cy="863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063021" y="1611117"/>
            <a:ext cx="36342" cy="863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99363" y="1533895"/>
            <a:ext cx="36343" cy="772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5706" y="1465741"/>
            <a:ext cx="36343" cy="681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72049" y="1406681"/>
            <a:ext cx="36342" cy="59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08391" y="1356716"/>
            <a:ext cx="36343" cy="49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244734" y="1315817"/>
            <a:ext cx="36342" cy="408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281076" y="1284014"/>
            <a:ext cx="36343" cy="318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317419" y="1261305"/>
            <a:ext cx="36343" cy="22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353762" y="1247663"/>
            <a:ext cx="36342" cy="13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390104" y="1243143"/>
            <a:ext cx="36343" cy="45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426453" y="1243143"/>
            <a:ext cx="36343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153316" y="2151722"/>
            <a:ext cx="10902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153316" y="1243143"/>
            <a:ext cx="0" cy="9085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44174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335032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425890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16748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607606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698464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789322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880180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971037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061895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152753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243611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153316" y="1970007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153316" y="1788291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153316" y="1606575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153316" y="1424859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153316" y="1243143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153316" y="2151002"/>
            <a:ext cx="18172" cy="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171488" y="2148839"/>
            <a:ext cx="18170" cy="21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189658" y="2145207"/>
            <a:ext cx="18171" cy="3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207829" y="2140105"/>
            <a:ext cx="18169" cy="51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225998" y="2133561"/>
            <a:ext cx="18170" cy="6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244168" y="2125575"/>
            <a:ext cx="18170" cy="79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262338" y="2116120"/>
            <a:ext cx="18170" cy="9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280508" y="2105223"/>
            <a:ext cx="18170" cy="10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298678" y="2092884"/>
            <a:ext cx="18170" cy="123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316848" y="2079076"/>
            <a:ext cx="18170" cy="13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335018" y="2063798"/>
            <a:ext cx="18170" cy="152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353188" y="2047078"/>
            <a:ext cx="18170" cy="16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371358" y="2028917"/>
            <a:ext cx="18169" cy="181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389527" y="2009313"/>
            <a:ext cx="18171" cy="196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3407698" y="1988213"/>
            <a:ext cx="18169" cy="211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425867" y="1965698"/>
            <a:ext cx="18170" cy="225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3444037" y="1941714"/>
            <a:ext cx="18171" cy="239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462208" y="1916259"/>
            <a:ext cx="18169" cy="25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480377" y="1889391"/>
            <a:ext cx="18170" cy="268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498547" y="1861054"/>
            <a:ext cx="18170" cy="283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516717" y="1831274"/>
            <a:ext cx="18170" cy="297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534887" y="1799997"/>
            <a:ext cx="18170" cy="312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553057" y="1767279"/>
            <a:ext cx="18170" cy="32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571227" y="1733146"/>
            <a:ext cx="18170" cy="34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589397" y="1697516"/>
            <a:ext cx="18170" cy="356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607606" y="1661831"/>
            <a:ext cx="18172" cy="356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625778" y="1627642"/>
            <a:ext cx="18170" cy="341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643948" y="1594924"/>
            <a:ext cx="18170" cy="32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662118" y="1563702"/>
            <a:ext cx="18170" cy="312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680288" y="1533895"/>
            <a:ext cx="18170" cy="298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698458" y="1505557"/>
            <a:ext cx="18170" cy="283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716628" y="1478662"/>
            <a:ext cx="18170" cy="268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734798" y="1453208"/>
            <a:ext cx="18170" cy="254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752968" y="1429224"/>
            <a:ext cx="18170" cy="239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771138" y="1406681"/>
            <a:ext cx="18170" cy="225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789308" y="1385636"/>
            <a:ext cx="18170" cy="210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807478" y="1366004"/>
            <a:ext cx="18169" cy="19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825647" y="1347815"/>
            <a:ext cx="18171" cy="181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843818" y="1331095"/>
            <a:ext cx="18169" cy="16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861987" y="1315845"/>
            <a:ext cx="18170" cy="152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880157" y="1302037"/>
            <a:ext cx="18170" cy="13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898327" y="1289670"/>
            <a:ext cx="18170" cy="1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916497" y="1278773"/>
            <a:ext cx="18170" cy="10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934667" y="1269318"/>
            <a:ext cx="18170" cy="9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952837" y="1261305"/>
            <a:ext cx="18170" cy="80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3971007" y="1254761"/>
            <a:ext cx="18170" cy="6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3989177" y="1249687"/>
            <a:ext cx="18169" cy="50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007346" y="1246055"/>
            <a:ext cx="18171" cy="3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025517" y="1243864"/>
            <a:ext cx="18169" cy="21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043686" y="1243143"/>
            <a:ext cx="18170" cy="7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061895" y="1243143"/>
            <a:ext cx="1817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2099363" y="1623890"/>
            <a:ext cx="0" cy="5278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Freeform 146"/>
          <p:cNvSpPr/>
          <p:nvPr/>
        </p:nvSpPr>
        <p:spPr>
          <a:xfrm>
            <a:off x="2082800" y="1612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4920433" y="-11209952"/>
            <a:ext cx="154089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6459200" y="-11214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16474104" y="-11209952"/>
            <a:ext cx="0" cy="5278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Freeform 150"/>
          <p:cNvSpPr/>
          <p:nvPr/>
        </p:nvSpPr>
        <p:spPr>
          <a:xfrm>
            <a:off x="16459200" y="-10693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2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80001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59993" y="82665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181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cm,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derived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654562" y="2164844"/>
            <a:ext cx="4130833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170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839215" y="2164844"/>
            <a:ext cx="394618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175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016778" y="2164844"/>
            <a:ext cx="376861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180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01425" y="2164844"/>
            <a:ext cx="358397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185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379725" y="2164844"/>
            <a:ext cx="340567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190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564372" y="2164844"/>
            <a:ext cx="3221023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195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734146" y="2164844"/>
            <a:ext cx="3051249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200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87419" y="2121362"/>
            <a:ext cx="419797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94573" y="1939651"/>
            <a:ext cx="419082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96233" y="1757941"/>
            <a:ext cx="418916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93169" y="1576063"/>
            <a:ext cx="419222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94124" y="1394353"/>
            <a:ext cx="419127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606836" y="1212796"/>
            <a:ext cx="4178559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68569" y="1388874"/>
            <a:ext cx="431682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098063" y="2261930"/>
            <a:ext cx="368733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130891" y="1078144"/>
            <a:ext cx="365450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116639" y="2164844"/>
            <a:ext cx="266875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60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300041" y="2164844"/>
            <a:ext cx="2485354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480541" y="2164844"/>
            <a:ext cx="2304854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80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661777" y="2164844"/>
            <a:ext cx="2123618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90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830558" y="2164844"/>
            <a:ext cx="195483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021980" y="2164844"/>
            <a:ext cx="176341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110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197563" y="2164844"/>
            <a:ext cx="158783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120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41130" y="2121362"/>
            <a:ext cx="274426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048284" y="1939651"/>
            <a:ext cx="273711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049944" y="1757941"/>
            <a:ext cx="273545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046880" y="1576063"/>
            <a:ext cx="273851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047835" y="1394353"/>
            <a:ext cx="273756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060547" y="1212796"/>
            <a:ext cx="2724848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922273" y="1388875"/>
            <a:ext cx="286312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554390" y="2261930"/>
            <a:ext cx="223100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Weight,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kg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545190" y="1066644"/>
            <a:ext cx="224020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Heavy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168358" y="2483165"/>
            <a:ext cx="36170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181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cm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→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0.595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889662" y="315092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662445" y="3150704"/>
            <a:ext cx="122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99589" y="2151722"/>
            <a:ext cx="10902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99589" y="1243143"/>
            <a:ext cx="0" cy="9085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90447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81305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972163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063021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153878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244737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335595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26453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17310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608168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9026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89884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699589" y="1970007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699589" y="1788291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699589" y="1606575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699589" y="1424859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699589" y="1243143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699589" y="2147203"/>
            <a:ext cx="36343" cy="45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735932" y="2133561"/>
            <a:ext cx="36342" cy="13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772274" y="2110852"/>
            <a:ext cx="36343" cy="22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808617" y="2079048"/>
            <a:ext cx="36342" cy="318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844959" y="2038178"/>
            <a:ext cx="36343" cy="408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881302" y="1988213"/>
            <a:ext cx="36343" cy="49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917645" y="1929153"/>
            <a:ext cx="36342" cy="59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953987" y="1860998"/>
            <a:ext cx="36343" cy="681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990330" y="1783804"/>
            <a:ext cx="36342" cy="771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026672" y="1697461"/>
            <a:ext cx="36343" cy="863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063021" y="1611117"/>
            <a:ext cx="36342" cy="863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99363" y="1533895"/>
            <a:ext cx="36343" cy="772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5706" y="1465741"/>
            <a:ext cx="36343" cy="681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72049" y="1406681"/>
            <a:ext cx="36342" cy="59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08391" y="1356716"/>
            <a:ext cx="36343" cy="49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244734" y="1315817"/>
            <a:ext cx="36342" cy="408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281076" y="1284014"/>
            <a:ext cx="36343" cy="318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317419" y="1261305"/>
            <a:ext cx="36343" cy="22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353762" y="1247663"/>
            <a:ext cx="36342" cy="13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390104" y="1243143"/>
            <a:ext cx="36343" cy="45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426453" y="1243143"/>
            <a:ext cx="36343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153316" y="2151722"/>
            <a:ext cx="10902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153316" y="1243143"/>
            <a:ext cx="0" cy="9085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44174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335032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425890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16748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607606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698464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789322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880180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971037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061895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152753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243611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153316" y="1970007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153316" y="1788291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153316" y="1606575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153316" y="1424859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153316" y="1243143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153316" y="2151002"/>
            <a:ext cx="18172" cy="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171488" y="2148839"/>
            <a:ext cx="18170" cy="21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189658" y="2145207"/>
            <a:ext cx="18171" cy="3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207829" y="2140105"/>
            <a:ext cx="18169" cy="51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225998" y="2133561"/>
            <a:ext cx="18170" cy="6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244168" y="2125575"/>
            <a:ext cx="18170" cy="79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262338" y="2116120"/>
            <a:ext cx="18170" cy="9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280508" y="2105223"/>
            <a:ext cx="18170" cy="10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298678" y="2092884"/>
            <a:ext cx="18170" cy="123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316848" y="2079076"/>
            <a:ext cx="18170" cy="13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335018" y="2063798"/>
            <a:ext cx="18170" cy="152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353188" y="2047078"/>
            <a:ext cx="18170" cy="16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371358" y="2028917"/>
            <a:ext cx="18169" cy="181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389527" y="2009313"/>
            <a:ext cx="18171" cy="196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3407698" y="1988213"/>
            <a:ext cx="18169" cy="211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425867" y="1965698"/>
            <a:ext cx="18170" cy="225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3444037" y="1941714"/>
            <a:ext cx="18171" cy="239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462208" y="1916259"/>
            <a:ext cx="18169" cy="25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480377" y="1889391"/>
            <a:ext cx="18170" cy="268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498547" y="1861054"/>
            <a:ext cx="18170" cy="283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516717" y="1831274"/>
            <a:ext cx="18170" cy="297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534887" y="1799997"/>
            <a:ext cx="18170" cy="312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553057" y="1767279"/>
            <a:ext cx="18170" cy="32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571227" y="1733146"/>
            <a:ext cx="18170" cy="34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589397" y="1697516"/>
            <a:ext cx="18170" cy="356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607606" y="1661831"/>
            <a:ext cx="18172" cy="356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625778" y="1627642"/>
            <a:ext cx="18170" cy="341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643948" y="1594924"/>
            <a:ext cx="18170" cy="32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662118" y="1563702"/>
            <a:ext cx="18170" cy="312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680288" y="1533895"/>
            <a:ext cx="18170" cy="298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698458" y="1505557"/>
            <a:ext cx="18170" cy="283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716628" y="1478662"/>
            <a:ext cx="18170" cy="268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734798" y="1453208"/>
            <a:ext cx="18170" cy="254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752968" y="1429224"/>
            <a:ext cx="18170" cy="239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771138" y="1406681"/>
            <a:ext cx="18170" cy="225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789308" y="1385636"/>
            <a:ext cx="18170" cy="210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807478" y="1366004"/>
            <a:ext cx="18169" cy="19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825647" y="1347815"/>
            <a:ext cx="18171" cy="181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843818" y="1331095"/>
            <a:ext cx="18169" cy="16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861987" y="1315845"/>
            <a:ext cx="18170" cy="152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880157" y="1302037"/>
            <a:ext cx="18170" cy="13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898327" y="1289670"/>
            <a:ext cx="18170" cy="1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916497" y="1278773"/>
            <a:ext cx="18170" cy="10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934667" y="1269318"/>
            <a:ext cx="18170" cy="9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952837" y="1261305"/>
            <a:ext cx="18170" cy="80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3971007" y="1254761"/>
            <a:ext cx="18170" cy="6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3989177" y="1249687"/>
            <a:ext cx="18169" cy="50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007346" y="1246055"/>
            <a:ext cx="18171" cy="3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025517" y="1243864"/>
            <a:ext cx="18169" cy="21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043686" y="1243143"/>
            <a:ext cx="18170" cy="7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061895" y="1243143"/>
            <a:ext cx="1817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2099363" y="1623890"/>
            <a:ext cx="0" cy="5278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Freeform 146"/>
          <p:cNvSpPr/>
          <p:nvPr/>
        </p:nvSpPr>
        <p:spPr>
          <a:xfrm>
            <a:off x="2082800" y="1612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2099363" y="1611117"/>
            <a:ext cx="154089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3632200" y="1600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16474104" y="-11209952"/>
            <a:ext cx="0" cy="5278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Freeform 150"/>
          <p:cNvSpPr/>
          <p:nvPr/>
        </p:nvSpPr>
        <p:spPr>
          <a:xfrm>
            <a:off x="16459200" y="-10693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2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80001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59993" y="82665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181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cm,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derived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654562" y="2164844"/>
            <a:ext cx="4130833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170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839215" y="2164844"/>
            <a:ext cx="394618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175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016778" y="2164844"/>
            <a:ext cx="376861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180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01425" y="2164844"/>
            <a:ext cx="358397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185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379725" y="2164844"/>
            <a:ext cx="340567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190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564372" y="2164844"/>
            <a:ext cx="3221023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195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734146" y="2164844"/>
            <a:ext cx="3051249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200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87419" y="2121362"/>
            <a:ext cx="419797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94573" y="1939651"/>
            <a:ext cx="419082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96233" y="1757941"/>
            <a:ext cx="418916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93169" y="1576063"/>
            <a:ext cx="419222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94124" y="1394353"/>
            <a:ext cx="419127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606836" y="1212796"/>
            <a:ext cx="4178559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68569" y="1388874"/>
            <a:ext cx="431682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098063" y="2261930"/>
            <a:ext cx="368733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130891" y="1078144"/>
            <a:ext cx="365450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116639" y="2164844"/>
            <a:ext cx="266875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60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300041" y="2164844"/>
            <a:ext cx="2485354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480541" y="2164844"/>
            <a:ext cx="2304854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80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661777" y="2164844"/>
            <a:ext cx="2123618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90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830558" y="2164844"/>
            <a:ext cx="195483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021980" y="2164844"/>
            <a:ext cx="176341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110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197563" y="2164844"/>
            <a:ext cx="158783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120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41130" y="2121362"/>
            <a:ext cx="274426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048284" y="1939651"/>
            <a:ext cx="273711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049944" y="1757941"/>
            <a:ext cx="273545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046880" y="1576063"/>
            <a:ext cx="273851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047835" y="1394353"/>
            <a:ext cx="273756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060547" y="1212796"/>
            <a:ext cx="2724848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922273" y="1388875"/>
            <a:ext cx="286312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554390" y="2261930"/>
            <a:ext cx="223100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Weight,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kg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545190" y="1066644"/>
            <a:ext cx="224020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Heavy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168358" y="2483165"/>
            <a:ext cx="36170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181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cm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→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0.595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889662" y="315092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662445" y="3150704"/>
            <a:ext cx="122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99589" y="2151722"/>
            <a:ext cx="10902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99589" y="1243143"/>
            <a:ext cx="0" cy="9085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90447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81305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972163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063021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153878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244737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335595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26453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17310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608168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9026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89884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699589" y="1970007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699589" y="1788291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699589" y="1606575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699589" y="1424859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699589" y="1243143"/>
            <a:ext cx="1817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699589" y="2147203"/>
            <a:ext cx="36343" cy="451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735932" y="2133561"/>
            <a:ext cx="36342" cy="13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772274" y="2110852"/>
            <a:ext cx="36343" cy="22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808617" y="2079048"/>
            <a:ext cx="36342" cy="318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844959" y="2038178"/>
            <a:ext cx="36343" cy="408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881302" y="1988213"/>
            <a:ext cx="36343" cy="49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917645" y="1929153"/>
            <a:ext cx="36342" cy="59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953987" y="1860998"/>
            <a:ext cx="36343" cy="681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990330" y="1783804"/>
            <a:ext cx="36342" cy="771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026672" y="1697461"/>
            <a:ext cx="36343" cy="863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063021" y="1611117"/>
            <a:ext cx="36342" cy="8631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099363" y="1533895"/>
            <a:ext cx="36343" cy="772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5706" y="1465741"/>
            <a:ext cx="36343" cy="681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172049" y="1406681"/>
            <a:ext cx="36342" cy="59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08391" y="1356716"/>
            <a:ext cx="36343" cy="499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244734" y="1315817"/>
            <a:ext cx="36342" cy="4089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281076" y="1284014"/>
            <a:ext cx="36343" cy="318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317419" y="1261305"/>
            <a:ext cx="36343" cy="22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353762" y="1247663"/>
            <a:ext cx="36342" cy="1364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390104" y="1243143"/>
            <a:ext cx="36343" cy="45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426453" y="1243143"/>
            <a:ext cx="36343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153316" y="2151722"/>
            <a:ext cx="10902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153316" y="1243143"/>
            <a:ext cx="0" cy="9085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44174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335032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425890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16748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607606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698464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789322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880180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971037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061895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152753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243611" y="2133550"/>
            <a:ext cx="0" cy="181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3153316" y="1970007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153316" y="1788291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153316" y="1606575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3153316" y="1424859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153316" y="1243143"/>
            <a:ext cx="1817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153316" y="2151002"/>
            <a:ext cx="18172" cy="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171488" y="2148839"/>
            <a:ext cx="18170" cy="21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189658" y="2145207"/>
            <a:ext cx="18171" cy="3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207829" y="2140105"/>
            <a:ext cx="18169" cy="51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225998" y="2133561"/>
            <a:ext cx="18170" cy="6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244168" y="2125575"/>
            <a:ext cx="18170" cy="79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262338" y="2116120"/>
            <a:ext cx="18170" cy="9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280508" y="2105223"/>
            <a:ext cx="18170" cy="10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298678" y="2092884"/>
            <a:ext cx="18170" cy="123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316848" y="2079076"/>
            <a:ext cx="18170" cy="13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335018" y="2063798"/>
            <a:ext cx="18170" cy="152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353188" y="2047078"/>
            <a:ext cx="18170" cy="16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371358" y="2028917"/>
            <a:ext cx="18169" cy="181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389527" y="2009313"/>
            <a:ext cx="18171" cy="196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3407698" y="1988213"/>
            <a:ext cx="18169" cy="211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425867" y="1965698"/>
            <a:ext cx="18170" cy="2251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3444037" y="1941714"/>
            <a:ext cx="18171" cy="239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462208" y="1916259"/>
            <a:ext cx="18169" cy="25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480377" y="1889391"/>
            <a:ext cx="18170" cy="268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498547" y="1861054"/>
            <a:ext cx="18170" cy="283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516717" y="1831274"/>
            <a:ext cx="18170" cy="297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534887" y="1799997"/>
            <a:ext cx="18170" cy="312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553057" y="1767279"/>
            <a:ext cx="18170" cy="32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571227" y="1733146"/>
            <a:ext cx="18170" cy="34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589397" y="1697516"/>
            <a:ext cx="18170" cy="356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607606" y="1661831"/>
            <a:ext cx="18172" cy="356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625778" y="1627642"/>
            <a:ext cx="18170" cy="341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643948" y="1594924"/>
            <a:ext cx="18170" cy="327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662118" y="1563702"/>
            <a:ext cx="18170" cy="312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3680288" y="1533895"/>
            <a:ext cx="18170" cy="298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698458" y="1505557"/>
            <a:ext cx="18170" cy="283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716628" y="1478662"/>
            <a:ext cx="18170" cy="268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734798" y="1453208"/>
            <a:ext cx="18170" cy="254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752968" y="1429224"/>
            <a:ext cx="18170" cy="239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771138" y="1406681"/>
            <a:ext cx="18170" cy="225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789308" y="1385636"/>
            <a:ext cx="18170" cy="210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807478" y="1366004"/>
            <a:ext cx="18169" cy="19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825647" y="1347815"/>
            <a:ext cx="18171" cy="181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843818" y="1331095"/>
            <a:ext cx="18169" cy="1672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861987" y="1315845"/>
            <a:ext cx="18170" cy="152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880157" y="1302037"/>
            <a:ext cx="18170" cy="138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3898327" y="1289670"/>
            <a:ext cx="18170" cy="1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3916497" y="1278773"/>
            <a:ext cx="18170" cy="108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3934667" y="1269318"/>
            <a:ext cx="18170" cy="945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3952837" y="1261305"/>
            <a:ext cx="18170" cy="80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3971007" y="1254761"/>
            <a:ext cx="18170" cy="65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3989177" y="1249687"/>
            <a:ext cx="18169" cy="50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007346" y="1246055"/>
            <a:ext cx="18171" cy="36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025517" y="1243864"/>
            <a:ext cx="18169" cy="21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043686" y="1243143"/>
            <a:ext cx="18170" cy="7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061895" y="1243143"/>
            <a:ext cx="1817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2099363" y="1623890"/>
            <a:ext cx="0" cy="5278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Freeform 146"/>
          <p:cNvSpPr/>
          <p:nvPr/>
        </p:nvSpPr>
        <p:spPr>
          <a:xfrm>
            <a:off x="2082800" y="1612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2099363" y="1611117"/>
            <a:ext cx="154089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3632200" y="1600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3653035" y="1611117"/>
            <a:ext cx="0" cy="5278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Freeform 150"/>
          <p:cNvSpPr/>
          <p:nvPr/>
        </p:nvSpPr>
        <p:spPr>
          <a:xfrm>
            <a:off x="3644900" y="21336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8000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59993" y="82665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height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181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cm,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derived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654562" y="2164844"/>
            <a:ext cx="4130833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170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839215" y="2164844"/>
            <a:ext cx="394618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175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016778" y="2164844"/>
            <a:ext cx="376861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180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01425" y="2164844"/>
            <a:ext cx="358397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185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379725" y="2164844"/>
            <a:ext cx="340567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190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564372" y="2164844"/>
            <a:ext cx="3221023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195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734146" y="2164844"/>
            <a:ext cx="3051249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200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87419" y="2121362"/>
            <a:ext cx="419797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94573" y="1939651"/>
            <a:ext cx="419082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96233" y="1757941"/>
            <a:ext cx="418916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93169" y="1576063"/>
            <a:ext cx="419222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94124" y="1394353"/>
            <a:ext cx="419127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606836" y="1212796"/>
            <a:ext cx="4178559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468569" y="1388874"/>
            <a:ext cx="431682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098063" y="2261930"/>
            <a:ext cx="368733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Height,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cm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130891" y="1078144"/>
            <a:ext cx="365450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Tall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116639" y="2164844"/>
            <a:ext cx="266875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60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300041" y="2164844"/>
            <a:ext cx="2485354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480541" y="2164844"/>
            <a:ext cx="2304854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80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661777" y="2164844"/>
            <a:ext cx="2123618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90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830558" y="2164844"/>
            <a:ext cx="1954837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021980" y="2164844"/>
            <a:ext cx="176341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110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197563" y="2164844"/>
            <a:ext cx="158783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120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41130" y="2121362"/>
            <a:ext cx="274426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048284" y="1939651"/>
            <a:ext cx="273711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049944" y="1757941"/>
            <a:ext cx="2735451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046880" y="1576063"/>
            <a:ext cx="273851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047835" y="1394353"/>
            <a:ext cx="2737560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060547" y="1212796"/>
            <a:ext cx="2724848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922273" y="1388875"/>
            <a:ext cx="2863122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554390" y="2261930"/>
            <a:ext cx="2231006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Weight,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kg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545190" y="1066644"/>
            <a:ext cx="2240205" cy="9899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2" b="0">
                <a:solidFill>
                  <a:srgbClr val="000000"/>
                </a:solidFill>
                <a:latin typeface="Josefin Sans"/>
              </a:rPr>
              <a:t>Heavy</a:t>
            </a:r>
            <a:r>
              <a:rPr sz="502" b="0">
                <a:solidFill>
                  <a:srgbClr val="000000"/>
                </a:solidFill>
                <a:latin typeface="Josefin Sans"/>
              </a:rPr>
              <a:t> </a:t>
            </a:r>
            <a:r>
              <a:rPr sz="502" b="0">
                <a:solidFill>
                  <a:srgbClr val="000000"/>
                </a:solidFill>
                <a:latin typeface="Josefin Sans"/>
              </a:rPr>
              <a:t>men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168358" y="2483165"/>
            <a:ext cx="36170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181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cm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→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0.595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→</a:t>
            </a:r>
            <a:r>
              <a:rPr sz="996" b="0">
                <a:solidFill>
                  <a:srgbClr val="000000"/>
                </a:solidFill>
                <a:latin typeface="Josefin Sans"/>
              </a:rPr>
              <a:t>87.5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kg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889665" y="3150928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662448" y="3150704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97403" y="-24235432"/>
            <a:ext cx="4156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6997403" y="-24012749"/>
            <a:ext cx="4156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6997403" y="-23790054"/>
            <a:ext cx="4156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3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8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874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668" y="3150921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31704" y="3150697"/>
            <a:ext cx="15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97075" y="116489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597075" y="1387576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597075" y="1610271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874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1941" y="1056822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90329" y="1056822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941" y="1279516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0329" y="1279516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staffing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large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1941" y="1502198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90329" y="1502198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inadequate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941" y="1724880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90329" y="1724880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risk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89668" y="3150918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31704" y="3150694"/>
            <a:ext cx="15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97075" y="116489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597075" y="1387576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597075" y="1610271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874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1941" y="1056822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90329" y="1056822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941" y="1279516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0329" y="1279516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staffing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large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1941" y="1502198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90329" y="1502198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inadequate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941" y="1724880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90329" y="1724880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risk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81858" y="1082131"/>
            <a:ext cx="2403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20246" y="1082131"/>
            <a:ext cx="1865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81858" y="1304813"/>
            <a:ext cx="2403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20246" y="1304813"/>
            <a:ext cx="1865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delicious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81858" y="1527495"/>
            <a:ext cx="2403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20246" y="1527495"/>
            <a:ext cx="1865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generous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89668" y="3150918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31704" y="3150694"/>
            <a:ext cx="15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97075" y="116489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597075" y="1387576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597075" y="1610271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8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874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1941" y="1056822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90329" y="1056822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941" y="1279516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0329" y="1279516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staffing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large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1941" y="1502198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90329" y="1502198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inadequate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941" y="1724880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90329" y="1724880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risk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81858" y="1082131"/>
            <a:ext cx="2403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20246" y="1082131"/>
            <a:ext cx="1865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81858" y="1304813"/>
            <a:ext cx="2403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20246" y="1304813"/>
            <a:ext cx="1865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delicious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81858" y="1527495"/>
            <a:ext cx="2403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20246" y="1527495"/>
            <a:ext cx="1865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generous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5" y="2007111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 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 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resolved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5" y="2179183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89668" y="3150916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31704" y="3150692"/>
            <a:ext cx="15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97075" y="116489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597075" y="1387576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597075" y="1610271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3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8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874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1941" y="1056822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90329" y="1056822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941" y="1279516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0329" y="1279516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staffing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large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1941" y="1502198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90329" y="1502198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inadequate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941" y="1724880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90329" y="1724880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risk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81858" y="1082131"/>
            <a:ext cx="2403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20246" y="1082131"/>
            <a:ext cx="1865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81858" y="1304813"/>
            <a:ext cx="2403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20246" y="1304813"/>
            <a:ext cx="1865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delicious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81858" y="1527495"/>
            <a:ext cx="2403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20246" y="1527495"/>
            <a:ext cx="1865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generous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5" y="2007111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 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 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resolved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5" y="2179183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11490" y="2437297"/>
            <a:ext cx="36739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=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B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89668" y="3150915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31704" y="3150691"/>
            <a:ext cx="15369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97075" y="1164894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597075" y="1387576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597075" y="1610271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5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874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1941" y="1056822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90329" y="1056822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941" y="1279516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90329" y="1279516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staffing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large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1941" y="1502198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90329" y="1502198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project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inadequate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941" y="1724880"/>
            <a:ext cx="513345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90329" y="1724880"/>
            <a:ext cx="45950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risk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81858" y="1082131"/>
            <a:ext cx="2403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20246" y="1082131"/>
            <a:ext cx="1865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81858" y="1304813"/>
            <a:ext cx="2403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20246" y="1304813"/>
            <a:ext cx="1865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delicious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81858" y="1527495"/>
            <a:ext cx="24035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20246" y="1527495"/>
            <a:ext cx="18651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generous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5" y="2007111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 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 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resolved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5" y="2179183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operations.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11490" y="2437297"/>
            <a:ext cx="36739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=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B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49031" y="2695411"/>
            <a:ext cx="363636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B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=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µ</a:t>
            </a:r>
            <a:r>
              <a:rPr sz="797" b="0">
                <a:solidFill>
                  <a:srgbClr val="000000"/>
                </a:solidFill>
                <a:latin typeface="Cambria Math"/>
              </a:rPr>
              <a:t>B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89665" y="3150915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31701" y="3150691"/>
            <a:ext cx="1536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078186" y="-23707289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131247" y="-23484608"/>
            <a:ext cx="4156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0915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9664" y="3150918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54775" y="3150694"/>
            <a:ext cx="1306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77857" y="1693037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30918" y="1915719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0915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3302" y="1362283"/>
            <a:ext cx="38420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81690" y="1362283"/>
            <a:ext cx="3303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temperature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3302" y="1584965"/>
            <a:ext cx="38420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81690" y="1584965"/>
            <a:ext cx="3303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reduced;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81668" y="1807647"/>
            <a:ext cx="33037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increased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89664" y="3150918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54775" y="3150694"/>
            <a:ext cx="1306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77857" y="1693037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30918" y="1915719"/>
            <a:ext cx="4156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rules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0915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3302" y="1362283"/>
            <a:ext cx="38420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81690" y="1362283"/>
            <a:ext cx="3303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temperature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43302" y="1584965"/>
            <a:ext cx="38420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81690" y="1584965"/>
            <a:ext cx="3303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reduced;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81668" y="1807647"/>
            <a:ext cx="33037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water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increased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3" y="20898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affected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antecedent.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89664" y="3150919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54775" y="3150695"/>
            <a:ext cx="1306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90446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3" y="904469"/>
            <a:ext cx="0" cy="53774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904469"/>
            <a:ext cx="0" cy="53774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44221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0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3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8929" y="1016881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 inference is a process of mapping from a given input to an output, using 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929" y="1188953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89664" y="3150921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40208" y="3150697"/>
            <a:ext cx="1451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90446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3" y="904469"/>
            <a:ext cx="0" cy="53774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904469"/>
            <a:ext cx="0" cy="53774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44221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0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3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8929" y="1016881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 inference is a process of mapping from a given input to an output, using 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929" y="1188953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5914" y="1578590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 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559" y="1578590"/>
            <a:ext cx="4787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89664" y="3150921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40208" y="3150697"/>
            <a:ext cx="1451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90446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3" y="904469"/>
            <a:ext cx="0" cy="53774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904469"/>
            <a:ext cx="0" cy="53774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44221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0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3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8929" y="1016881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 inference is a process of mapping from a given input to an output, using 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929" y="1188953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5914" y="1578590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 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559" y="1578590"/>
            <a:ext cx="4787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5914" y="1801272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7559" y="1801272"/>
            <a:ext cx="4787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89664" y="3150921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40208" y="3150697"/>
            <a:ext cx="1451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90446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3" y="904469"/>
            <a:ext cx="0" cy="53774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904469"/>
            <a:ext cx="0" cy="53774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44221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0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3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8929" y="1016881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 inference is a process of mapping from a given input to an output, using 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929" y="1188953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5914" y="1578590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 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559" y="1578590"/>
            <a:ext cx="4787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5914" y="1801272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7559" y="1801272"/>
            <a:ext cx="4787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5914" y="2023955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7559" y="2023955"/>
            <a:ext cx="4787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89664" y="3150921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40208" y="3150697"/>
            <a:ext cx="1451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904469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3" y="904469"/>
            <a:ext cx="0" cy="53774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904469"/>
            <a:ext cx="0" cy="53774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442212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0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3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8929" y="1016881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 inference is a process of mapping from a given input to an output, using 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929" y="1188953"/>
            <a:ext cx="530646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theory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5914" y="1578590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 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7559" y="1578590"/>
            <a:ext cx="4787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5914" y="1801272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7559" y="1801272"/>
            <a:ext cx="4787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5914" y="2023955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7559" y="2023955"/>
            <a:ext cx="4787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5914" y="2246650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4: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7559" y="2246650"/>
            <a:ext cx="478783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89664" y="3150921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40208" y="3150697"/>
            <a:ext cx="1451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8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techniques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9665" y="3150934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39220" y="3150710"/>
            <a:ext cx="1461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8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techniques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8013" y="1212018"/>
            <a:ext cx="537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84005" y="1212017"/>
            <a:ext cx="27013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Takagi-Sugeno-Kang-style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9665" y="3150931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9220" y="3150707"/>
            <a:ext cx="1461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8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techniques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8013" y="1212018"/>
            <a:ext cx="537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013" y="1383681"/>
            <a:ext cx="537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84002" y="1212017"/>
            <a:ext cx="27013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Takagi-Sugeno-Kang-style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662" y="3150931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39217" y="3150707"/>
            <a:ext cx="1461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8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techniques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8013" y="1212018"/>
            <a:ext cx="537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013" y="1383681"/>
            <a:ext cx="537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8301" y="1711728"/>
            <a:ext cx="5057094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9507" y="1711728"/>
            <a:ext cx="4805888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A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. . . and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A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632" y="1918898"/>
            <a:ext cx="5306763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9507" y="1918898"/>
            <a:ext cx="4805888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Cambria Math"/>
              </a:rPr>
              <a:t>Y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B</a:t>
            </a:r>
            <a:r>
              <a:rPr sz="741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84002" y="1212017"/>
            <a:ext cx="27013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Takagi-Sugeno-Kang-style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89662" y="3150931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39217" y="3150707"/>
            <a:ext cx="1461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8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techniques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8013" y="1212018"/>
            <a:ext cx="537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013" y="1383681"/>
            <a:ext cx="537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8301" y="1711728"/>
            <a:ext cx="5057094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9507" y="1711728"/>
            <a:ext cx="4805888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A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. . . and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A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632" y="1918898"/>
            <a:ext cx="5306763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9507" y="1918898"/>
            <a:ext cx="4805888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Cambria Math"/>
              </a:rPr>
              <a:t>Y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B</a:t>
            </a:r>
            <a:r>
              <a:rPr sz="741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84002" y="1212017"/>
            <a:ext cx="27013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Takagi-Sugeno-Kang-style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84002" y="1383680"/>
            <a:ext cx="27013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mathematical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84002" y="1555765"/>
            <a:ext cx="27013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89662" y="3150929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39217" y="3150705"/>
            <a:ext cx="1461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8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techniques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8013" y="1212018"/>
            <a:ext cx="537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013" y="1383681"/>
            <a:ext cx="537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8301" y="1711728"/>
            <a:ext cx="5057094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9507" y="1711728"/>
            <a:ext cx="4805888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A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. . . and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A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632" y="1918898"/>
            <a:ext cx="5306763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9507" y="1918898"/>
            <a:ext cx="4805888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Cambria Math"/>
              </a:rPr>
              <a:t>Y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B</a:t>
            </a:r>
            <a:r>
              <a:rPr sz="741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84002" y="1212017"/>
            <a:ext cx="27013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Takagi-Sugeno-Kang-style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84002" y="1383680"/>
            <a:ext cx="27013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mathematical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84002" y="1555765"/>
            <a:ext cx="27013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04303" y="1883800"/>
            <a:ext cx="2381092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5497" y="1883800"/>
            <a:ext cx="2129898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A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. . . and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A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54634" y="2090970"/>
            <a:ext cx="2630761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5497" y="2093130"/>
            <a:ext cx="2129899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Cambria Math"/>
              </a:rPr>
              <a:t>Y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=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p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p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. . .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p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89662" y="3150929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39217" y="3150705"/>
            <a:ext cx="1461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84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techniques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8013" y="1212018"/>
            <a:ext cx="537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013" y="1383681"/>
            <a:ext cx="537738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8301" y="1711728"/>
            <a:ext cx="5057094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9507" y="1711728"/>
            <a:ext cx="4805888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A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. . . and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A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8632" y="1918898"/>
            <a:ext cx="5306763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9507" y="1918898"/>
            <a:ext cx="4805888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Cambria Math"/>
              </a:rPr>
              <a:t>Y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B</a:t>
            </a:r>
            <a:r>
              <a:rPr sz="741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84002" y="1212017"/>
            <a:ext cx="27013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Takagi-Sugeno-Kang-style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84002" y="1383680"/>
            <a:ext cx="27013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mathematical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84002" y="1555765"/>
            <a:ext cx="270139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04303" y="1883800"/>
            <a:ext cx="2381092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5497" y="1883800"/>
            <a:ext cx="2129898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A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. . . and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 </a:t>
            </a:r>
            <a:r>
              <a:rPr sz="1014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A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54634" y="2090970"/>
            <a:ext cx="2630761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5497" y="2093130"/>
            <a:ext cx="2129899" cy="1997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4" b="0">
                <a:solidFill>
                  <a:srgbClr val="000000"/>
                </a:solidFill>
                <a:latin typeface="Cambria Math"/>
              </a:rPr>
              <a:t>Y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=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p</a:t>
            </a:r>
            <a:r>
              <a:rPr sz="741" b="0">
                <a:solidFill>
                  <a:srgbClr val="000000"/>
                </a:solidFill>
                <a:latin typeface="Cambria Math"/>
              </a:rPr>
              <a:t>0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p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1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. . .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+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 p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  <a:r>
              <a:rPr sz="1014" b="0">
                <a:solidFill>
                  <a:srgbClr val="000000"/>
                </a:solidFill>
                <a:latin typeface="Cambria Math"/>
              </a:rPr>
              <a:t>X</a:t>
            </a:r>
            <a:r>
              <a:rPr sz="741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79001" y="2409523"/>
            <a:ext cx="440639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method.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89662" y="3150929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39217" y="3150705"/>
            <a:ext cx="1461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700559" y="1712483"/>
            <a:ext cx="2547140" cy="0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700559" y="1687010"/>
            <a:ext cx="0" cy="25473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5273" y="1687010"/>
            <a:ext cx="0" cy="25473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09987" y="1687010"/>
            <a:ext cx="0" cy="25473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64701" y="1687010"/>
            <a:ext cx="0" cy="25473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19415" y="1687010"/>
            <a:ext cx="0" cy="25473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74129" y="1687010"/>
            <a:ext cx="0" cy="25473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28843" y="1687010"/>
            <a:ext cx="0" cy="25473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483557" y="1687010"/>
            <a:ext cx="0" cy="25473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738271" y="1687010"/>
            <a:ext cx="0" cy="25473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992985" y="1687010"/>
            <a:ext cx="0" cy="25473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247699" y="1687010"/>
            <a:ext cx="0" cy="25473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700559" y="1075698"/>
            <a:ext cx="0" cy="636785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75086" y="1712483"/>
            <a:ext cx="25473" cy="0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75086" y="1585126"/>
            <a:ext cx="25473" cy="0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75086" y="1457769"/>
            <a:ext cx="25473" cy="0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75086" y="1330412"/>
            <a:ext cx="25473" cy="0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75086" y="1203055"/>
            <a:ext cx="25473" cy="0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75086" y="1075698"/>
            <a:ext cx="25473" cy="0"/>
          </a:xfrm>
          <a:prstGeom prst="line">
            <a:avLst/>
          </a:prstGeom>
          <a:ln w="35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700559" y="1075698"/>
            <a:ext cx="509428" cy="0"/>
          </a:xfrm>
          <a:prstGeom prst="line">
            <a:avLst/>
          </a:prstGeom>
          <a:ln w="358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09987" y="1075698"/>
            <a:ext cx="509428" cy="636785"/>
          </a:xfrm>
          <a:prstGeom prst="line">
            <a:avLst/>
          </a:prstGeom>
          <a:ln w="358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19415" y="1712483"/>
            <a:ext cx="1528284" cy="0"/>
          </a:xfrm>
          <a:prstGeom prst="line">
            <a:avLst/>
          </a:prstGeom>
          <a:ln w="358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00559" y="1712483"/>
            <a:ext cx="509428" cy="0"/>
          </a:xfrm>
          <a:prstGeom prst="line">
            <a:avLst/>
          </a:prstGeom>
          <a:ln w="358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09987" y="1075698"/>
            <a:ext cx="509428" cy="636785"/>
          </a:xfrm>
          <a:prstGeom prst="line">
            <a:avLst/>
          </a:prstGeom>
          <a:ln w="358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19415" y="1075698"/>
            <a:ext cx="509428" cy="0"/>
          </a:xfrm>
          <a:prstGeom prst="line">
            <a:avLst/>
          </a:prstGeom>
          <a:ln w="358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28843" y="1075698"/>
            <a:ext cx="509428" cy="636785"/>
          </a:xfrm>
          <a:prstGeom prst="line">
            <a:avLst/>
          </a:prstGeom>
          <a:ln w="358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738271" y="1712483"/>
            <a:ext cx="509428" cy="0"/>
          </a:xfrm>
          <a:prstGeom prst="line">
            <a:avLst/>
          </a:prstGeom>
          <a:ln w="358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700559" y="1712483"/>
            <a:ext cx="1528284" cy="0"/>
          </a:xfrm>
          <a:prstGeom prst="line">
            <a:avLst/>
          </a:prstGeom>
          <a:ln w="358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28843" y="1075698"/>
            <a:ext cx="509428" cy="636785"/>
          </a:xfrm>
          <a:prstGeom prst="line">
            <a:avLst/>
          </a:prstGeom>
          <a:ln w="358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738271" y="1075698"/>
            <a:ext cx="509428" cy="0"/>
          </a:xfrm>
          <a:prstGeom prst="line">
            <a:avLst/>
          </a:prstGeom>
          <a:ln w="358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710789" y="2779474"/>
            <a:ext cx="2487703" cy="0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710789" y="2754596"/>
            <a:ext cx="0" cy="24878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959560" y="2754596"/>
            <a:ext cx="0" cy="24878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08330" y="2754596"/>
            <a:ext cx="0" cy="24878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457100" y="2754596"/>
            <a:ext cx="0" cy="24878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705870" y="2754596"/>
            <a:ext cx="0" cy="24878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54641" y="2754596"/>
            <a:ext cx="0" cy="24878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203411" y="2754596"/>
            <a:ext cx="0" cy="24878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452181" y="2754596"/>
            <a:ext cx="0" cy="24878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700952" y="2754596"/>
            <a:ext cx="0" cy="24878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949722" y="2754596"/>
            <a:ext cx="0" cy="24878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198492" y="2754596"/>
            <a:ext cx="0" cy="24878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710789" y="2157549"/>
            <a:ext cx="0" cy="621925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1685911" y="2779474"/>
            <a:ext cx="24878" cy="0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685911" y="2655089"/>
            <a:ext cx="24878" cy="0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1685911" y="2530704"/>
            <a:ext cx="24878" cy="0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1685911" y="2406319"/>
            <a:ext cx="24878" cy="0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1685911" y="2281934"/>
            <a:ext cx="24878" cy="0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685911" y="2157549"/>
            <a:ext cx="24878" cy="0"/>
          </a:xfrm>
          <a:prstGeom prst="line">
            <a:avLst/>
          </a:prstGeom>
          <a:ln w="34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710789" y="2157549"/>
            <a:ext cx="497541" cy="0"/>
          </a:xfrm>
          <a:prstGeom prst="line">
            <a:avLst/>
          </a:prstGeom>
          <a:ln w="34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208330" y="2157549"/>
            <a:ext cx="746311" cy="621925"/>
          </a:xfrm>
          <a:prstGeom prst="line">
            <a:avLst/>
          </a:prstGeom>
          <a:ln w="34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954641" y="2779474"/>
            <a:ext cx="1243851" cy="0"/>
          </a:xfrm>
          <a:prstGeom prst="line">
            <a:avLst/>
          </a:prstGeom>
          <a:ln w="34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710789" y="2779474"/>
            <a:ext cx="497541" cy="0"/>
          </a:xfrm>
          <a:prstGeom prst="line">
            <a:avLst/>
          </a:prstGeom>
          <a:ln w="34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208330" y="2157549"/>
            <a:ext cx="746311" cy="621925"/>
          </a:xfrm>
          <a:prstGeom prst="line">
            <a:avLst/>
          </a:prstGeom>
          <a:ln w="34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954641" y="2157549"/>
            <a:ext cx="746311" cy="621925"/>
          </a:xfrm>
          <a:prstGeom prst="line">
            <a:avLst/>
          </a:prstGeom>
          <a:ln w="34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700952" y="2779474"/>
            <a:ext cx="497540" cy="0"/>
          </a:xfrm>
          <a:prstGeom prst="line">
            <a:avLst/>
          </a:prstGeom>
          <a:ln w="34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10789" y="2779474"/>
            <a:ext cx="1243852" cy="0"/>
          </a:xfrm>
          <a:prstGeom prst="line">
            <a:avLst/>
          </a:prstGeom>
          <a:ln w="34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954641" y="2157549"/>
            <a:ext cx="746311" cy="621925"/>
          </a:xfrm>
          <a:prstGeom prst="line">
            <a:avLst/>
          </a:prstGeom>
          <a:ln w="34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700952" y="2157549"/>
            <a:ext cx="497540" cy="0"/>
          </a:xfrm>
          <a:prstGeom prst="line">
            <a:avLst/>
          </a:prstGeom>
          <a:ln w="34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 94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59993" y="5654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‘service’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‘tip’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9993" y="73755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678401" y="1727557"/>
            <a:ext cx="4106994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43989" y="1727557"/>
            <a:ext cx="3841406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91831" y="1727557"/>
            <a:ext cx="3593564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46070" y="1727557"/>
            <a:ext cx="3339325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700858" y="1727557"/>
            <a:ext cx="3084537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955241" y="1727557"/>
            <a:ext cx="2830154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09885" y="1727557"/>
            <a:ext cx="2575511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66496" y="1727557"/>
            <a:ext cx="2318899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719846" y="1727557"/>
            <a:ext cx="2065549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974014" y="1727557"/>
            <a:ext cx="1811382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14227" y="1727557"/>
            <a:ext cx="1571168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74428" y="1678441"/>
            <a:ext cx="4210967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582443" y="1551088"/>
            <a:ext cx="4202952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84303" y="1423734"/>
            <a:ext cx="4201092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580871" y="1296201"/>
            <a:ext cx="4204524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581940" y="1168839"/>
            <a:ext cx="4203455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96200" y="1041665"/>
            <a:ext cx="4189195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85735" y="1073304"/>
            <a:ext cx="3899660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896628" y="1097762"/>
            <a:ext cx="2888767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64946" y="1097762"/>
            <a:ext cx="1920449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58025" y="992402"/>
            <a:ext cx="2927370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76804" y="1048075"/>
            <a:ext cx="4308591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63" b="0">
                <a:solidFill>
                  <a:srgbClr val="000000"/>
                </a:solidFill>
                <a:latin typeface="Josefin Sans"/>
              </a:rPr>
              <a:t> </a:t>
            </a:r>
            <a:r>
              <a:rPr sz="563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3" b="0">
                <a:solidFill>
                  <a:srgbClr val="000000"/>
                </a:solidFill>
                <a:latin typeface="Josefin Sans"/>
              </a:rPr>
              <a:t> </a:t>
            </a:r>
            <a:r>
              <a:rPr sz="563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5049" y="1863437"/>
            <a:ext cx="3040346" cy="1110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3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563" b="0">
                <a:solidFill>
                  <a:srgbClr val="000000"/>
                </a:solidFill>
                <a:latin typeface="Josefin Sans"/>
              </a:rPr>
              <a:t> </a:t>
            </a:r>
            <a:r>
              <a:rPr sz="563" b="0">
                <a:solidFill>
                  <a:srgbClr val="000000"/>
                </a:solidFill>
                <a:latin typeface="Josefin Sans"/>
              </a:rPr>
              <a:t>out</a:t>
            </a:r>
            <a:r>
              <a:rPr sz="563" b="0">
                <a:solidFill>
                  <a:srgbClr val="000000"/>
                </a:solidFill>
                <a:latin typeface="Josefin Sans"/>
              </a:rPr>
              <a:t> </a:t>
            </a:r>
            <a:r>
              <a:rPr sz="563" b="0">
                <a:solidFill>
                  <a:srgbClr val="000000"/>
                </a:solidFill>
                <a:latin typeface="Josefin Sans"/>
              </a:rPr>
              <a:t>of</a:t>
            </a:r>
            <a:r>
              <a:rPr sz="563" b="0">
                <a:solidFill>
                  <a:srgbClr val="000000"/>
                </a:solidFill>
                <a:latin typeface="Josefin Sans"/>
              </a:rPr>
              <a:t> </a:t>
            </a:r>
            <a:r>
              <a:rPr sz="563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661723" y="2794196"/>
            <a:ext cx="4123672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913953" y="2794196"/>
            <a:ext cx="3871442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3.0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162400" y="2794196"/>
            <a:ext cx="3622995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1172" y="2794196"/>
            <a:ext cx="3374223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9.0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649694" y="2794196"/>
            <a:ext cx="3135702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12.0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897755" y="2794196"/>
            <a:ext cx="2887640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15.0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46983" y="2794196"/>
            <a:ext cx="2638412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18.0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395992" y="2794196"/>
            <a:ext cx="2389403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21.0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38182" y="2794196"/>
            <a:ext cx="2147213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24.0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887893" y="2794196"/>
            <a:ext cx="1897502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27.0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131206" y="2794196"/>
            <a:ext cx="1654189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30.0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587592" y="2746227"/>
            <a:ext cx="4197803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595429" y="2621845"/>
            <a:ext cx="4189966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597246" y="2497464"/>
            <a:ext cx="4188149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593885" y="2372906"/>
            <a:ext cx="4191510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94938" y="2248516"/>
            <a:ext cx="4190457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08857" y="2124310"/>
            <a:ext cx="4176539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70266" y="2427862"/>
            <a:ext cx="3915129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cheap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834252" y="2403982"/>
            <a:ext cx="2951143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17773" y="2403982"/>
            <a:ext cx="1967622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generous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904819" y="2062699"/>
            <a:ext cx="2880576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000000"/>
                </a:solidFill>
                <a:latin typeface="Josefin Sans"/>
              </a:rPr>
              <a:t>Tip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92255" y="2130571"/>
            <a:ext cx="4293140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50" b="0">
                <a:solidFill>
                  <a:srgbClr val="000000"/>
                </a:solidFill>
                <a:latin typeface="Josefin Sans"/>
              </a:rPr>
              <a:t> </a:t>
            </a:r>
            <a:r>
              <a:rPr sz="550" b="0">
                <a:solidFill>
                  <a:srgbClr val="000000"/>
                </a:solidFill>
                <a:latin typeface="Josefin Sans"/>
              </a:rPr>
              <a:t>of</a:t>
            </a:r>
            <a:r>
              <a:rPr sz="550" b="0">
                <a:solidFill>
                  <a:srgbClr val="000000"/>
                </a:solidFill>
                <a:latin typeface="Josefin Sans"/>
              </a:rPr>
              <a:t> </a:t>
            </a:r>
            <a:r>
              <a:rPr sz="550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789065" y="2923475"/>
            <a:ext cx="2996331" cy="1084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000000"/>
                </a:solidFill>
                <a:latin typeface="Josefin Sans"/>
              </a:rPr>
              <a:t>Percentage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39371" y="3150693"/>
            <a:ext cx="1460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6992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83612" y="1340629"/>
            <a:ext cx="36017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2000" y="1340629"/>
            <a:ext cx="30633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83612" y="1563310"/>
            <a:ext cx="360178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22000" y="1563310"/>
            <a:ext cx="30633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95027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restaurant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212235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percentage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tip?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46752" y="-23601438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46752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34756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522760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810761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098765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386769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674773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962777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50782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538783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826787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46752" y="-2432144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6917950" y="-2360143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26917950" y="-237454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26917950" y="-238894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6917950" y="-2403344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26917950" y="-2417744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6917950" y="-2432144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946752" y="-24321447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522760" y="-24321447"/>
            <a:ext cx="576005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098765" y="-23601438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946752" y="-23601438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522760" y="-24321447"/>
            <a:ext cx="576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098765" y="-24321447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8674773" y="-24321447"/>
            <a:ext cx="576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9250782" y="-23601438"/>
            <a:ext cx="576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946752" y="-23601438"/>
            <a:ext cx="172802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674773" y="-24321447"/>
            <a:ext cx="576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250782" y="-24321447"/>
            <a:ext cx="576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8131021" y="-44281703"/>
            <a:ext cx="0" cy="3600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47287256" y="-44281703"/>
            <a:ext cx="84376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47269400" y="-442976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47287256" y="-43921700"/>
            <a:ext cx="84376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47269400" y="-43942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8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9668" y="3150931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38537" y="3150707"/>
            <a:ext cx="14685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46748" y="-23601438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46748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34753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522757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810758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098762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386766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674770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962774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50778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538779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826784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46748" y="-2432144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6917947" y="-2360143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26917947" y="-23745440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26917947" y="-23889442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6917947" y="-2403344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26917947" y="-2417744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6917947" y="-2432144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946748" y="-24321447"/>
            <a:ext cx="576009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522757" y="-24321447"/>
            <a:ext cx="576005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098762" y="-23601438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946748" y="-23601438"/>
            <a:ext cx="576009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522757" y="-24321447"/>
            <a:ext cx="576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098762" y="-24321447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8674770" y="-24321447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9250778" y="-23601438"/>
            <a:ext cx="576006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946748" y="-23601438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674770" y="-24321447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250778" y="-24321447"/>
            <a:ext cx="576006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8131021" y="-44281703"/>
            <a:ext cx="0" cy="3600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47287256" y="-44281703"/>
            <a:ext cx="84376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47269400" y="-442976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47287256" y="-43921700"/>
            <a:ext cx="84376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47269400" y="-43942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73920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89665" y="3150931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38534" y="3150707"/>
            <a:ext cx="1468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98889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4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788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988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6548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5108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668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2228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788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78880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22429" y="107888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98436" y="1798889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22429" y="1078880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698436" y="1078880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74443" y="1078880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50451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46422" y="1798889"/>
            <a:ext cx="172802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74443" y="1078880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850451" y="1078880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2730694" y="-18881377"/>
            <a:ext cx="0" cy="360004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1886927" y="-18881377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21869400" y="-188976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21886927" y="-18521373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1869400" y="-18542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73920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1357" y="1815933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1667" y="1815933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1889" y="1815933"/>
            <a:ext cx="36835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89367" y="1815933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7443" y="1815933"/>
            <a:ext cx="31079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65083" y="1815933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52997" y="1815933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43146" y="1815933"/>
            <a:ext cx="22422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29608" y="1815933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7004" y="1815933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8601" y="1815933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03796" y="1760398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869" y="1616400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14972" y="1472403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11081" y="1328202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2300" y="1184194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28414" y="1040399"/>
            <a:ext cx="43569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5789" y="1076173"/>
            <a:ext cx="4029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98799" y="1103828"/>
            <a:ext cx="28865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93671" y="1103828"/>
            <a:ext cx="17917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5162" y="984698"/>
            <a:ext cx="29302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93423" y="1047647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27420" y="1969572"/>
            <a:ext cx="305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89665" y="3150931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38534" y="3150707"/>
            <a:ext cx="1468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98889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4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788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988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6548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5108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668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2228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788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78880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22429" y="107888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98436" y="1798889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22429" y="1078880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698436" y="1078880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74443" y="1078880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50451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46422" y="1798889"/>
            <a:ext cx="172802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74443" y="1078880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850451" y="1078880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2730694" y="-18881377"/>
            <a:ext cx="0" cy="360004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1886927" y="-18881377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21869400" y="-188976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21886927" y="-18521373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1869400" y="-18542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73920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1357" y="1815933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1667" y="1815933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1889" y="1815933"/>
            <a:ext cx="36835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89367" y="1815933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7443" y="1815933"/>
            <a:ext cx="31079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65083" y="1815933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52997" y="1815933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43146" y="1815933"/>
            <a:ext cx="22422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29608" y="1815933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7004" y="1815933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8601" y="1815933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03796" y="1760398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869" y="1616400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14972" y="1472403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11081" y="1328202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2300" y="1184194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28414" y="1040399"/>
            <a:ext cx="43569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5789" y="1076173"/>
            <a:ext cx="4029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98799" y="1103828"/>
            <a:ext cx="28865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93671" y="1103828"/>
            <a:ext cx="17917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5162" y="984698"/>
            <a:ext cx="29302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93423" y="1047647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27420" y="1969572"/>
            <a:ext cx="305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9995" y="2198838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‘service’.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89665" y="3150929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38534" y="3150705"/>
            <a:ext cx="1468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98889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4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788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988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6548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5108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668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2228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788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78880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22429" y="107888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98436" y="1798889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22429" y="1078880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698436" y="1078880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74443" y="1078880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50451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46422" y="1798889"/>
            <a:ext cx="172802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74443" y="1078880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850451" y="1078880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2730694" y="-18881377"/>
            <a:ext cx="0" cy="360004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1886927" y="-18881377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21869400" y="-188976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21886927" y="-18521373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1869400" y="-18542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73920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1357" y="1815933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1667" y="1815933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1889" y="1815933"/>
            <a:ext cx="36835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89367" y="1815933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7443" y="1815933"/>
            <a:ext cx="31079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65083" y="1815933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52997" y="1815933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43146" y="1815933"/>
            <a:ext cx="22422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29608" y="1815933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7004" y="1815933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8601" y="1815933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03796" y="1760398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869" y="1616400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14972" y="1472403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11081" y="1328202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2300" y="1184194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28414" y="1040399"/>
            <a:ext cx="43569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5789" y="1076173"/>
            <a:ext cx="4029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98799" y="1103828"/>
            <a:ext cx="28865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93671" y="1103828"/>
            <a:ext cx="17917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5162" y="984698"/>
            <a:ext cx="29302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93423" y="1047647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27420" y="1969572"/>
            <a:ext cx="305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9995" y="2198838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‘service’.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10,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89665" y="3150929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38534" y="3150705"/>
            <a:ext cx="1468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98889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4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788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988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6548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5108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668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2228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788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78880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22429" y="107888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98436" y="1798889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22429" y="1078880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698436" y="1078880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74443" y="1078880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50451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46422" y="1798889"/>
            <a:ext cx="172802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74443" y="1078880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850451" y="1078880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410432" y="1438884"/>
            <a:ext cx="0" cy="360004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566665" y="1438884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1549400" y="1422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21886927" y="-18521373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1869400" y="-18542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73920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1357" y="1815933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1667" y="1815933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1889" y="1815933"/>
            <a:ext cx="36835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89367" y="1815933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7443" y="1815933"/>
            <a:ext cx="31079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65083" y="1815933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52997" y="1815933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43146" y="1815933"/>
            <a:ext cx="22422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29608" y="1815933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7004" y="1815933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8601" y="1815933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03796" y="1760398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869" y="1616400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14972" y="1472403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11081" y="1328202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2300" y="1184194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28414" y="1040399"/>
            <a:ext cx="43569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5789" y="1076173"/>
            <a:ext cx="4029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98799" y="1103828"/>
            <a:ext cx="28865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93671" y="1103828"/>
            <a:ext cx="17917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5162" y="984698"/>
            <a:ext cx="29302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93423" y="1047647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27420" y="1969572"/>
            <a:ext cx="305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11243" y="1400195"/>
            <a:ext cx="43741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59995" y="2198838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‘service’.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10,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89665" y="3150929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38534" y="3150705"/>
            <a:ext cx="1468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98889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4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788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988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6548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5108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668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2228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788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78880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22429" y="107888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98436" y="1798889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22429" y="1078880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698436" y="1078880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74443" y="1078880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50451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46422" y="1798889"/>
            <a:ext cx="172802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74443" y="1078880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850451" y="1078880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410432" y="1438884"/>
            <a:ext cx="0" cy="360004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566665" y="1438884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1549400" y="1422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1566665" y="1798888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549400" y="1778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73920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1357" y="1815933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1667" y="1815933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1889" y="1815933"/>
            <a:ext cx="36835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89367" y="1815933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7443" y="1815933"/>
            <a:ext cx="31079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65083" y="1815933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52997" y="1815933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43146" y="1815933"/>
            <a:ext cx="22422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29608" y="1815933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7004" y="1815933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8601" y="1815933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03796" y="1760398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869" y="1616400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14972" y="1472403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11081" y="1328202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2300" y="1184194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28414" y="1040399"/>
            <a:ext cx="43569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5789" y="1076173"/>
            <a:ext cx="4029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98799" y="1103828"/>
            <a:ext cx="28865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93671" y="1103828"/>
            <a:ext cx="17917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5162" y="984698"/>
            <a:ext cx="29302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93423" y="1047647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27420" y="1969572"/>
            <a:ext cx="305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11243" y="1400195"/>
            <a:ext cx="43741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59995" y="2198838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‘service’.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10,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89665" y="3150929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38534" y="3150705"/>
            <a:ext cx="1468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98889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4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788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988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6548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5108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668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2228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788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78880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22429" y="107888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98436" y="1798889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22429" y="1078880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698436" y="1078880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74443" y="1078880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50451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46422" y="1798889"/>
            <a:ext cx="172802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74443" y="1078880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850451" y="1078880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410432" y="1438884"/>
            <a:ext cx="0" cy="360004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566665" y="1438884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1549400" y="1422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1566665" y="1798888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549400" y="1778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73920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1357" y="1815933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1667" y="1815933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1889" y="1815933"/>
            <a:ext cx="36835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89367" y="1815933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7443" y="1815933"/>
            <a:ext cx="31079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65083" y="1815933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52997" y="1815933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43146" y="1815933"/>
            <a:ext cx="22422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29608" y="1815933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7004" y="1815933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8601" y="1815933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03796" y="1760398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869" y="1616400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14972" y="1472403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11081" y="1328202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2300" y="1184194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28414" y="1040399"/>
            <a:ext cx="43569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5789" y="1076173"/>
            <a:ext cx="4029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98799" y="1103828"/>
            <a:ext cx="28865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93671" y="1103828"/>
            <a:ext cx="17917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5162" y="984698"/>
            <a:ext cx="29302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93423" y="1047647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27420" y="1969572"/>
            <a:ext cx="305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11243" y="1400195"/>
            <a:ext cx="43741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59995" y="2198838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‘service’.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10,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02435" y="2451669"/>
            <a:ext cx="31829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poor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82775" y="2641458"/>
            <a:ext cx="32026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05102" y="2831247"/>
            <a:ext cx="33802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excellence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89667" y="3150929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38535" y="3150705"/>
            <a:ext cx="1468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26725" y="-23471001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26725" y="-2349980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14729" y="-2349980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502733" y="-2349980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790734" y="-2349980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078738" y="-2349980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366742" y="-2349980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654747" y="-2349980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942751" y="-2349980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30755" y="-2349980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518756" y="-2349980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806760" y="-2349980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26725" y="-2419101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6897924" y="-2347100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26897924" y="-2361500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26897924" y="-2375900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6897924" y="-2390300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26897924" y="-2404700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6897924" y="-24191010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926725" y="-24191010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502733" y="-24191010"/>
            <a:ext cx="864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366742" y="-23471001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926725" y="-23471001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502733" y="-24191010"/>
            <a:ext cx="864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366742" y="-24191010"/>
            <a:ext cx="86401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230755" y="-23471001"/>
            <a:ext cx="576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6926725" y="-23471001"/>
            <a:ext cx="144001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366742" y="-24191010"/>
            <a:ext cx="86401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230755" y="-24191010"/>
            <a:ext cx="576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7246988" y="-44151264"/>
            <a:ext cx="100801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8255001" y="-44151264"/>
            <a:ext cx="0" cy="33975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48234600" y="-4382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7246988" y="-44151264"/>
            <a:ext cx="187202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9119011" y="-44151264"/>
            <a:ext cx="0" cy="33975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49098200" y="-4382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61652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9661" y="3150916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42555" y="3150692"/>
            <a:ext cx="142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26722" y="-23470998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26722" y="-2349979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14726" y="-2349979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502730" y="-2349979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790731" y="-2349979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078735" y="-2349979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366739" y="-2349979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654743" y="-2349979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942748" y="-2349979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30752" y="-2349979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518753" y="-2349979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806757" y="-2349979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26722" y="-2419100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6897920" y="-2347099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26897920" y="-236150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26897920" y="-237590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6897920" y="-2390300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26897920" y="-2404700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6897920" y="-2419100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926722" y="-24191007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502730" y="-24191007"/>
            <a:ext cx="864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366739" y="-23470998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926722" y="-23470998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502730" y="-24191007"/>
            <a:ext cx="864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366739" y="-24191007"/>
            <a:ext cx="86401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230752" y="-23470998"/>
            <a:ext cx="576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6926722" y="-23470998"/>
            <a:ext cx="144001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366739" y="-24191007"/>
            <a:ext cx="86401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230752" y="-24191007"/>
            <a:ext cx="576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7246982" y="-44151264"/>
            <a:ext cx="100801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8254995" y="-44151264"/>
            <a:ext cx="0" cy="33975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48234600" y="-4382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7246982" y="-44151264"/>
            <a:ext cx="187202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9119004" y="-44151264"/>
            <a:ext cx="0" cy="33975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49098200" y="-4382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-9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7999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61652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854022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89655" y="3150916"/>
            <a:ext cx="895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42549" y="3150692"/>
            <a:ext cx="1428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26394" y="1929328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26394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14397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02401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390405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78408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6412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54416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42419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30423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18426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06430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26394" y="120931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497592" y="19293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497592" y="17853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497592" y="16413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497592" y="149732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497592" y="13533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497592" y="12093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26394" y="1209319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02401" y="1209319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66412" y="1929328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26394" y="192932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02401" y="1209319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966412" y="1209319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30423" y="192932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26394" y="1929328"/>
            <a:ext cx="144001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66412" y="1209319"/>
            <a:ext cx="864011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30423" y="1209319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1846657" y="-18750937"/>
            <a:ext cx="100801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2854670" y="-18750937"/>
            <a:ext cx="0" cy="33976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2834600" y="-1842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1846657" y="-18750937"/>
            <a:ext cx="187202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3718680" y="-18750937"/>
            <a:ext cx="0" cy="33976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3698200" y="-1842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-9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7999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61652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854022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69589" y="1946372"/>
            <a:ext cx="43158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61598" y="1946372"/>
            <a:ext cx="402379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49238" y="1946372"/>
            <a:ext cx="37361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37233" y="1946372"/>
            <a:ext cx="3448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13372" y="1946372"/>
            <a:ext cx="31720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12.0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00565" y="1946372"/>
            <a:ext cx="288483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15.0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9088" y="1946372"/>
            <a:ext cx="25963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18.0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77368" y="1946372"/>
            <a:ext cx="23080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21.0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757764" y="1946372"/>
            <a:ext cx="202763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24.0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46856" y="1946372"/>
            <a:ext cx="17385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27.0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28532" y="1946372"/>
            <a:ext cx="14568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30.0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83778" y="1890837"/>
            <a:ext cx="44016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92841" y="1746839"/>
            <a:ext cx="43925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394944" y="1602842"/>
            <a:ext cx="4390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391063" y="1458641"/>
            <a:ext cx="43943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92272" y="1314643"/>
            <a:ext cx="43931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08386" y="1170839"/>
            <a:ext cx="43770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11032" y="1378265"/>
            <a:ext cx="40743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cheap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27037" y="1350620"/>
            <a:ext cx="29583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65678" y="1350620"/>
            <a:ext cx="18197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generous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8743" y="1099511"/>
            <a:ext cx="28766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Tip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73395" y="1178097"/>
            <a:ext cx="45120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74723" y="2096038"/>
            <a:ext cx="30106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Percentage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89655" y="3150916"/>
            <a:ext cx="895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42549" y="3150692"/>
            <a:ext cx="1428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26394" y="1929328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26394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14397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02401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390405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78408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6412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54416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42419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30423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18426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06430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26394" y="120931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497592" y="19293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497592" y="17853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497592" y="16413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497592" y="149732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497592" y="13533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497592" y="12093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26394" y="1209319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02401" y="1209319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66412" y="1929328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26394" y="192932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02401" y="1209319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966412" y="1209319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30423" y="192932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26394" y="1929328"/>
            <a:ext cx="144001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66412" y="1209319"/>
            <a:ext cx="864011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30423" y="1209319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1846657" y="-18750937"/>
            <a:ext cx="100801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2854670" y="-18750937"/>
            <a:ext cx="0" cy="33976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2834600" y="-1842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1846657" y="-18750937"/>
            <a:ext cx="187202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3718680" y="-18750937"/>
            <a:ext cx="0" cy="33976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3698200" y="-1842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61652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854022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69589" y="1946372"/>
            <a:ext cx="43158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61598" y="1946372"/>
            <a:ext cx="402379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49238" y="1946372"/>
            <a:ext cx="37361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37233" y="1946372"/>
            <a:ext cx="3448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13372" y="1946372"/>
            <a:ext cx="31720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12.0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00565" y="1946372"/>
            <a:ext cx="288483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15.0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9088" y="1946372"/>
            <a:ext cx="25963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18.0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77368" y="1946372"/>
            <a:ext cx="23080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21.0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757764" y="1946372"/>
            <a:ext cx="202763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24.0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46856" y="1946372"/>
            <a:ext cx="17385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27.0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28532" y="1946372"/>
            <a:ext cx="14568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30.0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83778" y="1890837"/>
            <a:ext cx="44016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92841" y="1746839"/>
            <a:ext cx="43925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394944" y="1602842"/>
            <a:ext cx="4390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391063" y="1458641"/>
            <a:ext cx="43943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92272" y="1314643"/>
            <a:ext cx="43931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08386" y="1170839"/>
            <a:ext cx="43770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11032" y="1378265"/>
            <a:ext cx="40743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cheap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27037" y="1350620"/>
            <a:ext cx="29583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65678" y="1350620"/>
            <a:ext cx="18197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generous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8743" y="1099511"/>
            <a:ext cx="28766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Tip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73395" y="1178097"/>
            <a:ext cx="45120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74723" y="2096038"/>
            <a:ext cx="30106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Percentage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694623" y="2332291"/>
            <a:ext cx="40907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99458" y="2332291"/>
            <a:ext cx="35859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694620" y="2534728"/>
            <a:ext cx="409077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99455" y="2534728"/>
            <a:ext cx="358594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89661" y="3150916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42555" y="3150692"/>
            <a:ext cx="1428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26394" y="1929328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26394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14397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02401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390405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78408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6412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54416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42419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30423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18426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06430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26394" y="120931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497592" y="19293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497592" y="17853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497592" y="16413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497592" y="149732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497592" y="13533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497592" y="12093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26394" y="1209319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02401" y="1209319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66412" y="1929328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26394" y="192932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02401" y="1209319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966412" y="1209319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30423" y="192932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26394" y="1929328"/>
            <a:ext cx="144001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66412" y="1209319"/>
            <a:ext cx="864011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30423" y="1209319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1846657" y="-18750937"/>
            <a:ext cx="100801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2854670" y="-18750937"/>
            <a:ext cx="0" cy="33976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2834600" y="-1842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1846657" y="-18750937"/>
            <a:ext cx="187202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3718680" y="-18750937"/>
            <a:ext cx="0" cy="33976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3698200" y="-1842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61652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854022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69589" y="1946372"/>
            <a:ext cx="43158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61598" y="1946372"/>
            <a:ext cx="402379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49238" y="1946372"/>
            <a:ext cx="37361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37233" y="1946372"/>
            <a:ext cx="3448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13372" y="1946372"/>
            <a:ext cx="31720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12.0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00565" y="1946372"/>
            <a:ext cx="288483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15.0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9088" y="1946372"/>
            <a:ext cx="25963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18.0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77368" y="1946372"/>
            <a:ext cx="23080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21.0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757764" y="1946372"/>
            <a:ext cx="202763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24.0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46856" y="1946372"/>
            <a:ext cx="17385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27.0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28532" y="1946372"/>
            <a:ext cx="14568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30.0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83778" y="1890837"/>
            <a:ext cx="44016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92841" y="1746839"/>
            <a:ext cx="43925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394944" y="1602842"/>
            <a:ext cx="4390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391063" y="1458641"/>
            <a:ext cx="43943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92272" y="1314643"/>
            <a:ext cx="43931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08386" y="1170839"/>
            <a:ext cx="43770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11032" y="1378265"/>
            <a:ext cx="40743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cheap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27037" y="1350620"/>
            <a:ext cx="29583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65678" y="1350620"/>
            <a:ext cx="18197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generous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8743" y="1099511"/>
            <a:ext cx="28766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Tip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73395" y="1178097"/>
            <a:ext cx="45120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74723" y="2096038"/>
            <a:ext cx="30106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Percentage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694623" y="2332291"/>
            <a:ext cx="40907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99458" y="2332291"/>
            <a:ext cx="35859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131577" y="2332771"/>
            <a:ext cx="26538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694623" y="2534728"/>
            <a:ext cx="40907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99458" y="2534728"/>
            <a:ext cx="35859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89664" y="3150916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42558" y="3150692"/>
            <a:ext cx="142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26394" y="1929328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26394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14397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02401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390405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78408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6412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54416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42419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30423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18426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06430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26394" y="120931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497592" y="19293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497592" y="17853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497592" y="16413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497592" y="149732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497592" y="13533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497592" y="12093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26394" y="1209319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02401" y="1209319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66412" y="1929328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26394" y="192932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02401" y="1209319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966412" y="1209319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30423" y="192932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26394" y="1929328"/>
            <a:ext cx="144001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66412" y="1209319"/>
            <a:ext cx="864011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30423" y="1209319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526395" y="1569324"/>
            <a:ext cx="100801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534407" y="1569324"/>
            <a:ext cx="0" cy="33976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5146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1846657" y="-18750937"/>
            <a:ext cx="187202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3718680" y="-18750937"/>
            <a:ext cx="0" cy="33976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3698200" y="-18427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61652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854022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69589" y="1946372"/>
            <a:ext cx="43158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61598" y="1946372"/>
            <a:ext cx="402379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49238" y="1946372"/>
            <a:ext cx="37361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37233" y="1946372"/>
            <a:ext cx="3448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13372" y="1946372"/>
            <a:ext cx="31720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12.0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00565" y="1946372"/>
            <a:ext cx="288483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15.0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9088" y="1946372"/>
            <a:ext cx="25963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18.0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77368" y="1946372"/>
            <a:ext cx="23080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21.0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757764" y="1946372"/>
            <a:ext cx="202763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24.0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46856" y="1946372"/>
            <a:ext cx="17385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27.0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28532" y="1946372"/>
            <a:ext cx="14568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30.0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83778" y="1890837"/>
            <a:ext cx="44016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92841" y="1746839"/>
            <a:ext cx="43925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394944" y="1602842"/>
            <a:ext cx="4390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391063" y="1458641"/>
            <a:ext cx="43943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92272" y="1314643"/>
            <a:ext cx="43931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08386" y="1170839"/>
            <a:ext cx="43770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11032" y="1378265"/>
            <a:ext cx="40743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cheap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27037" y="1350620"/>
            <a:ext cx="29583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65678" y="1350620"/>
            <a:ext cx="18197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generous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8743" y="1099511"/>
            <a:ext cx="28766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Tip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73395" y="1178097"/>
            <a:ext cx="45120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74723" y="2096038"/>
            <a:ext cx="30106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Percentage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391226" y="1530635"/>
            <a:ext cx="439416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468562" y="1946372"/>
            <a:ext cx="3316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10.5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694623" y="2332291"/>
            <a:ext cx="40907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99458" y="2332291"/>
            <a:ext cx="35859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31577" y="2332771"/>
            <a:ext cx="26538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94623" y="2534728"/>
            <a:ext cx="40907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99458" y="2534728"/>
            <a:ext cx="35859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89664" y="3150916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42558" y="3150692"/>
            <a:ext cx="142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26394" y="1929328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26394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14397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02401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390405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78408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6412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54416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42419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30423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18426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06430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26394" y="120931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497592" y="19293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497592" y="17853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497592" y="16413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497592" y="149732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497592" y="13533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497592" y="12093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26394" y="1209319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02401" y="1209319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66412" y="1929328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26394" y="192932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02401" y="1209319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966412" y="1209319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30423" y="192932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26394" y="1929328"/>
            <a:ext cx="144001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66412" y="1209319"/>
            <a:ext cx="864011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30423" y="1209319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526395" y="1569324"/>
            <a:ext cx="100801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534407" y="1569324"/>
            <a:ext cx="0" cy="33976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5146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526395" y="1569324"/>
            <a:ext cx="187202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398418" y="1569324"/>
            <a:ext cx="0" cy="33976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33782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61652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854022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69589" y="1946372"/>
            <a:ext cx="43158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61598" y="1946372"/>
            <a:ext cx="402379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49238" y="1946372"/>
            <a:ext cx="37361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37233" y="1946372"/>
            <a:ext cx="3448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13372" y="1946372"/>
            <a:ext cx="31720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12.0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00565" y="1946372"/>
            <a:ext cx="288483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15.0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9088" y="1946372"/>
            <a:ext cx="25963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18.0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77368" y="1946372"/>
            <a:ext cx="23080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21.0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757764" y="1946372"/>
            <a:ext cx="202763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24.0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46856" y="1946372"/>
            <a:ext cx="17385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27.0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28532" y="1946372"/>
            <a:ext cx="14568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30.0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83778" y="1890837"/>
            <a:ext cx="44016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92841" y="1746839"/>
            <a:ext cx="43925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394944" y="1602842"/>
            <a:ext cx="4390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391063" y="1458641"/>
            <a:ext cx="43943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92272" y="1314643"/>
            <a:ext cx="43931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08386" y="1170839"/>
            <a:ext cx="43770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11032" y="1378265"/>
            <a:ext cx="40743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cheap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27037" y="1350620"/>
            <a:ext cx="29583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65678" y="1350620"/>
            <a:ext cx="18197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generous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8743" y="1099511"/>
            <a:ext cx="28766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Tip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73395" y="1178097"/>
            <a:ext cx="45120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74723" y="2096038"/>
            <a:ext cx="30106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Percentage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391226" y="1530635"/>
            <a:ext cx="439416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468562" y="1946372"/>
            <a:ext cx="3316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10.5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336206" y="1946372"/>
            <a:ext cx="24491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19.5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694623" y="2332291"/>
            <a:ext cx="40907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99458" y="2332291"/>
            <a:ext cx="35859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31577" y="2332771"/>
            <a:ext cx="26538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94623" y="2534728"/>
            <a:ext cx="40907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99458" y="2534728"/>
            <a:ext cx="35859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89664" y="3150916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42558" y="3150692"/>
            <a:ext cx="142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26394" y="1929328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26394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14397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02401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390405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78408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6412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54416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42419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30423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18426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06430" y="190052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26394" y="120931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497592" y="19293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497592" y="17853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497592" y="16413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497592" y="149732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497592" y="13533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497592" y="12093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26394" y="1209319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02401" y="1209319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66412" y="1929328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26394" y="192932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02401" y="1209319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966412" y="1209319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30423" y="192932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26394" y="1929328"/>
            <a:ext cx="144001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66412" y="1209319"/>
            <a:ext cx="864011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30423" y="1209319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526395" y="1569324"/>
            <a:ext cx="100801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534407" y="1569324"/>
            <a:ext cx="0" cy="33976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5146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526395" y="1569324"/>
            <a:ext cx="187202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398418" y="1569324"/>
            <a:ext cx="0" cy="33976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33782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61652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854022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469589" y="1946372"/>
            <a:ext cx="43158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61598" y="1946372"/>
            <a:ext cx="402379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049238" y="1946372"/>
            <a:ext cx="37361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37233" y="1946372"/>
            <a:ext cx="3448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13372" y="1946372"/>
            <a:ext cx="31720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12.0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00565" y="1946372"/>
            <a:ext cx="288483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15.0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9088" y="1946372"/>
            <a:ext cx="25963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18.0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477368" y="1946372"/>
            <a:ext cx="23080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21.0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757764" y="1946372"/>
            <a:ext cx="202763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24.0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46856" y="1946372"/>
            <a:ext cx="17385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27.0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28532" y="1946372"/>
            <a:ext cx="14568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30.0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83778" y="1890837"/>
            <a:ext cx="44016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92841" y="1746839"/>
            <a:ext cx="43925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394944" y="1602842"/>
            <a:ext cx="4390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391063" y="1458641"/>
            <a:ext cx="43943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92272" y="1314643"/>
            <a:ext cx="43931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08386" y="1170839"/>
            <a:ext cx="43770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11032" y="1378265"/>
            <a:ext cx="40743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cheap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27037" y="1350620"/>
            <a:ext cx="29583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65678" y="1350620"/>
            <a:ext cx="18197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generous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8743" y="1099511"/>
            <a:ext cx="28766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Tip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73395" y="1178097"/>
            <a:ext cx="45120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74723" y="2096038"/>
            <a:ext cx="30106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Percentage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391226" y="1530635"/>
            <a:ext cx="439416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468562" y="1946372"/>
            <a:ext cx="3316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10.5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336206" y="1946372"/>
            <a:ext cx="24491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19.5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694623" y="2332291"/>
            <a:ext cx="40907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99458" y="2332291"/>
            <a:ext cx="35859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31577" y="2332771"/>
            <a:ext cx="26538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94623" y="2534728"/>
            <a:ext cx="40907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99458" y="2534728"/>
            <a:ext cx="35859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59993" y="279891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‘average’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10.5%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19.5%.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89664" y="3150916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42558" y="3150692"/>
            <a:ext cx="142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26722" y="-23536150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26722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14726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502730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790731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078735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366739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654743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942748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30752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518753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806757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26722" y="-2425615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6897920" y="-2353615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26897920" y="-2368015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26897920" y="-2382415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6897920" y="-2396815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26897920" y="-2411215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6897920" y="-2425615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926722" y="-24256159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502730" y="-24256159"/>
            <a:ext cx="864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366739" y="-23536150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926722" y="-23536150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502730" y="-24256159"/>
            <a:ext cx="864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366739" y="-24256159"/>
            <a:ext cx="86401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230752" y="-23536150"/>
            <a:ext cx="576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6926722" y="-23536150"/>
            <a:ext cx="144001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366739" y="-24256159"/>
            <a:ext cx="86401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230752" y="-24256159"/>
            <a:ext cx="576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6926722" y="-23896155"/>
            <a:ext cx="100801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7934735" y="-23896155"/>
            <a:ext cx="0" cy="33976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7914600" y="-23571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6926722" y="-23896155"/>
            <a:ext cx="187202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798744" y="-23896155"/>
            <a:ext cx="0" cy="33976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8778200" y="-23571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26597526" y="-22528165"/>
            <a:ext cx="1583479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6597526" y="-23161558"/>
            <a:ext cx="791741" cy="633393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7389267" y="-23161558"/>
            <a:ext cx="791738" cy="633393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6597526" y="-23161558"/>
            <a:ext cx="0" cy="633393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6597526" y="-22844861"/>
            <a:ext cx="1187612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26593800" y="-22847300"/>
            <a:ext cx="1587500" cy="317500"/>
          </a:xfrm>
          <a:custGeom>
            <a:avLst/>
            <a:gdLst/>
            <a:ahLst/>
            <a:cxnLst/>
            <a:rect l="l" t="t" r="r" b="b"/>
            <a:pathLst>
              <a:path w="125" h="25">
                <a:moveTo>
                  <a:pt x="0" y="25"/>
                </a:moveTo>
                <a:lnTo>
                  <a:pt x="31" y="0"/>
                </a:lnTo>
                <a:lnTo>
                  <a:pt x="94" y="0"/>
                </a:lnTo>
                <a:lnTo>
                  <a:pt x="125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28516901" y="-22510982"/>
            <a:ext cx="1583478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516901" y="-23144374"/>
            <a:ext cx="791741" cy="633392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9308642" y="-23144374"/>
            <a:ext cx="791737" cy="633392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516901" y="-23144374"/>
            <a:ext cx="0" cy="633392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8516901" y="-22827677"/>
            <a:ext cx="1187611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9308642" y="-23144374"/>
            <a:ext cx="0" cy="316697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28511500" y="-22821900"/>
            <a:ext cx="1587500" cy="304800"/>
          </a:xfrm>
          <a:custGeom>
            <a:avLst/>
            <a:gdLst/>
            <a:ahLst/>
            <a:cxnLst/>
            <a:rect l="l" t="t" r="r" b="b"/>
            <a:pathLst>
              <a:path w="125" h="24">
                <a:moveTo>
                  <a:pt x="0" y="24"/>
                </a:moveTo>
                <a:lnTo>
                  <a:pt x="63" y="0"/>
                </a:lnTo>
                <a:lnTo>
                  <a:pt x="125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879987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9993" y="551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89648" y="3150917"/>
            <a:ext cx="8957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39672" y="3150693"/>
            <a:ext cx="1457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26719" y="-23536150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26719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14723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502727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790728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078732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366736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654740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942744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30749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518750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806754" y="-2356495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26719" y="-2425615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6897917" y="-2353615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26897917" y="-2368015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26897917" y="-2382415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6897917" y="-2396815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26897917" y="-2411215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6897917" y="-2425615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926719" y="-24256159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502727" y="-24256159"/>
            <a:ext cx="864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366736" y="-23536150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926719" y="-23536150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502727" y="-24256159"/>
            <a:ext cx="864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366736" y="-24256159"/>
            <a:ext cx="86401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230749" y="-23536150"/>
            <a:ext cx="576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6926719" y="-23536150"/>
            <a:ext cx="144001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366736" y="-24256159"/>
            <a:ext cx="86401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230749" y="-24256159"/>
            <a:ext cx="576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6926719" y="-23896155"/>
            <a:ext cx="100801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7934732" y="-23896155"/>
            <a:ext cx="0" cy="33976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7914600" y="-23571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6926719" y="-23896155"/>
            <a:ext cx="187202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798741" y="-23896155"/>
            <a:ext cx="0" cy="33976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8778200" y="-23571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26597523" y="-22528165"/>
            <a:ext cx="1583479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6597523" y="-23161558"/>
            <a:ext cx="791741" cy="633393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7389264" y="-23161558"/>
            <a:ext cx="791738" cy="633393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6597523" y="-23161558"/>
            <a:ext cx="0" cy="633393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6597523" y="-22844861"/>
            <a:ext cx="1187608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26593800" y="-22847300"/>
            <a:ext cx="1587500" cy="317500"/>
          </a:xfrm>
          <a:custGeom>
            <a:avLst/>
            <a:gdLst/>
            <a:ahLst/>
            <a:cxnLst/>
            <a:rect l="l" t="t" r="r" b="b"/>
            <a:pathLst>
              <a:path w="125" h="25">
                <a:moveTo>
                  <a:pt x="0" y="25"/>
                </a:moveTo>
                <a:lnTo>
                  <a:pt x="31" y="0"/>
                </a:lnTo>
                <a:lnTo>
                  <a:pt x="94" y="0"/>
                </a:lnTo>
                <a:lnTo>
                  <a:pt x="125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28516898" y="-22510982"/>
            <a:ext cx="1583478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516898" y="-23144374"/>
            <a:ext cx="791740" cy="633392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9308638" y="-23144374"/>
            <a:ext cx="791738" cy="633392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516898" y="-23144374"/>
            <a:ext cx="0" cy="633392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8516898" y="-22827677"/>
            <a:ext cx="1187608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9308638" y="-23144374"/>
            <a:ext cx="0" cy="316697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28511500" y="-22821900"/>
            <a:ext cx="1587500" cy="304800"/>
          </a:xfrm>
          <a:custGeom>
            <a:avLst/>
            <a:gdLst/>
            <a:ahLst/>
            <a:cxnLst/>
            <a:rect l="l" t="t" r="r" b="b"/>
            <a:pathLst>
              <a:path w="125" h="24">
                <a:moveTo>
                  <a:pt x="0" y="24"/>
                </a:moveTo>
                <a:lnTo>
                  <a:pt x="63" y="0"/>
                </a:lnTo>
                <a:lnTo>
                  <a:pt x="125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-6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87998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9993" y="551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9991" y="78887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‘clipped’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‘scaled’.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89645" y="3150917"/>
            <a:ext cx="8957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39669" y="3150693"/>
            <a:ext cx="1457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26391" y="186417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26391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14394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02398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390402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78405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6409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54412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42416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30420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18423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06427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26391" y="114416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497589" y="186417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497589" y="172017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497589" y="157617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497589" y="143217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497589" y="128816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497589" y="114416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26391" y="114416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02398" y="1144167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66409" y="186417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26391" y="186417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02398" y="1144167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966409" y="1144167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30420" y="186417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26391" y="1864176"/>
            <a:ext cx="144001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66409" y="1144167"/>
            <a:ext cx="864011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30420" y="114416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526391" y="1504172"/>
            <a:ext cx="100801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534403" y="1504172"/>
            <a:ext cx="0" cy="33976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514600" y="1828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526391" y="1504172"/>
            <a:ext cx="187202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398414" y="1504172"/>
            <a:ext cx="0" cy="33976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3378200" y="1828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26597523" y="-22528165"/>
            <a:ext cx="1583479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6597523" y="-23161558"/>
            <a:ext cx="791741" cy="633393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7389264" y="-23161558"/>
            <a:ext cx="791738" cy="633393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6597523" y="-23161558"/>
            <a:ext cx="0" cy="633393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6597523" y="-22844861"/>
            <a:ext cx="1187608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26593800" y="-22847300"/>
            <a:ext cx="1587500" cy="317500"/>
          </a:xfrm>
          <a:custGeom>
            <a:avLst/>
            <a:gdLst/>
            <a:ahLst/>
            <a:cxnLst/>
            <a:rect l="l" t="t" r="r" b="b"/>
            <a:pathLst>
              <a:path w="125" h="25">
                <a:moveTo>
                  <a:pt x="0" y="25"/>
                </a:moveTo>
                <a:lnTo>
                  <a:pt x="31" y="0"/>
                </a:lnTo>
                <a:lnTo>
                  <a:pt x="94" y="0"/>
                </a:lnTo>
                <a:lnTo>
                  <a:pt x="125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28516898" y="-22510982"/>
            <a:ext cx="1583478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516898" y="-23144374"/>
            <a:ext cx="791740" cy="633392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9308638" y="-23144374"/>
            <a:ext cx="791738" cy="633392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516898" y="-23144374"/>
            <a:ext cx="0" cy="633392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8516898" y="-22827677"/>
            <a:ext cx="1187608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9308638" y="-23144374"/>
            <a:ext cx="0" cy="316697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28511500" y="-22821900"/>
            <a:ext cx="1587500" cy="304800"/>
          </a:xfrm>
          <a:custGeom>
            <a:avLst/>
            <a:gdLst/>
            <a:ahLst/>
            <a:cxnLst/>
            <a:rect l="l" t="t" r="r" b="b"/>
            <a:pathLst>
              <a:path w="125" h="24">
                <a:moveTo>
                  <a:pt x="0" y="24"/>
                </a:moveTo>
                <a:lnTo>
                  <a:pt x="63" y="0"/>
                </a:lnTo>
                <a:lnTo>
                  <a:pt x="125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-6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87998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9993" y="551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9991" y="78887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‘clipped’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‘scaled’.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69586" y="1881219"/>
            <a:ext cx="43158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761595" y="1881219"/>
            <a:ext cx="40238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49235" y="1881219"/>
            <a:ext cx="373616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37230" y="1881219"/>
            <a:ext cx="34481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13369" y="1881219"/>
            <a:ext cx="31720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12.0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900562" y="1881219"/>
            <a:ext cx="2884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15.0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89085" y="1881219"/>
            <a:ext cx="25963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18.0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477365" y="1881219"/>
            <a:ext cx="230803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21.0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757761" y="1881219"/>
            <a:ext cx="202763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24.0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46853" y="1881219"/>
            <a:ext cx="17385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27.0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28529" y="1881219"/>
            <a:ext cx="14568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30.0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383775" y="1825685"/>
            <a:ext cx="440162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92838" y="1681687"/>
            <a:ext cx="43925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394941" y="1537690"/>
            <a:ext cx="43904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391060" y="1393489"/>
            <a:ext cx="43943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92269" y="1249481"/>
            <a:ext cx="43931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408383" y="1105686"/>
            <a:ext cx="437701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711029" y="1313113"/>
            <a:ext cx="40743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cheap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827034" y="1285458"/>
            <a:ext cx="29583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965675" y="1285458"/>
            <a:ext cx="181972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generous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908740" y="1034359"/>
            <a:ext cx="28766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Tip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73392" y="1112934"/>
            <a:ext cx="45120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74720" y="2030886"/>
            <a:ext cx="30106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Percentage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391222" y="1465483"/>
            <a:ext cx="43941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468558" y="1881219"/>
            <a:ext cx="331683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10.5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336202" y="1881219"/>
            <a:ext cx="24491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19.5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9645" y="3150917"/>
            <a:ext cx="8957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39669" y="3150693"/>
            <a:ext cx="1457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26391" y="186417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26391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14394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02398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390402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78405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6409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54412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42416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30420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18423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06427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26391" y="114416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497589" y="186417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497589" y="172017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497589" y="157617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497589" y="143217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497589" y="128816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497589" y="114416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26391" y="114416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02398" y="1144167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66409" y="186417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26391" y="186417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02398" y="1144167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966409" y="1144167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30420" y="186417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26391" y="1864176"/>
            <a:ext cx="144001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66409" y="1144167"/>
            <a:ext cx="864011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30420" y="114416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526391" y="1504172"/>
            <a:ext cx="100801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534403" y="1504172"/>
            <a:ext cx="0" cy="33976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514600" y="1828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526391" y="1504172"/>
            <a:ext cx="187202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398414" y="1504172"/>
            <a:ext cx="0" cy="33976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3378200" y="1828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197198" y="2872161"/>
            <a:ext cx="1583479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197198" y="2238769"/>
            <a:ext cx="791739" cy="633392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88937" y="2238769"/>
            <a:ext cx="791740" cy="633392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197198" y="2238769"/>
            <a:ext cx="0" cy="633392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97198" y="2555465"/>
            <a:ext cx="1187610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1193800" y="2552700"/>
            <a:ext cx="1587500" cy="317500"/>
          </a:xfrm>
          <a:custGeom>
            <a:avLst/>
            <a:gdLst/>
            <a:ahLst/>
            <a:cxnLst/>
            <a:rect l="l" t="t" r="r" b="b"/>
            <a:pathLst>
              <a:path w="125" h="25">
                <a:moveTo>
                  <a:pt x="0" y="25"/>
                </a:moveTo>
                <a:lnTo>
                  <a:pt x="31" y="0"/>
                </a:lnTo>
                <a:lnTo>
                  <a:pt x="94" y="0"/>
                </a:lnTo>
                <a:lnTo>
                  <a:pt x="125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28516898" y="-22510982"/>
            <a:ext cx="1583478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516898" y="-23144374"/>
            <a:ext cx="791740" cy="633392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9308638" y="-23144374"/>
            <a:ext cx="791738" cy="633392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516898" y="-23144374"/>
            <a:ext cx="0" cy="633392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8516898" y="-22827677"/>
            <a:ext cx="1187608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9308638" y="-23144374"/>
            <a:ext cx="0" cy="316697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28511500" y="-22821900"/>
            <a:ext cx="1587500" cy="304800"/>
          </a:xfrm>
          <a:custGeom>
            <a:avLst/>
            <a:gdLst/>
            <a:ahLst/>
            <a:cxnLst/>
            <a:rect l="l" t="t" r="r" b="b"/>
            <a:pathLst>
              <a:path w="125" h="24">
                <a:moveTo>
                  <a:pt x="0" y="24"/>
                </a:moveTo>
                <a:lnTo>
                  <a:pt x="63" y="0"/>
                </a:lnTo>
                <a:lnTo>
                  <a:pt x="125" y="2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-6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87998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9993" y="551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9991" y="78887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‘clipped’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‘scaled’.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69586" y="1881219"/>
            <a:ext cx="43158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761595" y="1881219"/>
            <a:ext cx="40238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49235" y="1881219"/>
            <a:ext cx="373616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37230" y="1881219"/>
            <a:ext cx="34481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13369" y="1881219"/>
            <a:ext cx="31720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12.0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900562" y="1881219"/>
            <a:ext cx="2884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15.0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89085" y="1881219"/>
            <a:ext cx="25963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18.0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477365" y="1881219"/>
            <a:ext cx="230803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21.0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757761" y="1881219"/>
            <a:ext cx="202763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24.0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46853" y="1881219"/>
            <a:ext cx="17385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27.0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28529" y="1881219"/>
            <a:ext cx="14568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30.0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383775" y="1825685"/>
            <a:ext cx="440162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92838" y="1681687"/>
            <a:ext cx="43925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394941" y="1537690"/>
            <a:ext cx="43904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391060" y="1393489"/>
            <a:ext cx="43943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92269" y="1249481"/>
            <a:ext cx="43931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408383" y="1105686"/>
            <a:ext cx="437701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711029" y="1313113"/>
            <a:ext cx="40743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cheap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827034" y="1285458"/>
            <a:ext cx="29583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965675" y="1285458"/>
            <a:ext cx="181972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generous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908740" y="1034359"/>
            <a:ext cx="28766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Tip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73392" y="1112934"/>
            <a:ext cx="45120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74720" y="2030886"/>
            <a:ext cx="30106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Percentage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391222" y="1465483"/>
            <a:ext cx="43941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468558" y="1881219"/>
            <a:ext cx="331683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10.5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336202" y="1881219"/>
            <a:ext cx="24491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19.5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48563" y="2512925"/>
            <a:ext cx="4736832" cy="13801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1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31365" y="2903097"/>
            <a:ext cx="3954030" cy="13801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1" b="1">
                <a:solidFill>
                  <a:srgbClr val="000000"/>
                </a:solidFill>
                <a:latin typeface="Josefin Sans"/>
              </a:rPr>
              <a:t>Clipped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889645" y="3150917"/>
            <a:ext cx="8957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39669" y="3150693"/>
            <a:ext cx="1457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26391" y="186417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26391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14394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02398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390402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78405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66409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54412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42416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30420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18423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06427" y="183537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26391" y="114416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497589" y="186417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497589" y="172017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497589" y="157617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497589" y="143217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497589" y="128816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497589" y="114416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26391" y="114416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02398" y="1144167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66409" y="186417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26391" y="186417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02398" y="1144167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966409" y="1144167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30420" y="186417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26391" y="1864176"/>
            <a:ext cx="144001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66409" y="1144167"/>
            <a:ext cx="864011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30420" y="114416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526391" y="1504172"/>
            <a:ext cx="100801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534403" y="1504172"/>
            <a:ext cx="0" cy="33976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514600" y="1828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526391" y="1504172"/>
            <a:ext cx="187202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398414" y="1504172"/>
            <a:ext cx="0" cy="33976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3378200" y="1828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197198" y="2872161"/>
            <a:ext cx="1583479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197198" y="2238769"/>
            <a:ext cx="791739" cy="633392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88937" y="2238769"/>
            <a:ext cx="791740" cy="633392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197198" y="2238769"/>
            <a:ext cx="0" cy="633392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197198" y="2555465"/>
            <a:ext cx="1187610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1193800" y="2552700"/>
            <a:ext cx="1587500" cy="317500"/>
          </a:xfrm>
          <a:custGeom>
            <a:avLst/>
            <a:gdLst/>
            <a:ahLst/>
            <a:cxnLst/>
            <a:rect l="l" t="t" r="r" b="b"/>
            <a:pathLst>
              <a:path w="125" h="25">
                <a:moveTo>
                  <a:pt x="0" y="25"/>
                </a:moveTo>
                <a:lnTo>
                  <a:pt x="31" y="0"/>
                </a:lnTo>
                <a:lnTo>
                  <a:pt x="94" y="0"/>
                </a:lnTo>
                <a:lnTo>
                  <a:pt x="125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3116573" y="2889344"/>
            <a:ext cx="1583480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116573" y="2255952"/>
            <a:ext cx="791739" cy="633392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908312" y="2255952"/>
            <a:ext cx="791741" cy="633392"/>
          </a:xfrm>
          <a:prstGeom prst="line">
            <a:avLst/>
          </a:prstGeom>
          <a:ln w="445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116573" y="2255952"/>
            <a:ext cx="0" cy="633392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6573" y="2572648"/>
            <a:ext cx="1187610" cy="0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908312" y="2255952"/>
            <a:ext cx="0" cy="316696"/>
          </a:xfrm>
          <a:prstGeom prst="line">
            <a:avLst/>
          </a:prstGeom>
          <a:ln w="445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3111500" y="2578100"/>
            <a:ext cx="1587500" cy="317500"/>
          </a:xfrm>
          <a:custGeom>
            <a:avLst/>
            <a:gdLst/>
            <a:ahLst/>
            <a:cxnLst/>
            <a:rect l="l" t="t" r="r" b="b"/>
            <a:pathLst>
              <a:path w="125" h="25">
                <a:moveTo>
                  <a:pt x="0" y="25"/>
                </a:moveTo>
                <a:lnTo>
                  <a:pt x="63" y="0"/>
                </a:lnTo>
                <a:lnTo>
                  <a:pt x="125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-6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87998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9993" y="551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9991" y="78887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‘clipped’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‘scaled’.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69586" y="1881219"/>
            <a:ext cx="43158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761595" y="1881219"/>
            <a:ext cx="40238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49235" y="1881219"/>
            <a:ext cx="373616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37230" y="1881219"/>
            <a:ext cx="34481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13369" y="1881219"/>
            <a:ext cx="31720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12.0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900562" y="1881219"/>
            <a:ext cx="2884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15.0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89085" y="1881219"/>
            <a:ext cx="25963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18.0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477365" y="1881219"/>
            <a:ext cx="230803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21.0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757761" y="1881219"/>
            <a:ext cx="202763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24.0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46853" y="1881219"/>
            <a:ext cx="17385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27.0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28529" y="1881219"/>
            <a:ext cx="14568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30.0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383775" y="1825685"/>
            <a:ext cx="440162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92838" y="1681687"/>
            <a:ext cx="43925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394941" y="1537690"/>
            <a:ext cx="43904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391060" y="1393489"/>
            <a:ext cx="43943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92269" y="1249481"/>
            <a:ext cx="43931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408383" y="1105686"/>
            <a:ext cx="437701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711029" y="1313113"/>
            <a:ext cx="40743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cheap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827034" y="1285458"/>
            <a:ext cx="29583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965675" y="1285458"/>
            <a:ext cx="181972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generous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908740" y="1034359"/>
            <a:ext cx="28766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Tip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73392" y="1112934"/>
            <a:ext cx="45120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74720" y="2030886"/>
            <a:ext cx="30106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Percentage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391222" y="1465483"/>
            <a:ext cx="43941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468558" y="1881219"/>
            <a:ext cx="331683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10.5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336202" y="1881219"/>
            <a:ext cx="24491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19.5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48563" y="2512925"/>
            <a:ext cx="4736832" cy="13801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1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31365" y="2903097"/>
            <a:ext cx="3954030" cy="13801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1" b="1">
                <a:solidFill>
                  <a:srgbClr val="000000"/>
                </a:solidFill>
                <a:latin typeface="Josefin Sans"/>
              </a:rPr>
              <a:t>Clipped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67938" y="2530108"/>
            <a:ext cx="2817457" cy="13801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1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773799" y="2920291"/>
            <a:ext cx="2011596" cy="13801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1" b="1">
                <a:solidFill>
                  <a:srgbClr val="000000"/>
                </a:solidFill>
                <a:latin typeface="Josefin Sans"/>
              </a:rPr>
              <a:t>Scaled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89645" y="3150917"/>
            <a:ext cx="8957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39669" y="3150693"/>
            <a:ext cx="1457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5155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38534" y="3150693"/>
            <a:ext cx="1468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5155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404" y="1423624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38534" y="3150693"/>
            <a:ext cx="1468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5155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404" y="1423624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4" y="1651373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important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fired.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8534" y="3150693"/>
            <a:ext cx="1468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5155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404" y="1423624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4" y="1651373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important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fired.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4" y="1879122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look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latter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example.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662" y="3150917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38531" y="3150693"/>
            <a:ext cx="1468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675899" y="-23260592"/>
            <a:ext cx="53336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6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77440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89667" y="3150919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7136" y="3150695"/>
            <a:ext cx="1682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675899" y="-23260592"/>
            <a:ext cx="53336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6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77440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5" y="1046472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final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9667" y="3150919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17136" y="3150695"/>
            <a:ext cx="1682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675899" y="-23260592"/>
            <a:ext cx="53336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6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77440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5" y="1046472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final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5" y="1274221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centroid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technique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667" y="3150919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17136" y="3150695"/>
            <a:ext cx="1682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275572" y="2139733"/>
            <a:ext cx="53336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77440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5" y="1046472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final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5" y="1274221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centroid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technique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5" y="1501957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centroid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(centre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gravity)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identified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12975" y="2070353"/>
            <a:ext cx="35724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gravity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03765" y="1812401"/>
            <a:ext cx="248163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75571" y="2040150"/>
            <a:ext cx="2509824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86594" y="1901288"/>
            <a:ext cx="22988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85604" y="2162387"/>
            <a:ext cx="23997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57423" y="2390123"/>
            <a:ext cx="2427972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8433" y="2252915"/>
            <a:ext cx="22169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89667" y="3150917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17136" y="3150693"/>
            <a:ext cx="1682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490718" y="-23828486"/>
            <a:ext cx="18000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7490718" y="-23864489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790703" y="-23864489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090716" y="-23864489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8390729" y="-23864489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690713" y="-23864489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990729" y="-23864489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9290742" y="-23864489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090716" y="-24188491"/>
            <a:ext cx="0" cy="3600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8390729" y="-24188491"/>
            <a:ext cx="0" cy="3600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8690713" y="-24188491"/>
            <a:ext cx="0" cy="3600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790703" y="-24068250"/>
            <a:ext cx="0" cy="2397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990729" y="-24068250"/>
            <a:ext cx="0" cy="2397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490718" y="-24548495"/>
            <a:ext cx="900011" cy="72000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390729" y="-24548495"/>
            <a:ext cx="900013" cy="72000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7490718" y="-24548495"/>
            <a:ext cx="0" cy="7200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490718" y="-24188491"/>
            <a:ext cx="135001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7490718" y="-24068250"/>
            <a:ext cx="150003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7495500" y="-24193500"/>
            <a:ext cx="1790700" cy="368300"/>
          </a:xfrm>
          <a:custGeom>
            <a:avLst/>
            <a:gdLst/>
            <a:ahLst/>
            <a:cxnLst/>
            <a:rect l="l" t="t" r="r" b="b"/>
            <a:pathLst>
              <a:path w="141" h="29">
                <a:moveTo>
                  <a:pt x="0" y="29"/>
                </a:moveTo>
                <a:lnTo>
                  <a:pt x="35" y="0"/>
                </a:lnTo>
                <a:lnTo>
                  <a:pt x="106" y="0"/>
                </a:lnTo>
                <a:lnTo>
                  <a:pt x="141" y="2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8359100" y="-23863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3"/>
                </a:moveTo>
                <a:lnTo>
                  <a:pt x="5" y="0"/>
                </a:lnTo>
                <a:lnTo>
                  <a:pt x="0" y="0"/>
                </a:lnTo>
                <a:lnTo>
                  <a:pt x="2" y="3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7146029" y="-23062462"/>
            <a:ext cx="472530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888961" y="-23062462"/>
            <a:ext cx="2372041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-8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9995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993" y="624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89656" y="3150914"/>
            <a:ext cx="895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40201" y="3150690"/>
            <a:ext cx="145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090392" y="1571840"/>
            <a:ext cx="180002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090392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390377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690390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990403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290388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590401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90414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90390" y="1211836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90403" y="1211836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290388" y="1211836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390377" y="1332078"/>
            <a:ext cx="0" cy="239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590401" y="1332078"/>
            <a:ext cx="0" cy="239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090392" y="851832"/>
            <a:ext cx="900011" cy="7200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90403" y="851832"/>
            <a:ext cx="900011" cy="7200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090392" y="851832"/>
            <a:ext cx="0" cy="7200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90392" y="1211836"/>
            <a:ext cx="13500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090392" y="1332078"/>
            <a:ext cx="150003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095500" y="1206500"/>
            <a:ext cx="1790700" cy="368300"/>
          </a:xfrm>
          <a:custGeom>
            <a:avLst/>
            <a:gdLst/>
            <a:ahLst/>
            <a:cxnLst/>
            <a:rect l="l" t="t" r="r" b="b"/>
            <a:pathLst>
              <a:path w="141" h="29">
                <a:moveTo>
                  <a:pt x="0" y="29"/>
                </a:moveTo>
                <a:lnTo>
                  <a:pt x="35" y="0"/>
                </a:lnTo>
                <a:lnTo>
                  <a:pt x="106" y="0"/>
                </a:lnTo>
                <a:lnTo>
                  <a:pt x="141" y="2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959100" y="1536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3"/>
                </a:moveTo>
                <a:lnTo>
                  <a:pt x="5" y="0"/>
                </a:lnTo>
                <a:lnTo>
                  <a:pt x="0" y="0"/>
                </a:lnTo>
                <a:lnTo>
                  <a:pt x="2" y="3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7146029" y="-23062462"/>
            <a:ext cx="472530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888961" y="-23062462"/>
            <a:ext cx="2372041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-8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9995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993" y="624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63620" y="1593145"/>
            <a:ext cx="3721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63607" y="1593145"/>
            <a:ext cx="34217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48785" y="1593145"/>
            <a:ext cx="31366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7782" y="1593145"/>
            <a:ext cx="28376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48416" y="1593145"/>
            <a:ext cx="2536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48784" y="1593145"/>
            <a:ext cx="22366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39271" y="1593145"/>
            <a:ext cx="19461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12109" y="1523727"/>
            <a:ext cx="38732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21431" y="1163479"/>
            <a:ext cx="386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18485" y="1283722"/>
            <a:ext cx="39669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1282" y="1787005"/>
            <a:ext cx="29741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Clipped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89656" y="3150914"/>
            <a:ext cx="895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40201" y="3150690"/>
            <a:ext cx="145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090392" y="1571840"/>
            <a:ext cx="180002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090392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390377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690390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990403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290388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590401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90414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90390" y="1211836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90403" y="1211836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290388" y="1211836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390377" y="1332078"/>
            <a:ext cx="0" cy="239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590401" y="1332078"/>
            <a:ext cx="0" cy="239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090392" y="851832"/>
            <a:ext cx="900011" cy="7200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90403" y="851832"/>
            <a:ext cx="900011" cy="7200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090392" y="851832"/>
            <a:ext cx="0" cy="7200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90392" y="1211836"/>
            <a:ext cx="13500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090392" y="1332078"/>
            <a:ext cx="150003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095500" y="1206500"/>
            <a:ext cx="1790700" cy="368300"/>
          </a:xfrm>
          <a:custGeom>
            <a:avLst/>
            <a:gdLst/>
            <a:ahLst/>
            <a:cxnLst/>
            <a:rect l="l" t="t" r="r" b="b"/>
            <a:pathLst>
              <a:path w="141" h="29">
                <a:moveTo>
                  <a:pt x="0" y="29"/>
                </a:moveTo>
                <a:lnTo>
                  <a:pt x="35" y="0"/>
                </a:lnTo>
                <a:lnTo>
                  <a:pt x="106" y="0"/>
                </a:lnTo>
                <a:lnTo>
                  <a:pt x="141" y="2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959100" y="1536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3"/>
                </a:moveTo>
                <a:lnTo>
                  <a:pt x="5" y="0"/>
                </a:lnTo>
                <a:lnTo>
                  <a:pt x="0" y="0"/>
                </a:lnTo>
                <a:lnTo>
                  <a:pt x="2" y="3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745701" y="2337865"/>
            <a:ext cx="472529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888961" y="-23062462"/>
            <a:ext cx="2372041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-8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79995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993" y="624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63620" y="1593145"/>
            <a:ext cx="3721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63607" y="1593145"/>
            <a:ext cx="34217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48785" y="1593145"/>
            <a:ext cx="31366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7782" y="1593145"/>
            <a:ext cx="28376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48416" y="1593145"/>
            <a:ext cx="2536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48784" y="1593145"/>
            <a:ext cx="22366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39271" y="1593145"/>
            <a:ext cx="19461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12109" y="1523727"/>
            <a:ext cx="38732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21431" y="1163479"/>
            <a:ext cx="386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18485" y="1283722"/>
            <a:ext cx="39669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1282" y="1787005"/>
            <a:ext cx="29741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Clipped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4146" y="2282360"/>
            <a:ext cx="49012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gravity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76537" y="2066966"/>
            <a:ext cx="40088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45702" y="2249935"/>
            <a:ext cx="40396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38831" y="2142042"/>
            <a:ext cx="38465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45650" y="2359840"/>
            <a:ext cx="39397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14802" y="2542822"/>
            <a:ext cx="39705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07944" y="2436228"/>
            <a:ext cx="37774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9656" y="3150914"/>
            <a:ext cx="895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40201" y="3150690"/>
            <a:ext cx="1451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090392" y="1571840"/>
            <a:ext cx="180002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090392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390377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690390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990403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290388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590401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90414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90390" y="1211836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90403" y="1211836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290388" y="1211836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390377" y="1332078"/>
            <a:ext cx="0" cy="239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590401" y="1332078"/>
            <a:ext cx="0" cy="239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090392" y="851832"/>
            <a:ext cx="900011" cy="7200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90403" y="851832"/>
            <a:ext cx="900011" cy="7200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090392" y="851832"/>
            <a:ext cx="0" cy="7200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90392" y="1211836"/>
            <a:ext cx="13500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090392" y="1332078"/>
            <a:ext cx="150003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095500" y="1206500"/>
            <a:ext cx="1790700" cy="368300"/>
          </a:xfrm>
          <a:custGeom>
            <a:avLst/>
            <a:gdLst/>
            <a:ahLst/>
            <a:cxnLst/>
            <a:rect l="l" t="t" r="r" b="b"/>
            <a:pathLst>
              <a:path w="141" h="29">
                <a:moveTo>
                  <a:pt x="0" y="29"/>
                </a:moveTo>
                <a:lnTo>
                  <a:pt x="35" y="0"/>
                </a:lnTo>
                <a:lnTo>
                  <a:pt x="106" y="0"/>
                </a:lnTo>
                <a:lnTo>
                  <a:pt x="141" y="2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959100" y="1536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3"/>
                </a:moveTo>
                <a:lnTo>
                  <a:pt x="5" y="0"/>
                </a:lnTo>
                <a:lnTo>
                  <a:pt x="0" y="0"/>
                </a:lnTo>
                <a:lnTo>
                  <a:pt x="2" y="3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745701" y="2337865"/>
            <a:ext cx="472529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488638" y="2337865"/>
            <a:ext cx="2372042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-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02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993" y="624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63620" y="1593145"/>
            <a:ext cx="3721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63607" y="1593145"/>
            <a:ext cx="34217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48785" y="1593145"/>
            <a:ext cx="31366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7782" y="1593145"/>
            <a:ext cx="28376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48416" y="1593145"/>
            <a:ext cx="2536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48784" y="1593145"/>
            <a:ext cx="22366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39271" y="1593145"/>
            <a:ext cx="19461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12109" y="1523727"/>
            <a:ext cx="38732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21431" y="1163479"/>
            <a:ext cx="386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18485" y="1283722"/>
            <a:ext cx="39669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1282" y="1787005"/>
            <a:ext cx="29741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Clipped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4146" y="2282360"/>
            <a:ext cx="49012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gravity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76537" y="2066966"/>
            <a:ext cx="40088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45702" y="2249935"/>
            <a:ext cx="40396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38831" y="2142042"/>
            <a:ext cx="38465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45650" y="2359840"/>
            <a:ext cx="39397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14802" y="2542822"/>
            <a:ext cx="39705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07944" y="2436228"/>
            <a:ext cx="37774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59923" y="2213585"/>
            <a:ext cx="34254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(6 + 24)(0) + (9 + 21)(0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333) + (12 + 15 + 18)(0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18990" y="2359889"/>
            <a:ext cx="26664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2(0) + 2(0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333) + 3(0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89662" y="3150914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40207" y="3150690"/>
            <a:ext cx="145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090392" y="1571840"/>
            <a:ext cx="180002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090392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390377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690390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990403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290388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590401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90414" y="1535838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90390" y="1211836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90403" y="1211836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290388" y="1211836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390377" y="1332078"/>
            <a:ext cx="0" cy="239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590401" y="1332078"/>
            <a:ext cx="0" cy="2397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090392" y="851832"/>
            <a:ext cx="900011" cy="7200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990403" y="851832"/>
            <a:ext cx="900011" cy="720008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090392" y="851832"/>
            <a:ext cx="0" cy="7200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90392" y="1211836"/>
            <a:ext cx="13500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090392" y="1332078"/>
            <a:ext cx="150003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2095500" y="1206500"/>
            <a:ext cx="1790700" cy="368300"/>
          </a:xfrm>
          <a:custGeom>
            <a:avLst/>
            <a:gdLst/>
            <a:ahLst/>
            <a:cxnLst/>
            <a:rect l="l" t="t" r="r" b="b"/>
            <a:pathLst>
              <a:path w="141" h="29">
                <a:moveTo>
                  <a:pt x="0" y="29"/>
                </a:moveTo>
                <a:lnTo>
                  <a:pt x="35" y="0"/>
                </a:lnTo>
                <a:lnTo>
                  <a:pt x="106" y="0"/>
                </a:lnTo>
                <a:lnTo>
                  <a:pt x="141" y="2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959100" y="1536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3"/>
                </a:moveTo>
                <a:lnTo>
                  <a:pt x="5" y="0"/>
                </a:lnTo>
                <a:lnTo>
                  <a:pt x="0" y="0"/>
                </a:lnTo>
                <a:lnTo>
                  <a:pt x="2" y="3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745701" y="2337865"/>
            <a:ext cx="472529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488638" y="2337865"/>
            <a:ext cx="2372042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880002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993" y="624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63620" y="1593145"/>
            <a:ext cx="3721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63607" y="1593145"/>
            <a:ext cx="34217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48785" y="1593145"/>
            <a:ext cx="31366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7782" y="1593145"/>
            <a:ext cx="28376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48416" y="1593145"/>
            <a:ext cx="25369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48784" y="1593145"/>
            <a:ext cx="22366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39271" y="1593145"/>
            <a:ext cx="19461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12109" y="1523727"/>
            <a:ext cx="38732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21431" y="1163479"/>
            <a:ext cx="3863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18485" y="1283722"/>
            <a:ext cx="39669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1282" y="1787005"/>
            <a:ext cx="29741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Clipped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4146" y="2282360"/>
            <a:ext cx="49012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gravity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76537" y="2066966"/>
            <a:ext cx="40088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45702" y="2249935"/>
            <a:ext cx="40396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38831" y="2142042"/>
            <a:ext cx="38465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45650" y="2359840"/>
            <a:ext cx="39397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814802" y="2542822"/>
            <a:ext cx="39705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07944" y="2436228"/>
            <a:ext cx="37774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59923" y="2213585"/>
            <a:ext cx="34254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(6 + 24)(0) + (9 + 21)(0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333) + (12 + 15 + 18)(0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18990" y="2359889"/>
            <a:ext cx="26664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2(0) + 2(0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333) + 3(0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16987" y="2670441"/>
            <a:ext cx="41684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15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89662" y="3150916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40207" y="3150692"/>
            <a:ext cx="1451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506162" y="-23900331"/>
            <a:ext cx="18000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7506162" y="-23936334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806147" y="-23936334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106160" y="-23936334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8406173" y="-23936334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706157" y="-23936334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006173" y="-23936334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9306186" y="-23936334"/>
            <a:ext cx="0" cy="360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406173" y="-24260336"/>
            <a:ext cx="0" cy="36000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8106160" y="-24140456"/>
            <a:ext cx="0" cy="2401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8706157" y="-24140456"/>
            <a:ext cx="0" cy="2401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806147" y="-24020211"/>
            <a:ext cx="0" cy="1198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006173" y="-24020211"/>
            <a:ext cx="0" cy="11988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506162" y="-24620340"/>
            <a:ext cx="900011" cy="72000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406173" y="-24620340"/>
            <a:ext cx="900013" cy="72000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7506162" y="-24620340"/>
            <a:ext cx="0" cy="7200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506162" y="-24260336"/>
            <a:ext cx="90001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7506162" y="-24140456"/>
            <a:ext cx="1199893" cy="36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506162" y="-24020211"/>
            <a:ext cx="150003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7508200" y="-24257000"/>
            <a:ext cx="1803400" cy="355600"/>
          </a:xfrm>
          <a:custGeom>
            <a:avLst/>
            <a:gdLst/>
            <a:ahLst/>
            <a:cxnLst/>
            <a:rect l="l" t="t" r="r" b="b"/>
            <a:pathLst>
              <a:path w="142" h="28">
                <a:moveTo>
                  <a:pt x="0" y="28"/>
                </a:moveTo>
                <a:lnTo>
                  <a:pt x="71" y="0"/>
                </a:lnTo>
                <a:lnTo>
                  <a:pt x="142" y="2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8371800" y="-23939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3" y="3"/>
                </a:moveTo>
                <a:lnTo>
                  <a:pt x="6" y="0"/>
                </a:lnTo>
                <a:lnTo>
                  <a:pt x="0" y="0"/>
                </a:lnTo>
                <a:lnTo>
                  <a:pt x="3" y="3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26954829" y="-23153848"/>
            <a:ext cx="472529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697763" y="-23153848"/>
            <a:ext cx="275442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-8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7999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9993" y="55214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9656" y="3150916"/>
            <a:ext cx="895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5621" y="3150691"/>
            <a:ext cx="1597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05835" y="1499995"/>
            <a:ext cx="180002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05835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405820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05833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005846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305831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605845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05857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005846" y="1139991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705833" y="1259870"/>
            <a:ext cx="0" cy="2401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305831" y="1259870"/>
            <a:ext cx="0" cy="2401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05820" y="1380117"/>
            <a:ext cx="0" cy="1198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05845" y="1380117"/>
            <a:ext cx="0" cy="1198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105835" y="779986"/>
            <a:ext cx="900011" cy="72000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05846" y="779986"/>
            <a:ext cx="900011" cy="72000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105835" y="779986"/>
            <a:ext cx="0" cy="7200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105835" y="1139991"/>
            <a:ext cx="90001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105835" y="1259870"/>
            <a:ext cx="1199892" cy="3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105835" y="1380117"/>
            <a:ext cx="150003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108200" y="1143000"/>
            <a:ext cx="1803400" cy="355600"/>
          </a:xfrm>
          <a:custGeom>
            <a:avLst/>
            <a:gdLst/>
            <a:ahLst/>
            <a:cxnLst/>
            <a:rect l="l" t="t" r="r" b="b"/>
            <a:pathLst>
              <a:path w="142" h="28">
                <a:moveTo>
                  <a:pt x="0" y="28"/>
                </a:moveTo>
                <a:lnTo>
                  <a:pt x="71" y="0"/>
                </a:lnTo>
                <a:lnTo>
                  <a:pt x="142" y="2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971800" y="1460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3" y="3"/>
                </a:moveTo>
                <a:lnTo>
                  <a:pt x="6" y="0"/>
                </a:lnTo>
                <a:lnTo>
                  <a:pt x="0" y="0"/>
                </a:lnTo>
                <a:lnTo>
                  <a:pt x="3" y="3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26954829" y="-23153848"/>
            <a:ext cx="472529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697763" y="-23153848"/>
            <a:ext cx="275442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-8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7999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9993" y="55214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79051" y="1521300"/>
            <a:ext cx="37063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79037" y="1521300"/>
            <a:ext cx="34063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64216" y="1521300"/>
            <a:ext cx="31211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63212" y="1521300"/>
            <a:ext cx="28221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63859" y="1521300"/>
            <a:ext cx="25215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64214" y="1521300"/>
            <a:ext cx="22211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54714" y="1521300"/>
            <a:ext cx="19306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27553" y="1451882"/>
            <a:ext cx="38578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36862" y="1091633"/>
            <a:ext cx="38485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33928" y="1211509"/>
            <a:ext cx="39514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03054" y="1331752"/>
            <a:ext cx="39823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0.1667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52938" y="1715160"/>
            <a:ext cx="293245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Scaled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9656" y="3150916"/>
            <a:ext cx="895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25621" y="3150691"/>
            <a:ext cx="1597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05835" y="1499995"/>
            <a:ext cx="180002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05835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405820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05833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005846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305831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605845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05857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005846" y="1139991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705833" y="1259870"/>
            <a:ext cx="0" cy="2401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305831" y="1259870"/>
            <a:ext cx="0" cy="2401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05820" y="1380117"/>
            <a:ext cx="0" cy="1198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05845" y="1380117"/>
            <a:ext cx="0" cy="1198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105835" y="779986"/>
            <a:ext cx="900011" cy="72000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05846" y="779986"/>
            <a:ext cx="900011" cy="72000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105835" y="779986"/>
            <a:ext cx="0" cy="7200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105835" y="1139991"/>
            <a:ext cx="90001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105835" y="1259870"/>
            <a:ext cx="1199892" cy="3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105835" y="1380117"/>
            <a:ext cx="150003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108200" y="1143000"/>
            <a:ext cx="1803400" cy="355600"/>
          </a:xfrm>
          <a:custGeom>
            <a:avLst/>
            <a:gdLst/>
            <a:ahLst/>
            <a:cxnLst/>
            <a:rect l="l" t="t" r="r" b="b"/>
            <a:pathLst>
              <a:path w="142" h="28">
                <a:moveTo>
                  <a:pt x="0" y="28"/>
                </a:moveTo>
                <a:lnTo>
                  <a:pt x="71" y="0"/>
                </a:lnTo>
                <a:lnTo>
                  <a:pt x="142" y="2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971800" y="1460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3" y="3"/>
                </a:moveTo>
                <a:lnTo>
                  <a:pt x="6" y="0"/>
                </a:lnTo>
                <a:lnTo>
                  <a:pt x="0" y="0"/>
                </a:lnTo>
                <a:lnTo>
                  <a:pt x="3" y="3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554501" y="2246477"/>
            <a:ext cx="472529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697763" y="-23153848"/>
            <a:ext cx="275442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-8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79995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9993" y="55214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79051" y="1521300"/>
            <a:ext cx="37063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79037" y="1521300"/>
            <a:ext cx="34063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64216" y="1521300"/>
            <a:ext cx="31211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63212" y="1521300"/>
            <a:ext cx="28221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63859" y="1521300"/>
            <a:ext cx="25215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64214" y="1521300"/>
            <a:ext cx="22211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54714" y="1521300"/>
            <a:ext cx="19306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27553" y="1451882"/>
            <a:ext cx="38578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36862" y="1091633"/>
            <a:ext cx="38485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33928" y="1211509"/>
            <a:ext cx="39514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03054" y="1331752"/>
            <a:ext cx="39823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0.1667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52938" y="1715160"/>
            <a:ext cx="293245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Scaled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2945" y="2190985"/>
            <a:ext cx="50924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gravity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85336" y="1975590"/>
            <a:ext cx="42000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54501" y="2158559"/>
            <a:ext cx="423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47630" y="2050653"/>
            <a:ext cx="40377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4450" y="2268465"/>
            <a:ext cx="41309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23601" y="2451434"/>
            <a:ext cx="41617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16743" y="2344852"/>
            <a:ext cx="39686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89656" y="3150916"/>
            <a:ext cx="895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25621" y="3150691"/>
            <a:ext cx="15977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05835" y="1499995"/>
            <a:ext cx="180002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05835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405820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05833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005846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305831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605845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05857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005846" y="1139991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705833" y="1259870"/>
            <a:ext cx="0" cy="2401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305831" y="1259870"/>
            <a:ext cx="0" cy="2401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05820" y="1380117"/>
            <a:ext cx="0" cy="1198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05845" y="1380117"/>
            <a:ext cx="0" cy="1198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105835" y="779986"/>
            <a:ext cx="900011" cy="72000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05846" y="779986"/>
            <a:ext cx="900011" cy="72000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105835" y="779986"/>
            <a:ext cx="0" cy="7200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105835" y="1139991"/>
            <a:ext cx="90001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105835" y="1259870"/>
            <a:ext cx="1199892" cy="3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105835" y="1380117"/>
            <a:ext cx="150003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108200" y="1143000"/>
            <a:ext cx="1803400" cy="355600"/>
          </a:xfrm>
          <a:custGeom>
            <a:avLst/>
            <a:gdLst/>
            <a:ahLst/>
            <a:cxnLst/>
            <a:rect l="l" t="t" r="r" b="b"/>
            <a:pathLst>
              <a:path w="142" h="28">
                <a:moveTo>
                  <a:pt x="0" y="28"/>
                </a:moveTo>
                <a:lnTo>
                  <a:pt x="71" y="0"/>
                </a:lnTo>
                <a:lnTo>
                  <a:pt x="142" y="2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971800" y="1460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3" y="3"/>
                </a:moveTo>
                <a:lnTo>
                  <a:pt x="6" y="0"/>
                </a:lnTo>
                <a:lnTo>
                  <a:pt x="0" y="0"/>
                </a:lnTo>
                <a:lnTo>
                  <a:pt x="3" y="3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554501" y="2246477"/>
            <a:ext cx="472529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297437" y="2246477"/>
            <a:ext cx="275442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80001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9993" y="55214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79051" y="1521300"/>
            <a:ext cx="37063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79037" y="1521300"/>
            <a:ext cx="34063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64216" y="1521300"/>
            <a:ext cx="31211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63212" y="1521300"/>
            <a:ext cx="28221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63859" y="1521300"/>
            <a:ext cx="25215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64214" y="1521300"/>
            <a:ext cx="22211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54714" y="1521300"/>
            <a:ext cx="19306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27553" y="1451882"/>
            <a:ext cx="38578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36862" y="1091633"/>
            <a:ext cx="38485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33928" y="1211509"/>
            <a:ext cx="39514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03054" y="1331752"/>
            <a:ext cx="39823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0.1667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52938" y="1715160"/>
            <a:ext cx="293245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Scaled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2945" y="2190985"/>
            <a:ext cx="50924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gravity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85336" y="1975590"/>
            <a:ext cx="42000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54501" y="2158559"/>
            <a:ext cx="423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47630" y="2050653"/>
            <a:ext cx="40377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4450" y="2268465"/>
            <a:ext cx="41309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23601" y="2451434"/>
            <a:ext cx="41617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16743" y="2344852"/>
            <a:ext cx="39686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68735" y="2122196"/>
            <a:ext cx="36166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(6 + 24)(0) + (9 + 21)(0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1667) + (12 + 18)(0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333) + 15(0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03887" y="2268500"/>
            <a:ext cx="28815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2(0) + 2(0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1667) + 2(0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333) + 0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89662" y="3150916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25627" y="3150691"/>
            <a:ext cx="1597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05835" y="1499995"/>
            <a:ext cx="180002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05835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405820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05833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005846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305831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605845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05857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005846" y="1139991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705833" y="1259870"/>
            <a:ext cx="0" cy="2401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305831" y="1259870"/>
            <a:ext cx="0" cy="2401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05820" y="1380117"/>
            <a:ext cx="0" cy="1198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05845" y="1380117"/>
            <a:ext cx="0" cy="1198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105835" y="779986"/>
            <a:ext cx="900011" cy="72000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05846" y="779986"/>
            <a:ext cx="900011" cy="72000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105835" y="779986"/>
            <a:ext cx="0" cy="7200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105835" y="1139991"/>
            <a:ext cx="90001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105835" y="1259870"/>
            <a:ext cx="1199892" cy="3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105835" y="1380117"/>
            <a:ext cx="150003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108200" y="1143000"/>
            <a:ext cx="1803400" cy="355600"/>
          </a:xfrm>
          <a:custGeom>
            <a:avLst/>
            <a:gdLst/>
            <a:ahLst/>
            <a:cxnLst/>
            <a:rect l="l" t="t" r="r" b="b"/>
            <a:pathLst>
              <a:path w="142" h="28">
                <a:moveTo>
                  <a:pt x="0" y="28"/>
                </a:moveTo>
                <a:lnTo>
                  <a:pt x="71" y="0"/>
                </a:lnTo>
                <a:lnTo>
                  <a:pt x="142" y="2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971800" y="1460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3" y="3"/>
                </a:moveTo>
                <a:lnTo>
                  <a:pt x="6" y="0"/>
                </a:lnTo>
                <a:lnTo>
                  <a:pt x="0" y="0"/>
                </a:lnTo>
                <a:lnTo>
                  <a:pt x="3" y="3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554501" y="2246477"/>
            <a:ext cx="472529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297437" y="2246477"/>
            <a:ext cx="275442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80001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9993" y="55214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79051" y="1521300"/>
            <a:ext cx="37063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79037" y="1521300"/>
            <a:ext cx="34063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64216" y="1521300"/>
            <a:ext cx="31211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63212" y="1521300"/>
            <a:ext cx="28221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63859" y="1521300"/>
            <a:ext cx="25215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64214" y="1521300"/>
            <a:ext cx="22211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54714" y="1521300"/>
            <a:ext cx="19306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27553" y="1451882"/>
            <a:ext cx="38578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36862" y="1091633"/>
            <a:ext cx="38485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33928" y="1211509"/>
            <a:ext cx="39514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03054" y="1331752"/>
            <a:ext cx="39823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0.1667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52938" y="1715160"/>
            <a:ext cx="293245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Scaled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2945" y="2190985"/>
            <a:ext cx="50924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gravity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85336" y="1975590"/>
            <a:ext cx="42000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54501" y="2158559"/>
            <a:ext cx="423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47630" y="2050653"/>
            <a:ext cx="40377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4450" y="2268465"/>
            <a:ext cx="41309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23601" y="2451434"/>
            <a:ext cx="41617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16743" y="2344852"/>
            <a:ext cx="39686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68735" y="2122196"/>
            <a:ext cx="36166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(6 + 24)(0) + (9 + 21)(0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1667) + (12 + 18)(0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333) + 15(0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03887" y="2268500"/>
            <a:ext cx="28815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2(0) + 2(0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1667) + 2(0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333) + 0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25786" y="2579065"/>
            <a:ext cx="43596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889662" y="3150916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25627" y="3150691"/>
            <a:ext cx="1597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05835" y="1499995"/>
            <a:ext cx="180002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05835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405820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05833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005846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305831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605845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05857" y="1463993"/>
            <a:ext cx="0" cy="3600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005846" y="1139991"/>
            <a:ext cx="0" cy="3600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705833" y="1259870"/>
            <a:ext cx="0" cy="2401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305831" y="1259870"/>
            <a:ext cx="0" cy="2401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05820" y="1380117"/>
            <a:ext cx="0" cy="1198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05845" y="1380117"/>
            <a:ext cx="0" cy="11987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105835" y="779986"/>
            <a:ext cx="900011" cy="72000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05846" y="779986"/>
            <a:ext cx="900011" cy="720009"/>
          </a:xfrm>
          <a:prstGeom prst="line">
            <a:avLst/>
          </a:prstGeom>
          <a:ln w="50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105835" y="779986"/>
            <a:ext cx="0" cy="7200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105835" y="1139991"/>
            <a:ext cx="90001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105835" y="1259870"/>
            <a:ext cx="1199892" cy="3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105835" y="1380117"/>
            <a:ext cx="150003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108200" y="1143000"/>
            <a:ext cx="1803400" cy="355600"/>
          </a:xfrm>
          <a:custGeom>
            <a:avLst/>
            <a:gdLst/>
            <a:ahLst/>
            <a:cxnLst/>
            <a:rect l="l" t="t" r="r" b="b"/>
            <a:pathLst>
              <a:path w="142" h="28">
                <a:moveTo>
                  <a:pt x="0" y="28"/>
                </a:moveTo>
                <a:lnTo>
                  <a:pt x="71" y="0"/>
                </a:lnTo>
                <a:lnTo>
                  <a:pt x="142" y="28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971800" y="1460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3" y="3"/>
                </a:moveTo>
                <a:lnTo>
                  <a:pt x="6" y="0"/>
                </a:lnTo>
                <a:lnTo>
                  <a:pt x="0" y="0"/>
                </a:lnTo>
                <a:lnTo>
                  <a:pt x="3" y="3"/>
                </a:lnTo>
                <a:close/>
              </a:path>
            </a:pathLst>
          </a:custGeom>
          <a:solidFill>
            <a:srgbClr val="FFFFFF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554501" y="2246477"/>
            <a:ext cx="472529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297437" y="2246477"/>
            <a:ext cx="275442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880001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Mamdani-style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9993" y="55214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79051" y="1521300"/>
            <a:ext cx="37063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79037" y="1521300"/>
            <a:ext cx="34063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64216" y="1521300"/>
            <a:ext cx="31211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63212" y="1521300"/>
            <a:ext cx="28221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63859" y="1521300"/>
            <a:ext cx="25215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64214" y="1521300"/>
            <a:ext cx="22211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54714" y="1521300"/>
            <a:ext cx="19306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27553" y="1451882"/>
            <a:ext cx="38578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36862" y="1091633"/>
            <a:ext cx="38485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33928" y="1211509"/>
            <a:ext cx="39514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0.333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03054" y="1331752"/>
            <a:ext cx="39823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0.1667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52938" y="1715160"/>
            <a:ext cx="293245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Scaled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2945" y="2190985"/>
            <a:ext cx="509245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gravity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85336" y="1975590"/>
            <a:ext cx="42000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54501" y="2158559"/>
            <a:ext cx="42308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47630" y="2050653"/>
            <a:ext cx="40377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4450" y="2268465"/>
            <a:ext cx="41309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23601" y="2451434"/>
            <a:ext cx="41617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16743" y="2344852"/>
            <a:ext cx="39686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68735" y="2122196"/>
            <a:ext cx="36166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(6 + 24)(0) + (9 + 21)(0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1667) + (12 + 18)(0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333) + 15(0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03887" y="2268500"/>
            <a:ext cx="28815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2(0) + 2(0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1667) + 2(0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333) + 0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25786" y="2579065"/>
            <a:ext cx="435960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4678" y="2918345"/>
            <a:ext cx="50507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final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system,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i.e.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percentage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tip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that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would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be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given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15%.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89662" y="3150916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25627" y="3150691"/>
            <a:ext cx="1597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Takagi-Sugeno-Kang-style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9788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singleton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46995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89665" y="3150918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4640" y="3150694"/>
            <a:ext cx="1607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Takagi-Sugeno-Kang-style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9788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shortens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singleton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46995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7804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previous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slightly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9665" y="3150918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4640" y="3150694"/>
            <a:ext cx="1607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030102" y="-23834588"/>
            <a:ext cx="2700033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7030102" y="-23861590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300104" y="-23861590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570109" y="-23861590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840111" y="-23861590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10116" y="-23861590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380118" y="-23861590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650120" y="-23861590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920126" y="-23861590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190128" y="-23861590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460133" y="-23861590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730135" y="-23861590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7030102" y="-24509596"/>
            <a:ext cx="0" cy="675008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7003099" y="-23834588"/>
            <a:ext cx="27003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27003099" y="-23969589"/>
            <a:ext cx="27003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27003099" y="-24104592"/>
            <a:ext cx="27003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7003099" y="-24239593"/>
            <a:ext cx="27003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27003099" y="-24374595"/>
            <a:ext cx="27003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7003099" y="-24509596"/>
            <a:ext cx="27003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7030102" y="-24509596"/>
            <a:ext cx="540007" cy="0"/>
          </a:xfrm>
          <a:prstGeom prst="line">
            <a:avLst/>
          </a:prstGeom>
          <a:ln w="379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570109" y="-24509596"/>
            <a:ext cx="540007" cy="675008"/>
          </a:xfrm>
          <a:prstGeom prst="line">
            <a:avLst/>
          </a:prstGeom>
          <a:ln w="379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110116" y="-23834588"/>
            <a:ext cx="1620019" cy="0"/>
          </a:xfrm>
          <a:prstGeom prst="line">
            <a:avLst/>
          </a:prstGeom>
          <a:ln w="379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030102" y="-23834588"/>
            <a:ext cx="540007" cy="0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570109" y="-24509596"/>
            <a:ext cx="540007" cy="675008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110116" y="-24509596"/>
            <a:ext cx="540004" cy="0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8650120" y="-24509596"/>
            <a:ext cx="540008" cy="675008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9190128" y="-23834588"/>
            <a:ext cx="540007" cy="0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7030102" y="-23834588"/>
            <a:ext cx="1620018" cy="0"/>
          </a:xfrm>
          <a:prstGeom prst="line">
            <a:avLst/>
          </a:prstGeom>
          <a:ln w="379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650120" y="-24509596"/>
            <a:ext cx="540008" cy="675008"/>
          </a:xfrm>
          <a:prstGeom prst="line">
            <a:avLst/>
          </a:prstGeom>
          <a:ln w="379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190128" y="-24509596"/>
            <a:ext cx="540007" cy="0"/>
          </a:xfrm>
          <a:prstGeom prst="line">
            <a:avLst/>
          </a:prstGeom>
          <a:ln w="379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9993" y="54644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‘service’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89678" y="3150919"/>
            <a:ext cx="8957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25948" y="3150695"/>
            <a:ext cx="1594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29774" y="1565738"/>
            <a:ext cx="2700033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29774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99777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9781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39784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09787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79790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49794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19797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789801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059804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329807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29774" y="890730"/>
            <a:ext cx="0" cy="675008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02772" y="1565738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02772" y="1430736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02772" y="1295734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02772" y="1160733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02772" y="1025731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02772" y="890730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29774" y="890730"/>
            <a:ext cx="540007" cy="0"/>
          </a:xfrm>
          <a:prstGeom prst="line">
            <a:avLst/>
          </a:prstGeom>
          <a:ln w="379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69781" y="890730"/>
            <a:ext cx="540006" cy="675008"/>
          </a:xfrm>
          <a:prstGeom prst="line">
            <a:avLst/>
          </a:prstGeom>
          <a:ln w="379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09787" y="1565738"/>
            <a:ext cx="1620020" cy="0"/>
          </a:xfrm>
          <a:prstGeom prst="line">
            <a:avLst/>
          </a:prstGeom>
          <a:ln w="379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29774" y="1565738"/>
            <a:ext cx="540007" cy="0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69781" y="890730"/>
            <a:ext cx="540006" cy="675008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09787" y="890730"/>
            <a:ext cx="540007" cy="0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49794" y="890730"/>
            <a:ext cx="540007" cy="675008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789801" y="1565738"/>
            <a:ext cx="540006" cy="0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29774" y="1565738"/>
            <a:ext cx="1620020" cy="0"/>
          </a:xfrm>
          <a:prstGeom prst="line">
            <a:avLst/>
          </a:prstGeom>
          <a:ln w="379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49794" y="890730"/>
            <a:ext cx="540007" cy="675008"/>
          </a:xfrm>
          <a:prstGeom prst="line">
            <a:avLst/>
          </a:prstGeom>
          <a:ln w="379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789801" y="890730"/>
            <a:ext cx="540006" cy="0"/>
          </a:xfrm>
          <a:prstGeom prst="line">
            <a:avLst/>
          </a:prstGeom>
          <a:ln w="379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1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0017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9993" y="54644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‘service’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06276" y="1581726"/>
            <a:ext cx="4179119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87816" y="1581726"/>
            <a:ext cx="3897579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50534" y="1581726"/>
            <a:ext cx="3634861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20035" y="1581726"/>
            <a:ext cx="3365361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90116" y="1581726"/>
            <a:ext cx="3095279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59769" y="1581726"/>
            <a:ext cx="2825626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29698" y="1581726"/>
            <a:ext cx="2555698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01703" y="1581726"/>
            <a:ext cx="2283692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770260" y="1581726"/>
            <a:ext cx="2015135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39694" y="1581726"/>
            <a:ext cx="1745701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94326" y="1581726"/>
            <a:ext cx="1491069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96062" y="1529662"/>
            <a:ext cx="4289333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04568" y="1394655"/>
            <a:ext cx="4280827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506539" y="1259657"/>
            <a:ext cx="4278856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02901" y="1124468"/>
            <a:ext cx="4282494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04034" y="989471"/>
            <a:ext cx="4281361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19141" y="854663"/>
            <a:ext cx="4266254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826065" y="888201"/>
            <a:ext cx="3959330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897637" y="914119"/>
            <a:ext cx="2887758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24079" y="914119"/>
            <a:ext cx="1861316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56718" y="802443"/>
            <a:ext cx="2928677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92587" y="861458"/>
            <a:ext cx="4392808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36960" y="1725753"/>
            <a:ext cx="3048435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89678" y="3150917"/>
            <a:ext cx="8957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625948" y="3150693"/>
            <a:ext cx="1594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29774" y="1565738"/>
            <a:ext cx="2700033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29774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99777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9781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39784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09787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79790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49794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19797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789801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059804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329807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29774" y="890730"/>
            <a:ext cx="0" cy="675008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02772" y="1565738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02772" y="1430736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02772" y="1295734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02772" y="1160733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02772" y="1025731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02772" y="890730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29774" y="890730"/>
            <a:ext cx="540007" cy="0"/>
          </a:xfrm>
          <a:prstGeom prst="line">
            <a:avLst/>
          </a:prstGeom>
          <a:ln w="379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69781" y="890730"/>
            <a:ext cx="540006" cy="675008"/>
          </a:xfrm>
          <a:prstGeom prst="line">
            <a:avLst/>
          </a:prstGeom>
          <a:ln w="379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09787" y="1565738"/>
            <a:ext cx="1620020" cy="0"/>
          </a:xfrm>
          <a:prstGeom prst="line">
            <a:avLst/>
          </a:prstGeom>
          <a:ln w="379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29774" y="1565738"/>
            <a:ext cx="540007" cy="0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69781" y="890730"/>
            <a:ext cx="540006" cy="675008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09787" y="890730"/>
            <a:ext cx="540007" cy="0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49794" y="890730"/>
            <a:ext cx="540007" cy="675008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789801" y="1565738"/>
            <a:ext cx="540006" cy="0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29774" y="1565738"/>
            <a:ext cx="1620020" cy="0"/>
          </a:xfrm>
          <a:prstGeom prst="line">
            <a:avLst/>
          </a:prstGeom>
          <a:ln w="379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49794" y="890730"/>
            <a:ext cx="540007" cy="675008"/>
          </a:xfrm>
          <a:prstGeom prst="line">
            <a:avLst/>
          </a:prstGeom>
          <a:ln w="379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789801" y="890730"/>
            <a:ext cx="540006" cy="0"/>
          </a:xfrm>
          <a:prstGeom prst="line">
            <a:avLst/>
          </a:prstGeom>
          <a:ln w="379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1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0017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9993" y="54644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‘service’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06276" y="1581726"/>
            <a:ext cx="4179119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87816" y="1581726"/>
            <a:ext cx="3897579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50534" y="1581726"/>
            <a:ext cx="3634861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20035" y="1581726"/>
            <a:ext cx="3365361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90116" y="1581726"/>
            <a:ext cx="3095279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59769" y="1581726"/>
            <a:ext cx="2825626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29698" y="1581726"/>
            <a:ext cx="2555698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01703" y="1581726"/>
            <a:ext cx="2283692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770260" y="1581726"/>
            <a:ext cx="2015135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39694" y="1581726"/>
            <a:ext cx="1745701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94326" y="1581726"/>
            <a:ext cx="1491069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96062" y="1529662"/>
            <a:ext cx="4289333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04568" y="1394655"/>
            <a:ext cx="4280827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506539" y="1259657"/>
            <a:ext cx="4278856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02901" y="1124468"/>
            <a:ext cx="4282494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04034" y="989471"/>
            <a:ext cx="4281361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19141" y="854663"/>
            <a:ext cx="4266254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826065" y="888201"/>
            <a:ext cx="3959330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897637" y="914119"/>
            <a:ext cx="2887758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24079" y="914119"/>
            <a:ext cx="1861316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56718" y="802443"/>
            <a:ext cx="2928677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92587" y="861458"/>
            <a:ext cx="4392808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36960" y="1725753"/>
            <a:ext cx="3048435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0007" y="1959892"/>
            <a:ext cx="54253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93379" y="2230593"/>
            <a:ext cx="36920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631767" y="2230593"/>
            <a:ext cx="31536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93379" y="2453275"/>
            <a:ext cx="36920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31768" y="2453275"/>
            <a:ext cx="31536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×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89678" y="3150917"/>
            <a:ext cx="8957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25948" y="3150693"/>
            <a:ext cx="1594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29774" y="1565738"/>
            <a:ext cx="2700033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29774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99777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9781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39784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09787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79790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49794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19797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789801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059804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329807" y="1538736"/>
            <a:ext cx="0" cy="27002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29774" y="890730"/>
            <a:ext cx="0" cy="675008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02772" y="1565738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02772" y="1430736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02772" y="1295734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02772" y="1160733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02772" y="1025731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02772" y="890730"/>
            <a:ext cx="27002" cy="0"/>
          </a:xfrm>
          <a:prstGeom prst="line">
            <a:avLst/>
          </a:prstGeom>
          <a:ln w="379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29774" y="890730"/>
            <a:ext cx="540007" cy="0"/>
          </a:xfrm>
          <a:prstGeom prst="line">
            <a:avLst/>
          </a:prstGeom>
          <a:ln w="379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69781" y="890730"/>
            <a:ext cx="540006" cy="675008"/>
          </a:xfrm>
          <a:prstGeom prst="line">
            <a:avLst/>
          </a:prstGeom>
          <a:ln w="379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09787" y="1565738"/>
            <a:ext cx="1620020" cy="0"/>
          </a:xfrm>
          <a:prstGeom prst="line">
            <a:avLst/>
          </a:prstGeom>
          <a:ln w="379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29774" y="1565738"/>
            <a:ext cx="540007" cy="0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69781" y="890730"/>
            <a:ext cx="540006" cy="675008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09787" y="890730"/>
            <a:ext cx="540007" cy="0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49794" y="890730"/>
            <a:ext cx="540007" cy="675008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789801" y="1565738"/>
            <a:ext cx="540006" cy="0"/>
          </a:xfrm>
          <a:prstGeom prst="line">
            <a:avLst/>
          </a:prstGeom>
          <a:ln w="379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29774" y="1565738"/>
            <a:ext cx="1620020" cy="0"/>
          </a:xfrm>
          <a:prstGeom prst="line">
            <a:avLst/>
          </a:prstGeom>
          <a:ln w="379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49794" y="890730"/>
            <a:ext cx="540007" cy="675008"/>
          </a:xfrm>
          <a:prstGeom prst="line">
            <a:avLst/>
          </a:prstGeom>
          <a:ln w="379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789801" y="890730"/>
            <a:ext cx="540006" cy="0"/>
          </a:xfrm>
          <a:prstGeom prst="line">
            <a:avLst/>
          </a:prstGeom>
          <a:ln w="379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1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88001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9993" y="54644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‘service’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06276" y="1581726"/>
            <a:ext cx="4179119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87816" y="1581726"/>
            <a:ext cx="3897579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50534" y="1581726"/>
            <a:ext cx="3634861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20035" y="1581726"/>
            <a:ext cx="3365361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90116" y="1581726"/>
            <a:ext cx="3095279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59769" y="1581726"/>
            <a:ext cx="2825626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29698" y="1581726"/>
            <a:ext cx="2555698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01703" y="1581726"/>
            <a:ext cx="2283692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770260" y="1581726"/>
            <a:ext cx="2015135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39694" y="1581726"/>
            <a:ext cx="1745701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94326" y="1581726"/>
            <a:ext cx="1491069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96062" y="1529662"/>
            <a:ext cx="4289333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04568" y="1394655"/>
            <a:ext cx="4280827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506539" y="1259657"/>
            <a:ext cx="4278856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02901" y="1124468"/>
            <a:ext cx="4282494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04034" y="989471"/>
            <a:ext cx="4281361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19141" y="854663"/>
            <a:ext cx="4266254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826065" y="888201"/>
            <a:ext cx="3959330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897637" y="914119"/>
            <a:ext cx="2887758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24079" y="914119"/>
            <a:ext cx="1861316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56718" y="802443"/>
            <a:ext cx="2928677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92587" y="861458"/>
            <a:ext cx="4392808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36960" y="1725753"/>
            <a:ext cx="3048435" cy="117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0007" y="1959892"/>
            <a:ext cx="54253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93379" y="2230593"/>
            <a:ext cx="36920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631767" y="2230593"/>
            <a:ext cx="31536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093379" y="2453275"/>
            <a:ext cx="369201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31768" y="2453275"/>
            <a:ext cx="315362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×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0007" y="2735506"/>
            <a:ext cx="54253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restaurant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0007" y="2907578"/>
            <a:ext cx="54253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percentage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tip?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89678" y="3150916"/>
            <a:ext cx="8957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25948" y="3150691"/>
            <a:ext cx="1594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46752" y="-23601438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46752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34756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522760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810761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098765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386769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674773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962777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50782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538783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826787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46752" y="-2432144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6917950" y="-2360143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26917950" y="-237454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26917950" y="-238894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6917950" y="-2403344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26917950" y="-2417744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6917950" y="-2432144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946752" y="-24321447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522760" y="-24321447"/>
            <a:ext cx="576005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098765" y="-23601438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946752" y="-23601438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522760" y="-24321447"/>
            <a:ext cx="576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098765" y="-24321447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8674773" y="-24321447"/>
            <a:ext cx="576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9250782" y="-23601438"/>
            <a:ext cx="576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946752" y="-23601438"/>
            <a:ext cx="172802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674773" y="-24321447"/>
            <a:ext cx="576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250782" y="-24321447"/>
            <a:ext cx="576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8131021" y="-44281703"/>
            <a:ext cx="0" cy="3600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47287256" y="-44281703"/>
            <a:ext cx="84376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47269400" y="-442976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47287256" y="-43921700"/>
            <a:ext cx="84376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47269400" y="-43942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8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89668" y="3150931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24110" y="3150707"/>
            <a:ext cx="1612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46748" y="-23601438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46748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34753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522757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810758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098762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386766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674770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962774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50778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538779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826784" y="-23630239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46748" y="-2432144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6917947" y="-2360143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26917947" y="-23745440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26917947" y="-23889442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6917947" y="-2403344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26917947" y="-2417744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6917947" y="-2432144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946748" y="-24321447"/>
            <a:ext cx="576009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522757" y="-24321447"/>
            <a:ext cx="576005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098762" y="-23601438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946748" y="-23601438"/>
            <a:ext cx="576009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7522757" y="-24321447"/>
            <a:ext cx="576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098762" y="-24321447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8674770" y="-24321447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9250778" y="-23601438"/>
            <a:ext cx="576006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946748" y="-23601438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674770" y="-24321447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250778" y="-24321447"/>
            <a:ext cx="576006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8131021" y="-44281703"/>
            <a:ext cx="0" cy="3600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47287256" y="-44281703"/>
            <a:ext cx="84376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47269400" y="-442976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47287256" y="-43921700"/>
            <a:ext cx="84376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47269400" y="-43942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73920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89665" y="3150931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24107" y="3150707"/>
            <a:ext cx="161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98889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4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788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988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6548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5108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668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2228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788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78880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22429" y="107888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98436" y="1798889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22429" y="1078880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698436" y="1078880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74443" y="1078880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50451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46422" y="1798889"/>
            <a:ext cx="172802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74443" y="1078880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850451" y="1078880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2730694" y="-18881377"/>
            <a:ext cx="0" cy="360004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1886927" y="-18881377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21869400" y="-188976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21886927" y="-18521373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1869400" y="-18542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73920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1357" y="1815933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1667" y="1815933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1889" y="1815933"/>
            <a:ext cx="36835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89367" y="1815933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7443" y="1815933"/>
            <a:ext cx="31079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65083" y="1815933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52997" y="1815933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43146" y="1815933"/>
            <a:ext cx="22422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29608" y="1815933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7004" y="1815933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8601" y="1815933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03796" y="1760398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869" y="1616400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14972" y="1472403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11081" y="1328202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2300" y="1184194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28414" y="1040399"/>
            <a:ext cx="43569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5789" y="1076173"/>
            <a:ext cx="4029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98799" y="1103828"/>
            <a:ext cx="28865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93671" y="1103828"/>
            <a:ext cx="17917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5162" y="984698"/>
            <a:ext cx="29302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93423" y="1047647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27420" y="1969572"/>
            <a:ext cx="305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89665" y="3150931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24107" y="3150707"/>
            <a:ext cx="161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98889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4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788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988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6548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5108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668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2228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788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78880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22429" y="107888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98436" y="1798889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22429" y="1078880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698436" y="1078880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74443" y="1078880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50451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46422" y="1798889"/>
            <a:ext cx="172802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74443" y="1078880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850451" y="1078880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2730694" y="-18881377"/>
            <a:ext cx="0" cy="360004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1886927" y="-18881377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21869400" y="-188976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21886927" y="-18521373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1869400" y="-18542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73920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1357" y="1815933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1667" y="1815933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1889" y="1815933"/>
            <a:ext cx="36835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89367" y="1815933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7443" y="1815933"/>
            <a:ext cx="31079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65083" y="1815933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52997" y="1815933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43146" y="1815933"/>
            <a:ext cx="22422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29608" y="1815933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7004" y="1815933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8601" y="1815933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03796" y="1760398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869" y="1616400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14972" y="1472403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11081" y="1328202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2300" y="1184194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28414" y="1040399"/>
            <a:ext cx="43569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5789" y="1076173"/>
            <a:ext cx="4029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98799" y="1103828"/>
            <a:ext cx="28865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93671" y="1103828"/>
            <a:ext cx="17917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5162" y="984698"/>
            <a:ext cx="29302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93423" y="1047647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27420" y="1969572"/>
            <a:ext cx="305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9995" y="2198838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‘service’.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89665" y="3150929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24107" y="3150705"/>
            <a:ext cx="161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98889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4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788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988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6548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5108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668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2228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788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78880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22429" y="107888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98436" y="1798889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22429" y="1078880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698436" y="1078880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74443" y="1078880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50451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46422" y="1798889"/>
            <a:ext cx="172802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74443" y="1078880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850451" y="1078880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2730694" y="-18881377"/>
            <a:ext cx="0" cy="360004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1886927" y="-18881377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21869400" y="-188976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21886927" y="-18521373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1869400" y="-18542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73920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1357" y="1815933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1667" y="1815933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1889" y="1815933"/>
            <a:ext cx="36835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89367" y="1815933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7443" y="1815933"/>
            <a:ext cx="31079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65083" y="1815933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52997" y="1815933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43146" y="1815933"/>
            <a:ext cx="22422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29608" y="1815933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7004" y="1815933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8601" y="1815933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03796" y="1760398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869" y="1616400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14972" y="1472403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11081" y="1328202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2300" y="1184194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28414" y="1040399"/>
            <a:ext cx="43569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5789" y="1076173"/>
            <a:ext cx="4029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98799" y="1103828"/>
            <a:ext cx="28865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93671" y="1103828"/>
            <a:ext cx="17917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5162" y="984698"/>
            <a:ext cx="29302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93423" y="1047647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27420" y="1969572"/>
            <a:ext cx="305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9995" y="2198838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‘service’.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10,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89665" y="3150929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24107" y="3150705"/>
            <a:ext cx="161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98889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4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788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988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6548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5108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668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2228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788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78880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22429" y="107888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98436" y="1798889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22429" y="1078880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698436" y="1078880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74443" y="1078880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50451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46422" y="1798889"/>
            <a:ext cx="172802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74443" y="1078880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850451" y="1078880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410432" y="1438884"/>
            <a:ext cx="0" cy="360004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566665" y="1438884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1549400" y="1422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21886927" y="-18521373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1869400" y="-18542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73920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1357" y="1815933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1667" y="1815933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1889" y="1815933"/>
            <a:ext cx="36835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89367" y="1815933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7443" y="1815933"/>
            <a:ext cx="31079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65083" y="1815933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52997" y="1815933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43146" y="1815933"/>
            <a:ext cx="22422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29608" y="1815933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7004" y="1815933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8601" y="1815933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03796" y="1760398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869" y="1616400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14972" y="1472403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11081" y="1328202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2300" y="1184194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28414" y="1040399"/>
            <a:ext cx="43569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5789" y="1076173"/>
            <a:ext cx="4029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98799" y="1103828"/>
            <a:ext cx="28865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93671" y="1103828"/>
            <a:ext cx="17917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5162" y="984698"/>
            <a:ext cx="29302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93423" y="1047647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27420" y="1969572"/>
            <a:ext cx="305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11243" y="1400195"/>
            <a:ext cx="43741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59995" y="2198838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‘service’.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10,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89665" y="3150929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24107" y="3150705"/>
            <a:ext cx="161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98889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4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788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988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6548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5108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668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2228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788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78880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22429" y="107888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98436" y="1798889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22429" y="1078880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698436" y="1078880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74443" y="1078880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50451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46422" y="1798889"/>
            <a:ext cx="172802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74443" y="1078880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850451" y="1078880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410432" y="1438884"/>
            <a:ext cx="0" cy="360004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566665" y="1438884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1549400" y="1422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1566665" y="1798888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549400" y="1778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73920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1357" y="1815933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1667" y="1815933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1889" y="1815933"/>
            <a:ext cx="36835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89367" y="1815933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7443" y="1815933"/>
            <a:ext cx="31079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65083" y="1815933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52997" y="1815933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43146" y="1815933"/>
            <a:ext cx="22422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29608" y="1815933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7004" y="1815933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8601" y="1815933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03796" y="1760398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869" y="1616400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14972" y="1472403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11081" y="1328202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2300" y="1184194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28414" y="1040399"/>
            <a:ext cx="43569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5789" y="1076173"/>
            <a:ext cx="4029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98799" y="1103828"/>
            <a:ext cx="28865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93671" y="1103828"/>
            <a:ext cx="17917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5162" y="984698"/>
            <a:ext cx="29302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93423" y="1047647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27420" y="1969572"/>
            <a:ext cx="305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11243" y="1400195"/>
            <a:ext cx="43741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59995" y="2198838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‘service’.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10,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89665" y="3150929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24107" y="3150705"/>
            <a:ext cx="161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98889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6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3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4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700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788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988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6548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5108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668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2228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788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78880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22429" y="107888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98436" y="1798889"/>
            <a:ext cx="172802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122429" y="1078880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698436" y="1078880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74443" y="1078880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850451" y="1798889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46422" y="1798889"/>
            <a:ext cx="172802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274443" y="1078880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850451" y="1078880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410432" y="1438884"/>
            <a:ext cx="0" cy="360004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566665" y="1438884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Freeform 67"/>
          <p:cNvSpPr/>
          <p:nvPr/>
        </p:nvSpPr>
        <p:spPr>
          <a:xfrm>
            <a:off x="1549400" y="1422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1566665" y="1798888"/>
            <a:ext cx="84376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549400" y="1778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59993" y="50170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5" y="73920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21357" y="1815933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1667" y="1815933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1889" y="1815933"/>
            <a:ext cx="36835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89367" y="1815933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7443" y="1815933"/>
            <a:ext cx="31079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65083" y="1815933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52997" y="1815933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543146" y="1815933"/>
            <a:ext cx="22422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29608" y="1815933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7004" y="1815933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8601" y="1815933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03796" y="1760398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869" y="1616400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14972" y="1472403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411081" y="1328202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412300" y="1184194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28414" y="1040399"/>
            <a:ext cx="43569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5789" y="1076173"/>
            <a:ext cx="4029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898799" y="1103828"/>
            <a:ext cx="28865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993671" y="1103828"/>
            <a:ext cx="17917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excellent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55162" y="984698"/>
            <a:ext cx="29302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93423" y="1047647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27420" y="1969572"/>
            <a:ext cx="305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11243" y="1400195"/>
            <a:ext cx="43741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59995" y="2198838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Let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denotes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‘service’.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10,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02435" y="2451669"/>
            <a:ext cx="31829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poor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82775" y="2641458"/>
            <a:ext cx="32026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05102" y="2831247"/>
            <a:ext cx="33802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excellence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89667" y="3150929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4108" y="3150705"/>
            <a:ext cx="1612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652746" y="-22546225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7652746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940750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228754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8516755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804759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092763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7652746" y="-2326623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623944" y="-225462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7623944" y="-2269022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7623944" y="-2283422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7623944" y="-2297822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7623944" y="-231222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7623944" y="-2326623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516755" y="-22906229"/>
            <a:ext cx="0" cy="360004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652746" y="-22906229"/>
            <a:ext cx="86400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" y="3146738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80006" y="3146738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519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89667" y="3150926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955" y="3150702"/>
            <a:ext cx="1614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652746" y="-22546225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7652746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940750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228754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8516755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804759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092763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7652746" y="-2326623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623944" y="-225462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7623944" y="-2269022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7623944" y="-2283422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7623944" y="-2297822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7623944" y="-231222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7623944" y="-2326623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516755" y="-22906229"/>
            <a:ext cx="0" cy="360004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652746" y="-22906229"/>
            <a:ext cx="86400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" y="3146738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80006" y="3146738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519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5" y="756485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According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12215" y="1010740"/>
            <a:ext cx="41731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17049" y="1010740"/>
            <a:ext cx="366834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13989" y="1011220"/>
            <a:ext cx="257140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12215" y="1213178"/>
            <a:ext cx="41731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17049" y="1213178"/>
            <a:ext cx="366834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89667" y="3150926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3955" y="3150702"/>
            <a:ext cx="1614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652746" y="-22546225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7652746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940750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228754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8516755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804759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092763" y="-2257502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7652746" y="-2326623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623944" y="-225462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7623944" y="-2269022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7623944" y="-2283422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7623944" y="-2297822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7623944" y="-231222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7623944" y="-2326623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516755" y="-22906229"/>
            <a:ext cx="0" cy="360004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652746" y="-22906229"/>
            <a:ext cx="86400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" y="3146738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80006" y="3146738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519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5" y="756485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According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12215" y="1010740"/>
            <a:ext cx="41731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17049" y="1010740"/>
            <a:ext cx="366834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13989" y="1011220"/>
            <a:ext cx="257140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12215" y="1213178"/>
            <a:ext cx="41731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17049" y="1213178"/>
            <a:ext cx="366834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9995" y="1477616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tip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3 = 9%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89667" y="3150926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955" y="3150702"/>
            <a:ext cx="1614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652746" y="-22546223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7652746" y="-2257502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940750" y="-2257502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228754" y="-2257502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8516755" y="-2257502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804759" y="-2257502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092763" y="-2257502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7652746" y="-23266232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623944" y="-2254622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7623944" y="-226902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7623944" y="-2283422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7623944" y="-229782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7623944" y="-231222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7623944" y="-232662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516755" y="-22906228"/>
            <a:ext cx="0" cy="360005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652746" y="-22906228"/>
            <a:ext cx="86400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80006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519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5" y="756485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According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12215" y="1010740"/>
            <a:ext cx="41731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17049" y="1010740"/>
            <a:ext cx="366834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13989" y="1011220"/>
            <a:ext cx="257140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12215" y="1213178"/>
            <a:ext cx="41731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17049" y="1213178"/>
            <a:ext cx="366834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9995" y="1477616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tip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3 = 9%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9996" y="1715487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89667" y="3150928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955" y="3150704"/>
            <a:ext cx="1614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252420" y="2854104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252420" y="282530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540423" y="282530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28427" y="282530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116430" y="282530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404434" y="282530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692437" y="282530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252420" y="2134095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223618" y="28541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223618" y="27101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223618" y="25661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223618" y="24220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223618" y="22780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223618" y="213409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116430" y="2494100"/>
            <a:ext cx="0" cy="360004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52420" y="2494100"/>
            <a:ext cx="86401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80006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9993" y="5190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9995" y="756485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According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12215" y="1010740"/>
            <a:ext cx="41731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17049" y="1010740"/>
            <a:ext cx="366834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13989" y="1011220"/>
            <a:ext cx="257140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→</a:t>
            </a: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12215" y="1213178"/>
            <a:ext cx="41731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17049" y="1213178"/>
            <a:ext cx="366834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9995" y="1477616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tip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3 = 9%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9996" y="1715487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α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95615" y="2871148"/>
            <a:ext cx="358978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487624" y="2871148"/>
            <a:ext cx="32977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75253" y="2871148"/>
            <a:ext cx="30101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63259" y="2871148"/>
            <a:ext cx="272213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9.0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39397" y="2871148"/>
            <a:ext cx="24459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12.0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26580" y="2871148"/>
            <a:ext cx="21588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15.0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09794" y="2815613"/>
            <a:ext cx="367560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34411" y="2095614"/>
            <a:ext cx="36509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14760" y="2024287"/>
            <a:ext cx="28706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1">
                <a:solidFill>
                  <a:srgbClr val="000000"/>
                </a:solidFill>
                <a:latin typeface="Josefin Sans"/>
              </a:rPr>
              <a:t>Tip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99421" y="2102863"/>
            <a:ext cx="378597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80750" y="2963217"/>
            <a:ext cx="300464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Percentage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17241" y="2455410"/>
            <a:ext cx="36681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89667" y="3150928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23955" y="3150704"/>
            <a:ext cx="1614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3375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404" y="1605831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Skip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fired.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7979" y="3150693"/>
            <a:ext cx="1574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583963" y="-23807239"/>
            <a:ext cx="51935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167911" y="-22949761"/>
            <a:ext cx="31631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591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5097" y="3150693"/>
            <a:ext cx="160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583963" y="-23807239"/>
            <a:ext cx="51935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167911" y="-22949761"/>
            <a:ext cx="31631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591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5" y="996655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final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obtained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5097" y="3150693"/>
            <a:ext cx="160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183637" y="1593087"/>
            <a:ext cx="51935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167914" y="-22949761"/>
            <a:ext cx="31631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591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5" y="996655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final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obtained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41831" y="1523719"/>
            <a:ext cx="374356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weighted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1832" y="1265754"/>
            <a:ext cx="257356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83638" y="1493503"/>
            <a:ext cx="2601758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94661" y="1354654"/>
            <a:ext cx="239073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α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93670" y="1615740"/>
            <a:ext cx="249172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65489" y="1843489"/>
            <a:ext cx="2519906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6499" y="1706281"/>
            <a:ext cx="230889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α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89667" y="3150917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5099" y="3150693"/>
            <a:ext cx="1602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183637" y="1593087"/>
            <a:ext cx="51935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67586" y="2450565"/>
            <a:ext cx="31631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6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Sugeno-style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7591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5" y="996655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final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obtained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formula.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41831" y="1523719"/>
            <a:ext cx="374356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weighted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1832" y="1265754"/>
            <a:ext cx="257356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83638" y="1493503"/>
            <a:ext cx="2601758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94661" y="1354654"/>
            <a:ext cx="239073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α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93670" y="1615740"/>
            <a:ext cx="249172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9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65489" y="1843489"/>
            <a:ext cx="2519906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6499" y="1706281"/>
            <a:ext cx="230889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α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23518" y="2296079"/>
            <a:ext cx="346187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MSAM10"/>
              </a:rPr>
              <a:t>∴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tip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·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44916" y="2470096"/>
            <a:ext cx="294047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34235" y="2383304"/>
            <a:ext cx="26511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= 9%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89667" y="3150916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5099" y="3150692"/>
            <a:ext cx="1602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48396" y="1188097"/>
            <a:ext cx="60225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250655" y="1188097"/>
            <a:ext cx="68285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33509" y="1188097"/>
            <a:ext cx="11780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0763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759459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variables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10.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24303" y="1013713"/>
            <a:ext cx="40610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26563" y="1013713"/>
            <a:ext cx="345883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09418" y="1013713"/>
            <a:ext cx="277597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vector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13368" y="1223339"/>
            <a:ext cx="387202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16260" y="1223339"/>
            <a:ext cx="326913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09429" y="1223339"/>
            <a:ext cx="277596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13368" y="1425777"/>
            <a:ext cx="387202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16259" y="1425777"/>
            <a:ext cx="326913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09428" y="1425777"/>
            <a:ext cx="277596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13367" y="1628215"/>
            <a:ext cx="387202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16259" y="1628215"/>
            <a:ext cx="326913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09427" y="1628215"/>
            <a:ext cx="277596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916237" y="1893924"/>
            <a:ext cx="386915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15712" y="1893924"/>
            <a:ext cx="326968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09427" y="1893924"/>
            <a:ext cx="277596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16236" y="2096362"/>
            <a:ext cx="38691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15712" y="2096362"/>
            <a:ext cx="326968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09427" y="2096362"/>
            <a:ext cx="277596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17315" y="2362071"/>
            <a:ext cx="38680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18436" y="2362071"/>
            <a:ext cx="32669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009426" y="2362071"/>
            <a:ext cx="277596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17315" y="2564509"/>
            <a:ext cx="38680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18436" y="2564509"/>
            <a:ext cx="32669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09426" y="2564509"/>
            <a:ext cx="277596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17315" y="2766947"/>
            <a:ext cx="38680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18435" y="2766947"/>
            <a:ext cx="32669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09426" y="2766947"/>
            <a:ext cx="277596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23953" y="3150693"/>
            <a:ext cx="1614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6208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apply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41" y="843336"/>
            <a:ext cx="468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5741" y="1045400"/>
            <a:ext cx="468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11577" y="1045400"/>
            <a:ext cx="41738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5741" y="1247838"/>
            <a:ext cx="468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11577" y="1247838"/>
            <a:ext cx="41738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5741" y="1450276"/>
            <a:ext cx="468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11577" y="1450276"/>
            <a:ext cx="41738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5742" y="1855539"/>
            <a:ext cx="468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5742" y="2057603"/>
            <a:ext cx="468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11577" y="2057603"/>
            <a:ext cx="41738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5742" y="2260041"/>
            <a:ext cx="46896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11578" y="2260041"/>
            <a:ext cx="41738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5742" y="2462479"/>
            <a:ext cx="46896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11578" y="2462479"/>
            <a:ext cx="41738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73562" y="1450650"/>
            <a:ext cx="201183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73562" y="1652727"/>
            <a:ext cx="201183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85740" y="1652727"/>
            <a:ext cx="149965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73563" y="1855165"/>
            <a:ext cx="20118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5741" y="1855165"/>
            <a:ext cx="149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1" y="2729395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3.5,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6.5,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89662" y="315091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16140" y="3150694"/>
            <a:ext cx="169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48396" y="1097000"/>
            <a:ext cx="60225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250655" y="1097000"/>
            <a:ext cx="68285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33509" y="1097000"/>
            <a:ext cx="11780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66836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First,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draw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graph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paper.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4304" y="922616"/>
            <a:ext cx="40610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26563" y="922616"/>
            <a:ext cx="34588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9419" y="922616"/>
            <a:ext cx="277597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vector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13368" y="1132242"/>
            <a:ext cx="387202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6260" y="1132242"/>
            <a:ext cx="326913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09429" y="1132242"/>
            <a:ext cx="277596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13368" y="1334680"/>
            <a:ext cx="387202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16260" y="1334680"/>
            <a:ext cx="326913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09429" y="1334680"/>
            <a:ext cx="277596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13367" y="1537118"/>
            <a:ext cx="387202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16259" y="1537118"/>
            <a:ext cx="326913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09428" y="1537118"/>
            <a:ext cx="277596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16237" y="1802827"/>
            <a:ext cx="386915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15713" y="1802827"/>
            <a:ext cx="326968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09427" y="1802827"/>
            <a:ext cx="277596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16237" y="2005265"/>
            <a:ext cx="386915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15712" y="2005265"/>
            <a:ext cx="326968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09427" y="2005265"/>
            <a:ext cx="277596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17316" y="2270962"/>
            <a:ext cx="386807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8436" y="2270962"/>
            <a:ext cx="32669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09427" y="2270962"/>
            <a:ext cx="277596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17316" y="2473412"/>
            <a:ext cx="386807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18436" y="2473412"/>
            <a:ext cx="32669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009427" y="2473412"/>
            <a:ext cx="277596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17315" y="2675851"/>
            <a:ext cx="38680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18436" y="2675851"/>
            <a:ext cx="326696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09426" y="2675851"/>
            <a:ext cx="277596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39218" y="3150693"/>
            <a:ext cx="146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79805" y="1104554"/>
            <a:ext cx="216002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79805" y="108295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095808" y="108295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311810" y="108295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7813" y="108295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3816" y="108295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59818" y="108295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175821" y="108295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391824" y="108295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607827" y="108295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23829" y="108295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039832" y="108295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879805" y="564548"/>
            <a:ext cx="0" cy="5400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858204" y="1104554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858204" y="996553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858204" y="888551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858204" y="780550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858204" y="672549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858204" y="564548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879805" y="564548"/>
            <a:ext cx="648008" cy="0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527813" y="564548"/>
            <a:ext cx="432005" cy="540006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59818" y="1104554"/>
            <a:ext cx="1080014" cy="0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879805" y="1104554"/>
            <a:ext cx="648008" cy="0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527813" y="564548"/>
            <a:ext cx="864011" cy="540006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391824" y="564548"/>
            <a:ext cx="216003" cy="540006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07827" y="1104554"/>
            <a:ext cx="432005" cy="0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879805" y="1104554"/>
            <a:ext cx="1296016" cy="0"/>
          </a:xfrm>
          <a:prstGeom prst="line">
            <a:avLst/>
          </a:prstGeom>
          <a:ln w="317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175821" y="564548"/>
            <a:ext cx="432006" cy="540006"/>
          </a:xfrm>
          <a:prstGeom prst="line">
            <a:avLst/>
          </a:prstGeom>
          <a:ln w="317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607827" y="564548"/>
            <a:ext cx="432005" cy="0"/>
          </a:xfrm>
          <a:prstGeom prst="line">
            <a:avLst/>
          </a:prstGeom>
          <a:ln w="317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879805" y="1963074"/>
            <a:ext cx="216002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879805" y="194147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095808" y="194147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311810" y="194147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527813" y="194147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743816" y="194147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959818" y="194147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175821" y="194147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391824" y="194147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607827" y="194147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823829" y="194147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4039832" y="1941473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879805" y="1423067"/>
            <a:ext cx="0" cy="540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1858204" y="1963074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1858204" y="1855073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858204" y="1747071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1858204" y="1639070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1858204" y="1531069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1858204" y="1423067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879805" y="1423067"/>
            <a:ext cx="648008" cy="0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527813" y="1423067"/>
            <a:ext cx="1080014" cy="540007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607827" y="1963074"/>
            <a:ext cx="432005" cy="0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879805" y="1963074"/>
            <a:ext cx="1080013" cy="0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959818" y="1423067"/>
            <a:ext cx="648009" cy="540007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607827" y="1423067"/>
            <a:ext cx="432005" cy="0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879805" y="2833400"/>
            <a:ext cx="216002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879805" y="2811799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095808" y="2811799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311810" y="2811799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527813" y="2811799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743816" y="2811799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959818" y="2811799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175821" y="2811799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391824" y="2811799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607827" y="2811799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823829" y="2811799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4039832" y="2811799"/>
            <a:ext cx="0" cy="216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879805" y="2293393"/>
            <a:ext cx="0" cy="540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1858204" y="2833400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>
            <a:off x="1858204" y="2725399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1858204" y="2617397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1858204" y="2509396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1858204" y="2401395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1858204" y="2293393"/>
            <a:ext cx="216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879805" y="2293393"/>
            <a:ext cx="432005" cy="0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311810" y="2293393"/>
            <a:ext cx="648008" cy="540007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959818" y="2833400"/>
            <a:ext cx="1080014" cy="0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879805" y="2833400"/>
            <a:ext cx="432005" cy="0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311810" y="2293393"/>
            <a:ext cx="432006" cy="540007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743816" y="2293393"/>
            <a:ext cx="648008" cy="0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391824" y="2293393"/>
            <a:ext cx="216003" cy="540007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607827" y="2833400"/>
            <a:ext cx="432005" cy="0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879805" y="2833400"/>
            <a:ext cx="1512019" cy="0"/>
          </a:xfrm>
          <a:prstGeom prst="line">
            <a:avLst/>
          </a:prstGeom>
          <a:ln w="317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391824" y="2293393"/>
            <a:ext cx="216003" cy="540007"/>
          </a:xfrm>
          <a:prstGeom prst="line">
            <a:avLst/>
          </a:prstGeom>
          <a:ln w="317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607827" y="2293393"/>
            <a:ext cx="432005" cy="0"/>
          </a:xfrm>
          <a:prstGeom prst="line">
            <a:avLst/>
          </a:prstGeom>
          <a:ln w="317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/>
          <p:cNvSpPr/>
          <p:nvPr/>
        </p:nvSpPr>
        <p:spPr>
          <a:xfrm>
            <a:off x="0" y="314672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879991" y="314672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61006" y="1117337"/>
            <a:ext cx="3924389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86238" y="1117337"/>
            <a:ext cx="3699157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296413" y="1117337"/>
            <a:ext cx="3488982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12014" y="1117337"/>
            <a:ext cx="3273381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28079" y="1117337"/>
            <a:ext cx="3057316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43801" y="1117337"/>
            <a:ext cx="2841594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59744" y="1117337"/>
            <a:ext cx="2625651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377348" y="1117337"/>
            <a:ext cx="2408047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592194" y="1117337"/>
            <a:ext cx="2193201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807741" y="1117337"/>
            <a:ext cx="1977654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011447" y="1117337"/>
            <a:ext cx="1773948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772835" y="1075686"/>
            <a:ext cx="4012560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779640" y="967688"/>
            <a:ext cx="4005755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81217" y="859689"/>
            <a:ext cx="4004178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778306" y="751539"/>
            <a:ext cx="4007089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779213" y="643540"/>
            <a:ext cx="4006182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791299" y="535687"/>
            <a:ext cx="3994096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271823" y="796349"/>
            <a:ext cx="3513572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Cambria Math"/>
              </a:rPr>
              <a:t>A</a:t>
            </a: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092627" y="796349"/>
            <a:ext cx="2692768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Cambria Math"/>
              </a:rPr>
              <a:t>A</a:t>
            </a:r>
            <a:r>
              <a:rPr sz="35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83822" y="796349"/>
            <a:ext cx="2001573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Cambria Math"/>
              </a:rPr>
              <a:t>A</a:t>
            </a:r>
            <a:r>
              <a:rPr sz="35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90056" y="541123"/>
            <a:ext cx="4095339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of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941644" y="1212995"/>
            <a:ext cx="2843751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861006" y="1975857"/>
            <a:ext cx="3924389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086238" y="1975857"/>
            <a:ext cx="3699157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296413" y="1975857"/>
            <a:ext cx="3488982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2014" y="1975857"/>
            <a:ext cx="3273381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728079" y="1975857"/>
            <a:ext cx="3057316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943801" y="1975857"/>
            <a:ext cx="2841594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159744" y="1975857"/>
            <a:ext cx="2625651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377348" y="1975857"/>
            <a:ext cx="2408047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592194" y="1975857"/>
            <a:ext cx="2193201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807741" y="1975857"/>
            <a:ext cx="1977654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011447" y="1975857"/>
            <a:ext cx="1773948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2835" y="1934206"/>
            <a:ext cx="4012560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79640" y="1826208"/>
            <a:ext cx="4005755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81217" y="1718209"/>
            <a:ext cx="4004178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78306" y="1610059"/>
            <a:ext cx="4007089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779213" y="1502053"/>
            <a:ext cx="4006182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791299" y="1394207"/>
            <a:ext cx="3994096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379654" y="1654869"/>
            <a:ext cx="3405741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Cambria Math"/>
              </a:rPr>
              <a:t>B</a:t>
            </a: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632451" y="1654869"/>
            <a:ext cx="2152944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Cambria Math"/>
              </a:rPr>
              <a:t>B</a:t>
            </a:r>
            <a:r>
              <a:rPr sz="35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690056" y="1399643"/>
            <a:ext cx="4095339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of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942764" y="2071515"/>
            <a:ext cx="2842631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861006" y="2846183"/>
            <a:ext cx="3924389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086238" y="2846183"/>
            <a:ext cx="3699157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296406" y="2846183"/>
            <a:ext cx="3488989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512014" y="2846183"/>
            <a:ext cx="3273381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28079" y="2846183"/>
            <a:ext cx="3057316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943801" y="2846183"/>
            <a:ext cx="2841594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159744" y="2846183"/>
            <a:ext cx="2625651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377348" y="2846183"/>
            <a:ext cx="2408047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592194" y="2846183"/>
            <a:ext cx="2193201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807741" y="2846183"/>
            <a:ext cx="1977654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011439" y="2846183"/>
            <a:ext cx="1773956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772835" y="2804532"/>
            <a:ext cx="4012560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779640" y="2696534"/>
            <a:ext cx="4005755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781217" y="2588535"/>
            <a:ext cx="4004178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778306" y="2480385"/>
            <a:ext cx="4007089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779213" y="2372379"/>
            <a:ext cx="4006182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791299" y="2264533"/>
            <a:ext cx="3994096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164991" y="2525195"/>
            <a:ext cx="3620404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Cambria Math"/>
              </a:rPr>
              <a:t>C</a:t>
            </a: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920994" y="2525195"/>
            <a:ext cx="2864401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Cambria Math"/>
              </a:rPr>
              <a:t>C</a:t>
            </a:r>
            <a:r>
              <a:rPr sz="35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784996" y="2525195"/>
            <a:ext cx="2000399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Cambria Math"/>
              </a:rPr>
              <a:t>C</a:t>
            </a:r>
            <a:r>
              <a:rPr sz="35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690056" y="2269969"/>
            <a:ext cx="4095339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of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943511" y="2941841"/>
            <a:ext cx="2841884" cy="941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889651" y="3150917"/>
            <a:ext cx="895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625020" y="3150693"/>
            <a:ext cx="1603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417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4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5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2172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41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5977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453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09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1657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217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21725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10433" y="1021725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6440" y="17417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4173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0433" y="1021725"/>
            <a:ext cx="115201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62447" y="1021725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50451" y="1741733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46422" y="1741733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74444" y="1021725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50451" y="1021725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2874698" y="-19118533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21886929" y="-19118533"/>
            <a:ext cx="98776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1869400" y="-19138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2874698" y="-18668528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1886929" y="-18668528"/>
            <a:ext cx="98776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1869400" y="-18681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546422" y="2853517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46422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34426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22429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10433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43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6440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74444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6244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50451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8455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426458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46422" y="213350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517620" y="28535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517620" y="2709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517620" y="2565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517620" y="24215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17620" y="22775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17620" y="2133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6422" y="2133508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10433" y="2133508"/>
            <a:ext cx="144001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50451" y="285351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6422" y="2853517"/>
            <a:ext cx="144001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86440" y="2133508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50451" y="213350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3738709" y="-1768274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21886929" y="-17682747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21869400" y="-17703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23738709" y="-17826749"/>
            <a:ext cx="0" cy="4464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21886929" y="-17826749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1869400" y="-17843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5017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9993" y="73920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1358" y="1758777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1667" y="1758777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1890" y="1758777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9367" y="1758777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77444" y="1758777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65083" y="1758777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52997" y="1758777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43147" y="1758777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9608" y="1758777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7004" y="1758777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88601" y="1758777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03796" y="1703242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2869" y="1559245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14972" y="1415247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11081" y="1271046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12300" y="1127038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28414" y="983244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9114" y="1330793"/>
            <a:ext cx="37162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63508" y="1330793"/>
            <a:ext cx="26218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85112" y="1330793"/>
            <a:ext cx="1700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93423" y="990492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62208" y="1886321"/>
            <a:ext cx="28231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521358" y="2870561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821667" y="2870561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101890" y="2870561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389367" y="2870561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677444" y="2870561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965083" y="2870561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52997" y="2870561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43147" y="2870561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29608" y="2870561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117004" y="2870561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388601" y="2870561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403796" y="2815026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12869" y="2671028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14972" y="2527031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11081" y="2382830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12300" y="2238832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28414" y="2095027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212888" y="2442576"/>
            <a:ext cx="3572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883283" y="2442576"/>
            <a:ext cx="1902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93423" y="2102275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963702" y="2998105"/>
            <a:ext cx="2821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624258" y="3150706"/>
            <a:ext cx="1611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417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4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5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2172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41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5977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453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09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1657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217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21725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10433" y="1021725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6440" y="17417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4173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0433" y="1021725"/>
            <a:ext cx="115201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62447" y="1021725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50451" y="1741733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46422" y="1741733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74444" y="1021725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50451" y="1021725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2874698" y="-19118533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21886929" y="-19118533"/>
            <a:ext cx="98776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1869400" y="-19138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2874698" y="-18668528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1886929" y="-18668528"/>
            <a:ext cx="98776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1869400" y="-18681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546422" y="2853517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46422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34426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22429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10433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43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6440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74444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6244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50451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8455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426458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46422" y="213350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517620" y="28535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517620" y="2709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517620" y="2565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517620" y="24215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17620" y="22775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17620" y="2133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6422" y="2133508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10433" y="2133508"/>
            <a:ext cx="144001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50451" y="285351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6422" y="2853517"/>
            <a:ext cx="144001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86440" y="2133508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50451" y="213350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3738709" y="-1768274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21886929" y="-17682747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21869400" y="-17703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23738709" y="-17826749"/>
            <a:ext cx="0" cy="4464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21886929" y="-17826749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1869400" y="-17843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5017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9993" y="73920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1358" y="1758777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1667" y="1758777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1890" y="1758777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9367" y="1758777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77444" y="1758777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65083" y="1758777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52997" y="1758777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43147" y="1758777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9608" y="1758777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7004" y="1758777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88601" y="1758777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03796" y="1703242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2869" y="1559245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14972" y="1415247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11081" y="1271046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12300" y="1127038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28414" y="983244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9114" y="1330793"/>
            <a:ext cx="37162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63508" y="1330793"/>
            <a:ext cx="26218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85112" y="1330793"/>
            <a:ext cx="1700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93423" y="990492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62208" y="1886321"/>
            <a:ext cx="28231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96795" y="1846047"/>
            <a:ext cx="3388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3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21358" y="2870561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821667" y="2870561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01890" y="2870561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389367" y="2870561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677444" y="2870561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965083" y="2870561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52997" y="2870561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543147" y="2870561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829608" y="2870561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117004" y="2870561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388601" y="2870561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03796" y="2815026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12869" y="2671028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14972" y="2527031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11081" y="2382830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12300" y="2238832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28414" y="2095027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212888" y="2442576"/>
            <a:ext cx="3572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883283" y="2442576"/>
            <a:ext cx="1902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93423" y="2102275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963702" y="2998105"/>
            <a:ext cx="2821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624258" y="3150706"/>
            <a:ext cx="1611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417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4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5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2172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41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5977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453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09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1657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217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21725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10433" y="1021725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6440" y="17417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4173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0433" y="1021725"/>
            <a:ext cx="115201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62447" y="1021725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50451" y="1741733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46422" y="1741733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74444" y="1021725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50451" y="1021725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554435" y="1201727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66667" y="1201727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549400" y="1181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2874698" y="-18668528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1886929" y="-18668528"/>
            <a:ext cx="98776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1869400" y="-18681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546422" y="2853517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46422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34426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22429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10433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43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6440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74444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6244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50451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8455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426458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46422" y="213350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517620" y="28535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517620" y="2709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517620" y="2565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517620" y="24215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17620" y="22775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17620" y="2133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6422" y="2133508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10433" y="2133508"/>
            <a:ext cx="144001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50451" y="285351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6422" y="2853517"/>
            <a:ext cx="144001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86440" y="2133508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50451" y="213350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3738709" y="-1768274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21886929" y="-17682747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21869400" y="-17703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23738709" y="-17826749"/>
            <a:ext cx="0" cy="4464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21886929" y="-17826749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1869400" y="-17843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5017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9993" y="73920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1358" y="1758777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1667" y="1758777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1890" y="1758777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9367" y="1758777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77444" y="1758777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65083" y="1758777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52997" y="1758777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43147" y="1758777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9608" y="1758777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7004" y="1758777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88601" y="1758777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03796" y="1703242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2869" y="1559245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14972" y="1415247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11081" y="1271046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12300" y="1127038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28414" y="983244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9114" y="1330793"/>
            <a:ext cx="37162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63508" y="1330793"/>
            <a:ext cx="26218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85112" y="1330793"/>
            <a:ext cx="1700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93423" y="990492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62208" y="1886321"/>
            <a:ext cx="28231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96795" y="1846047"/>
            <a:ext cx="3388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3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5440" y="1107308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521358" y="2870561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821667" y="2870561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01890" y="2870561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389367" y="2870561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677444" y="2870561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965083" y="2870561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252997" y="2870561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543147" y="2870561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29608" y="2870561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117004" y="2870561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388601" y="2870561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03796" y="2815026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12869" y="2671028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14972" y="2527031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11081" y="2382830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12300" y="2238832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428414" y="2095027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12888" y="2442576"/>
            <a:ext cx="3572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883283" y="2442576"/>
            <a:ext cx="1902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293423" y="2102275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963702" y="2998105"/>
            <a:ext cx="2821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624258" y="3150706"/>
            <a:ext cx="1611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417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4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5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2172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41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5977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453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09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1657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217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21725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10433" y="1021725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6440" y="17417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4173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0433" y="1021725"/>
            <a:ext cx="115201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62447" y="1021725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50451" y="1741733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46422" y="1741733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74444" y="1021725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50451" y="1021725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554435" y="1201727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66667" y="1201727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549400" y="1181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554435" y="1651732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566667" y="1651732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549400" y="1638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546422" y="2853517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46422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34426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22429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10433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43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6440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74444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6244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50451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8455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426458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46422" y="213350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517620" y="28535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517620" y="2709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517620" y="2565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517620" y="24215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17620" y="22775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17620" y="2133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6422" y="2133508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10433" y="2133508"/>
            <a:ext cx="144001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50451" y="285351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6422" y="2853517"/>
            <a:ext cx="144001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86440" y="2133508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50451" y="213350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3738709" y="-1768274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21886929" y="-17682747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21869400" y="-17703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23738709" y="-17826749"/>
            <a:ext cx="0" cy="4464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21886929" y="-17826749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1869400" y="-17843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5017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9993" y="73920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1358" y="1758777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1667" y="1758777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1890" y="1758777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9367" y="1758777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77444" y="1758777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65083" y="1758777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52997" y="1758777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43147" y="1758777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9608" y="1758777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7004" y="1758777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88601" y="1758777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03796" y="1703242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2869" y="1559245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14972" y="1415247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11081" y="1271046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12300" y="1127038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28414" y="983244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9114" y="1330793"/>
            <a:ext cx="37162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63508" y="1330793"/>
            <a:ext cx="26218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85112" y="1330793"/>
            <a:ext cx="1700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93423" y="990492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62208" y="1886321"/>
            <a:ext cx="28231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96795" y="1846047"/>
            <a:ext cx="3388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3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5440" y="1107308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575440" y="1557305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521358" y="2870561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1667" y="2870561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01890" y="2870561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389367" y="2870561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677444" y="2870561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965083" y="2870561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252997" y="2870561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43147" y="2870561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29608" y="2870561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117004" y="2870561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88601" y="2870561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03796" y="2815026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12869" y="2671028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14972" y="2527031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11081" y="2382830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412300" y="2238832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28414" y="2095027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12888" y="2442576"/>
            <a:ext cx="3572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83283" y="2442576"/>
            <a:ext cx="1902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293423" y="2102275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963702" y="2998105"/>
            <a:ext cx="2821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624258" y="3150706"/>
            <a:ext cx="1611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417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4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5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2172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41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5977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453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09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1657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217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21725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10433" y="1021725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6440" y="17417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4173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0433" y="1021725"/>
            <a:ext cx="115201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62447" y="1021725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50451" y="1741733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46422" y="1741733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74444" y="1021725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50451" y="1021725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554435" y="1201727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66667" y="1201727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549400" y="1181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554435" y="1651732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566667" y="1651732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549400" y="1638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546422" y="2853517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46422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34426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22429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10433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43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6440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74444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6244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50451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8455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426458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46422" y="213350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517620" y="28535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517620" y="2709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517620" y="2565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517620" y="24215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17620" y="22775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17620" y="2133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6422" y="2133508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10433" y="2133508"/>
            <a:ext cx="144001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50451" y="285351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6422" y="2853517"/>
            <a:ext cx="144001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86440" y="2133508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50451" y="213350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3738709" y="-1768274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21886929" y="-17682747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21869400" y="-17703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23738709" y="-17826749"/>
            <a:ext cx="0" cy="4464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21886929" y="-17826749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1869400" y="-17843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5017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9993" y="73920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1358" y="1758777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1667" y="1758777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1890" y="1758777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9367" y="1758777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77444" y="1758777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65083" y="1758777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52997" y="1758777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43147" y="1758777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9608" y="1758777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7004" y="1758777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88601" y="1758777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03796" y="1703242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2869" y="1559245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14972" y="1415247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11081" y="1271046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12300" y="1127038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28414" y="983244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9114" y="1330793"/>
            <a:ext cx="37162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63508" y="1330793"/>
            <a:ext cx="26218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85112" y="1330793"/>
            <a:ext cx="1700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93423" y="990492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62208" y="1886321"/>
            <a:ext cx="28231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96795" y="1846047"/>
            <a:ext cx="3388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3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5440" y="1107308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575440" y="1557305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521358" y="2870561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1667" y="2870561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01890" y="2870561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389367" y="2870561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677444" y="2870561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965083" y="2870561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252997" y="2870561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43147" y="2870561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29608" y="2870561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117004" y="2870561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88601" y="2870561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03796" y="2815026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12869" y="2671028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14972" y="2527031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11081" y="2382830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412300" y="2238832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28414" y="2095027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12888" y="2442576"/>
            <a:ext cx="3572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83283" y="2442576"/>
            <a:ext cx="1902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293423" y="2102275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963702" y="2998105"/>
            <a:ext cx="2821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263737" y="2957831"/>
            <a:ext cx="25216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6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624258" y="3150706"/>
            <a:ext cx="1611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417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4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5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2172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41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5977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453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09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1657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217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21725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10433" y="1021725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6440" y="17417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4173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0433" y="1021725"/>
            <a:ext cx="115201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62447" y="1021725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50451" y="1741733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46422" y="1741733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74444" y="1021725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50451" y="1021725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554435" y="1201727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66667" y="1201727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549400" y="1181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554435" y="1651732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566667" y="1651732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549400" y="1638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546422" y="2853517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46422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34426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22429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10433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43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6440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74444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6244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50451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8455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426458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46422" y="213350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517620" y="28535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517620" y="2709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517620" y="2565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517620" y="24215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17620" y="22775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17620" y="2133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6422" y="2133508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10433" y="2133508"/>
            <a:ext cx="144001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50451" y="285351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6422" y="2853517"/>
            <a:ext cx="144001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86440" y="2133508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50451" y="213350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418446" y="2637514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1566667" y="2637514"/>
            <a:ext cx="185177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1549400" y="2616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23738709" y="-17826749"/>
            <a:ext cx="0" cy="4464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21886929" y="-17826749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1869400" y="-17843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5017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9993" y="73920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1358" y="1758777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1667" y="1758777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1890" y="1758777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9367" y="1758777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77444" y="1758777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65083" y="1758777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52997" y="1758777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43147" y="1758777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9608" y="1758777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7004" y="1758777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88601" y="1758777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03796" y="1703242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2869" y="1559245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14972" y="1415247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11081" y="1271046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12300" y="1127038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28414" y="983244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9114" y="1330793"/>
            <a:ext cx="37162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63508" y="1330793"/>
            <a:ext cx="26218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85112" y="1330793"/>
            <a:ext cx="1700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93423" y="990492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62208" y="1886321"/>
            <a:ext cx="28231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96795" y="1846047"/>
            <a:ext cx="3388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3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5440" y="1107308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575440" y="1557305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521358" y="2870561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1667" y="2870561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01890" y="2870561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389367" y="2870561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677444" y="2870561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965083" y="2870561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252997" y="2870561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43147" y="2870561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29608" y="2870561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117004" y="2870561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88601" y="2870561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03796" y="2815026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12869" y="2671028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14972" y="2527031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11081" y="2382830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412300" y="2238832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28414" y="2095027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12888" y="2442576"/>
            <a:ext cx="3572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83283" y="2442576"/>
            <a:ext cx="1902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293423" y="2102275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963702" y="2998105"/>
            <a:ext cx="2821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263737" y="2957831"/>
            <a:ext cx="25216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6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575440" y="2543093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624258" y="3150706"/>
            <a:ext cx="1611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417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4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5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2172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41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5977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453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09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1657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217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21725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10433" y="1021725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6440" y="17417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4173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0433" y="1021725"/>
            <a:ext cx="115201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62447" y="1021725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50451" y="1741733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46422" y="1741733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74444" y="1021725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50451" y="1021725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554435" y="1201727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66667" y="1201727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549400" y="1181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554435" y="1651732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566667" y="1651732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549400" y="1638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546422" y="2853517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46422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34426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22429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10433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43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6440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74444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6244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50451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8455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426458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46422" y="213350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517620" y="28535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517620" y="2709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517620" y="2565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517620" y="24215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17620" y="22775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17620" y="2133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6422" y="2133508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10433" y="2133508"/>
            <a:ext cx="144001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50451" y="285351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6422" y="2853517"/>
            <a:ext cx="144001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86440" y="2133508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50451" y="213350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418446" y="2637514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1566667" y="2637514"/>
            <a:ext cx="185177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1549400" y="2616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3418446" y="2493513"/>
            <a:ext cx="0" cy="446406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1566667" y="2493513"/>
            <a:ext cx="185177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549400" y="2476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5017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9993" y="73920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1358" y="1758777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1667" y="1758777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1890" y="1758777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9367" y="1758777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77444" y="1758777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65083" y="1758777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52997" y="1758777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43147" y="1758777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9608" y="1758777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7004" y="1758777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88601" y="1758777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03796" y="1703242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2869" y="1559245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14972" y="1415247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11081" y="1271046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12300" y="1127038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28414" y="983244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9114" y="1330793"/>
            <a:ext cx="37162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63508" y="1330793"/>
            <a:ext cx="26218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85112" y="1330793"/>
            <a:ext cx="1700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93423" y="990492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62208" y="1886321"/>
            <a:ext cx="28231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96795" y="1846047"/>
            <a:ext cx="3388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3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5440" y="1107308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575440" y="1557305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521358" y="2870561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1667" y="2870561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01890" y="2870561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389367" y="2870561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677444" y="2870561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965083" y="2870561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252997" y="2870561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43147" y="2870561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29608" y="2870561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117004" y="2870561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88601" y="2870561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03796" y="2815026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12869" y="2671028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14972" y="2527031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11081" y="2382830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412300" y="2238832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28414" y="2095027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12888" y="2442576"/>
            <a:ext cx="3572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83283" y="2442576"/>
            <a:ext cx="1902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293423" y="2102275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963702" y="2998105"/>
            <a:ext cx="2821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263737" y="2957831"/>
            <a:ext cx="25216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6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575440" y="2543093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575440" y="2399096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624258" y="3150706"/>
            <a:ext cx="1611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2675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6462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80004" y="1288705"/>
            <a:ext cx="33053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80005" y="1478494"/>
            <a:ext cx="33053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80005" y="1668283"/>
            <a:ext cx="33053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82532" y="2047861"/>
            <a:ext cx="330286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82532" y="2237650"/>
            <a:ext cx="330286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813" y="3150693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32394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3239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2039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0840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9640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8440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7241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6041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4841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3642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2442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1243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32394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03592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03592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03592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03592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03592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03592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32394" y="1872497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08402" y="1872497"/>
            <a:ext cx="864010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72412" y="259250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32394" y="2592506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08402" y="1872497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84409" y="1872497"/>
            <a:ext cx="864010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48419" y="187249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36423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32394" y="2592506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48419" y="1872497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36423" y="187249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1958300" y="-17945100"/>
            <a:ext cx="1435100" cy="215900"/>
          </a:xfrm>
          <a:custGeom>
            <a:avLst/>
            <a:gdLst/>
            <a:ahLst/>
            <a:cxnLst/>
            <a:rect l="l" t="t" r="r" b="b"/>
            <a:pathLst>
              <a:path w="113" h="17">
                <a:moveTo>
                  <a:pt x="0" y="17"/>
                </a:moveTo>
                <a:lnTo>
                  <a:pt x="0" y="0"/>
                </a:lnTo>
                <a:lnTo>
                  <a:pt x="93" y="0"/>
                </a:lnTo>
                <a:lnTo>
                  <a:pt x="113" y="1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1664652" y="-17943757"/>
            <a:ext cx="146882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3133473" y="-1794375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68087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52015" y="936781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85363" y="936408"/>
            <a:ext cx="30000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52015" y="1138846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56852" y="1138846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15842" y="1140966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52014" y="1341284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56852" y="1341284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5842" y="1343404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752014" y="1543722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56852" y="1543722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607329" y="2609549"/>
            <a:ext cx="41780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907639" y="2609549"/>
            <a:ext cx="38777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87862" y="2609549"/>
            <a:ext cx="3597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475339" y="2609549"/>
            <a:ext cx="33100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763416" y="2609549"/>
            <a:ext cx="30219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51056" y="2609549"/>
            <a:ext cx="273434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38969" y="2609549"/>
            <a:ext cx="24464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629119" y="2609549"/>
            <a:ext cx="21562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915580" y="2609549"/>
            <a:ext cx="18698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2976" y="2609549"/>
            <a:ext cx="1582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474573" y="2609549"/>
            <a:ext cx="131082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489768" y="2554015"/>
            <a:ext cx="42956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98841" y="2410017"/>
            <a:ext cx="42865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00944" y="2266019"/>
            <a:ext cx="4284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497053" y="2121818"/>
            <a:ext cx="42883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498272" y="1977810"/>
            <a:ext cx="42871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514386" y="1834016"/>
            <a:ext cx="42710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012642" y="2181565"/>
            <a:ext cx="377275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20647" y="2181565"/>
            <a:ext cx="27647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72638" y="2181565"/>
            <a:ext cx="16127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379385" y="1841264"/>
            <a:ext cx="44060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50669" y="2737094"/>
            <a:ext cx="27347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23128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32394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3239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2039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0840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9640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8440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7241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6041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4841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3642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2442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1243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32394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03592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03592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03592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03592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03592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03592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32394" y="1872497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08402" y="1872497"/>
            <a:ext cx="864010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72412" y="259250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32394" y="2592506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08402" y="1872497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84409" y="1872497"/>
            <a:ext cx="864010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48419" y="187249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36423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32394" y="2592506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48419" y="1872497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36423" y="187249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1958300" y="-17945100"/>
            <a:ext cx="1435100" cy="215900"/>
          </a:xfrm>
          <a:custGeom>
            <a:avLst/>
            <a:gdLst/>
            <a:ahLst/>
            <a:cxnLst/>
            <a:rect l="l" t="t" r="r" b="b"/>
            <a:pathLst>
              <a:path w="113" h="17">
                <a:moveTo>
                  <a:pt x="0" y="17"/>
                </a:moveTo>
                <a:lnTo>
                  <a:pt x="0" y="0"/>
                </a:lnTo>
                <a:lnTo>
                  <a:pt x="93" y="0"/>
                </a:lnTo>
                <a:lnTo>
                  <a:pt x="113" y="1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1664652" y="-17943757"/>
            <a:ext cx="146882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3133473" y="-1794375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68087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52015" y="936781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85363" y="936408"/>
            <a:ext cx="30000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52015" y="1138846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56852" y="1138846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15842" y="1140966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52014" y="1341284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56852" y="1341284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5842" y="1343404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752014" y="1543722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56852" y="1543722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74759" y="1545842"/>
            <a:ext cx="291063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max(0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7329" y="2609549"/>
            <a:ext cx="41780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07639" y="2609549"/>
            <a:ext cx="38777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87862" y="2609549"/>
            <a:ext cx="3597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75339" y="2609549"/>
            <a:ext cx="33100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63416" y="2609549"/>
            <a:ext cx="30219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051056" y="2609549"/>
            <a:ext cx="273434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38969" y="2609549"/>
            <a:ext cx="24464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29119" y="2609549"/>
            <a:ext cx="21562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5580" y="2609549"/>
            <a:ext cx="18698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2976" y="2609549"/>
            <a:ext cx="1582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74573" y="2609549"/>
            <a:ext cx="131082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9768" y="2554015"/>
            <a:ext cx="42956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98841" y="2410017"/>
            <a:ext cx="42865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00944" y="2266019"/>
            <a:ext cx="4284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497053" y="2121818"/>
            <a:ext cx="42883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98272" y="1977810"/>
            <a:ext cx="42871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14386" y="1834016"/>
            <a:ext cx="42710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12642" y="2181565"/>
            <a:ext cx="377275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20647" y="2181565"/>
            <a:ext cx="27647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72638" y="2181565"/>
            <a:ext cx="16127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79385" y="1841264"/>
            <a:ext cx="44060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050669" y="2737094"/>
            <a:ext cx="27347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23128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32394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3239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2039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0840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9640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8440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7241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6041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4841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3642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2442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1243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32394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03592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03592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03592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03592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03592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03592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32394" y="1872497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08402" y="1872497"/>
            <a:ext cx="864010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72412" y="259250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32394" y="2592506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08402" y="1872497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84409" y="1872497"/>
            <a:ext cx="864010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48419" y="187249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36423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32394" y="2592506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48419" y="1872497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36423" y="187249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1958300" y="-17945100"/>
            <a:ext cx="1435100" cy="215900"/>
          </a:xfrm>
          <a:custGeom>
            <a:avLst/>
            <a:gdLst/>
            <a:ahLst/>
            <a:cxnLst/>
            <a:rect l="l" t="t" r="r" b="b"/>
            <a:pathLst>
              <a:path w="113" h="17">
                <a:moveTo>
                  <a:pt x="0" y="17"/>
                </a:moveTo>
                <a:lnTo>
                  <a:pt x="0" y="0"/>
                </a:lnTo>
                <a:lnTo>
                  <a:pt x="93" y="0"/>
                </a:lnTo>
                <a:lnTo>
                  <a:pt x="113" y="1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1664652" y="-17943757"/>
            <a:ext cx="146882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3133473" y="-1794375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68087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52015" y="936781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85363" y="936408"/>
            <a:ext cx="30000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52015" y="1138846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56852" y="1138846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15842" y="1140966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52014" y="1341284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56852" y="1341284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5842" y="1343404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752014" y="1543722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56852" y="1543722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74759" y="1545842"/>
            <a:ext cx="291063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max(0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7329" y="2609549"/>
            <a:ext cx="41780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07639" y="2609549"/>
            <a:ext cx="38777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87862" y="2609549"/>
            <a:ext cx="3597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75339" y="2609549"/>
            <a:ext cx="33100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63416" y="2609549"/>
            <a:ext cx="30219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051056" y="2609549"/>
            <a:ext cx="273434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38969" y="2609549"/>
            <a:ext cx="24464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29119" y="2609549"/>
            <a:ext cx="21562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5580" y="2609549"/>
            <a:ext cx="18698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2976" y="2609549"/>
            <a:ext cx="1582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74573" y="2609549"/>
            <a:ext cx="131082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9768" y="2554015"/>
            <a:ext cx="42956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98841" y="2410017"/>
            <a:ext cx="42865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00944" y="2266019"/>
            <a:ext cx="4284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497053" y="2121818"/>
            <a:ext cx="42883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98272" y="1977810"/>
            <a:ext cx="42871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14386" y="1834016"/>
            <a:ext cx="42710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12642" y="2181565"/>
            <a:ext cx="377275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20647" y="2181565"/>
            <a:ext cx="27647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72638" y="2181565"/>
            <a:ext cx="16127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79385" y="1841264"/>
            <a:ext cx="44060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050669" y="2737094"/>
            <a:ext cx="27347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209789" y="2337811"/>
            <a:ext cx="4575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23128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32394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3239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2039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0840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9640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8440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7241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6041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4841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3642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2442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1243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32394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03592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03592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03592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03592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03592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03592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32394" y="1872497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08402" y="1872497"/>
            <a:ext cx="864010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72412" y="259250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32394" y="2592506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08402" y="1872497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84409" y="1872497"/>
            <a:ext cx="864010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48419" y="187249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36423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32394" y="2592506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48419" y="1872497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36423" y="187249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1958300" y="-17945100"/>
            <a:ext cx="1435100" cy="215900"/>
          </a:xfrm>
          <a:custGeom>
            <a:avLst/>
            <a:gdLst/>
            <a:ahLst/>
            <a:cxnLst/>
            <a:rect l="l" t="t" r="r" b="b"/>
            <a:pathLst>
              <a:path w="113" h="17">
                <a:moveTo>
                  <a:pt x="0" y="17"/>
                </a:moveTo>
                <a:lnTo>
                  <a:pt x="0" y="0"/>
                </a:lnTo>
                <a:lnTo>
                  <a:pt x="93" y="0"/>
                </a:lnTo>
                <a:lnTo>
                  <a:pt x="113" y="1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344391" y="2376504"/>
            <a:ext cx="146882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3133473" y="-1794375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68087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52015" y="936781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85363" y="936408"/>
            <a:ext cx="30000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52015" y="1138846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56852" y="1138846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15842" y="1140966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52014" y="1341284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56852" y="1341284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5842" y="1343404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752014" y="1543722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56852" y="1543722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74759" y="1545842"/>
            <a:ext cx="291063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max(0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7329" y="2609549"/>
            <a:ext cx="41780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07639" y="2609549"/>
            <a:ext cx="38777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87862" y="2609549"/>
            <a:ext cx="3597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75339" y="2609549"/>
            <a:ext cx="33100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63416" y="2609549"/>
            <a:ext cx="30219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051056" y="2609549"/>
            <a:ext cx="273434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38969" y="2609549"/>
            <a:ext cx="24464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29119" y="2609549"/>
            <a:ext cx="21562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5580" y="2609549"/>
            <a:ext cx="18698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2976" y="2609549"/>
            <a:ext cx="1582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74573" y="2609549"/>
            <a:ext cx="131082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9768" y="2554015"/>
            <a:ext cx="42956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98841" y="2410017"/>
            <a:ext cx="42865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00944" y="2266019"/>
            <a:ext cx="4284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497053" y="2121818"/>
            <a:ext cx="42883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98272" y="1977810"/>
            <a:ext cx="42871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14386" y="1834016"/>
            <a:ext cx="42710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12642" y="2181565"/>
            <a:ext cx="377275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20647" y="2181565"/>
            <a:ext cx="27647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72638" y="2181565"/>
            <a:ext cx="16127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79385" y="1841264"/>
            <a:ext cx="44060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050669" y="2737094"/>
            <a:ext cx="27347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209789" y="2337811"/>
            <a:ext cx="4575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23128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32394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3239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2039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0840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9640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8440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7241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6041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4841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3642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2442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1243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32394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03592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03592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03592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03592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03592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03592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32394" y="1872497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08402" y="1872497"/>
            <a:ext cx="864010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72412" y="259250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32394" y="2592506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08402" y="1872497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84409" y="1872497"/>
            <a:ext cx="864010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48419" y="187249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36423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32394" y="2592506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48419" y="1872497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36423" y="187249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1638300" y="2374900"/>
            <a:ext cx="1435100" cy="215900"/>
          </a:xfrm>
          <a:custGeom>
            <a:avLst/>
            <a:gdLst/>
            <a:ahLst/>
            <a:cxnLst/>
            <a:rect l="l" t="t" r="r" b="b"/>
            <a:pathLst>
              <a:path w="113" h="17">
                <a:moveTo>
                  <a:pt x="0" y="17"/>
                </a:moveTo>
                <a:lnTo>
                  <a:pt x="0" y="0"/>
                </a:lnTo>
                <a:lnTo>
                  <a:pt x="93" y="0"/>
                </a:lnTo>
                <a:lnTo>
                  <a:pt x="113" y="1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344391" y="2376504"/>
            <a:ext cx="146882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3133473" y="-1794375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68087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52015" y="936781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85363" y="936408"/>
            <a:ext cx="30000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52015" y="1138846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56852" y="1138846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15842" y="1140966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52014" y="1341284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56852" y="1341284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5842" y="1343404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752014" y="1543722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56852" y="1543722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74759" y="1545842"/>
            <a:ext cx="291063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max(0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7329" y="2609549"/>
            <a:ext cx="41780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07639" y="2609549"/>
            <a:ext cx="38777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87862" y="2609549"/>
            <a:ext cx="3597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75339" y="2609549"/>
            <a:ext cx="33100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63416" y="2609549"/>
            <a:ext cx="30219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051056" y="2609549"/>
            <a:ext cx="273434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38969" y="2609549"/>
            <a:ext cx="24464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29119" y="2609549"/>
            <a:ext cx="21562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5580" y="2609549"/>
            <a:ext cx="18698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2976" y="2609549"/>
            <a:ext cx="1582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74573" y="2609549"/>
            <a:ext cx="131082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9768" y="2554015"/>
            <a:ext cx="42956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98841" y="2410017"/>
            <a:ext cx="42865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00944" y="2266019"/>
            <a:ext cx="4284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497053" y="2121818"/>
            <a:ext cx="42883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98272" y="1977810"/>
            <a:ext cx="42871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14386" y="1834016"/>
            <a:ext cx="42710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12642" y="2181565"/>
            <a:ext cx="377275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20647" y="2181565"/>
            <a:ext cx="27647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72638" y="2181565"/>
            <a:ext cx="16127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79385" y="1841264"/>
            <a:ext cx="44060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050669" y="2737094"/>
            <a:ext cx="27347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209789" y="2337811"/>
            <a:ext cx="4575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23128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32394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3239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2039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0840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9640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8440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7241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6041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4841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3642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2442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1243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32394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03592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03592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03592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03592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03592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03592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32394" y="1872497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08402" y="1872497"/>
            <a:ext cx="864010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72412" y="259250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32394" y="2592506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08402" y="1872497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84409" y="1872497"/>
            <a:ext cx="864010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48419" y="187249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36423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32394" y="2592506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48419" y="1872497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36423" y="187249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1638300" y="2374900"/>
            <a:ext cx="1435100" cy="215900"/>
          </a:xfrm>
          <a:custGeom>
            <a:avLst/>
            <a:gdLst/>
            <a:ahLst/>
            <a:cxnLst/>
            <a:rect l="l" t="t" r="r" b="b"/>
            <a:pathLst>
              <a:path w="113" h="17">
                <a:moveTo>
                  <a:pt x="0" y="17"/>
                </a:moveTo>
                <a:lnTo>
                  <a:pt x="0" y="0"/>
                </a:lnTo>
                <a:lnTo>
                  <a:pt x="93" y="0"/>
                </a:lnTo>
                <a:lnTo>
                  <a:pt x="113" y="1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344391" y="2376504"/>
            <a:ext cx="146882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13211" y="2376504"/>
            <a:ext cx="0" cy="302404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68087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52015" y="936781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85363" y="936408"/>
            <a:ext cx="30000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52015" y="1138846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56852" y="1138846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15842" y="1140966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52014" y="1341284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56852" y="1341284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5842" y="1343404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752014" y="1543722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56852" y="1543722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74759" y="1545842"/>
            <a:ext cx="291063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max(0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07329" y="2609549"/>
            <a:ext cx="41780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07639" y="2609549"/>
            <a:ext cx="38777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87862" y="2609549"/>
            <a:ext cx="3597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75339" y="2609549"/>
            <a:ext cx="33100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63416" y="2609549"/>
            <a:ext cx="30219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051056" y="2609549"/>
            <a:ext cx="273434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38969" y="2609549"/>
            <a:ext cx="24464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29119" y="2609549"/>
            <a:ext cx="21562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5580" y="2609549"/>
            <a:ext cx="18698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2976" y="2609549"/>
            <a:ext cx="1582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74573" y="2609549"/>
            <a:ext cx="131082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9768" y="2554015"/>
            <a:ext cx="42956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98841" y="2410017"/>
            <a:ext cx="42865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00944" y="2266019"/>
            <a:ext cx="4284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497053" y="2121818"/>
            <a:ext cx="42883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98272" y="1977810"/>
            <a:ext cx="42871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14386" y="1834016"/>
            <a:ext cx="42710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12642" y="2181565"/>
            <a:ext cx="377275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20647" y="2181565"/>
            <a:ext cx="27647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72638" y="2181565"/>
            <a:ext cx="16127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79385" y="1841264"/>
            <a:ext cx="44060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050669" y="2737094"/>
            <a:ext cx="27347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209789" y="2337811"/>
            <a:ext cx="45756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772783" y="2695951"/>
            <a:ext cx="30126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4.1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23128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65955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6595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395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196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996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796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0597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9397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8198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6998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5798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45991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5955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37153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37153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37153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37153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37153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37153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65955" y="187249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41962" y="1872497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105973" y="259250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65955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41962" y="1872497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17969" y="1872497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81980" y="187249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69984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65955" y="2592506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81980" y="1872497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69984" y="187249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2567900" y="-17818100"/>
            <a:ext cx="1727200" cy="88900"/>
          </a:xfrm>
          <a:custGeom>
            <a:avLst/>
            <a:gdLst/>
            <a:ahLst/>
            <a:cxnLst/>
            <a:rect l="l" t="t" r="r" b="b"/>
            <a:pathLst>
              <a:path w="136" h="7">
                <a:moveTo>
                  <a:pt x="0" y="7"/>
                </a:moveTo>
                <a:lnTo>
                  <a:pt x="5" y="0"/>
                </a:lnTo>
                <a:lnTo>
                  <a:pt x="133" y="0"/>
                </a:lnTo>
                <a:lnTo>
                  <a:pt x="136" y="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1698213" y="-17817755"/>
            <a:ext cx="250563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634226" y="-17817755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254246" y="-17817755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6805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21674" y="936781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90875" y="936408"/>
            <a:ext cx="29945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1675" y="1138846"/>
            <a:ext cx="40637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37523" y="1138846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58082" y="1140966"/>
            <a:ext cx="25273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1674" y="1341284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37523" y="1341284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1341" y="1343404"/>
            <a:ext cx="24640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21674" y="1543722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37523" y="1543722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640890" y="2609549"/>
            <a:ext cx="4144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41199" y="2609549"/>
            <a:ext cx="3844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221422" y="2609549"/>
            <a:ext cx="35639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508899" y="2609549"/>
            <a:ext cx="3276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96976" y="2609549"/>
            <a:ext cx="2988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084616" y="2609549"/>
            <a:ext cx="27007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372530" y="2609549"/>
            <a:ext cx="2412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62679" y="2609549"/>
            <a:ext cx="21227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49141" y="2609549"/>
            <a:ext cx="18362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36536" y="2609549"/>
            <a:ext cx="15488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08134" y="2609549"/>
            <a:ext cx="127726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23329" y="2554015"/>
            <a:ext cx="42620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32402" y="2410017"/>
            <a:ext cx="42529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34505" y="2266019"/>
            <a:ext cx="42508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30624" y="2121818"/>
            <a:ext cx="42547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531833" y="1977810"/>
            <a:ext cx="42535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47946" y="1834016"/>
            <a:ext cx="42374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046203" y="2181565"/>
            <a:ext cx="373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54207" y="2181565"/>
            <a:ext cx="27311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6209" y="2181565"/>
            <a:ext cx="15791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412956" y="1841264"/>
            <a:ext cx="43724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084230" y="2737094"/>
            <a:ext cx="27011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22975" y="3150693"/>
            <a:ext cx="1624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65955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6595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395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196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996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796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0597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9397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8198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6998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5798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45991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5955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37153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37153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37153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37153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37153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37153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65955" y="187249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41962" y="1872497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105973" y="259250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65955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41962" y="1872497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17969" y="1872497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81980" y="187249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69984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65955" y="2592506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81980" y="1872497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69984" y="187249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2567900" y="-17818100"/>
            <a:ext cx="1727200" cy="88900"/>
          </a:xfrm>
          <a:custGeom>
            <a:avLst/>
            <a:gdLst/>
            <a:ahLst/>
            <a:cxnLst/>
            <a:rect l="l" t="t" r="r" b="b"/>
            <a:pathLst>
              <a:path w="136" h="7">
                <a:moveTo>
                  <a:pt x="0" y="7"/>
                </a:moveTo>
                <a:lnTo>
                  <a:pt x="5" y="0"/>
                </a:lnTo>
                <a:lnTo>
                  <a:pt x="133" y="0"/>
                </a:lnTo>
                <a:lnTo>
                  <a:pt x="136" y="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1698213" y="-17817755"/>
            <a:ext cx="250563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634226" y="-17817755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254246" y="-17817755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6805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21674" y="936781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90875" y="936408"/>
            <a:ext cx="29945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1675" y="1138846"/>
            <a:ext cx="40637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37523" y="1138846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58082" y="1140966"/>
            <a:ext cx="25273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1674" y="1341284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37523" y="1341284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1341" y="1343404"/>
            <a:ext cx="24640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21674" y="1543722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37523" y="1543722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66034" y="1545842"/>
            <a:ext cx="30193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min(0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0890" y="2609549"/>
            <a:ext cx="4144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41199" y="2609549"/>
            <a:ext cx="3844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21422" y="2609549"/>
            <a:ext cx="35639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08899" y="2609549"/>
            <a:ext cx="3276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96976" y="2609549"/>
            <a:ext cx="2988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084616" y="2609549"/>
            <a:ext cx="27007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72530" y="2609549"/>
            <a:ext cx="2412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62679" y="2609549"/>
            <a:ext cx="21227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49141" y="2609549"/>
            <a:ext cx="18362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36536" y="2609549"/>
            <a:ext cx="15488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08134" y="2609549"/>
            <a:ext cx="127726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23329" y="2554015"/>
            <a:ext cx="42620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32402" y="2410017"/>
            <a:ext cx="42529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34505" y="2266019"/>
            <a:ext cx="42508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530624" y="2121818"/>
            <a:ext cx="42547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31833" y="1977810"/>
            <a:ext cx="42535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547946" y="1834016"/>
            <a:ext cx="42374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46203" y="2181565"/>
            <a:ext cx="373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054207" y="2181565"/>
            <a:ext cx="27311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09" y="2181565"/>
            <a:ext cx="15791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412956" y="1841264"/>
            <a:ext cx="43724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084230" y="2737094"/>
            <a:ext cx="27011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22975" y="3150693"/>
            <a:ext cx="1624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65955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6595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395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196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996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796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0597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9397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8198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6998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5798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45991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5955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37153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37153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37153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37153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37153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37153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65955" y="187249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41962" y="1872497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105973" y="259250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65955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41962" y="1872497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17969" y="1872497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81980" y="187249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69984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65955" y="2592506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81980" y="1872497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69984" y="187249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2567900" y="-17818100"/>
            <a:ext cx="1727200" cy="88900"/>
          </a:xfrm>
          <a:custGeom>
            <a:avLst/>
            <a:gdLst/>
            <a:ahLst/>
            <a:cxnLst/>
            <a:rect l="l" t="t" r="r" b="b"/>
            <a:pathLst>
              <a:path w="136" h="7">
                <a:moveTo>
                  <a:pt x="0" y="7"/>
                </a:moveTo>
                <a:lnTo>
                  <a:pt x="5" y="0"/>
                </a:lnTo>
                <a:lnTo>
                  <a:pt x="133" y="0"/>
                </a:lnTo>
                <a:lnTo>
                  <a:pt x="136" y="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1698213" y="-17817755"/>
            <a:ext cx="250563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634226" y="-17817755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254246" y="-17817755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6805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21674" y="936781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90875" y="936408"/>
            <a:ext cx="29945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1675" y="1138846"/>
            <a:ext cx="40637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37523" y="1138846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58082" y="1140966"/>
            <a:ext cx="25273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1674" y="1341284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37523" y="1341284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1341" y="1343404"/>
            <a:ext cx="24640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21674" y="1543722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37523" y="1543722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66034" y="1545842"/>
            <a:ext cx="30193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min(0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0890" y="2609549"/>
            <a:ext cx="4144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41199" y="2609549"/>
            <a:ext cx="3844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21422" y="2609549"/>
            <a:ext cx="35639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08899" y="2609549"/>
            <a:ext cx="3276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96976" y="2609549"/>
            <a:ext cx="2988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084616" y="2609549"/>
            <a:ext cx="27007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72530" y="2609549"/>
            <a:ext cx="2412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62679" y="2609549"/>
            <a:ext cx="21227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49141" y="2609549"/>
            <a:ext cx="18362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36536" y="2609549"/>
            <a:ext cx="15488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08134" y="2609549"/>
            <a:ext cx="127726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23329" y="2554015"/>
            <a:ext cx="42620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32402" y="2410017"/>
            <a:ext cx="42529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34505" y="2266019"/>
            <a:ext cx="42508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530624" y="2121818"/>
            <a:ext cx="42547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31833" y="1977810"/>
            <a:ext cx="42535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547946" y="1834016"/>
            <a:ext cx="42374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46203" y="2181565"/>
            <a:ext cx="373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054207" y="2181565"/>
            <a:ext cx="27311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09" y="2181565"/>
            <a:ext cx="15791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412956" y="1841264"/>
            <a:ext cx="43724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084230" y="2737094"/>
            <a:ext cx="27011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76223" y="2463815"/>
            <a:ext cx="46091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22975" y="3150693"/>
            <a:ext cx="1624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65955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6595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395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196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996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796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0597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9397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8198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6998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5798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45991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5955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37153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37153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37153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37153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37153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37153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65955" y="187249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41962" y="1872497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105973" y="259250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65955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41962" y="1872497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17969" y="1872497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81980" y="187249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69984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65955" y="2592506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81980" y="1872497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69984" y="187249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2567900" y="-17818100"/>
            <a:ext cx="1727200" cy="88900"/>
          </a:xfrm>
          <a:custGeom>
            <a:avLst/>
            <a:gdLst/>
            <a:ahLst/>
            <a:cxnLst/>
            <a:rect l="l" t="t" r="r" b="b"/>
            <a:pathLst>
              <a:path w="136" h="7">
                <a:moveTo>
                  <a:pt x="0" y="7"/>
                </a:moveTo>
                <a:lnTo>
                  <a:pt x="5" y="0"/>
                </a:lnTo>
                <a:lnTo>
                  <a:pt x="133" y="0"/>
                </a:lnTo>
                <a:lnTo>
                  <a:pt x="136" y="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377952" y="2502505"/>
            <a:ext cx="250563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634226" y="-17817755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254246" y="-17817755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6805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21674" y="936781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90875" y="936408"/>
            <a:ext cx="29945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1675" y="1138846"/>
            <a:ext cx="40637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37523" y="1138846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58082" y="1140966"/>
            <a:ext cx="25273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1674" y="1341284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37523" y="1341284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1341" y="1343404"/>
            <a:ext cx="24640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21674" y="1543722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37523" y="1543722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66034" y="1545842"/>
            <a:ext cx="30193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min(0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0890" y="2609549"/>
            <a:ext cx="4144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41199" y="2609549"/>
            <a:ext cx="3844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21422" y="2609549"/>
            <a:ext cx="35639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08899" y="2609549"/>
            <a:ext cx="3276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96976" y="2609549"/>
            <a:ext cx="2988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084616" y="2609549"/>
            <a:ext cx="27007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72530" y="2609549"/>
            <a:ext cx="2412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62679" y="2609549"/>
            <a:ext cx="21227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49141" y="2609549"/>
            <a:ext cx="18362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36536" y="2609549"/>
            <a:ext cx="15488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08134" y="2609549"/>
            <a:ext cx="127726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23329" y="2554015"/>
            <a:ext cx="42620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32402" y="2410017"/>
            <a:ext cx="42529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34505" y="2266019"/>
            <a:ext cx="42508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530624" y="2121818"/>
            <a:ext cx="42547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31833" y="1977810"/>
            <a:ext cx="42535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547946" y="1834016"/>
            <a:ext cx="42374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46203" y="2181565"/>
            <a:ext cx="373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054207" y="2181565"/>
            <a:ext cx="27311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09" y="2181565"/>
            <a:ext cx="15791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412956" y="1841264"/>
            <a:ext cx="43724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084230" y="2737094"/>
            <a:ext cx="27011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76223" y="2463815"/>
            <a:ext cx="46091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22975" y="3150693"/>
            <a:ext cx="1624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65955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6595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395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196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996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796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0597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9397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8198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6998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5798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45991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5955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37153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37153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37153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37153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37153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37153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65955" y="187249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41962" y="1872497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105973" y="259250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65955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41962" y="1872497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17969" y="1872497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81980" y="187249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69984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65955" y="2592506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81980" y="1872497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69984" y="187249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247900" y="2501900"/>
            <a:ext cx="1727200" cy="88900"/>
          </a:xfrm>
          <a:custGeom>
            <a:avLst/>
            <a:gdLst/>
            <a:ahLst/>
            <a:cxnLst/>
            <a:rect l="l" t="t" r="r" b="b"/>
            <a:pathLst>
              <a:path w="136" h="7">
                <a:moveTo>
                  <a:pt x="0" y="7"/>
                </a:moveTo>
                <a:lnTo>
                  <a:pt x="5" y="0"/>
                </a:lnTo>
                <a:lnTo>
                  <a:pt x="133" y="0"/>
                </a:lnTo>
                <a:lnTo>
                  <a:pt x="136" y="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377952" y="2502505"/>
            <a:ext cx="250563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634226" y="-17817755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254246" y="-17817755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6805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21674" y="936781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90875" y="936408"/>
            <a:ext cx="29945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1675" y="1138846"/>
            <a:ext cx="40637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37523" y="1138846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58082" y="1140966"/>
            <a:ext cx="25273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1674" y="1341284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37523" y="1341284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1341" y="1343404"/>
            <a:ext cx="24640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21674" y="1543722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37523" y="1543722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66034" y="1545842"/>
            <a:ext cx="30193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min(0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0890" y="2609549"/>
            <a:ext cx="4144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41199" y="2609549"/>
            <a:ext cx="3844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21422" y="2609549"/>
            <a:ext cx="35639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08899" y="2609549"/>
            <a:ext cx="3276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96976" y="2609549"/>
            <a:ext cx="2988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084616" y="2609549"/>
            <a:ext cx="27007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72530" y="2609549"/>
            <a:ext cx="2412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62679" y="2609549"/>
            <a:ext cx="21227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49141" y="2609549"/>
            <a:ext cx="18362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36536" y="2609549"/>
            <a:ext cx="15488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08134" y="2609549"/>
            <a:ext cx="127726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23329" y="2554015"/>
            <a:ext cx="42620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32402" y="2410017"/>
            <a:ext cx="42529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34505" y="2266019"/>
            <a:ext cx="42508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530624" y="2121818"/>
            <a:ext cx="42547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31833" y="1977810"/>
            <a:ext cx="42535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547946" y="1834016"/>
            <a:ext cx="42374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46203" y="2181565"/>
            <a:ext cx="373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054207" y="2181565"/>
            <a:ext cx="27311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09" y="2181565"/>
            <a:ext cx="15791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412956" y="1841264"/>
            <a:ext cx="43724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084230" y="2737094"/>
            <a:ext cx="27011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76223" y="2463815"/>
            <a:ext cx="46091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22975" y="3150693"/>
            <a:ext cx="1624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65955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6595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395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196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996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796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0597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9397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8198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6998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5798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45991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5955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37153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37153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37153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37153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37153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37153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65955" y="187249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41962" y="1872497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105973" y="259250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65955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41962" y="1872497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17969" y="1872497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81980" y="187249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69984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65955" y="2592506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81980" y="1872497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69984" y="187249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247900" y="2501900"/>
            <a:ext cx="1727200" cy="88900"/>
          </a:xfrm>
          <a:custGeom>
            <a:avLst/>
            <a:gdLst/>
            <a:ahLst/>
            <a:cxnLst/>
            <a:rect l="l" t="t" r="r" b="b"/>
            <a:pathLst>
              <a:path w="136" h="7">
                <a:moveTo>
                  <a:pt x="0" y="7"/>
                </a:moveTo>
                <a:lnTo>
                  <a:pt x="5" y="0"/>
                </a:lnTo>
                <a:lnTo>
                  <a:pt x="133" y="0"/>
                </a:lnTo>
                <a:lnTo>
                  <a:pt x="136" y="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377952" y="2502505"/>
            <a:ext cx="250563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313963" y="2502505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254246" y="-17817755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6805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21674" y="936781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90875" y="936408"/>
            <a:ext cx="29945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1675" y="1138846"/>
            <a:ext cx="40637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37523" y="1138846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58082" y="1140966"/>
            <a:ext cx="25273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1674" y="1341284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37523" y="1341284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1341" y="1343404"/>
            <a:ext cx="24640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21674" y="1543722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37523" y="1543722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66034" y="1545842"/>
            <a:ext cx="30193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min(0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0890" y="2609549"/>
            <a:ext cx="4144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41199" y="2609549"/>
            <a:ext cx="3844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21422" y="2609549"/>
            <a:ext cx="35639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08899" y="2609549"/>
            <a:ext cx="3276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96976" y="2609549"/>
            <a:ext cx="2988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084616" y="2609549"/>
            <a:ext cx="27007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72530" y="2609549"/>
            <a:ext cx="2412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62679" y="2609549"/>
            <a:ext cx="21227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49141" y="2609549"/>
            <a:ext cx="18362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36536" y="2609549"/>
            <a:ext cx="15488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08134" y="2609549"/>
            <a:ext cx="127726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23329" y="2554015"/>
            <a:ext cx="42620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32402" y="2410017"/>
            <a:ext cx="42529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34505" y="2266019"/>
            <a:ext cx="42508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530624" y="2121818"/>
            <a:ext cx="42547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31833" y="1977810"/>
            <a:ext cx="42535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547946" y="1834016"/>
            <a:ext cx="42374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46203" y="2181565"/>
            <a:ext cx="373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054207" y="2181565"/>
            <a:ext cx="27311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09" y="2181565"/>
            <a:ext cx="15791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412956" y="1841264"/>
            <a:ext cx="43724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084230" y="2737094"/>
            <a:ext cx="27011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76223" y="2463815"/>
            <a:ext cx="46091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244882" y="2695951"/>
            <a:ext cx="354051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2.25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22975" y="3150693"/>
            <a:ext cx="1624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65955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6595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395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196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996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796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0597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9397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8198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6998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5798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45991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5955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37153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37153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37153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37153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37153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37153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65955" y="187249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41962" y="1872497"/>
            <a:ext cx="86401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105973" y="2592506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65955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41962" y="1872497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17969" y="1872497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81980" y="187249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69984" y="2592506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65955" y="2592506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81980" y="1872497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69984" y="1872497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247900" y="2501900"/>
            <a:ext cx="1727200" cy="88900"/>
          </a:xfrm>
          <a:custGeom>
            <a:avLst/>
            <a:gdLst/>
            <a:ahLst/>
            <a:cxnLst/>
            <a:rect l="l" t="t" r="r" b="b"/>
            <a:pathLst>
              <a:path w="136" h="7">
                <a:moveTo>
                  <a:pt x="0" y="7"/>
                </a:moveTo>
                <a:lnTo>
                  <a:pt x="5" y="0"/>
                </a:lnTo>
                <a:lnTo>
                  <a:pt x="133" y="0"/>
                </a:lnTo>
                <a:lnTo>
                  <a:pt x="136" y="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377952" y="2502505"/>
            <a:ext cx="250563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313963" y="2502505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933983" y="2502505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9993" y="6805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21674" y="936781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90875" y="936408"/>
            <a:ext cx="29945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1675" y="1138846"/>
            <a:ext cx="40637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37523" y="1138846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58082" y="1140966"/>
            <a:ext cx="25273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21674" y="1341284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37523" y="1341284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1341" y="1343404"/>
            <a:ext cx="24640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21674" y="1543722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37523" y="1543722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66034" y="1545842"/>
            <a:ext cx="30193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min(0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40890" y="2609549"/>
            <a:ext cx="4144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41199" y="2609549"/>
            <a:ext cx="3844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21422" y="2609549"/>
            <a:ext cx="35639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08899" y="2609549"/>
            <a:ext cx="3276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96976" y="2609549"/>
            <a:ext cx="2988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084616" y="2609549"/>
            <a:ext cx="27007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72530" y="2609549"/>
            <a:ext cx="2412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62679" y="2609549"/>
            <a:ext cx="21227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49141" y="2609549"/>
            <a:ext cx="18362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36536" y="2609549"/>
            <a:ext cx="15488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08134" y="2609549"/>
            <a:ext cx="127726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23329" y="2554015"/>
            <a:ext cx="42620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32402" y="2410017"/>
            <a:ext cx="42529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34505" y="2266019"/>
            <a:ext cx="42508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530624" y="2121818"/>
            <a:ext cx="42547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31833" y="1977810"/>
            <a:ext cx="42535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547946" y="1834016"/>
            <a:ext cx="42374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46203" y="2181565"/>
            <a:ext cx="373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054207" y="2181565"/>
            <a:ext cx="27311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09" y="2181565"/>
            <a:ext cx="15791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412956" y="1841264"/>
            <a:ext cx="43724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084230" y="2737094"/>
            <a:ext cx="27011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76223" y="2463815"/>
            <a:ext cx="46091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244882" y="2695951"/>
            <a:ext cx="354051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2.25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846576" y="2695951"/>
            <a:ext cx="193882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7.875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22975" y="3150693"/>
            <a:ext cx="1624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51946" y="2471044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51946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39949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795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15956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0396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6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79967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67971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55974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43978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31982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51946" y="1751035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23144" y="247104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23144" y="23270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23144" y="21830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23144" y="2039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23144" y="18950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23144" y="175103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51946" y="1751035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27953" y="1751035"/>
            <a:ext cx="864010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91963" y="2471044"/>
            <a:ext cx="1440019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51946" y="2471044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27953" y="1751035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03960" y="1751035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67971" y="1751035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55974" y="2471044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51946" y="2471044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67971" y="1751035"/>
            <a:ext cx="28800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55974" y="1751035"/>
            <a:ext cx="57600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3990300" y="-18389600"/>
            <a:ext cx="863600" cy="546100"/>
          </a:xfrm>
          <a:custGeom>
            <a:avLst/>
            <a:gdLst/>
            <a:ahLst/>
            <a:cxnLst/>
            <a:rect l="l" t="t" r="r" b="b"/>
            <a:pathLst>
              <a:path w="68" h="43">
                <a:moveTo>
                  <a:pt x="0" y="43"/>
                </a:moveTo>
                <a:lnTo>
                  <a:pt x="17" y="0"/>
                </a:lnTo>
                <a:lnTo>
                  <a:pt x="68" y="0"/>
                </a:lnTo>
                <a:lnTo>
                  <a:pt x="68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1684203" y="-18389223"/>
            <a:ext cx="316804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4204235" y="-18389223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6147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48345" y="1017757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89033" y="1017383"/>
            <a:ext cx="29963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48345" y="1219821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60523" y="1219821"/>
            <a:ext cx="3524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87876" y="1221942"/>
            <a:ext cx="2497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48344" y="1422259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0522" y="1422259"/>
            <a:ext cx="35248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26891" y="2488088"/>
            <a:ext cx="415850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27190" y="2488088"/>
            <a:ext cx="38582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07423" y="2488088"/>
            <a:ext cx="3577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494891" y="2488088"/>
            <a:ext cx="329050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82977" y="2488088"/>
            <a:ext cx="300241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70607" y="2488088"/>
            <a:ext cx="27147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58531" y="2488088"/>
            <a:ext cx="242686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48681" y="2488088"/>
            <a:ext cx="21367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5141" y="2488088"/>
            <a:ext cx="18502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22527" y="2488088"/>
            <a:ext cx="156286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494135" y="2488088"/>
            <a:ext cx="129126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509330" y="2432553"/>
            <a:ext cx="42760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518393" y="2288555"/>
            <a:ext cx="42670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520496" y="2144558"/>
            <a:ext cx="42648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516615" y="2000357"/>
            <a:ext cx="42687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17824" y="1856349"/>
            <a:ext cx="42675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33948" y="1712554"/>
            <a:ext cx="42514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032204" y="2060103"/>
            <a:ext cx="37531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040198" y="2060103"/>
            <a:ext cx="274519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92200" y="2060103"/>
            <a:ext cx="15931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398947" y="1719802"/>
            <a:ext cx="43864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70231" y="2615632"/>
            <a:ext cx="271516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889668" y="3150930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627005" y="3150706"/>
            <a:ext cx="1583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51943" y="2471044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5194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39946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795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1595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03957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6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79964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67968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55971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43975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31979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51943" y="1751035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23141" y="247104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23141" y="23270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23141" y="21830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23141" y="2039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23141" y="18950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23141" y="175103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51943" y="1751035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27950" y="1751035"/>
            <a:ext cx="864010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91960" y="2471044"/>
            <a:ext cx="1440019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51943" y="2471044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27950" y="1751035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03957" y="1751035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67968" y="1751035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55971" y="2471044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51943" y="2471044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67968" y="1751035"/>
            <a:ext cx="28800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55971" y="1751035"/>
            <a:ext cx="57600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3990300" y="-18389600"/>
            <a:ext cx="863600" cy="546100"/>
          </a:xfrm>
          <a:custGeom>
            <a:avLst/>
            <a:gdLst/>
            <a:ahLst/>
            <a:cxnLst/>
            <a:rect l="l" t="t" r="r" b="b"/>
            <a:pathLst>
              <a:path w="68" h="43">
                <a:moveTo>
                  <a:pt x="0" y="43"/>
                </a:moveTo>
                <a:lnTo>
                  <a:pt x="17" y="0"/>
                </a:lnTo>
                <a:lnTo>
                  <a:pt x="68" y="0"/>
                </a:lnTo>
                <a:lnTo>
                  <a:pt x="68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1684200" y="-18389223"/>
            <a:ext cx="316804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4204232" y="-18389223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6147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48345" y="1017757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89033" y="1017383"/>
            <a:ext cx="29963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48345" y="1219821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60523" y="1219821"/>
            <a:ext cx="3524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87876" y="1221942"/>
            <a:ext cx="2497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48344" y="1422259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0522" y="1422259"/>
            <a:ext cx="35248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87878" y="1424380"/>
            <a:ext cx="24975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26888" y="2488088"/>
            <a:ext cx="4158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27187" y="2488088"/>
            <a:ext cx="38582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07420" y="2488088"/>
            <a:ext cx="357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94888" y="2488088"/>
            <a:ext cx="32905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82974" y="2488088"/>
            <a:ext cx="300242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70604" y="2488088"/>
            <a:ext cx="27147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8528" y="2488088"/>
            <a:ext cx="24268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48678" y="2488088"/>
            <a:ext cx="213671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5138" y="2488088"/>
            <a:ext cx="18502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22524" y="2488088"/>
            <a:ext cx="15628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94132" y="2488088"/>
            <a:ext cx="12912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509327" y="2432553"/>
            <a:ext cx="427606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518389" y="2288555"/>
            <a:ext cx="42670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520493" y="2144558"/>
            <a:ext cx="42649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16611" y="2000357"/>
            <a:ext cx="42687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17821" y="1856349"/>
            <a:ext cx="42675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33944" y="1712554"/>
            <a:ext cx="4251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32201" y="2060103"/>
            <a:ext cx="37531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040195" y="2060103"/>
            <a:ext cx="27452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192197" y="2060103"/>
            <a:ext cx="15931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98944" y="1719802"/>
            <a:ext cx="4386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70228" y="2615632"/>
            <a:ext cx="27151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89665" y="3150930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27002" y="3150706"/>
            <a:ext cx="158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51943" y="2471044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5194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39946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795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1595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03957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6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79964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67968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55971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43975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31979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51943" y="1751035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23141" y="247104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23141" y="23270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23141" y="21830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23141" y="2039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23141" y="18950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23141" y="175103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51943" y="1751035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27950" y="1751035"/>
            <a:ext cx="864010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91960" y="2471044"/>
            <a:ext cx="1440019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51943" y="2471044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27950" y="1751035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03957" y="1751035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67968" y="1751035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55971" y="2471044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51943" y="2471044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67968" y="1751035"/>
            <a:ext cx="28800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55971" y="1751035"/>
            <a:ext cx="57600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3990300" y="-18389600"/>
            <a:ext cx="863600" cy="546100"/>
          </a:xfrm>
          <a:custGeom>
            <a:avLst/>
            <a:gdLst/>
            <a:ahLst/>
            <a:cxnLst/>
            <a:rect l="l" t="t" r="r" b="b"/>
            <a:pathLst>
              <a:path w="68" h="43">
                <a:moveTo>
                  <a:pt x="0" y="43"/>
                </a:moveTo>
                <a:lnTo>
                  <a:pt x="17" y="0"/>
                </a:lnTo>
                <a:lnTo>
                  <a:pt x="68" y="0"/>
                </a:lnTo>
                <a:lnTo>
                  <a:pt x="68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1684200" y="-18389223"/>
            <a:ext cx="316804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4204232" y="-18389223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6147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48345" y="1017757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89033" y="1017383"/>
            <a:ext cx="29963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48345" y="1219821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60523" y="1219821"/>
            <a:ext cx="3524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87876" y="1221942"/>
            <a:ext cx="2497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48344" y="1422259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0522" y="1422259"/>
            <a:ext cx="35248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87878" y="1424380"/>
            <a:ext cx="24975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26888" y="2488088"/>
            <a:ext cx="4158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27187" y="2488088"/>
            <a:ext cx="38582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07420" y="2488088"/>
            <a:ext cx="357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94888" y="2488088"/>
            <a:ext cx="32905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82974" y="2488088"/>
            <a:ext cx="300242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70604" y="2488088"/>
            <a:ext cx="27147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8528" y="2488088"/>
            <a:ext cx="24268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48678" y="2488088"/>
            <a:ext cx="213671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5138" y="2488088"/>
            <a:ext cx="18502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22524" y="2488088"/>
            <a:ext cx="15628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94132" y="2488088"/>
            <a:ext cx="12912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509327" y="2432553"/>
            <a:ext cx="427606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518389" y="2288555"/>
            <a:ext cx="42670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520493" y="2144558"/>
            <a:ext cx="42649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16611" y="2000357"/>
            <a:ext cx="42687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17821" y="1856349"/>
            <a:ext cx="42675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33944" y="1712554"/>
            <a:ext cx="4251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32201" y="2060103"/>
            <a:ext cx="37531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040195" y="2060103"/>
            <a:ext cx="27452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192197" y="2060103"/>
            <a:ext cx="15931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98944" y="1719802"/>
            <a:ext cx="4386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70228" y="2615632"/>
            <a:ext cx="27151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90231" y="1892356"/>
            <a:ext cx="459516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89665" y="3150930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7002" y="3150706"/>
            <a:ext cx="158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51943" y="2471044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5194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39946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795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1595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03957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6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79964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67968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55971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43975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31979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51943" y="1751035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23141" y="247104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23141" y="23270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23141" y="21830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23141" y="2039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23141" y="18950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23141" y="175103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51943" y="1751035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27950" y="1751035"/>
            <a:ext cx="864010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91960" y="2471044"/>
            <a:ext cx="1440019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51943" y="2471044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27950" y="1751035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03957" y="1751035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67968" y="1751035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55971" y="2471044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51943" y="2471044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67968" y="1751035"/>
            <a:ext cx="28800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55971" y="1751035"/>
            <a:ext cx="57600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23990300" y="-18389600"/>
            <a:ext cx="863600" cy="546100"/>
          </a:xfrm>
          <a:custGeom>
            <a:avLst/>
            <a:gdLst/>
            <a:ahLst/>
            <a:cxnLst/>
            <a:rect l="l" t="t" r="r" b="b"/>
            <a:pathLst>
              <a:path w="68" h="43">
                <a:moveTo>
                  <a:pt x="0" y="43"/>
                </a:moveTo>
                <a:lnTo>
                  <a:pt x="17" y="0"/>
                </a:lnTo>
                <a:lnTo>
                  <a:pt x="68" y="0"/>
                </a:lnTo>
                <a:lnTo>
                  <a:pt x="68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363939" y="1931037"/>
            <a:ext cx="316803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4204232" y="-18389223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6147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48345" y="1017757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89033" y="1017383"/>
            <a:ext cx="29963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48345" y="1219821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60523" y="1219821"/>
            <a:ext cx="3524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87876" y="1221942"/>
            <a:ext cx="2497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48344" y="1422259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0522" y="1422259"/>
            <a:ext cx="35248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87878" y="1424380"/>
            <a:ext cx="24975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26888" y="2488088"/>
            <a:ext cx="4158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27187" y="2488088"/>
            <a:ext cx="38582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07420" y="2488088"/>
            <a:ext cx="357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94888" y="2488088"/>
            <a:ext cx="32905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82974" y="2488088"/>
            <a:ext cx="300242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70604" y="2488088"/>
            <a:ext cx="27147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8528" y="2488088"/>
            <a:ext cx="24268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48678" y="2488088"/>
            <a:ext cx="213671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5138" y="2488088"/>
            <a:ext cx="18502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22524" y="2488088"/>
            <a:ext cx="15628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94132" y="2488088"/>
            <a:ext cx="12912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509327" y="2432553"/>
            <a:ext cx="427606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518389" y="2288555"/>
            <a:ext cx="42670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520493" y="2144558"/>
            <a:ext cx="42649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16611" y="2000357"/>
            <a:ext cx="42687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17821" y="1856349"/>
            <a:ext cx="42675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33944" y="1712554"/>
            <a:ext cx="4251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32201" y="2060103"/>
            <a:ext cx="37531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040195" y="2060103"/>
            <a:ext cx="27452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192197" y="2060103"/>
            <a:ext cx="15931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98944" y="1719802"/>
            <a:ext cx="4386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70228" y="2615632"/>
            <a:ext cx="27151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90231" y="1892356"/>
            <a:ext cx="459516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89665" y="3150930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7002" y="3150706"/>
            <a:ext cx="158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51943" y="2471044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5194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39946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795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1595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03957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6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79964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67968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55971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43975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31979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51943" y="1751035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23141" y="247104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23141" y="23270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23141" y="21830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23141" y="2039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23141" y="18950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23141" y="175103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51943" y="1751035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27950" y="1751035"/>
            <a:ext cx="864010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91960" y="2471044"/>
            <a:ext cx="1440019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51943" y="2471044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27950" y="1751035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03957" y="1751035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67968" y="1751035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55971" y="2471044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51943" y="2471044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67968" y="1751035"/>
            <a:ext cx="28800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55971" y="1751035"/>
            <a:ext cx="57600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670300" y="1930400"/>
            <a:ext cx="863600" cy="546100"/>
          </a:xfrm>
          <a:custGeom>
            <a:avLst/>
            <a:gdLst/>
            <a:ahLst/>
            <a:cxnLst/>
            <a:rect l="l" t="t" r="r" b="b"/>
            <a:pathLst>
              <a:path w="68" h="43">
                <a:moveTo>
                  <a:pt x="0" y="43"/>
                </a:moveTo>
                <a:lnTo>
                  <a:pt x="17" y="0"/>
                </a:lnTo>
                <a:lnTo>
                  <a:pt x="68" y="0"/>
                </a:lnTo>
                <a:lnTo>
                  <a:pt x="68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363939" y="1931037"/>
            <a:ext cx="316803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4204232" y="-18389223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6147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48345" y="1017757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89033" y="1017383"/>
            <a:ext cx="29963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48345" y="1219821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60523" y="1219821"/>
            <a:ext cx="3524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87876" y="1221942"/>
            <a:ext cx="2497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48344" y="1422259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0522" y="1422259"/>
            <a:ext cx="35248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87878" y="1424380"/>
            <a:ext cx="24975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26888" y="2488088"/>
            <a:ext cx="4158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27187" y="2488088"/>
            <a:ext cx="38582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07420" y="2488088"/>
            <a:ext cx="357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94888" y="2488088"/>
            <a:ext cx="32905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82974" y="2488088"/>
            <a:ext cx="300242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70604" y="2488088"/>
            <a:ext cx="27147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8528" y="2488088"/>
            <a:ext cx="24268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48678" y="2488088"/>
            <a:ext cx="213671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5138" y="2488088"/>
            <a:ext cx="18502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22524" y="2488088"/>
            <a:ext cx="15628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94132" y="2488088"/>
            <a:ext cx="12912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509327" y="2432553"/>
            <a:ext cx="427606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518389" y="2288555"/>
            <a:ext cx="42670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520493" y="2144558"/>
            <a:ext cx="42649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16611" y="2000357"/>
            <a:ext cx="42687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17821" y="1856349"/>
            <a:ext cx="42675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33944" y="1712554"/>
            <a:ext cx="4251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32201" y="2060103"/>
            <a:ext cx="37531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040195" y="2060103"/>
            <a:ext cx="27452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192197" y="2060103"/>
            <a:ext cx="15931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98944" y="1719802"/>
            <a:ext cx="4386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70228" y="2615632"/>
            <a:ext cx="27151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90231" y="1892356"/>
            <a:ext cx="459516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89665" y="3150930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7002" y="3150706"/>
            <a:ext cx="158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51943" y="2471044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5194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39946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2795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1595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03957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9196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79964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67968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55971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43975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31979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51943" y="1751035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23141" y="247104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23141" y="23270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23141" y="21830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23141" y="2039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23141" y="18950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23141" y="175103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51943" y="1751035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27950" y="1751035"/>
            <a:ext cx="864010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91960" y="2471044"/>
            <a:ext cx="1440019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51943" y="2471044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27950" y="1751035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03957" y="1751035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67968" y="1751035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955971" y="2471044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651943" y="2471044"/>
            <a:ext cx="201602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67968" y="1751035"/>
            <a:ext cx="28800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955971" y="1751035"/>
            <a:ext cx="57600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670300" y="1930400"/>
            <a:ext cx="863600" cy="546100"/>
          </a:xfrm>
          <a:custGeom>
            <a:avLst/>
            <a:gdLst/>
            <a:ahLst/>
            <a:cxnLst/>
            <a:rect l="l" t="t" r="r" b="b"/>
            <a:pathLst>
              <a:path w="68" h="43">
                <a:moveTo>
                  <a:pt x="0" y="43"/>
                </a:moveTo>
                <a:lnTo>
                  <a:pt x="17" y="0"/>
                </a:lnTo>
                <a:lnTo>
                  <a:pt x="68" y="0"/>
                </a:lnTo>
                <a:lnTo>
                  <a:pt x="68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1363939" y="1931037"/>
            <a:ext cx="316803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883970" y="1931037"/>
            <a:ext cx="0" cy="6264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9993" y="76147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48345" y="1017757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89033" y="1017383"/>
            <a:ext cx="29963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48345" y="1219821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260523" y="1219821"/>
            <a:ext cx="3524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87876" y="1221942"/>
            <a:ext cx="2497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48344" y="1422259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0522" y="1422259"/>
            <a:ext cx="35248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C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87878" y="1424380"/>
            <a:ext cx="24975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26888" y="2488088"/>
            <a:ext cx="4158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27187" y="2488088"/>
            <a:ext cx="38582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07420" y="2488088"/>
            <a:ext cx="3577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94888" y="2488088"/>
            <a:ext cx="32905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82974" y="2488088"/>
            <a:ext cx="300242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70604" y="2488088"/>
            <a:ext cx="27147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8528" y="2488088"/>
            <a:ext cx="24268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48678" y="2488088"/>
            <a:ext cx="213671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5138" y="2488088"/>
            <a:ext cx="18502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22524" y="2488088"/>
            <a:ext cx="15628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94132" y="2488088"/>
            <a:ext cx="12912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509327" y="2432553"/>
            <a:ext cx="427606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518389" y="2288555"/>
            <a:ext cx="42670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520493" y="2144558"/>
            <a:ext cx="42649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16611" y="2000357"/>
            <a:ext cx="42687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17821" y="1856349"/>
            <a:ext cx="42675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33944" y="1712554"/>
            <a:ext cx="4251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32201" y="2060103"/>
            <a:ext cx="37531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040195" y="2060103"/>
            <a:ext cx="27452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192197" y="2060103"/>
            <a:ext cx="15931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98944" y="1719802"/>
            <a:ext cx="4386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70228" y="2615632"/>
            <a:ext cx="27151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90231" y="1892356"/>
            <a:ext cx="459516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17384" y="2574488"/>
            <a:ext cx="19680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7.75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889665" y="3150930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27002" y="3150706"/>
            <a:ext cx="158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709098" y="-23795750"/>
            <a:ext cx="90001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709098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889099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069104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249105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29107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7609108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6709098" y="-24245755"/>
            <a:ext cx="0" cy="450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6691096" y="-2379575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6691096" y="-23885751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6691096" y="-2397575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6691096" y="-2406575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6691096" y="-2415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6691096" y="-2424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709098" y="-24245755"/>
            <a:ext cx="360006" cy="0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069104" y="-24245755"/>
            <a:ext cx="540004" cy="450005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6708100" y="-23926800"/>
            <a:ext cx="901700" cy="127000"/>
          </a:xfrm>
          <a:custGeom>
            <a:avLst/>
            <a:gdLst/>
            <a:ahLst/>
            <a:cxnLst/>
            <a:rect l="l" t="t" r="r" b="b"/>
            <a:pathLst>
              <a:path w="71" h="10">
                <a:moveTo>
                  <a:pt x="0" y="10"/>
                </a:moveTo>
                <a:lnTo>
                  <a:pt x="0" y="0"/>
                </a:lnTo>
                <a:lnTo>
                  <a:pt x="58" y="0"/>
                </a:lnTo>
                <a:lnTo>
                  <a:pt x="71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6529096" y="-23930751"/>
            <a:ext cx="91801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447109" y="-23930751"/>
            <a:ext cx="0" cy="189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8039950" y="-23795750"/>
            <a:ext cx="108001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8039950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8219951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8399953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8579954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8759959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939960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119962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039950" y="-24245755"/>
            <a:ext cx="0" cy="450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8021948" y="-2379575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8021948" y="-23885751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28021948" y="-2397575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8021948" y="-2406575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8021948" y="-2415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8021948" y="-2424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8039950" y="-24245755"/>
            <a:ext cx="360003" cy="450005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8399953" y="-24245755"/>
            <a:ext cx="540007" cy="0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8939960" y="-24245755"/>
            <a:ext cx="180002" cy="450005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8041600" y="-23850600"/>
            <a:ext cx="1079500" cy="50800"/>
          </a:xfrm>
          <a:custGeom>
            <a:avLst/>
            <a:gdLst/>
            <a:ahLst/>
            <a:cxnLst/>
            <a:rect l="l" t="t" r="r" b="b"/>
            <a:pathLst>
              <a:path w="85" h="4">
                <a:moveTo>
                  <a:pt x="0" y="4"/>
                </a:moveTo>
                <a:lnTo>
                  <a:pt x="3" y="0"/>
                </a:lnTo>
                <a:lnTo>
                  <a:pt x="83" y="0"/>
                </a:lnTo>
                <a:lnTo>
                  <a:pt x="85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27859945" y="-23852001"/>
            <a:ext cx="12375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8084949" y="-23852001"/>
            <a:ext cx="0" cy="1102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9097461" y="-23852001"/>
            <a:ext cx="0" cy="1102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9552059" y="-23795750"/>
            <a:ext cx="540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552059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9732061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9912062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0092067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9552059" y="-24245755"/>
            <a:ext cx="0" cy="450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29534057" y="-2379575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29534057" y="-23885751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29534057" y="-2397575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29534057" y="-2406575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29534057" y="-2415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29534057" y="-2424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9552059" y="-24245755"/>
            <a:ext cx="180002" cy="450005"/>
          </a:xfrm>
          <a:prstGeom prst="line">
            <a:avLst/>
          </a:prstGeom>
          <a:ln w="317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9732061" y="-24245755"/>
            <a:ext cx="360006" cy="0"/>
          </a:xfrm>
          <a:prstGeom prst="line">
            <a:avLst/>
          </a:prstGeom>
          <a:ln w="317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29552900" y="-24130000"/>
            <a:ext cx="533400" cy="330200"/>
          </a:xfrm>
          <a:custGeom>
            <a:avLst/>
            <a:gdLst/>
            <a:ahLst/>
            <a:cxnLst/>
            <a:rect l="l" t="t" r="r" b="b"/>
            <a:pathLst>
              <a:path w="42" h="26">
                <a:moveTo>
                  <a:pt x="0" y="26"/>
                </a:moveTo>
                <a:lnTo>
                  <a:pt x="11" y="0"/>
                </a:lnTo>
                <a:lnTo>
                  <a:pt x="42" y="0"/>
                </a:lnTo>
                <a:lnTo>
                  <a:pt x="42" y="2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29372058" y="-24133254"/>
            <a:ext cx="720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9687062" y="-24133254"/>
            <a:ext cx="0" cy="3915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6946748" y="-227720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6946748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7234753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7522757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7810758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8098762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8386766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8674770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8962774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9250778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9538779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9826784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6946748" y="-23492042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26917947" y="-2277203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26917947" y="-2291603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26917947" y="-2306003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26917947" y="-2320403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26917947" y="-2334803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26917947" y="-23492042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6946748" y="-23492042"/>
            <a:ext cx="576009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7522757" y="-23492042"/>
            <a:ext cx="864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8386766" y="-227720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6946748" y="-22772033"/>
            <a:ext cx="576009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7522757" y="-23492042"/>
            <a:ext cx="576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8098762" y="-23492042"/>
            <a:ext cx="864012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962774" y="-23492042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9250778" y="-22772033"/>
            <a:ext cx="576006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6946748" y="-22772033"/>
            <a:ext cx="2016026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8962774" y="-23492042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9250778" y="-23492042"/>
            <a:ext cx="576006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 123"/>
          <p:cNvSpPr/>
          <p:nvPr/>
        </p:nvSpPr>
        <p:spPr>
          <a:xfrm>
            <a:off x="26949400" y="-23317200"/>
            <a:ext cx="2882900" cy="546100"/>
          </a:xfrm>
          <a:custGeom>
            <a:avLst/>
            <a:gdLst/>
            <a:ahLst/>
            <a:cxnLst/>
            <a:rect l="l" t="t" r="r" b="b"/>
            <a:pathLst>
              <a:path w="227" h="43">
                <a:moveTo>
                  <a:pt x="0" y="43"/>
                </a:moveTo>
                <a:lnTo>
                  <a:pt x="0" y="26"/>
                </a:lnTo>
                <a:lnTo>
                  <a:pt x="93" y="26"/>
                </a:lnTo>
                <a:lnTo>
                  <a:pt x="105" y="36"/>
                </a:lnTo>
                <a:lnTo>
                  <a:pt x="161" y="36"/>
                </a:lnTo>
                <a:lnTo>
                  <a:pt x="176" y="0"/>
                </a:lnTo>
                <a:lnTo>
                  <a:pt x="227" y="0"/>
                </a:lnTo>
                <a:lnTo>
                  <a:pt x="227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0" y="314673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880005" y="314673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8" name="Picture 1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59993" y="65702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889665" y="3150918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4107" y="3150694"/>
            <a:ext cx="161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709098" y="-23795750"/>
            <a:ext cx="90001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709098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889099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069104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249105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29107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7609108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6709098" y="-24245755"/>
            <a:ext cx="0" cy="450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6691096" y="-2379575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6691096" y="-23885751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6691096" y="-2397575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6691096" y="-2406575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6691096" y="-2415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6691096" y="-2424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709098" y="-24245755"/>
            <a:ext cx="360006" cy="0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069104" y="-24245755"/>
            <a:ext cx="540004" cy="450005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26708100" y="-23926800"/>
            <a:ext cx="901700" cy="127000"/>
          </a:xfrm>
          <a:custGeom>
            <a:avLst/>
            <a:gdLst/>
            <a:ahLst/>
            <a:cxnLst/>
            <a:rect l="l" t="t" r="r" b="b"/>
            <a:pathLst>
              <a:path w="71" h="10">
                <a:moveTo>
                  <a:pt x="0" y="10"/>
                </a:moveTo>
                <a:lnTo>
                  <a:pt x="0" y="0"/>
                </a:lnTo>
                <a:lnTo>
                  <a:pt x="58" y="0"/>
                </a:lnTo>
                <a:lnTo>
                  <a:pt x="71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6529096" y="-23930751"/>
            <a:ext cx="91801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7447109" y="-23930751"/>
            <a:ext cx="0" cy="189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8039950" y="-23795750"/>
            <a:ext cx="108001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8039950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8219951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8399953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8579954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8759959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939960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119962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039950" y="-24245755"/>
            <a:ext cx="0" cy="450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8021948" y="-2379575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8021948" y="-23885751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28021948" y="-2397575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8021948" y="-2406575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8021948" y="-2415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8021948" y="-2424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8039950" y="-24245755"/>
            <a:ext cx="360003" cy="450005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8399953" y="-24245755"/>
            <a:ext cx="540007" cy="0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8939960" y="-24245755"/>
            <a:ext cx="180002" cy="450005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8041600" y="-23850600"/>
            <a:ext cx="1079500" cy="50800"/>
          </a:xfrm>
          <a:custGeom>
            <a:avLst/>
            <a:gdLst/>
            <a:ahLst/>
            <a:cxnLst/>
            <a:rect l="l" t="t" r="r" b="b"/>
            <a:pathLst>
              <a:path w="85" h="4">
                <a:moveTo>
                  <a:pt x="0" y="4"/>
                </a:moveTo>
                <a:lnTo>
                  <a:pt x="3" y="0"/>
                </a:lnTo>
                <a:lnTo>
                  <a:pt x="83" y="0"/>
                </a:lnTo>
                <a:lnTo>
                  <a:pt x="85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27859945" y="-23852001"/>
            <a:ext cx="12375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8084949" y="-23852001"/>
            <a:ext cx="0" cy="1102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9097461" y="-23852001"/>
            <a:ext cx="0" cy="1102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9552059" y="-23795750"/>
            <a:ext cx="540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552059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9732061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9912062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0092067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9552059" y="-24245755"/>
            <a:ext cx="0" cy="450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29534057" y="-2379575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29534057" y="-23885751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29534057" y="-2397575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29534057" y="-2406575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29534057" y="-2415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29534057" y="-2424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9552059" y="-24245755"/>
            <a:ext cx="180002" cy="450005"/>
          </a:xfrm>
          <a:prstGeom prst="line">
            <a:avLst/>
          </a:prstGeom>
          <a:ln w="317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9732061" y="-24245755"/>
            <a:ext cx="360006" cy="0"/>
          </a:xfrm>
          <a:prstGeom prst="line">
            <a:avLst/>
          </a:prstGeom>
          <a:ln w="317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29552900" y="-24130000"/>
            <a:ext cx="533400" cy="330200"/>
          </a:xfrm>
          <a:custGeom>
            <a:avLst/>
            <a:gdLst/>
            <a:ahLst/>
            <a:cxnLst/>
            <a:rect l="l" t="t" r="r" b="b"/>
            <a:pathLst>
              <a:path w="42" h="26">
                <a:moveTo>
                  <a:pt x="0" y="26"/>
                </a:moveTo>
                <a:lnTo>
                  <a:pt x="11" y="0"/>
                </a:lnTo>
                <a:lnTo>
                  <a:pt x="42" y="0"/>
                </a:lnTo>
                <a:lnTo>
                  <a:pt x="42" y="2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29372058" y="-24133254"/>
            <a:ext cx="720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9687062" y="-24133254"/>
            <a:ext cx="0" cy="3915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6946748" y="-227720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6946748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7234753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7522757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7810758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8098762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8386766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8674770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8962774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9250778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9538779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9826784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6946748" y="-23492042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26917947" y="-2277203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26917947" y="-2291603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26917947" y="-2306003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26917947" y="-2320403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26917947" y="-2334803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26917947" y="-23492042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6946748" y="-23492042"/>
            <a:ext cx="576009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7522757" y="-23492042"/>
            <a:ext cx="864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8386766" y="-227720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6946748" y="-22772033"/>
            <a:ext cx="576009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7522757" y="-23492042"/>
            <a:ext cx="576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8098762" y="-23492042"/>
            <a:ext cx="864012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962774" y="-23492042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9250778" y="-22772033"/>
            <a:ext cx="576006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6946748" y="-22772033"/>
            <a:ext cx="2016026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8962774" y="-23492042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9250778" y="-23492042"/>
            <a:ext cx="576006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 123"/>
          <p:cNvSpPr/>
          <p:nvPr/>
        </p:nvSpPr>
        <p:spPr>
          <a:xfrm>
            <a:off x="26949400" y="-23317200"/>
            <a:ext cx="2882900" cy="546100"/>
          </a:xfrm>
          <a:custGeom>
            <a:avLst/>
            <a:gdLst/>
            <a:ahLst/>
            <a:cxnLst/>
            <a:rect l="l" t="t" r="r" b="b"/>
            <a:pathLst>
              <a:path w="227" h="43">
                <a:moveTo>
                  <a:pt x="0" y="43"/>
                </a:moveTo>
                <a:lnTo>
                  <a:pt x="0" y="26"/>
                </a:lnTo>
                <a:lnTo>
                  <a:pt x="93" y="26"/>
                </a:lnTo>
                <a:lnTo>
                  <a:pt x="105" y="36"/>
                </a:lnTo>
                <a:lnTo>
                  <a:pt x="161" y="36"/>
                </a:lnTo>
                <a:lnTo>
                  <a:pt x="176" y="0"/>
                </a:lnTo>
                <a:lnTo>
                  <a:pt x="227" y="0"/>
                </a:lnTo>
                <a:lnTo>
                  <a:pt x="227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0" y="314673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880005" y="314673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8" name="Picture 1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59993" y="65702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59993" y="89451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clipped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combined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889665" y="3150918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624107" y="3150694"/>
            <a:ext cx="161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308772" y="1604575"/>
            <a:ext cx="90001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308772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88774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668776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848779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028781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208783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308772" y="1154569"/>
            <a:ext cx="0" cy="4500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290771" y="1604575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1290771" y="1514574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290771" y="1424573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1290771" y="1334572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290771" y="1244570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290771" y="1154569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308772" y="1154569"/>
            <a:ext cx="360004" cy="0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668776" y="1154569"/>
            <a:ext cx="540007" cy="450006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1308100" y="1473200"/>
            <a:ext cx="901700" cy="127000"/>
          </a:xfrm>
          <a:custGeom>
            <a:avLst/>
            <a:gdLst/>
            <a:ahLst/>
            <a:cxnLst/>
            <a:rect l="l" t="t" r="r" b="b"/>
            <a:pathLst>
              <a:path w="71" h="10">
                <a:moveTo>
                  <a:pt x="0" y="10"/>
                </a:moveTo>
                <a:lnTo>
                  <a:pt x="0" y="0"/>
                </a:lnTo>
                <a:lnTo>
                  <a:pt x="58" y="0"/>
                </a:lnTo>
                <a:lnTo>
                  <a:pt x="71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128770" y="1469573"/>
            <a:ext cx="91801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046782" y="1469573"/>
            <a:ext cx="0" cy="1890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39622" y="1604575"/>
            <a:ext cx="108001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639622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819624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999626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179628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359630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539633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719635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639622" y="1154569"/>
            <a:ext cx="0" cy="4500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621620" y="160457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621620" y="151457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2621620" y="1424573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621620" y="133457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621620" y="124457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621620" y="1154569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639622" y="1154569"/>
            <a:ext cx="360004" cy="450006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999626" y="1154569"/>
            <a:ext cx="540007" cy="0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539633" y="1154569"/>
            <a:ext cx="180002" cy="450006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641600" y="1549400"/>
            <a:ext cx="1079500" cy="50800"/>
          </a:xfrm>
          <a:custGeom>
            <a:avLst/>
            <a:gdLst/>
            <a:ahLst/>
            <a:cxnLst/>
            <a:rect l="l" t="t" r="r" b="b"/>
            <a:pathLst>
              <a:path w="85" h="4">
                <a:moveTo>
                  <a:pt x="0" y="4"/>
                </a:moveTo>
                <a:lnTo>
                  <a:pt x="3" y="0"/>
                </a:lnTo>
                <a:lnTo>
                  <a:pt x="83" y="0"/>
                </a:lnTo>
                <a:lnTo>
                  <a:pt x="85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2459619" y="1548324"/>
            <a:ext cx="12375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684622" y="1548324"/>
            <a:ext cx="0" cy="1102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697135" y="1548324"/>
            <a:ext cx="0" cy="1102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151735" y="1604575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151735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331737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511739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91742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151735" y="1154569"/>
            <a:ext cx="0" cy="4500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4133734" y="1604575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4133734" y="1514574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4133734" y="1424573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4133734" y="1334572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4133734" y="1244570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4133734" y="1154569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151735" y="1154569"/>
            <a:ext cx="180002" cy="450006"/>
          </a:xfrm>
          <a:prstGeom prst="line">
            <a:avLst/>
          </a:prstGeom>
          <a:ln w="317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331737" y="1154569"/>
            <a:ext cx="360005" cy="0"/>
          </a:xfrm>
          <a:prstGeom prst="line">
            <a:avLst/>
          </a:prstGeom>
          <a:ln w="317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4152900" y="1270000"/>
            <a:ext cx="533400" cy="330200"/>
          </a:xfrm>
          <a:custGeom>
            <a:avLst/>
            <a:gdLst/>
            <a:ahLst/>
            <a:cxnLst/>
            <a:rect l="l" t="t" r="r" b="b"/>
            <a:pathLst>
              <a:path w="42" h="26">
                <a:moveTo>
                  <a:pt x="0" y="26"/>
                </a:moveTo>
                <a:lnTo>
                  <a:pt x="11" y="0"/>
                </a:lnTo>
                <a:lnTo>
                  <a:pt x="42" y="0"/>
                </a:lnTo>
                <a:lnTo>
                  <a:pt x="42" y="2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3971733" y="1267071"/>
            <a:ext cx="720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286736" y="1267071"/>
            <a:ext cx="0" cy="3915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6946748" y="-22772034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6946748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7234753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7522757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7810758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8098762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8386766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8674770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8962774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9250778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9538779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9826784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6946748" y="-2349204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26917947" y="-2277203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26917947" y="-2291603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26917947" y="-2306003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26917947" y="-2320403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26917947" y="-2334804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26917947" y="-2349204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6946748" y="-23492043"/>
            <a:ext cx="576009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7522757" y="-23492043"/>
            <a:ext cx="864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8386766" y="-22772034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6946748" y="-22772034"/>
            <a:ext cx="576009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7522757" y="-23492043"/>
            <a:ext cx="576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8098762" y="-23492043"/>
            <a:ext cx="864012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962774" y="-23492043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9250778" y="-22772034"/>
            <a:ext cx="576006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6946748" y="-22772034"/>
            <a:ext cx="2016026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8962774" y="-23492043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9250778" y="-23492043"/>
            <a:ext cx="576006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 123"/>
          <p:cNvSpPr/>
          <p:nvPr/>
        </p:nvSpPr>
        <p:spPr>
          <a:xfrm>
            <a:off x="26949400" y="-23317200"/>
            <a:ext cx="2882900" cy="546100"/>
          </a:xfrm>
          <a:custGeom>
            <a:avLst/>
            <a:gdLst/>
            <a:ahLst/>
            <a:cxnLst/>
            <a:rect l="l" t="t" r="r" b="b"/>
            <a:pathLst>
              <a:path w="227" h="43">
                <a:moveTo>
                  <a:pt x="0" y="43"/>
                </a:moveTo>
                <a:lnTo>
                  <a:pt x="0" y="26"/>
                </a:lnTo>
                <a:lnTo>
                  <a:pt x="93" y="26"/>
                </a:lnTo>
                <a:lnTo>
                  <a:pt x="105" y="36"/>
                </a:lnTo>
                <a:lnTo>
                  <a:pt x="161" y="36"/>
                </a:lnTo>
                <a:lnTo>
                  <a:pt x="176" y="0"/>
                </a:lnTo>
                <a:lnTo>
                  <a:pt x="227" y="0"/>
                </a:lnTo>
                <a:lnTo>
                  <a:pt x="227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0" y="314672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880005" y="314672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8" name="Picture 1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59993" y="65702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59993" y="89451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clipped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combined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293107" y="1615234"/>
            <a:ext cx="449228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480800" y="1615234"/>
            <a:ext cx="430459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655939" y="1615234"/>
            <a:ext cx="412945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35612" y="1615234"/>
            <a:ext cx="394978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015667" y="1615234"/>
            <a:ext cx="376972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195435" y="1615234"/>
            <a:ext cx="358996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19631" y="1580524"/>
            <a:ext cx="456576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25301" y="1490519"/>
            <a:ext cx="456009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26616" y="1400521"/>
            <a:ext cx="455877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224190" y="1310395"/>
            <a:ext cx="456120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224946" y="1220397"/>
            <a:ext cx="456045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35017" y="1130525"/>
            <a:ext cx="455037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546427" y="1347743"/>
            <a:ext cx="423896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C</a:t>
            </a:r>
            <a:r>
              <a:rPr sz="2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50648" y="1135055"/>
            <a:ext cx="463474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745195" y="1694949"/>
            <a:ext cx="404020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44644" y="1445396"/>
            <a:ext cx="474075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021521" y="1669234"/>
            <a:ext cx="376387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4.1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626784" y="1615234"/>
            <a:ext cx="315861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806458" y="1615234"/>
            <a:ext cx="297893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986506" y="1615234"/>
            <a:ext cx="279889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166280" y="1615234"/>
            <a:ext cx="261911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346227" y="1615234"/>
            <a:ext cx="243916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527570" y="1615234"/>
            <a:ext cx="225782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706608" y="1615234"/>
            <a:ext cx="207878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550476" y="1580524"/>
            <a:ext cx="323491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56141" y="1490519"/>
            <a:ext cx="322925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557461" y="1400521"/>
            <a:ext cx="322793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555029" y="1310395"/>
            <a:ext cx="323036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555791" y="1220397"/>
            <a:ext cx="322960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565862" y="1130525"/>
            <a:ext cx="321953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47275" y="1347743"/>
            <a:ext cx="263812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C</a:t>
            </a:r>
            <a:r>
              <a:rPr sz="2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481487" y="1135056"/>
            <a:ext cx="330390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166039" y="1694949"/>
            <a:ext cx="261935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333529" y="1524143"/>
            <a:ext cx="345186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641446" y="1669234"/>
            <a:ext cx="314394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2.25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642505" y="1669234"/>
            <a:ext cx="214289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7.875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139672" y="1615234"/>
            <a:ext cx="164572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318710" y="1615234"/>
            <a:ext cx="146668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498333" y="1615234"/>
            <a:ext cx="128706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668081" y="1615234"/>
            <a:ext cx="111731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062576" y="1580524"/>
            <a:ext cx="172281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068247" y="1490519"/>
            <a:ext cx="171714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069562" y="1400521"/>
            <a:ext cx="171583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67136" y="1310395"/>
            <a:ext cx="171825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067892" y="1220397"/>
            <a:ext cx="171750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077963" y="1130525"/>
            <a:ext cx="170743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479378" y="1347743"/>
            <a:ext cx="130601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C</a:t>
            </a:r>
            <a:r>
              <a:rPr sz="29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993593" y="1135056"/>
            <a:ext cx="179180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408144" y="1694949"/>
            <a:ext cx="137725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863142" y="1242895"/>
            <a:ext cx="192225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245114" y="1669234"/>
            <a:ext cx="154028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7.75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624107" y="3150693"/>
            <a:ext cx="1612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308772" y="1604575"/>
            <a:ext cx="90001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308772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88774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668776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848779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028781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208783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308772" y="1154569"/>
            <a:ext cx="0" cy="4500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290771" y="1604575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1290771" y="1514574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290771" y="1424573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1290771" y="1334572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290771" y="1244570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290771" y="1154569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308772" y="1154569"/>
            <a:ext cx="360004" cy="0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668776" y="1154569"/>
            <a:ext cx="540007" cy="450006"/>
          </a:xfrm>
          <a:prstGeom prst="line">
            <a:avLst/>
          </a:prstGeom>
          <a:ln w="3175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1308100" y="1473200"/>
            <a:ext cx="901700" cy="127000"/>
          </a:xfrm>
          <a:custGeom>
            <a:avLst/>
            <a:gdLst/>
            <a:ahLst/>
            <a:cxnLst/>
            <a:rect l="l" t="t" r="r" b="b"/>
            <a:pathLst>
              <a:path w="71" h="10">
                <a:moveTo>
                  <a:pt x="0" y="10"/>
                </a:moveTo>
                <a:lnTo>
                  <a:pt x="0" y="0"/>
                </a:lnTo>
                <a:lnTo>
                  <a:pt x="58" y="0"/>
                </a:lnTo>
                <a:lnTo>
                  <a:pt x="71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128770" y="1469573"/>
            <a:ext cx="91801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046782" y="1469573"/>
            <a:ext cx="0" cy="1890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39622" y="1604575"/>
            <a:ext cx="108001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639622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819624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999626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179628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359630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539633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719635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639622" y="1154569"/>
            <a:ext cx="0" cy="4500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621620" y="160457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621620" y="151457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2621620" y="1424573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621620" y="133457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621620" y="124457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621620" y="1154569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639622" y="1154569"/>
            <a:ext cx="360004" cy="450006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999626" y="1154569"/>
            <a:ext cx="540007" cy="0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539633" y="1154569"/>
            <a:ext cx="180002" cy="450006"/>
          </a:xfrm>
          <a:prstGeom prst="line">
            <a:avLst/>
          </a:prstGeom>
          <a:ln w="3175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641600" y="1549400"/>
            <a:ext cx="1079500" cy="50800"/>
          </a:xfrm>
          <a:custGeom>
            <a:avLst/>
            <a:gdLst/>
            <a:ahLst/>
            <a:cxnLst/>
            <a:rect l="l" t="t" r="r" b="b"/>
            <a:pathLst>
              <a:path w="85" h="4">
                <a:moveTo>
                  <a:pt x="0" y="4"/>
                </a:moveTo>
                <a:lnTo>
                  <a:pt x="3" y="0"/>
                </a:lnTo>
                <a:lnTo>
                  <a:pt x="83" y="0"/>
                </a:lnTo>
                <a:lnTo>
                  <a:pt x="85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2459619" y="1548324"/>
            <a:ext cx="12375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684622" y="1548324"/>
            <a:ext cx="0" cy="1102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697135" y="1548324"/>
            <a:ext cx="0" cy="1102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151735" y="1604575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151735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331737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511739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691742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151735" y="1154569"/>
            <a:ext cx="0" cy="4500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4133734" y="1604575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4133734" y="1514574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4133734" y="1424573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4133734" y="1334572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4133734" y="1244570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4133734" y="1154569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151735" y="1154569"/>
            <a:ext cx="180002" cy="450006"/>
          </a:xfrm>
          <a:prstGeom prst="line">
            <a:avLst/>
          </a:prstGeom>
          <a:ln w="317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331737" y="1154569"/>
            <a:ext cx="360005" cy="0"/>
          </a:xfrm>
          <a:prstGeom prst="line">
            <a:avLst/>
          </a:prstGeom>
          <a:ln w="3175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4152900" y="1270000"/>
            <a:ext cx="533400" cy="330200"/>
          </a:xfrm>
          <a:custGeom>
            <a:avLst/>
            <a:gdLst/>
            <a:ahLst/>
            <a:cxnLst/>
            <a:rect l="l" t="t" r="r" b="b"/>
            <a:pathLst>
              <a:path w="42" h="26">
                <a:moveTo>
                  <a:pt x="0" y="26"/>
                </a:moveTo>
                <a:lnTo>
                  <a:pt x="11" y="0"/>
                </a:lnTo>
                <a:lnTo>
                  <a:pt x="42" y="0"/>
                </a:lnTo>
                <a:lnTo>
                  <a:pt x="42" y="26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3971733" y="1267071"/>
            <a:ext cx="720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286736" y="1267071"/>
            <a:ext cx="0" cy="3915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546420" y="2628292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546420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834424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122428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410431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698435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986438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3274442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562446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850449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4138453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4426456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1546420" y="190828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1517618" y="262829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1517618" y="248429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>
            <a:off x="1517618" y="234028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1517618" y="21962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>
            <a:off x="1517618" y="20522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>
            <a:off x="1517618" y="190828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546420" y="1908283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122428" y="1908283"/>
            <a:ext cx="864010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986438" y="2628292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546420" y="2628292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122428" y="1908283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698435" y="190828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562446" y="1908283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850449" y="2628292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546420" y="2628292"/>
            <a:ext cx="2016026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562446" y="1908283"/>
            <a:ext cx="28800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850449" y="1908283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 123"/>
          <p:cNvSpPr/>
          <p:nvPr/>
        </p:nvSpPr>
        <p:spPr>
          <a:xfrm>
            <a:off x="1549400" y="2082800"/>
            <a:ext cx="2882900" cy="546100"/>
          </a:xfrm>
          <a:custGeom>
            <a:avLst/>
            <a:gdLst/>
            <a:ahLst/>
            <a:cxnLst/>
            <a:rect l="l" t="t" r="r" b="b"/>
            <a:pathLst>
              <a:path w="227" h="43">
                <a:moveTo>
                  <a:pt x="0" y="43"/>
                </a:moveTo>
                <a:lnTo>
                  <a:pt x="0" y="26"/>
                </a:lnTo>
                <a:lnTo>
                  <a:pt x="93" y="26"/>
                </a:lnTo>
                <a:lnTo>
                  <a:pt x="105" y="36"/>
                </a:lnTo>
                <a:lnTo>
                  <a:pt x="161" y="36"/>
                </a:lnTo>
                <a:lnTo>
                  <a:pt x="176" y="0"/>
                </a:lnTo>
                <a:lnTo>
                  <a:pt x="227" y="0"/>
                </a:lnTo>
                <a:lnTo>
                  <a:pt x="227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-2" y="314672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880002" y="314672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8" name="Picture 1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59993" y="65702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59993" y="89451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clipped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combined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293107" y="1615234"/>
            <a:ext cx="449228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480800" y="1615234"/>
            <a:ext cx="430459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655939" y="1615234"/>
            <a:ext cx="412945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35612" y="1615234"/>
            <a:ext cx="394978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015667" y="1615234"/>
            <a:ext cx="376972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195435" y="1615234"/>
            <a:ext cx="358996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19631" y="1580524"/>
            <a:ext cx="456576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25301" y="1490519"/>
            <a:ext cx="456009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26616" y="1400521"/>
            <a:ext cx="455877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224190" y="1310395"/>
            <a:ext cx="456120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224946" y="1220397"/>
            <a:ext cx="456045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35017" y="1130525"/>
            <a:ext cx="455037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546427" y="1347743"/>
            <a:ext cx="423896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C</a:t>
            </a:r>
            <a:r>
              <a:rPr sz="2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50648" y="1135055"/>
            <a:ext cx="463474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745195" y="1694949"/>
            <a:ext cx="404020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44644" y="1445396"/>
            <a:ext cx="474075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021521" y="1669234"/>
            <a:ext cx="376387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4.1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626784" y="1615234"/>
            <a:ext cx="315861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806458" y="1615234"/>
            <a:ext cx="297893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986506" y="1615234"/>
            <a:ext cx="279889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166280" y="1615234"/>
            <a:ext cx="261911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346227" y="1615234"/>
            <a:ext cx="243916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527570" y="1615234"/>
            <a:ext cx="225782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706608" y="1615234"/>
            <a:ext cx="207878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550476" y="1580524"/>
            <a:ext cx="323491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56141" y="1490519"/>
            <a:ext cx="322925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557461" y="1400521"/>
            <a:ext cx="322793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555029" y="1310395"/>
            <a:ext cx="323036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555791" y="1220397"/>
            <a:ext cx="322960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565862" y="1130525"/>
            <a:ext cx="321953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47275" y="1347743"/>
            <a:ext cx="263812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C</a:t>
            </a:r>
            <a:r>
              <a:rPr sz="2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481487" y="1135056"/>
            <a:ext cx="330390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166039" y="1694949"/>
            <a:ext cx="261935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333529" y="1524143"/>
            <a:ext cx="345186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641446" y="1669234"/>
            <a:ext cx="314394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2.25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642505" y="1669234"/>
            <a:ext cx="214289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7.875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139672" y="1615234"/>
            <a:ext cx="164572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318710" y="1615234"/>
            <a:ext cx="146668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498333" y="1615234"/>
            <a:ext cx="128706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668081" y="1615234"/>
            <a:ext cx="111731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062576" y="1580524"/>
            <a:ext cx="172281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068247" y="1490519"/>
            <a:ext cx="171714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069562" y="1400521"/>
            <a:ext cx="171583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067136" y="1310395"/>
            <a:ext cx="171825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067892" y="1220397"/>
            <a:ext cx="171750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077963" y="1130525"/>
            <a:ext cx="170743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479378" y="1347743"/>
            <a:ext cx="130601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C</a:t>
            </a:r>
            <a:r>
              <a:rPr sz="29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993593" y="1135056"/>
            <a:ext cx="179180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408144" y="1694949"/>
            <a:ext cx="137725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863142" y="1242895"/>
            <a:ext cx="192225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245114" y="1669234"/>
            <a:ext cx="154028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7.75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521356" y="2645336"/>
            <a:ext cx="42640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821665" y="2645336"/>
            <a:ext cx="396373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101888" y="2645336"/>
            <a:ext cx="3683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389365" y="2645336"/>
            <a:ext cx="339603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677442" y="2645336"/>
            <a:ext cx="310795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965082" y="2645336"/>
            <a:ext cx="282031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252996" y="2645336"/>
            <a:ext cx="25324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543145" y="2645336"/>
            <a:ext cx="22422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829606" y="2645336"/>
            <a:ext cx="19557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117002" y="2645336"/>
            <a:ext cx="16683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388599" y="2645336"/>
            <a:ext cx="13967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403794" y="2589801"/>
            <a:ext cx="438160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412867" y="2445803"/>
            <a:ext cx="43725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414970" y="2301806"/>
            <a:ext cx="437042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411079" y="2157605"/>
            <a:ext cx="43743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412298" y="2013597"/>
            <a:ext cx="437309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428412" y="1869802"/>
            <a:ext cx="43569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926669" y="2217351"/>
            <a:ext cx="38587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2934673" y="2217351"/>
            <a:ext cx="285072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086674" y="2217351"/>
            <a:ext cx="169872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C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293421" y="1877050"/>
            <a:ext cx="449197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964695" y="2772880"/>
            <a:ext cx="28207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889662" y="3150917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624103" y="3150693"/>
            <a:ext cx="161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65954" y="1241391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65954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3958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1961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9965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7969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05972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93976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81979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69983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57987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45990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5954" y="521382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37152" y="124139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37152" y="10973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37152" y="95338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37152" y="80938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37152" y="6653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37152" y="5213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663700" y="698500"/>
            <a:ext cx="2882900" cy="546100"/>
          </a:xfrm>
          <a:custGeom>
            <a:avLst/>
            <a:gdLst/>
            <a:ahLst/>
            <a:cxnLst/>
            <a:rect l="l" t="t" r="r" b="b"/>
            <a:pathLst>
              <a:path w="227" h="43">
                <a:moveTo>
                  <a:pt x="0" y="43"/>
                </a:moveTo>
                <a:lnTo>
                  <a:pt x="0" y="26"/>
                </a:lnTo>
                <a:lnTo>
                  <a:pt x="93" y="26"/>
                </a:lnTo>
                <a:lnTo>
                  <a:pt x="105" y="36"/>
                </a:lnTo>
                <a:lnTo>
                  <a:pt x="162" y="36"/>
                </a:lnTo>
                <a:lnTo>
                  <a:pt x="176" y="0"/>
                </a:lnTo>
                <a:lnTo>
                  <a:pt x="227" y="0"/>
                </a:lnTo>
                <a:lnTo>
                  <a:pt x="227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377951" y="1025389"/>
            <a:ext cx="146882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377951" y="1151390"/>
            <a:ext cx="234002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377951" y="701385"/>
            <a:ext cx="316803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6602063" y="-23061787"/>
            <a:ext cx="472529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345000" y="-23061787"/>
            <a:ext cx="3035251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0890" y="1258435"/>
            <a:ext cx="4144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41199" y="1258435"/>
            <a:ext cx="3844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21422" y="1258435"/>
            <a:ext cx="35639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08899" y="1258435"/>
            <a:ext cx="3276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96976" y="1258435"/>
            <a:ext cx="2988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84615" y="1258435"/>
            <a:ext cx="270078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72530" y="1258435"/>
            <a:ext cx="2412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62679" y="1258435"/>
            <a:ext cx="21227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49140" y="1258435"/>
            <a:ext cx="18362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36536" y="1258435"/>
            <a:ext cx="15488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08133" y="1258435"/>
            <a:ext cx="12772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3328" y="1202900"/>
            <a:ext cx="42620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32401" y="1058903"/>
            <a:ext cx="42529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34504" y="914905"/>
            <a:ext cx="42508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30623" y="770704"/>
            <a:ext cx="42547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1832" y="626706"/>
            <a:ext cx="42535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47946" y="482902"/>
            <a:ext cx="42374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12956" y="490150"/>
            <a:ext cx="43724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84229" y="1385979"/>
            <a:ext cx="27011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43349" y="986706"/>
            <a:ext cx="45420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76222" y="1112700"/>
            <a:ext cx="46091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04233" y="662703"/>
            <a:ext cx="4581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89664" y="3150916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22974" y="3150692"/>
            <a:ext cx="1624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65954" y="1241391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65954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3958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1961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9965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7969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05972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93976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81979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69983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57987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45990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5954" y="521382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37152" y="124139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37152" y="10973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37152" y="95338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37152" y="80938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37152" y="6653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37152" y="5213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663700" y="698500"/>
            <a:ext cx="2882900" cy="546100"/>
          </a:xfrm>
          <a:custGeom>
            <a:avLst/>
            <a:gdLst/>
            <a:ahLst/>
            <a:cxnLst/>
            <a:rect l="l" t="t" r="r" b="b"/>
            <a:pathLst>
              <a:path w="227" h="43">
                <a:moveTo>
                  <a:pt x="0" y="43"/>
                </a:moveTo>
                <a:lnTo>
                  <a:pt x="0" y="26"/>
                </a:lnTo>
                <a:lnTo>
                  <a:pt x="93" y="26"/>
                </a:lnTo>
                <a:lnTo>
                  <a:pt x="105" y="36"/>
                </a:lnTo>
                <a:lnTo>
                  <a:pt x="162" y="36"/>
                </a:lnTo>
                <a:lnTo>
                  <a:pt x="176" y="0"/>
                </a:lnTo>
                <a:lnTo>
                  <a:pt x="227" y="0"/>
                </a:lnTo>
                <a:lnTo>
                  <a:pt x="227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377951" y="1025389"/>
            <a:ext cx="146882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377951" y="1151390"/>
            <a:ext cx="234002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377951" y="701385"/>
            <a:ext cx="316803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6602063" y="-23061787"/>
            <a:ext cx="472529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345000" y="-23061787"/>
            <a:ext cx="3035251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0890" y="1258435"/>
            <a:ext cx="4144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41199" y="1258435"/>
            <a:ext cx="3844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21422" y="1258435"/>
            <a:ext cx="35639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08899" y="1258435"/>
            <a:ext cx="3276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96976" y="1258435"/>
            <a:ext cx="2988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84615" y="1258435"/>
            <a:ext cx="270078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72530" y="1258435"/>
            <a:ext cx="2412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62679" y="1258435"/>
            <a:ext cx="21227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49140" y="1258435"/>
            <a:ext cx="18362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36536" y="1258435"/>
            <a:ext cx="15488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08133" y="1258435"/>
            <a:ext cx="12772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3328" y="1202900"/>
            <a:ext cx="42620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32401" y="1058903"/>
            <a:ext cx="42529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34504" y="914905"/>
            <a:ext cx="42508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30623" y="770704"/>
            <a:ext cx="42547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1832" y="626706"/>
            <a:ext cx="42535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47946" y="482902"/>
            <a:ext cx="42374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12956" y="490150"/>
            <a:ext cx="43724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84229" y="1385979"/>
            <a:ext cx="27011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43349" y="986706"/>
            <a:ext cx="45420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76222" y="1112700"/>
            <a:ext cx="46091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04233" y="662703"/>
            <a:ext cx="4581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9991" y="161350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89664" y="3150916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22974" y="3150692"/>
            <a:ext cx="1624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65954" y="1241391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65954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3958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1961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9965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7969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05972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93976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81979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69983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57987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45990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5954" y="521382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37152" y="124139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37152" y="10973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37152" y="95338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37152" y="80938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37152" y="6653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37152" y="5213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663700" y="698500"/>
            <a:ext cx="2882900" cy="546100"/>
          </a:xfrm>
          <a:custGeom>
            <a:avLst/>
            <a:gdLst/>
            <a:ahLst/>
            <a:cxnLst/>
            <a:rect l="l" t="t" r="r" b="b"/>
            <a:pathLst>
              <a:path w="227" h="43">
                <a:moveTo>
                  <a:pt x="0" y="43"/>
                </a:moveTo>
                <a:lnTo>
                  <a:pt x="0" y="26"/>
                </a:lnTo>
                <a:lnTo>
                  <a:pt x="93" y="26"/>
                </a:lnTo>
                <a:lnTo>
                  <a:pt x="105" y="36"/>
                </a:lnTo>
                <a:lnTo>
                  <a:pt x="162" y="36"/>
                </a:lnTo>
                <a:lnTo>
                  <a:pt x="176" y="0"/>
                </a:lnTo>
                <a:lnTo>
                  <a:pt x="227" y="0"/>
                </a:lnTo>
                <a:lnTo>
                  <a:pt x="227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377951" y="1025389"/>
            <a:ext cx="146882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377951" y="1151390"/>
            <a:ext cx="234002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377951" y="701385"/>
            <a:ext cx="316803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6602056" y="-23061787"/>
            <a:ext cx="472530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344994" y="-23061787"/>
            <a:ext cx="3035250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-6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79997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0890" y="1258435"/>
            <a:ext cx="4144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41199" y="1258435"/>
            <a:ext cx="3844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21422" y="1258435"/>
            <a:ext cx="35639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08899" y="1258435"/>
            <a:ext cx="3276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96976" y="1258435"/>
            <a:ext cx="2988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84615" y="1258435"/>
            <a:ext cx="270078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72530" y="1258435"/>
            <a:ext cx="2412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62679" y="1258435"/>
            <a:ext cx="21227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49140" y="1258435"/>
            <a:ext cx="18362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36536" y="1258435"/>
            <a:ext cx="15488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08133" y="1258435"/>
            <a:ext cx="12772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3328" y="1202900"/>
            <a:ext cx="42620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32401" y="1058903"/>
            <a:ext cx="42529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34504" y="914905"/>
            <a:ext cx="42508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30623" y="770704"/>
            <a:ext cx="42547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1832" y="626706"/>
            <a:ext cx="42535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47946" y="482902"/>
            <a:ext cx="42374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12956" y="490150"/>
            <a:ext cx="43724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84229" y="1385979"/>
            <a:ext cx="27011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43349" y="986706"/>
            <a:ext cx="45420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76222" y="1112700"/>
            <a:ext cx="46091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04233" y="662703"/>
            <a:ext cx="4581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9991" y="161350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9991" y="1834792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centroid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technique: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89658" y="3150916"/>
            <a:ext cx="895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22968" y="3150692"/>
            <a:ext cx="1624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65954" y="1241391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65954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3958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1961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9965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7969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05972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93976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81979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69983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57987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45990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5954" y="521382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37152" y="124139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37152" y="10973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37152" y="95338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37152" y="80938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37152" y="6653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37152" y="5213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663700" y="698500"/>
            <a:ext cx="2882900" cy="546100"/>
          </a:xfrm>
          <a:custGeom>
            <a:avLst/>
            <a:gdLst/>
            <a:ahLst/>
            <a:cxnLst/>
            <a:rect l="l" t="t" r="r" b="b"/>
            <a:pathLst>
              <a:path w="227" h="43">
                <a:moveTo>
                  <a:pt x="0" y="43"/>
                </a:moveTo>
                <a:lnTo>
                  <a:pt x="0" y="26"/>
                </a:lnTo>
                <a:lnTo>
                  <a:pt x="93" y="26"/>
                </a:lnTo>
                <a:lnTo>
                  <a:pt x="105" y="36"/>
                </a:lnTo>
                <a:lnTo>
                  <a:pt x="162" y="36"/>
                </a:lnTo>
                <a:lnTo>
                  <a:pt x="176" y="0"/>
                </a:lnTo>
                <a:lnTo>
                  <a:pt x="227" y="0"/>
                </a:lnTo>
                <a:lnTo>
                  <a:pt x="227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377951" y="1025389"/>
            <a:ext cx="146882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377951" y="1151390"/>
            <a:ext cx="234002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377951" y="701385"/>
            <a:ext cx="316803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201732" y="2338538"/>
            <a:ext cx="472528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344994" y="-23061787"/>
            <a:ext cx="3035250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-6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79997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0890" y="1258435"/>
            <a:ext cx="4144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41199" y="1258435"/>
            <a:ext cx="3844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21422" y="1258435"/>
            <a:ext cx="35639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08899" y="1258435"/>
            <a:ext cx="3276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96976" y="1258435"/>
            <a:ext cx="2988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84615" y="1258435"/>
            <a:ext cx="270078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72530" y="1258435"/>
            <a:ext cx="2412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62679" y="1258435"/>
            <a:ext cx="21227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49140" y="1258435"/>
            <a:ext cx="18362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36536" y="1258435"/>
            <a:ext cx="15488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08133" y="1258435"/>
            <a:ext cx="12772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3328" y="1202900"/>
            <a:ext cx="42620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32401" y="1058903"/>
            <a:ext cx="42529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34504" y="914905"/>
            <a:ext cx="42508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30623" y="770704"/>
            <a:ext cx="42547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1832" y="626706"/>
            <a:ext cx="42535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47946" y="482902"/>
            <a:ext cx="42374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12956" y="490150"/>
            <a:ext cx="43724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84229" y="1385979"/>
            <a:ext cx="27011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43349" y="986706"/>
            <a:ext cx="45420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76222" y="1112700"/>
            <a:ext cx="46091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04233" y="662703"/>
            <a:ext cx="4581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9991" y="161350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9991" y="1834792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centroid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technique: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4891" y="2283046"/>
            <a:ext cx="50205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32567" y="2067651"/>
            <a:ext cx="45528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01732" y="2250620"/>
            <a:ext cx="45836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94860" y="2142714"/>
            <a:ext cx="43905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01681" y="2360526"/>
            <a:ext cx="44837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270832" y="2543495"/>
            <a:ext cx="45145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463961" y="2436914"/>
            <a:ext cx="43214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89658" y="3150916"/>
            <a:ext cx="895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2968" y="3150692"/>
            <a:ext cx="1624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65954" y="1241391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65954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3958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1961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9965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7969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05972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93976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81979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69983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57987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45990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5954" y="521382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37152" y="124139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37152" y="10973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37152" y="95338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37152" y="80938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37152" y="6653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37152" y="5213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663700" y="698500"/>
            <a:ext cx="2882900" cy="546100"/>
          </a:xfrm>
          <a:custGeom>
            <a:avLst/>
            <a:gdLst/>
            <a:ahLst/>
            <a:cxnLst/>
            <a:rect l="l" t="t" r="r" b="b"/>
            <a:pathLst>
              <a:path w="227" h="43">
                <a:moveTo>
                  <a:pt x="0" y="43"/>
                </a:moveTo>
                <a:lnTo>
                  <a:pt x="0" y="26"/>
                </a:lnTo>
                <a:lnTo>
                  <a:pt x="93" y="26"/>
                </a:lnTo>
                <a:lnTo>
                  <a:pt x="105" y="36"/>
                </a:lnTo>
                <a:lnTo>
                  <a:pt x="162" y="36"/>
                </a:lnTo>
                <a:lnTo>
                  <a:pt x="176" y="0"/>
                </a:lnTo>
                <a:lnTo>
                  <a:pt x="227" y="0"/>
                </a:lnTo>
                <a:lnTo>
                  <a:pt x="227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377951" y="1025389"/>
            <a:ext cx="146882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377951" y="1151390"/>
            <a:ext cx="234002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377951" y="701385"/>
            <a:ext cx="316803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201732" y="2338538"/>
            <a:ext cx="472528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944668" y="2338538"/>
            <a:ext cx="3035249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-6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79997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0890" y="1258435"/>
            <a:ext cx="4144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41199" y="1258435"/>
            <a:ext cx="3844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21422" y="1258435"/>
            <a:ext cx="35639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08899" y="1258435"/>
            <a:ext cx="3276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96976" y="1258435"/>
            <a:ext cx="2988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84615" y="1258435"/>
            <a:ext cx="270078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72530" y="1258435"/>
            <a:ext cx="2412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62679" y="1258435"/>
            <a:ext cx="21227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49140" y="1258435"/>
            <a:ext cx="18362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36536" y="1258435"/>
            <a:ext cx="15488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08133" y="1258435"/>
            <a:ext cx="12772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3328" y="1202900"/>
            <a:ext cx="42620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32401" y="1058903"/>
            <a:ext cx="42529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34504" y="914905"/>
            <a:ext cx="42508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30623" y="770704"/>
            <a:ext cx="42547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1832" y="626706"/>
            <a:ext cx="42535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47946" y="482902"/>
            <a:ext cx="42374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12956" y="490150"/>
            <a:ext cx="43724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84229" y="1385979"/>
            <a:ext cx="27011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43349" y="986706"/>
            <a:ext cx="45420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76222" y="1112700"/>
            <a:ext cx="46091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04233" y="662703"/>
            <a:ext cx="4581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9991" y="161350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9991" y="1834792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centroid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technique: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4891" y="2283046"/>
            <a:ext cx="50205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32567" y="2067651"/>
            <a:ext cx="45528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01732" y="2250620"/>
            <a:ext cx="45836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94860" y="2142714"/>
            <a:ext cx="43905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01681" y="2360526"/>
            <a:ext cx="44837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270832" y="2543495"/>
            <a:ext cx="45145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463961" y="2436914"/>
            <a:ext cx="43214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15953" y="2214257"/>
            <a:ext cx="39694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(0 + 1 + 2 + 3 + 4)(0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3) + (5 + 6 + 7)(0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125) + (8 + 9 + 10)(0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75)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37910" y="2360561"/>
            <a:ext cx="294748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3) + 3(0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125) + 3(0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89658" y="3150916"/>
            <a:ext cx="895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22968" y="3150692"/>
            <a:ext cx="1624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65954" y="1241391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65954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3958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1961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9965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7969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05972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93976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81979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69983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57987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45990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5954" y="521382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37152" y="124139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37152" y="10973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37152" y="95338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37152" y="80938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37152" y="6653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37152" y="5213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663700" y="698500"/>
            <a:ext cx="2882900" cy="546100"/>
          </a:xfrm>
          <a:custGeom>
            <a:avLst/>
            <a:gdLst/>
            <a:ahLst/>
            <a:cxnLst/>
            <a:rect l="l" t="t" r="r" b="b"/>
            <a:pathLst>
              <a:path w="227" h="43">
                <a:moveTo>
                  <a:pt x="0" y="43"/>
                </a:moveTo>
                <a:lnTo>
                  <a:pt x="0" y="26"/>
                </a:lnTo>
                <a:lnTo>
                  <a:pt x="93" y="26"/>
                </a:lnTo>
                <a:lnTo>
                  <a:pt x="105" y="36"/>
                </a:lnTo>
                <a:lnTo>
                  <a:pt x="162" y="36"/>
                </a:lnTo>
                <a:lnTo>
                  <a:pt x="176" y="0"/>
                </a:lnTo>
                <a:lnTo>
                  <a:pt x="227" y="0"/>
                </a:lnTo>
                <a:lnTo>
                  <a:pt x="227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377951" y="1025389"/>
            <a:ext cx="146882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377951" y="1151390"/>
            <a:ext cx="234002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377951" y="701385"/>
            <a:ext cx="316803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201732" y="2338538"/>
            <a:ext cx="472528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944668" y="2338538"/>
            <a:ext cx="3035249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-3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0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0890" y="1258435"/>
            <a:ext cx="4144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41199" y="1258435"/>
            <a:ext cx="3844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21422" y="1258435"/>
            <a:ext cx="35639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08899" y="1258435"/>
            <a:ext cx="3276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96976" y="1258435"/>
            <a:ext cx="2988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84615" y="1258435"/>
            <a:ext cx="270078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72530" y="1258435"/>
            <a:ext cx="2412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62679" y="1258435"/>
            <a:ext cx="21227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49140" y="1258435"/>
            <a:ext cx="18362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36536" y="1258435"/>
            <a:ext cx="15488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08133" y="1258435"/>
            <a:ext cx="12772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3328" y="1202900"/>
            <a:ext cx="42620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32401" y="1058903"/>
            <a:ext cx="42529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34504" y="914905"/>
            <a:ext cx="42508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30623" y="770704"/>
            <a:ext cx="42547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1832" y="626706"/>
            <a:ext cx="42535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47946" y="482902"/>
            <a:ext cx="42374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12956" y="490150"/>
            <a:ext cx="43724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84229" y="1385979"/>
            <a:ext cx="27011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43349" y="986706"/>
            <a:ext cx="45420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76222" y="1112700"/>
            <a:ext cx="46091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04233" y="662703"/>
            <a:ext cx="4581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9991" y="161350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9991" y="1834792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centroid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technique: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4891" y="2283046"/>
            <a:ext cx="50205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32567" y="2067651"/>
            <a:ext cx="45528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01732" y="2250620"/>
            <a:ext cx="45836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94860" y="2142714"/>
            <a:ext cx="43905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01681" y="2360526"/>
            <a:ext cx="44837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270832" y="2543495"/>
            <a:ext cx="45145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463961" y="2436914"/>
            <a:ext cx="43214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15953" y="2214257"/>
            <a:ext cx="39694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(0 + 1 + 2 + 3 + 4)(0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3) + (5 + 6 + 7)(0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125) + (8 + 9 + 10)(0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75)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37910" y="2360561"/>
            <a:ext cx="294748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3) + 3(0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125) + 3(0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3017" y="2671126"/>
            <a:ext cx="47123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6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89661" y="3150915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22971" y="3150691"/>
            <a:ext cx="1624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65954" y="1241391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65954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53958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41961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529965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7969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105972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93976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81979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69983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257987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545990" y="121258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5954" y="521382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37152" y="124139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37152" y="10973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37152" y="95338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37152" y="80938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37152" y="6653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37152" y="5213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663700" y="698500"/>
            <a:ext cx="2882900" cy="546100"/>
          </a:xfrm>
          <a:custGeom>
            <a:avLst/>
            <a:gdLst/>
            <a:ahLst/>
            <a:cxnLst/>
            <a:rect l="l" t="t" r="r" b="b"/>
            <a:pathLst>
              <a:path w="227" h="43">
                <a:moveTo>
                  <a:pt x="0" y="43"/>
                </a:moveTo>
                <a:lnTo>
                  <a:pt x="0" y="26"/>
                </a:lnTo>
                <a:lnTo>
                  <a:pt x="93" y="26"/>
                </a:lnTo>
                <a:lnTo>
                  <a:pt x="105" y="36"/>
                </a:lnTo>
                <a:lnTo>
                  <a:pt x="162" y="36"/>
                </a:lnTo>
                <a:lnTo>
                  <a:pt x="176" y="0"/>
                </a:lnTo>
                <a:lnTo>
                  <a:pt x="227" y="0"/>
                </a:lnTo>
                <a:lnTo>
                  <a:pt x="227" y="4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377951" y="1025389"/>
            <a:ext cx="146882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377951" y="1151390"/>
            <a:ext cx="234002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377951" y="701385"/>
            <a:ext cx="316803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201732" y="2338538"/>
            <a:ext cx="472528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944668" y="2338538"/>
            <a:ext cx="3035249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-3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880000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0890" y="1258435"/>
            <a:ext cx="4144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41199" y="1258435"/>
            <a:ext cx="3844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21422" y="1258435"/>
            <a:ext cx="35639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08899" y="1258435"/>
            <a:ext cx="3276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96976" y="1258435"/>
            <a:ext cx="29884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084615" y="1258435"/>
            <a:ext cx="270078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72530" y="1258435"/>
            <a:ext cx="2412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62679" y="1258435"/>
            <a:ext cx="21227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49140" y="1258435"/>
            <a:ext cx="18362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36536" y="1258435"/>
            <a:ext cx="15488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08133" y="1258435"/>
            <a:ext cx="12772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3328" y="1202900"/>
            <a:ext cx="42620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32401" y="1058903"/>
            <a:ext cx="42529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34504" y="914905"/>
            <a:ext cx="42508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30623" y="770704"/>
            <a:ext cx="42547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31832" y="626706"/>
            <a:ext cx="42535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47946" y="482902"/>
            <a:ext cx="42374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12956" y="490150"/>
            <a:ext cx="43724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84229" y="1385979"/>
            <a:ext cx="27011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43349" y="986706"/>
            <a:ext cx="45420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76222" y="1112700"/>
            <a:ext cx="46091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04233" y="662703"/>
            <a:ext cx="4581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59991" y="161350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9991" y="1834792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centroid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technique: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4891" y="2283046"/>
            <a:ext cx="50205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32567" y="2067651"/>
            <a:ext cx="45528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01732" y="2250620"/>
            <a:ext cx="45836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394860" y="2142714"/>
            <a:ext cx="43905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01681" y="2360526"/>
            <a:ext cx="44837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270832" y="2543495"/>
            <a:ext cx="45145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463961" y="2436914"/>
            <a:ext cx="43214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15953" y="2214257"/>
            <a:ext cx="396944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(0 + 1 + 2 + 3 + 4)(0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3) + (5 + 6 + 7)(0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125) + (8 + 9 + 10)(0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75)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37910" y="2360561"/>
            <a:ext cx="294748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5(0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3) + 3(0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125) + 3(0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3017" y="2671126"/>
            <a:ext cx="47123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6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59990" y="2970514"/>
            <a:ext cx="542540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Therefore,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182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89661" y="3150915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22971" y="3150691"/>
            <a:ext cx="1624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771408" y="1456334"/>
            <a:ext cx="60225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73667" y="1456334"/>
            <a:ext cx="68285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056521" y="1456334"/>
            <a:ext cx="93207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87586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02769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variables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10.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47315" y="1281949"/>
            <a:ext cx="39380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49575" y="1281949"/>
            <a:ext cx="33358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32431" y="1281949"/>
            <a:ext cx="265296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vector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36380" y="1491575"/>
            <a:ext cx="37490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39272" y="1491575"/>
            <a:ext cx="314612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32441" y="1491575"/>
            <a:ext cx="26529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36380" y="1694013"/>
            <a:ext cx="37490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639272" y="1694013"/>
            <a:ext cx="31461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32440" y="1694013"/>
            <a:ext cx="265295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36379" y="1896451"/>
            <a:ext cx="37490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39271" y="1896451"/>
            <a:ext cx="31461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2440" y="1896451"/>
            <a:ext cx="265295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39249" y="2162161"/>
            <a:ext cx="374614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38724" y="2162161"/>
            <a:ext cx="314667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32439" y="2162161"/>
            <a:ext cx="26529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39248" y="2364599"/>
            <a:ext cx="374614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38724" y="2364599"/>
            <a:ext cx="314667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32439" y="2364599"/>
            <a:ext cx="26529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16295" y="3150693"/>
            <a:ext cx="1691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40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6208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apply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41" y="843336"/>
            <a:ext cx="468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5741" y="1045400"/>
            <a:ext cx="468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11577" y="1045400"/>
            <a:ext cx="41738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5741" y="1247838"/>
            <a:ext cx="468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11577" y="1247838"/>
            <a:ext cx="41738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5741" y="1450276"/>
            <a:ext cx="468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11577" y="1450276"/>
            <a:ext cx="41738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5741" y="1855539"/>
            <a:ext cx="468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5741" y="2057603"/>
            <a:ext cx="468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11577" y="2057603"/>
            <a:ext cx="41738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5742" y="2260041"/>
            <a:ext cx="468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11577" y="2260041"/>
            <a:ext cx="41738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5742" y="2462479"/>
            <a:ext cx="46896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11577" y="2462479"/>
            <a:ext cx="417381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73562" y="1450650"/>
            <a:ext cx="201183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73562" y="1652727"/>
            <a:ext cx="201183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85740" y="1652727"/>
            <a:ext cx="149965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73563" y="1855165"/>
            <a:ext cx="20118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5741" y="1855165"/>
            <a:ext cx="14996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1" y="2729395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3.5,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6.5,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89662" y="315091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39369" y="3150694"/>
            <a:ext cx="1460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771408" y="1309560"/>
            <a:ext cx="60225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373667" y="1309560"/>
            <a:ext cx="68285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056521" y="1309560"/>
            <a:ext cx="93207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88092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First,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draw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graph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paper.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47316" y="1135176"/>
            <a:ext cx="393807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Variable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49575" y="1135176"/>
            <a:ext cx="33358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32431" y="1135176"/>
            <a:ext cx="265296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vector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36380" y="1344802"/>
            <a:ext cx="37490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39272" y="1344802"/>
            <a:ext cx="314612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32441" y="1344802"/>
            <a:ext cx="26529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36380" y="1547240"/>
            <a:ext cx="374901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39272" y="1547240"/>
            <a:ext cx="314612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32441" y="1547240"/>
            <a:ext cx="26529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36379" y="1749678"/>
            <a:ext cx="374901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39271" y="1749678"/>
            <a:ext cx="31461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32440" y="1749678"/>
            <a:ext cx="265295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39249" y="2154566"/>
            <a:ext cx="374614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38725" y="2154566"/>
            <a:ext cx="314667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32440" y="2154566"/>
            <a:ext cx="2652955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39249" y="2357004"/>
            <a:ext cx="374614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38724" y="2357004"/>
            <a:ext cx="314667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32439" y="2357004"/>
            <a:ext cx="265295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/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4791" y="3150693"/>
            <a:ext cx="1606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42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713126" y="1443140"/>
            <a:ext cx="2520032" cy="0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713126" y="1417938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965129" y="1417938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217133" y="1417938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69136" y="1417938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21139" y="1417938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73142" y="1417938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25145" y="1417938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477148" y="1417938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729151" y="1417938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981154" y="1417938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233158" y="1417938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713126" y="813132"/>
            <a:ext cx="0" cy="630008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687925" y="1443140"/>
            <a:ext cx="25201" cy="0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687925" y="1317138"/>
            <a:ext cx="25201" cy="0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687925" y="1191137"/>
            <a:ext cx="25201" cy="0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687925" y="1065135"/>
            <a:ext cx="25201" cy="0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687925" y="939134"/>
            <a:ext cx="25201" cy="0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687925" y="813132"/>
            <a:ext cx="25201" cy="0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713126" y="813132"/>
            <a:ext cx="756010" cy="0"/>
          </a:xfrm>
          <a:prstGeom prst="line">
            <a:avLst/>
          </a:prstGeom>
          <a:ln w="3542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69136" y="813132"/>
            <a:ext cx="504006" cy="630008"/>
          </a:xfrm>
          <a:prstGeom prst="line">
            <a:avLst/>
          </a:prstGeom>
          <a:ln w="3542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73142" y="1443140"/>
            <a:ext cx="1260016" cy="0"/>
          </a:xfrm>
          <a:prstGeom prst="line">
            <a:avLst/>
          </a:prstGeom>
          <a:ln w="3542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13126" y="1443140"/>
            <a:ext cx="756010" cy="0"/>
          </a:xfrm>
          <a:prstGeom prst="line">
            <a:avLst/>
          </a:prstGeom>
          <a:ln w="354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69136" y="813132"/>
            <a:ext cx="1008012" cy="630008"/>
          </a:xfrm>
          <a:prstGeom prst="line">
            <a:avLst/>
          </a:prstGeom>
          <a:ln w="354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477148" y="813132"/>
            <a:ext cx="252003" cy="630008"/>
          </a:xfrm>
          <a:prstGeom prst="line">
            <a:avLst/>
          </a:prstGeom>
          <a:ln w="354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729151" y="1443140"/>
            <a:ext cx="504007" cy="0"/>
          </a:xfrm>
          <a:prstGeom prst="line">
            <a:avLst/>
          </a:prstGeom>
          <a:ln w="354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713126" y="1443140"/>
            <a:ext cx="1512019" cy="0"/>
          </a:xfrm>
          <a:prstGeom prst="line">
            <a:avLst/>
          </a:prstGeom>
          <a:ln w="3542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25145" y="813132"/>
            <a:ext cx="504006" cy="630008"/>
          </a:xfrm>
          <a:prstGeom prst="line">
            <a:avLst/>
          </a:prstGeom>
          <a:ln w="3542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729151" y="813132"/>
            <a:ext cx="504007" cy="0"/>
          </a:xfrm>
          <a:prstGeom prst="line">
            <a:avLst/>
          </a:prstGeom>
          <a:ln w="3542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713126" y="2428279"/>
            <a:ext cx="2520032" cy="0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713126" y="2403077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965129" y="2403077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217133" y="2403077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469136" y="2403077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721139" y="2403077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973142" y="2403077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225145" y="2403077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477148" y="2403077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729151" y="2403077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981154" y="2403077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4233158" y="2403077"/>
            <a:ext cx="0" cy="25202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713126" y="1798271"/>
            <a:ext cx="0" cy="630008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1687925" y="2428279"/>
            <a:ext cx="25201" cy="0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1687925" y="2302277"/>
            <a:ext cx="25201" cy="0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687925" y="2176276"/>
            <a:ext cx="25201" cy="0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1687925" y="2050274"/>
            <a:ext cx="25201" cy="0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>
            <a:off x="1687925" y="1924273"/>
            <a:ext cx="25201" cy="0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1687925" y="1798271"/>
            <a:ext cx="25201" cy="0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713126" y="1798271"/>
            <a:ext cx="756010" cy="0"/>
          </a:xfrm>
          <a:prstGeom prst="line">
            <a:avLst/>
          </a:prstGeom>
          <a:ln w="3542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469136" y="1798271"/>
            <a:ext cx="1260015" cy="630008"/>
          </a:xfrm>
          <a:prstGeom prst="line">
            <a:avLst/>
          </a:prstGeom>
          <a:ln w="3542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729151" y="2428279"/>
            <a:ext cx="504007" cy="0"/>
          </a:xfrm>
          <a:prstGeom prst="line">
            <a:avLst/>
          </a:prstGeom>
          <a:ln w="3542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713126" y="2428279"/>
            <a:ext cx="1260016" cy="0"/>
          </a:xfrm>
          <a:prstGeom prst="line">
            <a:avLst/>
          </a:prstGeom>
          <a:ln w="354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973142" y="1798271"/>
            <a:ext cx="756009" cy="630008"/>
          </a:xfrm>
          <a:prstGeom prst="line">
            <a:avLst/>
          </a:prstGeom>
          <a:ln w="354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729151" y="1798271"/>
            <a:ext cx="504007" cy="0"/>
          </a:xfrm>
          <a:prstGeom prst="line">
            <a:avLst/>
          </a:prstGeom>
          <a:ln w="3542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79991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91204" y="1458053"/>
            <a:ext cx="4094191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3965" y="1458053"/>
            <a:ext cx="3831430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99169" y="1458053"/>
            <a:ext cx="3586226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450703" y="1458053"/>
            <a:ext cx="3334692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02779" y="1458053"/>
            <a:ext cx="3082616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54455" y="1458053"/>
            <a:ext cx="2830940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06388" y="1458053"/>
            <a:ext cx="2579007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460269" y="1458053"/>
            <a:ext cx="2325126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710923" y="1458053"/>
            <a:ext cx="2074472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962385" y="1458053"/>
            <a:ext cx="1823010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0042" y="1458053"/>
            <a:ext cx="1585354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588337" y="1409460"/>
            <a:ext cx="4197058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596267" y="1283462"/>
            <a:ext cx="4189128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598107" y="1157464"/>
            <a:ext cx="4187288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94712" y="1031289"/>
            <a:ext cx="4190684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595769" y="905291"/>
            <a:ext cx="4189626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609869" y="779462"/>
            <a:ext cx="4175526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170481" y="1083567"/>
            <a:ext cx="3614914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Cambria Math"/>
              </a:rPr>
              <a:t>A</a:t>
            </a:r>
            <a:r>
              <a:rPr sz="41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28085" y="1083567"/>
            <a:ext cx="2657310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Cambria Math"/>
              </a:rPr>
              <a:t>A</a:t>
            </a:r>
            <a:r>
              <a:rPr sz="41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934479" y="1083567"/>
            <a:ext cx="1850916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Cambria Math"/>
              </a:rPr>
              <a:t>A</a:t>
            </a:r>
            <a:r>
              <a:rPr sz="41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91752" y="785804"/>
            <a:ext cx="4293643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57" b="0">
                <a:solidFill>
                  <a:srgbClr val="000000"/>
                </a:solidFill>
                <a:latin typeface="Josefin Sans"/>
              </a:rPr>
              <a:t> </a:t>
            </a:r>
            <a:r>
              <a:rPr sz="55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57" b="0">
                <a:solidFill>
                  <a:srgbClr val="000000"/>
                </a:solidFill>
                <a:latin typeface="Josefin Sans"/>
              </a:rPr>
              <a:t> </a:t>
            </a:r>
            <a:r>
              <a:rPr sz="55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951939" y="1569654"/>
            <a:ext cx="2833456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91195" y="2443201"/>
            <a:ext cx="4094200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953965" y="2443201"/>
            <a:ext cx="3831430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99169" y="2443201"/>
            <a:ext cx="3586226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450703" y="2443201"/>
            <a:ext cx="3334692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02779" y="2443201"/>
            <a:ext cx="3082616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954455" y="2443201"/>
            <a:ext cx="2830940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06388" y="2443201"/>
            <a:ext cx="2579007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460260" y="2443201"/>
            <a:ext cx="2325135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710914" y="2443201"/>
            <a:ext cx="2074481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962385" y="2443201"/>
            <a:ext cx="1823010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00042" y="2443201"/>
            <a:ext cx="1585354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588329" y="2394599"/>
            <a:ext cx="4197067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596267" y="2268601"/>
            <a:ext cx="4189128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598107" y="2142594"/>
            <a:ext cx="4187288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594712" y="2016419"/>
            <a:ext cx="4190684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95769" y="1890421"/>
            <a:ext cx="4189626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609869" y="1764601"/>
            <a:ext cx="4175526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296284" y="2068706"/>
            <a:ext cx="3489111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Cambria Math"/>
              </a:rPr>
              <a:t>B</a:t>
            </a:r>
            <a:r>
              <a:rPr sz="41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757889" y="2068706"/>
            <a:ext cx="2027506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Cambria Math"/>
              </a:rPr>
              <a:t>B</a:t>
            </a:r>
            <a:r>
              <a:rPr sz="41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91752" y="1770943"/>
            <a:ext cx="4293643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57" b="0">
                <a:solidFill>
                  <a:srgbClr val="000000"/>
                </a:solidFill>
                <a:latin typeface="Josefin Sans"/>
              </a:rPr>
              <a:t> </a:t>
            </a:r>
            <a:r>
              <a:rPr sz="557" b="0">
                <a:solidFill>
                  <a:srgbClr val="000000"/>
                </a:solidFill>
                <a:latin typeface="Josefin Sans"/>
              </a:rPr>
              <a:t>of</a:t>
            </a:r>
            <a:r>
              <a:rPr sz="557" b="0">
                <a:solidFill>
                  <a:srgbClr val="000000"/>
                </a:solidFill>
                <a:latin typeface="Josefin Sans"/>
              </a:rPr>
              <a:t> </a:t>
            </a:r>
            <a:r>
              <a:rPr sz="55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953246" y="2554793"/>
            <a:ext cx="2832149" cy="1098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889651" y="3150917"/>
            <a:ext cx="895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23800" y="3150693"/>
            <a:ext cx="1615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43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417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4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5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2172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41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5977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453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09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1657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217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21725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10433" y="1021725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6440" y="17417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4173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0433" y="1021725"/>
            <a:ext cx="115201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62447" y="1021725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50451" y="1741733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46422" y="1741733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74444" y="1021725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50451" y="1021725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2874698" y="-19118533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21886929" y="-19118533"/>
            <a:ext cx="98776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1869400" y="-19138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2874698" y="-18668528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1886929" y="-18668528"/>
            <a:ext cx="98776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1869400" y="-18681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546422" y="2853517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46422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34426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22429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10433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43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6440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74444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6244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50451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8455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426458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46422" y="213350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517620" y="28535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517620" y="2709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517620" y="2565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517620" y="24215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17620" y="22775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17620" y="2133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6422" y="2133508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10433" y="2133508"/>
            <a:ext cx="144001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50451" y="285351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6422" y="2853517"/>
            <a:ext cx="144001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86440" y="2133508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50451" y="213350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3738709" y="-1768274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21886929" y="-17682747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21869400" y="-17703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23738709" y="-17826749"/>
            <a:ext cx="0" cy="4464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21886929" y="-17826749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1869400" y="-17843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5017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9993" y="73920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1358" y="1758777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1667" y="1758777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1890" y="1758777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9367" y="1758777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77444" y="1758777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65083" y="1758777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52997" y="1758777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43147" y="1758777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9608" y="1758777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7004" y="1758777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88601" y="1758777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03796" y="1703242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2869" y="1559245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14972" y="1415247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11081" y="1271046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12300" y="1127038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28414" y="983244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9114" y="1330793"/>
            <a:ext cx="37162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63508" y="1330793"/>
            <a:ext cx="26218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85112" y="1330793"/>
            <a:ext cx="1700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93423" y="990492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62208" y="1886321"/>
            <a:ext cx="28231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521358" y="2870561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821667" y="2870561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101890" y="2870561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389367" y="2870561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677444" y="2870561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965083" y="2870561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52997" y="2870561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43147" y="2870561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29608" y="2870561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117004" y="2870561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388601" y="2870561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403796" y="2815026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12869" y="2671028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14972" y="2527031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11081" y="2382830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12300" y="2238832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28414" y="2095027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212888" y="2442576"/>
            <a:ext cx="3572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883283" y="2442576"/>
            <a:ext cx="1902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93423" y="2102275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963702" y="2998105"/>
            <a:ext cx="2821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623966" y="3150706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417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4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5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2172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41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5977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453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09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1657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217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21725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10433" y="1021725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6440" y="17417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4173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0433" y="1021725"/>
            <a:ext cx="115201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62447" y="1021725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50451" y="1741733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46422" y="1741733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74444" y="1021725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50451" y="1021725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2874698" y="-19118533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21886929" y="-19118533"/>
            <a:ext cx="98776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1869400" y="-19138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2874698" y="-18668528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1886929" y="-18668528"/>
            <a:ext cx="98776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1869400" y="-18681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546422" y="2853517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46422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34426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22429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10433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43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6440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74444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6244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50451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8455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426458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46422" y="213350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517620" y="28535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517620" y="2709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517620" y="2565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517620" y="24215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17620" y="22775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17620" y="2133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6422" y="2133508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10433" y="2133508"/>
            <a:ext cx="144001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50451" y="285351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6422" y="2853517"/>
            <a:ext cx="144001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86440" y="2133508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50451" y="213350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3738709" y="-1768274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21886929" y="-17682747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21869400" y="-17703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23738709" y="-17826749"/>
            <a:ext cx="0" cy="4464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21886929" y="-17826749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1869400" y="-17843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5017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9993" y="73920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1358" y="1758777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1667" y="1758777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1890" y="1758777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9367" y="1758777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77444" y="1758777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65083" y="1758777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52997" y="1758777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43147" y="1758777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9608" y="1758777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7004" y="1758777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88601" y="1758777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03796" y="1703242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2869" y="1559245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14972" y="1415247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11081" y="1271046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12300" y="1127038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28414" y="983244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9114" y="1330793"/>
            <a:ext cx="37162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63508" y="1330793"/>
            <a:ext cx="26218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85112" y="1330793"/>
            <a:ext cx="1700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93423" y="990492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62208" y="1886321"/>
            <a:ext cx="28231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96795" y="1846047"/>
            <a:ext cx="3388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3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21358" y="2870561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821667" y="2870561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01890" y="2870561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389367" y="2870561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677444" y="2870561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965083" y="2870561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52997" y="2870561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543147" y="2870561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829608" y="2870561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117004" y="2870561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388601" y="2870561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03796" y="2815026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12869" y="2671028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14972" y="2527031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11081" y="2382830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12300" y="2238832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28414" y="2095027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212888" y="2442576"/>
            <a:ext cx="3572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883283" y="2442576"/>
            <a:ext cx="1902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93423" y="2102275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963702" y="2998105"/>
            <a:ext cx="2821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623966" y="3150706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417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4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5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2172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41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5977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453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09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1657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217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21725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10433" y="1021725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6440" y="17417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4173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0433" y="1021725"/>
            <a:ext cx="115201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62447" y="1021725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50451" y="1741733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46422" y="1741733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74444" y="1021725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50451" y="1021725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554435" y="1201727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66667" y="1201727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549400" y="1181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2874698" y="-18668528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1886929" y="-18668528"/>
            <a:ext cx="98776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21869400" y="-18681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546422" y="2853517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46422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34426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22429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10433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43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6440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74444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6244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50451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8455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426458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46422" y="213350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517620" y="28535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517620" y="2709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517620" y="2565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517620" y="24215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17620" y="22775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17620" y="2133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6422" y="2133508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10433" y="2133508"/>
            <a:ext cx="144001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50451" y="285351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6422" y="2853517"/>
            <a:ext cx="144001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86440" y="2133508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50451" y="213350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3738709" y="-1768274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21886929" y="-17682747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21869400" y="-17703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23738709" y="-17826749"/>
            <a:ext cx="0" cy="4464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21886929" y="-17826749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1869400" y="-17843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5017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9993" y="73920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1358" y="1758777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1667" y="1758777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1890" y="1758777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9367" y="1758777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77444" y="1758777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65083" y="1758777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52997" y="1758777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43147" y="1758777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9608" y="1758777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7004" y="1758777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88601" y="1758777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03796" y="1703242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2869" y="1559245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14972" y="1415247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11081" y="1271046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12300" y="1127038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28414" y="983244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9114" y="1330793"/>
            <a:ext cx="37162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63508" y="1330793"/>
            <a:ext cx="26218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85112" y="1330793"/>
            <a:ext cx="1700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93423" y="990492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62208" y="1886321"/>
            <a:ext cx="28231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96795" y="1846047"/>
            <a:ext cx="3388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3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5440" y="1107308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521358" y="2870561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821667" y="2870561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01890" y="2870561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389367" y="2870561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677444" y="2870561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965083" y="2870561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252997" y="2870561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543147" y="2870561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29608" y="2870561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117004" y="2870561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388601" y="2870561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03796" y="2815026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12869" y="2671028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14972" y="2527031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11081" y="2382830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12300" y="2238832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428414" y="2095027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12888" y="2442576"/>
            <a:ext cx="3572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883283" y="2442576"/>
            <a:ext cx="1902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293423" y="2102275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963702" y="2998105"/>
            <a:ext cx="2821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623966" y="3150706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417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4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5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2172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41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5977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453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09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1657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217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21725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10433" y="1021725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6440" y="17417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4173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0433" y="1021725"/>
            <a:ext cx="115201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62447" y="1021725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50451" y="1741733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46422" y="1741733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74444" y="1021725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50451" y="1021725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554435" y="1201727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66667" y="1201727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549400" y="1181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554435" y="1651732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566667" y="1651732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549400" y="1638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546422" y="2853517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46422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34426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22429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10433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43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6440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74444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6244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50451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8455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426458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46422" y="213350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517620" y="28535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517620" y="2709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517620" y="2565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517620" y="24215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17620" y="22775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17620" y="2133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6422" y="2133508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10433" y="2133508"/>
            <a:ext cx="144001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50451" y="285351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6422" y="2853517"/>
            <a:ext cx="144001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86440" y="2133508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50451" y="213350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3738709" y="-1768274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21886929" y="-17682747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21869400" y="-17703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23738709" y="-17826749"/>
            <a:ext cx="0" cy="4464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21886929" y="-17826749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1869400" y="-17843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5017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9993" y="73920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1358" y="1758777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1667" y="1758777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1890" y="1758777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9367" y="1758777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77444" y="1758777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65083" y="1758777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52997" y="1758777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43147" y="1758777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9608" y="1758777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7004" y="1758777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88601" y="1758777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03796" y="1703242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2869" y="1559245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14972" y="1415247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11081" y="1271046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12300" y="1127038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28414" y="983244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9114" y="1330793"/>
            <a:ext cx="37162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63508" y="1330793"/>
            <a:ext cx="26218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85112" y="1330793"/>
            <a:ext cx="1700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93423" y="990492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62208" y="1886321"/>
            <a:ext cx="28231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96795" y="1846047"/>
            <a:ext cx="3388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3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5440" y="1107308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575440" y="1557305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521358" y="2870561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1667" y="2870561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01890" y="2870561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389367" y="2870561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677444" y="2870561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965083" y="2870561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252997" y="2870561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43147" y="2870561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29608" y="2870561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117004" y="2870561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88601" y="2870561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03796" y="2815026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12869" y="2671028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14972" y="2527031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11081" y="2382830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412300" y="2238832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28414" y="2095027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12888" y="2442576"/>
            <a:ext cx="3572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83283" y="2442576"/>
            <a:ext cx="1902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293423" y="2102275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963702" y="2998105"/>
            <a:ext cx="2821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623966" y="3150706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417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4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5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2172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41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5977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453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09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1657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217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21725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10433" y="1021725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6440" y="17417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4173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0433" y="1021725"/>
            <a:ext cx="115201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62447" y="1021725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50451" y="1741733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46422" y="1741733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74444" y="1021725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50451" y="1021725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554435" y="1201727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66667" y="1201727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549400" y="1181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554435" y="1651732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566667" y="1651732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549400" y="1638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546422" y="2853517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46422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34426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22429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10433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43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6440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74444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6244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50451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8455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426458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46422" y="213350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517620" y="28535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517620" y="2709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517620" y="2565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517620" y="24215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17620" y="22775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17620" y="2133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6422" y="2133508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10433" y="2133508"/>
            <a:ext cx="144001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50451" y="285351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6422" y="2853517"/>
            <a:ext cx="144001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86440" y="2133508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50451" y="213350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3738709" y="-17682747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21886929" y="-17682747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21869400" y="-17703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23738709" y="-17826749"/>
            <a:ext cx="0" cy="4464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21886929" y="-17826749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1869400" y="-17843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5017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9993" y="73920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1358" y="1758777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1667" y="1758777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1890" y="1758777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9367" y="1758777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77444" y="1758777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65083" y="1758777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52997" y="1758777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43147" y="1758777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9608" y="1758777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7004" y="1758777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88601" y="1758777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03796" y="1703242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2869" y="1559245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14972" y="1415247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11081" y="1271046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12300" y="1127038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28414" y="983244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9114" y="1330793"/>
            <a:ext cx="37162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63508" y="1330793"/>
            <a:ext cx="26218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85112" y="1330793"/>
            <a:ext cx="1700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93423" y="990492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62208" y="1886321"/>
            <a:ext cx="28231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96795" y="1846047"/>
            <a:ext cx="3388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3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5440" y="1107308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575440" y="1557305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521358" y="2870561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1667" y="2870561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01890" y="2870561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389367" y="2870561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677444" y="2870561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965083" y="2870561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252997" y="2870561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43147" y="2870561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29608" y="2870561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117004" y="2870561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88601" y="2870561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03796" y="2815026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12869" y="2671028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14972" y="2527031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11081" y="2382830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412300" y="2238832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28414" y="2095027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12888" y="2442576"/>
            <a:ext cx="3572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83283" y="2442576"/>
            <a:ext cx="1902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293423" y="2102275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963702" y="2998105"/>
            <a:ext cx="2821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263737" y="2957831"/>
            <a:ext cx="25216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6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623966" y="3150706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417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4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5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2172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41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5977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453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09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1657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217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21725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10433" y="1021725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6440" y="17417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4173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0433" y="1021725"/>
            <a:ext cx="115201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62447" y="1021725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50451" y="1741733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46422" y="1741733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74444" y="1021725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50451" y="1021725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554435" y="1201727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66667" y="1201727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549400" y="1181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554435" y="1651732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566667" y="1651732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549400" y="1638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546422" y="2853517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46422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34426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22429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10433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43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6440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74444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6244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50451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8455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426458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46422" y="213350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517620" y="28535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517620" y="2709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517620" y="2565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517620" y="24215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17620" y="22775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17620" y="2133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6422" y="2133508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10433" y="2133508"/>
            <a:ext cx="144001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50451" y="285351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6422" y="2853517"/>
            <a:ext cx="144001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86440" y="2133508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50451" y="213350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418446" y="2637514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1566667" y="2637514"/>
            <a:ext cx="185177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1549400" y="2616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23738709" y="-17826749"/>
            <a:ext cx="0" cy="4464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21886929" y="-17826749"/>
            <a:ext cx="185178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1869400" y="-17843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5017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9993" y="73920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1358" y="1758777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1667" y="1758777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1890" y="1758777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9367" y="1758777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77444" y="1758777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65083" y="1758777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52997" y="1758777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43147" y="1758777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9608" y="1758777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7004" y="1758777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88601" y="1758777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03796" y="1703242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2869" y="1559245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14972" y="1415247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11081" y="1271046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12300" y="1127038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28414" y="983244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9114" y="1330793"/>
            <a:ext cx="37162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63508" y="1330793"/>
            <a:ext cx="26218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85112" y="1330793"/>
            <a:ext cx="1700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93423" y="990492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62208" y="1886321"/>
            <a:ext cx="28231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96795" y="1846047"/>
            <a:ext cx="3388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3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5440" y="1107308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575440" y="1557305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521358" y="2870561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1667" y="2870561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01890" y="2870561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389367" y="2870561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677444" y="2870561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965083" y="2870561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252997" y="2870561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43147" y="2870561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29608" y="2870561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117004" y="2870561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88601" y="2870561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03796" y="2815026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12869" y="2671028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14972" y="2527031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11081" y="2382830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412300" y="2238832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28414" y="2095027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12888" y="2442576"/>
            <a:ext cx="3572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83283" y="2442576"/>
            <a:ext cx="1902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293423" y="2102275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963702" y="2998105"/>
            <a:ext cx="2821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263737" y="2957831"/>
            <a:ext cx="25216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6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575440" y="2543093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623966" y="3150706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6422" y="1741733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6422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4426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2429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0433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9843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6440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4444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2447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0451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38455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6458" y="171293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6422" y="102172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17620" y="1741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17620" y="15977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17620" y="1453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17620" y="1309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17620" y="11657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17620" y="102172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6422" y="1021725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410433" y="1021725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986440" y="1741733"/>
            <a:ext cx="144001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546422" y="1741733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10433" y="1021725"/>
            <a:ext cx="115201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62447" y="1021725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50451" y="1741733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46422" y="1741733"/>
            <a:ext cx="1728022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274444" y="1021725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850451" y="1021725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554435" y="1201727"/>
            <a:ext cx="0" cy="6264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66667" y="1201727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549400" y="1181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554435" y="1651732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566667" y="1651732"/>
            <a:ext cx="98776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1549400" y="1638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0" y="1"/>
                </a:moveTo>
                <a:lnTo>
                  <a:pt x="2" y="2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546422" y="2853517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46422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34426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122429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410433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43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6440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274444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562447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850451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138455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426458" y="282471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46422" y="213350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1517620" y="28535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517620" y="2709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H="1">
            <a:off x="1517620" y="2565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517620" y="24215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17620" y="22775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17620" y="2133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6422" y="2133508"/>
            <a:ext cx="864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10433" y="2133508"/>
            <a:ext cx="144001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850451" y="2853517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546422" y="2853517"/>
            <a:ext cx="144001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86440" y="2133508"/>
            <a:ext cx="86401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850451" y="2133508"/>
            <a:ext cx="576007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418446" y="2637514"/>
            <a:ext cx="0" cy="3024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1566667" y="2637514"/>
            <a:ext cx="185177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1549400" y="2616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2"/>
                </a:moveTo>
                <a:lnTo>
                  <a:pt x="2" y="3"/>
                </a:lnTo>
                <a:lnTo>
                  <a:pt x="1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3418446" y="2493513"/>
            <a:ext cx="0" cy="446406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1566667" y="2493513"/>
            <a:ext cx="185177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549400" y="2476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1"/>
                </a:moveTo>
                <a:lnTo>
                  <a:pt x="2" y="3"/>
                </a:lnTo>
                <a:lnTo>
                  <a:pt x="1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9993" y="5017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9993" y="73920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521358" y="1758777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21667" y="1758777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01890" y="1758777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389367" y="1758777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77444" y="1758777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65083" y="1758777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52997" y="1758777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43147" y="1758777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29608" y="1758777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17004" y="1758777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388601" y="1758777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03796" y="1703242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12869" y="1559245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14972" y="1415247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11081" y="1271046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12300" y="1127038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28414" y="983244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69114" y="1330793"/>
            <a:ext cx="37162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163508" y="1330793"/>
            <a:ext cx="26218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085112" y="1330793"/>
            <a:ext cx="1700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A</a:t>
            </a:r>
            <a:r>
              <a:rPr sz="47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93423" y="990492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962208" y="1886321"/>
            <a:ext cx="28231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96795" y="1846047"/>
            <a:ext cx="3388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x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3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5440" y="1107308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575440" y="1557305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521358" y="2870561"/>
            <a:ext cx="42640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1667" y="2870561"/>
            <a:ext cx="39637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01890" y="2870561"/>
            <a:ext cx="36835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389367" y="2870561"/>
            <a:ext cx="339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677444" y="2870561"/>
            <a:ext cx="31079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965083" y="2870561"/>
            <a:ext cx="28203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252997" y="2870561"/>
            <a:ext cx="25323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43147" y="2870561"/>
            <a:ext cx="22422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29608" y="2870561"/>
            <a:ext cx="195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117004" y="2870561"/>
            <a:ext cx="16683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88601" y="2870561"/>
            <a:ext cx="13967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03796" y="2815026"/>
            <a:ext cx="43815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12869" y="2671028"/>
            <a:ext cx="43725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14972" y="2527031"/>
            <a:ext cx="43704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11081" y="2382830"/>
            <a:ext cx="43743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412300" y="2238832"/>
            <a:ext cx="43730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28414" y="2095027"/>
            <a:ext cx="4356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12888" y="2442576"/>
            <a:ext cx="35725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83283" y="2442576"/>
            <a:ext cx="1902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B</a:t>
            </a:r>
            <a:r>
              <a:rPr sz="47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293423" y="2102275"/>
            <a:ext cx="44919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963702" y="2998105"/>
            <a:ext cx="2821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263737" y="2957831"/>
            <a:ext cx="25216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y</a:t>
            </a:r>
            <a:r>
              <a:rPr sz="478" b="0">
                <a:solidFill>
                  <a:srgbClr val="000000"/>
                </a:solidFill>
                <a:latin typeface="Cambria Math"/>
              </a:rPr>
              <a:t>1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= 6</a:t>
            </a:r>
            <a:r>
              <a:rPr sz="637" b="0">
                <a:solidFill>
                  <a:srgbClr val="000000"/>
                </a:solidFill>
                <a:latin typeface="Cambria Math"/>
              </a:rPr>
              <a:t>.</a:t>
            </a:r>
            <a:r>
              <a:rPr sz="63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575440" y="2543093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575440" y="2399096"/>
            <a:ext cx="42099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623966" y="3150706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2675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6462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80004" y="1288705"/>
            <a:ext cx="33053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80005" y="1478494"/>
            <a:ext cx="33053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80005" y="1668283"/>
            <a:ext cx="33053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82532" y="2047861"/>
            <a:ext cx="330286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82532" y="2237650"/>
            <a:ext cx="330286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697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=</a:t>
            </a:r>
            <a:r>
              <a:rPr sz="697" b="0">
                <a:solidFill>
                  <a:srgbClr val="000000"/>
                </a:solidFill>
                <a:latin typeface="Cambria Math"/>
              </a:rPr>
              <a:t>B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280" y="3150693"/>
            <a:ext cx="1621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8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4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8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6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6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6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6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6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6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1909881" y="-17943757"/>
            <a:ext cx="86401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2773892" y="-17943757"/>
            <a:ext cx="0" cy="216002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68087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52015" y="936781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85363" y="936408"/>
            <a:ext cx="30000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52015" y="1138846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56852" y="1138846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15842" y="1140966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52014" y="1341284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56852" y="1341284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15842" y="1343404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52014" y="1543722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56852" y="1543722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64563" y="2609549"/>
            <a:ext cx="4220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64863" y="2609549"/>
            <a:ext cx="39205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45096" y="2609549"/>
            <a:ext cx="36402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432563" y="2609549"/>
            <a:ext cx="3352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20650" y="2609549"/>
            <a:ext cx="306474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008279" y="2609549"/>
            <a:ext cx="27771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96203" y="2609549"/>
            <a:ext cx="248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86353" y="2609549"/>
            <a:ext cx="21990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72814" y="2609549"/>
            <a:ext cx="19125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60200" y="2609549"/>
            <a:ext cx="16251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31807" y="2609549"/>
            <a:ext cx="13535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47002" y="2554015"/>
            <a:ext cx="43383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71610" y="1834016"/>
            <a:ext cx="431378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50219" y="1841264"/>
            <a:ext cx="45351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07903" y="2737094"/>
            <a:ext cx="27774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23128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8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4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8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6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6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6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6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6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6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1909881" y="-17943757"/>
            <a:ext cx="86401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2773892" y="-17943757"/>
            <a:ext cx="0" cy="216002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68087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52015" y="936781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85363" y="936408"/>
            <a:ext cx="30000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52015" y="1138846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56852" y="1138846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15842" y="1140966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52014" y="1341284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56852" y="1341284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15842" y="1343404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52014" y="1543722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56852" y="1543722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74759" y="1545842"/>
            <a:ext cx="291063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max(0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64563" y="2609549"/>
            <a:ext cx="4220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64863" y="2609549"/>
            <a:ext cx="39205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45096" y="2609549"/>
            <a:ext cx="36402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32563" y="2609549"/>
            <a:ext cx="3352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20650" y="2609549"/>
            <a:ext cx="306474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08279" y="2609549"/>
            <a:ext cx="27771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96203" y="2609549"/>
            <a:ext cx="248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86353" y="2609549"/>
            <a:ext cx="21990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72814" y="2609549"/>
            <a:ext cx="19125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60200" y="2609549"/>
            <a:ext cx="16251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31807" y="2609549"/>
            <a:ext cx="13535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47002" y="2554015"/>
            <a:ext cx="43383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71610" y="1834016"/>
            <a:ext cx="431378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0219" y="1841264"/>
            <a:ext cx="45351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07903" y="2737094"/>
            <a:ext cx="27774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23128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8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4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8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6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6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6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6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6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6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89619" y="2376504"/>
            <a:ext cx="86401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2773892" y="-17943757"/>
            <a:ext cx="0" cy="216002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68087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52015" y="936781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85363" y="936408"/>
            <a:ext cx="30000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52015" y="1138846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56852" y="1138846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15842" y="1140966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52014" y="1341284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56852" y="1341284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15842" y="1343404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52014" y="1543722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56852" y="1543722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74759" y="1545842"/>
            <a:ext cx="291063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max(0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64563" y="2609549"/>
            <a:ext cx="4220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64863" y="2609549"/>
            <a:ext cx="39205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45096" y="2609549"/>
            <a:ext cx="36402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32563" y="2609549"/>
            <a:ext cx="3352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20650" y="2609549"/>
            <a:ext cx="306474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08279" y="2609549"/>
            <a:ext cx="27771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96203" y="2609549"/>
            <a:ext cx="248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86353" y="2609549"/>
            <a:ext cx="21990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72814" y="2609549"/>
            <a:ext cx="19125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60200" y="2609549"/>
            <a:ext cx="16251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31807" y="2609549"/>
            <a:ext cx="13535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47002" y="2554015"/>
            <a:ext cx="43383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71610" y="1834016"/>
            <a:ext cx="431378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0219" y="1841264"/>
            <a:ext cx="45351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07903" y="2737094"/>
            <a:ext cx="27774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55019" y="2337811"/>
            <a:ext cx="43303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23128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8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4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4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8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6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6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6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6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6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6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89619" y="2376504"/>
            <a:ext cx="86401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453630" y="2376504"/>
            <a:ext cx="0" cy="216002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68087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52015" y="936781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85363" y="936408"/>
            <a:ext cx="300003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52015" y="1138846"/>
            <a:ext cx="403338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56852" y="1138846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15842" y="1140966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52014" y="1341284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56852" y="1341284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15842" y="1343404"/>
            <a:ext cx="246955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52014" y="1543722"/>
            <a:ext cx="403338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56852" y="1543722"/>
            <a:ext cx="352854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74759" y="1545842"/>
            <a:ext cx="291063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max(0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64563" y="2609549"/>
            <a:ext cx="4220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64863" y="2609549"/>
            <a:ext cx="39205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45096" y="2609549"/>
            <a:ext cx="36402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32563" y="2609549"/>
            <a:ext cx="3352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20650" y="2609549"/>
            <a:ext cx="306474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08279" y="2609549"/>
            <a:ext cx="27771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96203" y="2609549"/>
            <a:ext cx="248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86353" y="2609549"/>
            <a:ext cx="21990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72814" y="2609549"/>
            <a:ext cx="19125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60200" y="2609549"/>
            <a:ext cx="16251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31807" y="2609549"/>
            <a:ext cx="13535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47002" y="2554015"/>
            <a:ext cx="43383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71610" y="1834016"/>
            <a:ext cx="431378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0219" y="1841264"/>
            <a:ext cx="45351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07903" y="2737094"/>
            <a:ext cx="27774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455019" y="2337811"/>
            <a:ext cx="43303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23128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7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1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3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7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5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5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5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5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5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5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1909879" y="-1781775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3349897" y="-17817755"/>
            <a:ext cx="0" cy="90000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6805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21674" y="936781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90875" y="936408"/>
            <a:ext cx="29945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21675" y="1138846"/>
            <a:ext cx="40637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37523" y="1138846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58082" y="1140966"/>
            <a:ext cx="25273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21674" y="1341284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37523" y="1341284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21341" y="1343404"/>
            <a:ext cx="24640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21674" y="1543722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37523" y="1543722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564553" y="2609549"/>
            <a:ext cx="42208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64862" y="2609549"/>
            <a:ext cx="3920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45095" y="2609549"/>
            <a:ext cx="36403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432562" y="2609549"/>
            <a:ext cx="3352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20649" y="2609549"/>
            <a:ext cx="30647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008279" y="2609549"/>
            <a:ext cx="27771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96203" y="2609549"/>
            <a:ext cx="248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86342" y="2609549"/>
            <a:ext cx="219905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72803" y="2609549"/>
            <a:ext cx="19125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60199" y="2609549"/>
            <a:ext cx="1625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31807" y="2609549"/>
            <a:ext cx="13535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446991" y="2554015"/>
            <a:ext cx="433840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71609" y="1834016"/>
            <a:ext cx="43137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50218" y="1841264"/>
            <a:ext cx="453517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07903" y="2737094"/>
            <a:ext cx="27774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27141" y="3150693"/>
            <a:ext cx="158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7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1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3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7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5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5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5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5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5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5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1909879" y="-1781775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3349897" y="-17817755"/>
            <a:ext cx="0" cy="90000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6805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21674" y="936781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90875" y="936408"/>
            <a:ext cx="29945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21675" y="1138846"/>
            <a:ext cx="40637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37523" y="1138846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58082" y="1140966"/>
            <a:ext cx="25273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21674" y="1341284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37523" y="1341284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21341" y="1343404"/>
            <a:ext cx="24640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21674" y="1543722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37523" y="1543722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66034" y="1545842"/>
            <a:ext cx="30193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min(0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64553" y="2609549"/>
            <a:ext cx="42208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64862" y="2609549"/>
            <a:ext cx="3920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45095" y="2609549"/>
            <a:ext cx="36403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32562" y="2609549"/>
            <a:ext cx="3352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20649" y="2609549"/>
            <a:ext cx="30647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08279" y="2609549"/>
            <a:ext cx="27771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96203" y="2609549"/>
            <a:ext cx="248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86342" y="2609549"/>
            <a:ext cx="219905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72803" y="2609549"/>
            <a:ext cx="19125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60199" y="2609549"/>
            <a:ext cx="1625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31807" y="2609549"/>
            <a:ext cx="13535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46991" y="2554015"/>
            <a:ext cx="433840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71609" y="1834016"/>
            <a:ext cx="43137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0218" y="1841264"/>
            <a:ext cx="453517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07903" y="2737094"/>
            <a:ext cx="27774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27141" y="3150693"/>
            <a:ext cx="158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7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1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3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7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5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5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5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5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5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5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89617" y="250250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3349897" y="-17817755"/>
            <a:ext cx="0" cy="90000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6805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21674" y="936781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90875" y="936408"/>
            <a:ext cx="29945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21675" y="1138846"/>
            <a:ext cx="40637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37523" y="1138846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58082" y="1140966"/>
            <a:ext cx="25273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21674" y="1341284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37523" y="1341284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21341" y="1343404"/>
            <a:ext cx="24640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21674" y="1543722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37523" y="1543722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66034" y="1545842"/>
            <a:ext cx="30193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min(0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64553" y="2609549"/>
            <a:ext cx="42208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64862" y="2609549"/>
            <a:ext cx="3920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45095" y="2609549"/>
            <a:ext cx="36403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32562" y="2609549"/>
            <a:ext cx="3352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20649" y="2609549"/>
            <a:ext cx="30647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08279" y="2609549"/>
            <a:ext cx="27771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96203" y="2609549"/>
            <a:ext cx="248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86342" y="2609549"/>
            <a:ext cx="219905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72803" y="2609549"/>
            <a:ext cx="19125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60199" y="2609549"/>
            <a:ext cx="1625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31807" y="2609549"/>
            <a:ext cx="13535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46991" y="2554015"/>
            <a:ext cx="433840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71609" y="1834016"/>
            <a:ext cx="43137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0218" y="1841264"/>
            <a:ext cx="453517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07903" y="2737094"/>
            <a:ext cx="27774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87880" y="2463815"/>
            <a:ext cx="43975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27141" y="3150693"/>
            <a:ext cx="158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7" y="259250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7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1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8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2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5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39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6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3" y="256370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7" y="187249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5" y="25925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5" y="24485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5" y="23045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5" y="21605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5" y="20164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5" y="18724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89617" y="250250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029635" y="2502505"/>
            <a:ext cx="0" cy="90001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6805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21674" y="936781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90875" y="936408"/>
            <a:ext cx="29945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21675" y="1138846"/>
            <a:ext cx="406372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37523" y="1138846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58082" y="1140966"/>
            <a:ext cx="252731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21674" y="1341284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37523" y="1341284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B</a:t>
            </a: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21341" y="1343404"/>
            <a:ext cx="246405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21674" y="1543722"/>
            <a:ext cx="406372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37523" y="1543722"/>
            <a:ext cx="3547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66034" y="1545842"/>
            <a:ext cx="301936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min(0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  <a:r>
              <a:rPr sz="996" b="0">
                <a:solidFill>
                  <a:srgbClr val="000000"/>
                </a:solidFill>
                <a:latin typeface="Cambria Math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5) = 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64553" y="2609549"/>
            <a:ext cx="42208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64862" y="2609549"/>
            <a:ext cx="3920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45095" y="2609549"/>
            <a:ext cx="36403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32562" y="2609549"/>
            <a:ext cx="3352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720649" y="2609549"/>
            <a:ext cx="30647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08279" y="2609549"/>
            <a:ext cx="27771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96203" y="2609549"/>
            <a:ext cx="2489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86342" y="2609549"/>
            <a:ext cx="219905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72803" y="2609549"/>
            <a:ext cx="19125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60199" y="2609549"/>
            <a:ext cx="1625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31807" y="2609549"/>
            <a:ext cx="13535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46991" y="2554015"/>
            <a:ext cx="433840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71609" y="1834016"/>
            <a:ext cx="43137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50218" y="1841264"/>
            <a:ext cx="453517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07903" y="2737094"/>
            <a:ext cx="27774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87880" y="2463815"/>
            <a:ext cx="43975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27141" y="3150693"/>
            <a:ext cx="1582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22" y="2471044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22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5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9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32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6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4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4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7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51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4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8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22" y="1751035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20" y="247104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20" y="23270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20" y="21830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20" y="2039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20" y="18950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20" y="175103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1909884" y="-18281222"/>
            <a:ext cx="230402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4213912" y="-18281222"/>
            <a:ext cx="0" cy="432005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76147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48345" y="1017757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89033" y="1017383"/>
            <a:ext cx="29963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48345" y="1219821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60523" y="1219821"/>
            <a:ext cx="3524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87876" y="1221942"/>
            <a:ext cx="2497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48344" y="1422259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60522" y="1422259"/>
            <a:ext cx="35248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64557" y="2488088"/>
            <a:ext cx="42208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64866" y="2488088"/>
            <a:ext cx="392052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45099" y="2488088"/>
            <a:ext cx="36402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432567" y="2488088"/>
            <a:ext cx="335282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20653" y="2488088"/>
            <a:ext cx="30647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008283" y="2488088"/>
            <a:ext cx="2777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96207" y="2488088"/>
            <a:ext cx="24891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86346" y="2488088"/>
            <a:ext cx="21990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72808" y="2488088"/>
            <a:ext cx="19125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60203" y="2488088"/>
            <a:ext cx="16251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31811" y="2488088"/>
            <a:ext cx="13535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46996" y="2432553"/>
            <a:ext cx="43383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471613" y="1712554"/>
            <a:ext cx="43137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50222" y="1719802"/>
            <a:ext cx="45351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07907" y="2615632"/>
            <a:ext cx="27774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89668" y="3150930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4262" y="3150706"/>
            <a:ext cx="1611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9" y="2471044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9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2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6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9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6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4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4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7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1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5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9" y="1751035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7" y="247104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7" y="23270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7" y="21830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7" y="2039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7" y="18950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7" y="175103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1909881" y="-18281222"/>
            <a:ext cx="230402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4213909" y="-18281222"/>
            <a:ext cx="0" cy="432005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76147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48345" y="1017757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89033" y="1017383"/>
            <a:ext cx="29963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48345" y="1219821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60523" y="1219821"/>
            <a:ext cx="3524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87876" y="1221942"/>
            <a:ext cx="2497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48344" y="1422259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60522" y="1422259"/>
            <a:ext cx="35248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87878" y="1424380"/>
            <a:ext cx="24975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64554" y="2488088"/>
            <a:ext cx="422084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864863" y="2488088"/>
            <a:ext cx="39205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45096" y="2488088"/>
            <a:ext cx="36402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32563" y="2488088"/>
            <a:ext cx="3352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20650" y="2488088"/>
            <a:ext cx="306474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08280" y="2488088"/>
            <a:ext cx="27771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96204" y="2488088"/>
            <a:ext cx="24891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86343" y="2488088"/>
            <a:ext cx="21990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72805" y="2488088"/>
            <a:ext cx="19125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60200" y="2488088"/>
            <a:ext cx="16251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31808" y="2488088"/>
            <a:ext cx="13535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446993" y="2432553"/>
            <a:ext cx="43384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71610" y="1712554"/>
            <a:ext cx="431378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50219" y="1719802"/>
            <a:ext cx="45351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007904" y="2615632"/>
            <a:ext cx="27774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89665" y="3150930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24259" y="3150706"/>
            <a:ext cx="1611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48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9" y="2471044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9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2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6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9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6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4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4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7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1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5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9" y="1751035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7" y="247104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7" y="23270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7" y="21830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7" y="2039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7" y="18950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7" y="175103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89619" y="2039039"/>
            <a:ext cx="230402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4213909" y="-18281222"/>
            <a:ext cx="0" cy="432005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76147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48345" y="1017757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89033" y="1017383"/>
            <a:ext cx="29963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48345" y="1219821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60523" y="1219821"/>
            <a:ext cx="3524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87876" y="1221942"/>
            <a:ext cx="2497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48344" y="1422259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60522" y="1422259"/>
            <a:ext cx="35248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87878" y="1424380"/>
            <a:ext cx="24975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64554" y="2488088"/>
            <a:ext cx="422084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864863" y="2488088"/>
            <a:ext cx="39205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45096" y="2488088"/>
            <a:ext cx="36402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32563" y="2488088"/>
            <a:ext cx="3352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20650" y="2488088"/>
            <a:ext cx="306474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08280" y="2488088"/>
            <a:ext cx="27771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96204" y="2488088"/>
            <a:ext cx="24891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86343" y="2488088"/>
            <a:ext cx="21990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72805" y="2488088"/>
            <a:ext cx="19125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60200" y="2488088"/>
            <a:ext cx="16251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31808" y="2488088"/>
            <a:ext cx="13535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446993" y="2432553"/>
            <a:ext cx="43384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71610" y="1712554"/>
            <a:ext cx="431378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50219" y="1719802"/>
            <a:ext cx="45351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007904" y="2615632"/>
            <a:ext cx="27774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15903" y="2000347"/>
            <a:ext cx="43694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889665" y="3150930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24259" y="3150706"/>
            <a:ext cx="1611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48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9" y="2471044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9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2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6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9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3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6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40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4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7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1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5" y="24422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9" y="1751035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7" y="247104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7" y="23270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7" y="21830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7" y="2039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7" y="18950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7" y="175103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89619" y="2039039"/>
            <a:ext cx="230402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893647" y="2039039"/>
            <a:ext cx="0" cy="432005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993" y="76147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48345" y="1017757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89033" y="1017383"/>
            <a:ext cx="29963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48345" y="1219821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60523" y="1219821"/>
            <a:ext cx="352487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A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87876" y="1221942"/>
            <a:ext cx="2497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48344" y="1422259"/>
            <a:ext cx="403705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60522" y="1422259"/>
            <a:ext cx="352487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87878" y="1424380"/>
            <a:ext cx="249751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Cambria Math"/>
              </a:rPr>
              <a:t>0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64554" y="2488088"/>
            <a:ext cx="422084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864863" y="2488088"/>
            <a:ext cx="39205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45096" y="2488088"/>
            <a:ext cx="36402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32563" y="2488088"/>
            <a:ext cx="3352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20650" y="2488088"/>
            <a:ext cx="306474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08280" y="2488088"/>
            <a:ext cx="27771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96204" y="2488088"/>
            <a:ext cx="24891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86343" y="2488088"/>
            <a:ext cx="21990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72805" y="2488088"/>
            <a:ext cx="19125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60200" y="2488088"/>
            <a:ext cx="16251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31808" y="2488088"/>
            <a:ext cx="13535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446993" y="2432553"/>
            <a:ext cx="43384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71610" y="1712554"/>
            <a:ext cx="431378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50219" y="1719802"/>
            <a:ext cx="45351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007904" y="2615632"/>
            <a:ext cx="27774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15903" y="2000347"/>
            <a:ext cx="43694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889665" y="3150930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24259" y="3150706"/>
            <a:ext cx="1611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48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503639" y="-23795750"/>
            <a:ext cx="360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7503639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683640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863641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503639" y="-24245755"/>
            <a:ext cx="0" cy="450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7485637" y="-2379575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7485637" y="-23885751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7485637" y="-2397575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485637" y="-2406575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7485637" y="-2415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7485637" y="-2424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7503639" y="-23930751"/>
            <a:ext cx="180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7683640" y="-23930751"/>
            <a:ext cx="0" cy="135001"/>
          </a:xfrm>
          <a:prstGeom prst="line">
            <a:avLst/>
          </a:prstGeom>
          <a:ln w="506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8198836" y="-23795750"/>
            <a:ext cx="36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198836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8378838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8558842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8198836" y="-24245755"/>
            <a:ext cx="0" cy="450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8180834" y="-2379575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28180834" y="-23885751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28180834" y="-2397575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28180834" y="-2406575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8180834" y="-2415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8180834" y="-2424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198836" y="-23852001"/>
            <a:ext cx="180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378838" y="-23852001"/>
            <a:ext cx="0" cy="56251"/>
          </a:xfrm>
          <a:prstGeom prst="line">
            <a:avLst/>
          </a:prstGeom>
          <a:ln w="5061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8894323" y="-23795750"/>
            <a:ext cx="360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894323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074324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254325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8894323" y="-24245755"/>
            <a:ext cx="0" cy="450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8876321" y="-2379575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8876321" y="-23885751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8876321" y="-2397575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28876321" y="-2406575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28876321" y="-2415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8876321" y="-2424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8894323" y="-24065754"/>
            <a:ext cx="180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9074324" y="-24065754"/>
            <a:ext cx="0" cy="270004"/>
          </a:xfrm>
          <a:prstGeom prst="line">
            <a:avLst/>
          </a:prstGeom>
          <a:ln w="5061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6989946" y="-22772033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9946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7277950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7565954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7853955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141959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8429963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8717968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9005972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9293976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9581977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9869981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6989946" y="-23492042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26961145" y="-2277203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26961145" y="-2291603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26961145" y="-2306003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26961145" y="-2320403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26961145" y="-2334803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26961145" y="-23492042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6989946" y="-22988035"/>
            <a:ext cx="86400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6989946" y="-22862033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6989946" y="-23204037"/>
            <a:ext cx="230403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7853955" y="-22988035"/>
            <a:ext cx="0" cy="216002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8429963" y="-22862033"/>
            <a:ext cx="0" cy="90000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9293976" y="-23204037"/>
            <a:ext cx="0" cy="432004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0" y="314673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880005" y="314673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59993" y="65702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89665" y="3150918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128" y="3150694"/>
            <a:ext cx="1622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503639" y="-23795750"/>
            <a:ext cx="360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7503639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683640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863641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503639" y="-24245755"/>
            <a:ext cx="0" cy="450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7485637" y="-2379575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7485637" y="-23885751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7485637" y="-2397575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7485637" y="-2406575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7485637" y="-2415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7485637" y="-2424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7503639" y="-23930751"/>
            <a:ext cx="180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7683640" y="-23930751"/>
            <a:ext cx="0" cy="135001"/>
          </a:xfrm>
          <a:prstGeom prst="line">
            <a:avLst/>
          </a:prstGeom>
          <a:ln w="506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8198836" y="-23795750"/>
            <a:ext cx="36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198836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8378838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8558842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8198836" y="-24245755"/>
            <a:ext cx="0" cy="450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8180834" y="-2379575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28180834" y="-23885751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28180834" y="-2397575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28180834" y="-2406575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8180834" y="-2415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8180834" y="-2424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198836" y="-23852001"/>
            <a:ext cx="180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378838" y="-23852001"/>
            <a:ext cx="0" cy="56251"/>
          </a:xfrm>
          <a:prstGeom prst="line">
            <a:avLst/>
          </a:prstGeom>
          <a:ln w="5061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8894323" y="-23795750"/>
            <a:ext cx="360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894323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074324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254325" y="-23813752"/>
            <a:ext cx="0" cy="18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8894323" y="-24245755"/>
            <a:ext cx="0" cy="450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8876321" y="-2379575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8876321" y="-23885751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8876321" y="-2397575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28876321" y="-2406575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28876321" y="-2415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8876321" y="-2424575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8894323" y="-24065754"/>
            <a:ext cx="180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9074324" y="-24065754"/>
            <a:ext cx="0" cy="270004"/>
          </a:xfrm>
          <a:prstGeom prst="line">
            <a:avLst/>
          </a:prstGeom>
          <a:ln w="5061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6989946" y="-22772033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9946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7277950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7565954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7853955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141959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8429963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8717968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9005972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9293976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9581977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9869981" y="-2280083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6989946" y="-23492042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26961145" y="-2277203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26961145" y="-2291603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26961145" y="-2306003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26961145" y="-2320403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26961145" y="-2334803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26961145" y="-23492042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6989946" y="-22988035"/>
            <a:ext cx="86400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6989946" y="-22862033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6989946" y="-23204037"/>
            <a:ext cx="230403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7853955" y="-22988035"/>
            <a:ext cx="0" cy="216002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8429963" y="-22862033"/>
            <a:ext cx="0" cy="90000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9293976" y="-23204037"/>
            <a:ext cx="0" cy="432004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0" y="314673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880005" y="314673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59993" y="65702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59993" y="89451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combined.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889665" y="3150918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23128" y="3150694"/>
            <a:ext cx="1622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03307" y="1604575"/>
            <a:ext cx="36000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03307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283309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463311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103307" y="1154569"/>
            <a:ext cx="0" cy="4500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085306" y="1604575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085306" y="1514574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085306" y="1424573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085306" y="1334572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085306" y="1244570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085306" y="1154569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103307" y="1469573"/>
            <a:ext cx="180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283309" y="1469573"/>
            <a:ext cx="0" cy="135002"/>
          </a:xfrm>
          <a:prstGeom prst="line">
            <a:avLst/>
          </a:prstGeom>
          <a:ln w="506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98509" y="1604575"/>
            <a:ext cx="36000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798509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978511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158513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798509" y="1154569"/>
            <a:ext cx="0" cy="4500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780508" y="1604575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2780508" y="1514574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2780508" y="1424573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2780508" y="1334572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780508" y="1244570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780508" y="1154569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98509" y="1548324"/>
            <a:ext cx="180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978511" y="1548324"/>
            <a:ext cx="0" cy="56251"/>
          </a:xfrm>
          <a:prstGeom prst="line">
            <a:avLst/>
          </a:prstGeom>
          <a:ln w="5061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493996" y="1604575"/>
            <a:ext cx="36000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493996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73998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854000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493996" y="1154569"/>
            <a:ext cx="0" cy="4500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3475994" y="160457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3475994" y="151457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3475994" y="1424573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3475994" y="133457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3475994" y="124457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3475994" y="1154569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493996" y="1334572"/>
            <a:ext cx="180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673998" y="1334572"/>
            <a:ext cx="0" cy="270003"/>
          </a:xfrm>
          <a:prstGeom prst="line">
            <a:avLst/>
          </a:prstGeom>
          <a:ln w="5061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6989943" y="-22772034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89943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7277947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7565951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7853952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141956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8429960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8717964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9005969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9293973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9581974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9869978" y="-2280083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6989943" y="-2349204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26961141" y="-2277203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26961141" y="-2291603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26961141" y="-2306003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26961141" y="-23204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26961141" y="-2334804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26961141" y="-2349204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6989943" y="-22988037"/>
            <a:ext cx="86400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6989943" y="-22862035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6989943" y="-23204039"/>
            <a:ext cx="230403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7853952" y="-22988037"/>
            <a:ext cx="0" cy="216003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8429960" y="-22862035"/>
            <a:ext cx="0" cy="90001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9293973" y="-23204039"/>
            <a:ext cx="0" cy="432005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-2" y="314672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880002" y="314672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59993" y="65702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59993" y="89451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combined.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90470" y="1615227"/>
            <a:ext cx="369492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270143" y="1615227"/>
            <a:ext cx="351525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450197" y="1615227"/>
            <a:ext cx="333519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014162" y="1580524"/>
            <a:ext cx="377123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29548" y="1130525"/>
            <a:ext cx="375584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91178" y="1135055"/>
            <a:ext cx="389421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69730" y="1694949"/>
            <a:ext cx="351566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19172" y="1445396"/>
            <a:ext cx="376622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85395" y="1615234"/>
            <a:ext cx="300000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965163" y="1615234"/>
            <a:ext cx="282023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145116" y="1615234"/>
            <a:ext cx="264027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09360" y="1580524"/>
            <a:ext cx="307603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724746" y="1130525"/>
            <a:ext cx="306064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586376" y="1135056"/>
            <a:ext cx="319901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964928" y="1694949"/>
            <a:ext cx="282046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672415" y="1524143"/>
            <a:ext cx="311298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81933" y="1615227"/>
            <a:ext cx="230346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660971" y="1615227"/>
            <a:ext cx="212442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40593" y="1615227"/>
            <a:ext cx="194480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404837" y="1580524"/>
            <a:ext cx="238055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420223" y="1130525"/>
            <a:ext cx="236517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281854" y="1135056"/>
            <a:ext cx="250354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60406" y="1694949"/>
            <a:ext cx="212499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85406" y="1310395"/>
            <a:ext cx="239998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889662" y="3150917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125" y="3150693"/>
            <a:ext cx="1622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103307" y="1604575"/>
            <a:ext cx="36000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03307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283309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463311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103307" y="1154569"/>
            <a:ext cx="0" cy="4500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085306" y="1604575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085306" y="1514574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085306" y="1424573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085306" y="1334572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085306" y="1244570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085306" y="1154569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103307" y="1469573"/>
            <a:ext cx="180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283309" y="1469573"/>
            <a:ext cx="0" cy="135002"/>
          </a:xfrm>
          <a:prstGeom prst="line">
            <a:avLst/>
          </a:prstGeom>
          <a:ln w="5061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98509" y="1604575"/>
            <a:ext cx="36000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798509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978511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158513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798509" y="1154569"/>
            <a:ext cx="0" cy="4500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780508" y="1604575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2780508" y="1514574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2780508" y="1424573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2780508" y="1334572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780508" y="1244570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780508" y="1154569"/>
            <a:ext cx="1800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98509" y="1548324"/>
            <a:ext cx="180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978511" y="1548324"/>
            <a:ext cx="0" cy="56251"/>
          </a:xfrm>
          <a:prstGeom prst="line">
            <a:avLst/>
          </a:prstGeom>
          <a:ln w="5061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493996" y="1604575"/>
            <a:ext cx="36000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493996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73998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854000" y="1586574"/>
            <a:ext cx="0" cy="18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493996" y="1154569"/>
            <a:ext cx="0" cy="45000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3475994" y="1604575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3475994" y="1514574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3475994" y="1424573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3475994" y="1334572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3475994" y="1244570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3475994" y="1154569"/>
            <a:ext cx="18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493996" y="1334572"/>
            <a:ext cx="1800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673998" y="1334572"/>
            <a:ext cx="0" cy="270003"/>
          </a:xfrm>
          <a:prstGeom prst="line">
            <a:avLst/>
          </a:prstGeom>
          <a:ln w="5061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589616" y="2628292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589616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877619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165623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453626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741630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029634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317637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605641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893644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181648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4469651" y="25994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589616" y="190828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H="1">
            <a:off x="1560814" y="262829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560814" y="248429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1560814" y="234028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1560814" y="21962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1560814" y="20522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1560814" y="190828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589616" y="2412289"/>
            <a:ext cx="86401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589616" y="2538291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589616" y="2196287"/>
            <a:ext cx="230402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453626" y="2412289"/>
            <a:ext cx="0" cy="216003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029634" y="2538291"/>
            <a:ext cx="0" cy="90001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893644" y="2196287"/>
            <a:ext cx="0" cy="432005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-2" y="314672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880002" y="314672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59993" y="65702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consequents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59993" y="89451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combined.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90470" y="1615227"/>
            <a:ext cx="369492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270143" y="1615227"/>
            <a:ext cx="351525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450197" y="1615227"/>
            <a:ext cx="333519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014162" y="1580524"/>
            <a:ext cx="377123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29548" y="1130525"/>
            <a:ext cx="375584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91178" y="1135055"/>
            <a:ext cx="389421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69730" y="1694949"/>
            <a:ext cx="351566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19172" y="1445396"/>
            <a:ext cx="376622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85395" y="1615234"/>
            <a:ext cx="300000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965163" y="1615234"/>
            <a:ext cx="282023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145116" y="1615234"/>
            <a:ext cx="264027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09360" y="1580524"/>
            <a:ext cx="307603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724746" y="1130525"/>
            <a:ext cx="306064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586376" y="1135056"/>
            <a:ext cx="319901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964928" y="1694949"/>
            <a:ext cx="282046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672415" y="1524143"/>
            <a:ext cx="311298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81933" y="1615227"/>
            <a:ext cx="230346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660971" y="1615227"/>
            <a:ext cx="212442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40593" y="1615227"/>
            <a:ext cx="194480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404837" y="1580524"/>
            <a:ext cx="238055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420223" y="1130525"/>
            <a:ext cx="236517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281854" y="1135056"/>
            <a:ext cx="250354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60406" y="1694949"/>
            <a:ext cx="212499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85406" y="1310395"/>
            <a:ext cx="239998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564561" y="2645336"/>
            <a:ext cx="422083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864860" y="2645336"/>
            <a:ext cx="39205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145093" y="2645336"/>
            <a:ext cx="364030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432560" y="2645336"/>
            <a:ext cx="33528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20647" y="2645336"/>
            <a:ext cx="30647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008277" y="2645336"/>
            <a:ext cx="277711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96201" y="2645336"/>
            <a:ext cx="24891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86350" y="2645336"/>
            <a:ext cx="219904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72812" y="2645336"/>
            <a:ext cx="19125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160198" y="2645336"/>
            <a:ext cx="16251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431805" y="2645336"/>
            <a:ext cx="13535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447000" y="2589801"/>
            <a:ext cx="43383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71607" y="1869802"/>
            <a:ext cx="43137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50216" y="1877050"/>
            <a:ext cx="45351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007901" y="2772880"/>
            <a:ext cx="27774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55016" y="2373596"/>
            <a:ext cx="43303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87879" y="2499600"/>
            <a:ext cx="43975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15900" y="2157594"/>
            <a:ext cx="43694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89662" y="3150917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623125" y="3150693"/>
            <a:ext cx="1622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7" y="124592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7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1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4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8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2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5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39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2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6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3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7" y="52591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5" y="12459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5" y="110192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5" y="95792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5" y="8139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5" y="6699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5" y="5259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89617" y="1029923"/>
            <a:ext cx="86401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589617" y="115592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89617" y="813921"/>
            <a:ext cx="230402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453628" y="1029923"/>
            <a:ext cx="0" cy="216003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29635" y="1155925"/>
            <a:ext cx="0" cy="90001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93646" y="813921"/>
            <a:ext cx="0" cy="432005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7376229" y="-23019901"/>
            <a:ext cx="45972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8106374" y="-23019901"/>
            <a:ext cx="1499704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-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7999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64563" y="1262980"/>
            <a:ext cx="4220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64862" y="1262980"/>
            <a:ext cx="3920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5095" y="1262980"/>
            <a:ext cx="36403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2562" y="1262980"/>
            <a:ext cx="3352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20649" y="1262980"/>
            <a:ext cx="30647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08278" y="1262980"/>
            <a:ext cx="27771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96203" y="1262980"/>
            <a:ext cx="24891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6352" y="1262980"/>
            <a:ext cx="21990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72813" y="1262980"/>
            <a:ext cx="19125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60199" y="1262980"/>
            <a:ext cx="1625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31807" y="1262980"/>
            <a:ext cx="13535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47001" y="1207445"/>
            <a:ext cx="43383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71609" y="487447"/>
            <a:ext cx="43137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50218" y="494694"/>
            <a:ext cx="453517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07902" y="1390524"/>
            <a:ext cx="27774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55017" y="991240"/>
            <a:ext cx="433037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87880" y="1117235"/>
            <a:ext cx="43975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5902" y="775239"/>
            <a:ext cx="43694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89658" y="3150918"/>
            <a:ext cx="895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15602" y="3150694"/>
            <a:ext cx="1697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7" y="124592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7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1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4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8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2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5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39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2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6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3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7" y="52591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5" y="12459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5" y="110192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5" y="95792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5" y="8139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5" y="6699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5" y="5259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89617" y="1029923"/>
            <a:ext cx="86401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589617" y="115592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89617" y="813921"/>
            <a:ext cx="230402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453628" y="1029923"/>
            <a:ext cx="0" cy="216003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29635" y="1155925"/>
            <a:ext cx="0" cy="90001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93646" y="813921"/>
            <a:ext cx="0" cy="432005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7376229" y="-23019901"/>
            <a:ext cx="45972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8106374" y="-23019901"/>
            <a:ext cx="1499704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-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7999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64563" y="1262980"/>
            <a:ext cx="4220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64862" y="1262980"/>
            <a:ext cx="3920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5095" y="1262980"/>
            <a:ext cx="36403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2562" y="1262980"/>
            <a:ext cx="3352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20649" y="1262980"/>
            <a:ext cx="30647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08278" y="1262980"/>
            <a:ext cx="27771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96203" y="1262980"/>
            <a:ext cx="24891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6352" y="1262980"/>
            <a:ext cx="21990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72813" y="1262980"/>
            <a:ext cx="19125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60199" y="1262980"/>
            <a:ext cx="1625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31807" y="1262980"/>
            <a:ext cx="13535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47001" y="1207445"/>
            <a:ext cx="43383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71609" y="487447"/>
            <a:ext cx="43137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50218" y="494694"/>
            <a:ext cx="453517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07902" y="1390524"/>
            <a:ext cx="27774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55017" y="991240"/>
            <a:ext cx="433037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87880" y="1117235"/>
            <a:ext cx="43975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5902" y="775239"/>
            <a:ext cx="43694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9991" y="1618035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889658" y="3150918"/>
            <a:ext cx="895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15602" y="3150694"/>
            <a:ext cx="1697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7" y="124592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7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1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4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8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2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5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39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2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6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3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7" y="52591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5" y="12459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5" y="110192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5" y="95792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5" y="8139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5" y="6699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5" y="5259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89617" y="1029923"/>
            <a:ext cx="86401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589617" y="115592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89617" y="813921"/>
            <a:ext cx="230402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453628" y="1029923"/>
            <a:ext cx="0" cy="216003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29635" y="1155925"/>
            <a:ext cx="0" cy="90001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93646" y="813921"/>
            <a:ext cx="0" cy="432005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7376229" y="-23019901"/>
            <a:ext cx="45972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8106374" y="-23019901"/>
            <a:ext cx="1499704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-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7999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64563" y="1262980"/>
            <a:ext cx="4220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64862" y="1262980"/>
            <a:ext cx="3920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5095" y="1262980"/>
            <a:ext cx="36403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2562" y="1262980"/>
            <a:ext cx="3352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20649" y="1262980"/>
            <a:ext cx="30647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08278" y="1262980"/>
            <a:ext cx="27771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96203" y="1262980"/>
            <a:ext cx="24891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6352" y="1262980"/>
            <a:ext cx="21990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72813" y="1262980"/>
            <a:ext cx="19125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60199" y="1262980"/>
            <a:ext cx="1625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31807" y="1262980"/>
            <a:ext cx="13535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47001" y="1207445"/>
            <a:ext cx="43383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71609" y="487447"/>
            <a:ext cx="43137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50218" y="494694"/>
            <a:ext cx="453517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07902" y="1390524"/>
            <a:ext cx="27774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55017" y="991240"/>
            <a:ext cx="433037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87880" y="1117235"/>
            <a:ext cx="43975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5902" y="775239"/>
            <a:ext cx="43694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9991" y="1618035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9991" y="1839327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technique: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89658" y="3150918"/>
            <a:ext cx="895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15602" y="3150694"/>
            <a:ext cx="1697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7" y="124592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7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1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4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8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2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5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39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2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6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3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7" y="52591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5" y="12459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5" y="110192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5" y="95792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5" y="8139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5" y="6699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5" y="5259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89617" y="1029923"/>
            <a:ext cx="86401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589617" y="115592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89617" y="813921"/>
            <a:ext cx="230402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453628" y="1029923"/>
            <a:ext cx="0" cy="216003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29635" y="1155925"/>
            <a:ext cx="0" cy="90001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93646" y="813921"/>
            <a:ext cx="0" cy="432005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975901" y="2380424"/>
            <a:ext cx="459728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8106374" y="-23019901"/>
            <a:ext cx="1499704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-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7999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64563" y="1262980"/>
            <a:ext cx="4220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64862" y="1262980"/>
            <a:ext cx="3920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5095" y="1262980"/>
            <a:ext cx="36403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2562" y="1262980"/>
            <a:ext cx="3352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20649" y="1262980"/>
            <a:ext cx="30647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08278" y="1262980"/>
            <a:ext cx="27771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96203" y="1262980"/>
            <a:ext cx="24891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6352" y="1262980"/>
            <a:ext cx="21990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72813" y="1262980"/>
            <a:ext cx="19125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60199" y="1262980"/>
            <a:ext cx="1625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31807" y="1262980"/>
            <a:ext cx="13535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47001" y="1207445"/>
            <a:ext cx="43383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71609" y="487447"/>
            <a:ext cx="43137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50218" y="494694"/>
            <a:ext cx="453517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07902" y="1390524"/>
            <a:ext cx="27774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55017" y="991240"/>
            <a:ext cx="433037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87880" y="1117235"/>
            <a:ext cx="43975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5902" y="775239"/>
            <a:ext cx="43694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9991" y="1618035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9991" y="1839327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technique: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39061" y="2324931"/>
            <a:ext cx="42463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06737" y="2109537"/>
            <a:ext cx="37786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975902" y="2292506"/>
            <a:ext cx="38094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69030" y="2184600"/>
            <a:ext cx="36163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75851" y="2402412"/>
            <a:ext cx="37095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45002" y="2585380"/>
            <a:ext cx="3740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238144" y="2478800"/>
            <a:ext cx="35472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89658" y="3150918"/>
            <a:ext cx="895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615602" y="3150694"/>
            <a:ext cx="1697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7" y="124592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7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1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4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8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2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5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39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2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6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3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7" y="52591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5" y="12459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5" y="110192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5" y="95792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5" y="8139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5" y="6699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5" y="5259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89617" y="1029923"/>
            <a:ext cx="86401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589617" y="115592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89617" y="813921"/>
            <a:ext cx="230402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453628" y="1029923"/>
            <a:ext cx="0" cy="216003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29635" y="1155925"/>
            <a:ext cx="0" cy="90001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93646" y="813921"/>
            <a:ext cx="0" cy="432005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975901" y="2380424"/>
            <a:ext cx="459728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706051" y="2380424"/>
            <a:ext cx="1499705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64563" y="1262980"/>
            <a:ext cx="4220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64862" y="1262980"/>
            <a:ext cx="3920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5095" y="1262980"/>
            <a:ext cx="36403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2562" y="1262980"/>
            <a:ext cx="3352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20649" y="1262980"/>
            <a:ext cx="30647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08278" y="1262980"/>
            <a:ext cx="27771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96203" y="1262980"/>
            <a:ext cx="24891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6352" y="1262980"/>
            <a:ext cx="21990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72813" y="1262980"/>
            <a:ext cx="19125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60199" y="1262980"/>
            <a:ext cx="1625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31807" y="1262980"/>
            <a:ext cx="13535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47001" y="1207445"/>
            <a:ext cx="43383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71609" y="487447"/>
            <a:ext cx="43137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50218" y="494694"/>
            <a:ext cx="453517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07902" y="1390524"/>
            <a:ext cx="27774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55017" y="991240"/>
            <a:ext cx="433037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87880" y="1117235"/>
            <a:ext cx="43975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5902" y="775239"/>
            <a:ext cx="43694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9991" y="1618035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9991" y="1839327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technique: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39061" y="2324931"/>
            <a:ext cx="42463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06737" y="2109537"/>
            <a:ext cx="37786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975902" y="2292506"/>
            <a:ext cx="38094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69030" y="2184600"/>
            <a:ext cx="36163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75851" y="2402412"/>
            <a:ext cx="37095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45002" y="2585380"/>
            <a:ext cx="3740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238144" y="2478800"/>
            <a:ext cx="35472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77336" y="2256143"/>
            <a:ext cx="32080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(3)(0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3) + (5)(0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125) + (8)(0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75)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037648" y="2402447"/>
            <a:ext cx="27477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 + 0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 + 0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89664" y="3150915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15609" y="3150691"/>
            <a:ext cx="1697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7" y="124592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7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1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4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8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2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5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39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2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6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3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7" y="52591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5" y="12459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5" y="110192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5" y="95792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5" y="8139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5" y="6699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5" y="5259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89617" y="1029923"/>
            <a:ext cx="86401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589617" y="115592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89617" y="813921"/>
            <a:ext cx="230402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453628" y="1029923"/>
            <a:ext cx="0" cy="216003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29635" y="1155925"/>
            <a:ext cx="0" cy="90001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93646" y="813921"/>
            <a:ext cx="0" cy="432005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975901" y="2380424"/>
            <a:ext cx="459728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706051" y="2380424"/>
            <a:ext cx="1499705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64563" y="1262980"/>
            <a:ext cx="4220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64862" y="1262980"/>
            <a:ext cx="3920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5095" y="1262980"/>
            <a:ext cx="36403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2562" y="1262980"/>
            <a:ext cx="3352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20649" y="1262980"/>
            <a:ext cx="30647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08278" y="1262980"/>
            <a:ext cx="27771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96203" y="1262980"/>
            <a:ext cx="24891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6352" y="1262980"/>
            <a:ext cx="21990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72813" y="1262980"/>
            <a:ext cx="19125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60199" y="1262980"/>
            <a:ext cx="1625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31807" y="1262980"/>
            <a:ext cx="13535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47001" y="1207445"/>
            <a:ext cx="43383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71609" y="487447"/>
            <a:ext cx="43137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50218" y="494694"/>
            <a:ext cx="453517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07902" y="1390524"/>
            <a:ext cx="27774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55017" y="991240"/>
            <a:ext cx="433037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87880" y="1117235"/>
            <a:ext cx="43975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5902" y="775239"/>
            <a:ext cx="43694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9991" y="1618035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9991" y="1839327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technique: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39061" y="2324931"/>
            <a:ext cx="42463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06737" y="2109537"/>
            <a:ext cx="37786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975902" y="2292506"/>
            <a:ext cx="38094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69030" y="2184600"/>
            <a:ext cx="36163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75851" y="2402412"/>
            <a:ext cx="37095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45002" y="2585380"/>
            <a:ext cx="3740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238144" y="2478800"/>
            <a:ext cx="35472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77336" y="2256143"/>
            <a:ext cx="32080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(3)(0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3) + (5)(0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125) + (8)(0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75)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037648" y="2402447"/>
            <a:ext cx="27477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 + 0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 + 0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47187" y="2713012"/>
            <a:ext cx="39382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6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404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15609" y="3150693"/>
            <a:ext cx="1697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89617" y="124592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89617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77621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65624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53628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41632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29635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17639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05642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93646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81650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69653" y="121712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89617" y="52591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560815" y="124592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560815" y="110192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60815" y="95792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1560815" y="8139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60815" y="6699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560815" y="5259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89617" y="1029923"/>
            <a:ext cx="86401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589617" y="115592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89617" y="813921"/>
            <a:ext cx="230402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453628" y="1029923"/>
            <a:ext cx="0" cy="216003"/>
          </a:xfrm>
          <a:prstGeom prst="line">
            <a:avLst/>
          </a:prstGeom>
          <a:ln w="8097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29635" y="1155925"/>
            <a:ext cx="0" cy="90001"/>
          </a:xfrm>
          <a:prstGeom prst="line">
            <a:avLst/>
          </a:prstGeom>
          <a:ln w="8097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93646" y="813921"/>
            <a:ext cx="0" cy="432005"/>
          </a:xfrm>
          <a:prstGeom prst="line">
            <a:avLst/>
          </a:prstGeom>
          <a:ln w="8097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975901" y="2380424"/>
            <a:ext cx="459728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706051" y="2380424"/>
            <a:ext cx="1499705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64563" y="1262980"/>
            <a:ext cx="42208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64862" y="1262980"/>
            <a:ext cx="39205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5095" y="1262980"/>
            <a:ext cx="36403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2562" y="1262980"/>
            <a:ext cx="33528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20649" y="1262980"/>
            <a:ext cx="30647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08278" y="1262980"/>
            <a:ext cx="27771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96203" y="1262980"/>
            <a:ext cx="24891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6352" y="1262980"/>
            <a:ext cx="21990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72813" y="1262980"/>
            <a:ext cx="19125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60199" y="1262980"/>
            <a:ext cx="16251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31807" y="1262980"/>
            <a:ext cx="13535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47001" y="1207445"/>
            <a:ext cx="43383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71609" y="487447"/>
            <a:ext cx="43137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50218" y="494694"/>
            <a:ext cx="453517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07902" y="1390524"/>
            <a:ext cx="27774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z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55017" y="991240"/>
            <a:ext cx="433037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87880" y="1117235"/>
            <a:ext cx="43975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5902" y="775239"/>
            <a:ext cx="43694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9991" y="1618035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9991" y="1839327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technique: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39061" y="2324931"/>
            <a:ext cx="42463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=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06737" y="2109537"/>
            <a:ext cx="37786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975902" y="2292506"/>
            <a:ext cx="38094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69030" y="2184600"/>
            <a:ext cx="361636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·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75851" y="2402412"/>
            <a:ext cx="37095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45002" y="2585380"/>
            <a:ext cx="3740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238144" y="2478800"/>
            <a:ext cx="35472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α</a:t>
            </a: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77336" y="2256143"/>
            <a:ext cx="32080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(3)(0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3) + (5)(0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125) + (8)(0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75)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037648" y="2402447"/>
            <a:ext cx="27477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 + 0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 + 0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75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47187" y="2713012"/>
            <a:ext cx="39382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6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404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9993" y="296370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Therefore,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x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y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z</a:t>
            </a:r>
            <a:r>
              <a:rPr sz="697" b="0">
                <a:solidFill>
                  <a:srgbClr val="000000"/>
                </a:solidFill>
                <a:latin typeface="Cambria Math"/>
              </a:rPr>
              <a:t>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= 6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404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15609" y="3150693"/>
            <a:ext cx="1697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14666" y="1220588"/>
            <a:ext cx="48707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51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Building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expert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3701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incorporates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090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89664" y="3150919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4105" y="3150695"/>
            <a:ext cx="1612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52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Building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expert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3701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incorporates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090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1320" y="1267198"/>
            <a:ext cx="5284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Specify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9664" y="3150919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4105" y="3150695"/>
            <a:ext cx="1612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52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Building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expert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3701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incorporates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090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1320" y="1267198"/>
            <a:ext cx="5284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Specify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4712" y="1525313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664" y="3150919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4105" y="3150695"/>
            <a:ext cx="1612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52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Building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expert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3701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incorporates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090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1320" y="1267198"/>
            <a:ext cx="5284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Specify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4712" y="1525313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2910" y="1783427"/>
            <a:ext cx="5312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3.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Elicit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construct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89664" y="3150919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4105" y="3150695"/>
            <a:ext cx="1612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52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Building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expert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3701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incorporates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090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1320" y="1267198"/>
            <a:ext cx="5284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Specify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4712" y="1525313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2910" y="1783427"/>
            <a:ext cx="5312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3.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Elicit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construct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3190" y="2041542"/>
            <a:ext cx="53122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4.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procedures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213614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9664" y="3150916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4105" y="3150692"/>
            <a:ext cx="1612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52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Building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expert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3701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typical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incorporates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0090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steps: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1320" y="1267198"/>
            <a:ext cx="528407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Specify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4712" y="1525313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2910" y="1783427"/>
            <a:ext cx="5312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3.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Elicit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construct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3190" y="2041542"/>
            <a:ext cx="53122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4.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procedures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6" y="2213614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1946" y="2471728"/>
            <a:ext cx="53134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5.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tune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89667" y="3150916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4108" y="3150692"/>
            <a:ext cx="1612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1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6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Build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9653" y="3150929"/>
            <a:ext cx="895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116" y="3150705"/>
            <a:ext cx="1622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1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6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Build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12455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89653" y="3150929"/>
            <a:ext cx="895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116" y="3150705"/>
            <a:ext cx="1622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1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6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Build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12455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6" y="1457691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Objective: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9653" y="3150929"/>
            <a:ext cx="895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116" y="3150705"/>
            <a:ext cx="1622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1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6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Build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12455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6" y="1457691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Objective: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6" y="1695562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smoothly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slow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653" y="3150929"/>
            <a:ext cx="895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116" y="3150705"/>
            <a:ext cx="1622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11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6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Build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12455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6" y="1457691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Objective: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6" y="1695562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smoothly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slow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6" y="2029089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89653" y="3150929"/>
            <a:ext cx="895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116" y="3150705"/>
            <a:ext cx="1622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8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6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Build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12455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6" y="1457691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Objective: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6" y="1695562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smoothly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slow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6" y="2029089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8236" y="2283343"/>
            <a:ext cx="51671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89668" y="3150929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131" y="3150705"/>
            <a:ext cx="1622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6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Build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12455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6" y="1457691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Objective: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6" y="1695562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smoothly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slow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6" y="2029089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8236" y="2283343"/>
            <a:ext cx="51671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8297" y="2283345"/>
            <a:ext cx="473709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9665" y="3150929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128" y="3150705"/>
            <a:ext cx="1622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6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Build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12455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6" y="1457691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Objective: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6" y="1695562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smoothly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slow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6" y="2029089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8236" y="2283343"/>
            <a:ext cx="51671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8297" y="2283345"/>
            <a:ext cx="473709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8236" y="2485782"/>
            <a:ext cx="51671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89665" y="3150929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128" y="3150705"/>
            <a:ext cx="1622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906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Build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control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12455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6" y="1457691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Objective: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6" y="1695562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smoothly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slow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6" y="2029089"/>
            <a:ext cx="542539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8236" y="2283343"/>
            <a:ext cx="51671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8297" y="2283345"/>
            <a:ext cx="4737098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8236" y="2485782"/>
            <a:ext cx="516715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brake,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89665" y="3150929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128" y="3150705"/>
            <a:ext cx="1622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6884842" y="-24544083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884842" y="-24368225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884842" y="-24197409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6884842" y="-24026595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6884842" y="-23855793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884842" y="-23684977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6070824" y="-24370740"/>
            <a:ext cx="81654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6882315" y="-24370740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247941" y="-24544083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47941" y="-24368225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247941" y="-24197409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247941" y="-24026595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247941" y="-23855793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9247941" y="-23684977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433935" y="-24370740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9245414" y="-24370740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6884836" y="-23282882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6884836" y="-23107012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6884836" y="-229362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6884836" y="-22765394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6884836" y="-22594580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6884836" y="-2242377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070817" y="-23109539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6882309" y="-23109539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9247935" y="-23282882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9247935" y="-23107012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247935" y="-229362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247935" y="-22765394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247935" y="-22594580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247935" y="-2242377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433929" y="-23109539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245408" y="-23109539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-1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79991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49833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89651" y="3150917"/>
            <a:ext cx="895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23267" y="3150693"/>
            <a:ext cx="1621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54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484515" y="856245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84515" y="103210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84515" y="120291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484515" y="137373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484515" y="154453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484515" y="171535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70496" y="1029588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481988" y="1029588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247941" y="-24544080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47941" y="-24368222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247941" y="-24197406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247941" y="-2402659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247941" y="-23855790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9247941" y="-23684974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8433935" y="-24370737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9245414" y="-24370737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6884836" y="-23282882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6884836" y="-23107012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6884836" y="-229362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6884836" y="-22765394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6884836" y="-22594580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6884836" y="-2242377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070817" y="-23109539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6882309" y="-23109539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9247935" y="-23282882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9247935" y="-23107012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247935" y="-229362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247935" y="-22765394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247935" y="-22594580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247935" y="-2242377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433929" y="-23109539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245408" y="-23109539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-1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79991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49833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81213" y="714075"/>
            <a:ext cx="44041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6417" y="884890"/>
            <a:ext cx="50389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62960" y="884890"/>
            <a:ext cx="42224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069" y="1060760"/>
            <a:ext cx="47983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35795" y="1060760"/>
            <a:ext cx="40496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26.5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6183" y="1231563"/>
            <a:ext cx="49792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28907" y="1231563"/>
            <a:ext cx="40564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6.5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46.5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6083" y="1402377"/>
            <a:ext cx="48093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35742" y="1402377"/>
            <a:ext cx="4049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2.5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5982" y="1573180"/>
            <a:ext cx="4909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836563" y="1573180"/>
            <a:ext cx="39488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4143" y="1743995"/>
            <a:ext cx="4891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Stopped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21726" y="1743995"/>
            <a:ext cx="39636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889651" y="3150917"/>
            <a:ext cx="895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23267" y="3150693"/>
            <a:ext cx="1621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54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484515" y="856245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84515" y="103210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84515" y="120291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484515" y="137373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484515" y="154453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484515" y="171535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70496" y="1029588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481988" y="1029588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47615" y="856245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47615" y="103210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47615" y="120291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847615" y="137373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847615" y="154453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847615" y="171535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33609" y="1029588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845088" y="1029588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6884836" y="-23282882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6884836" y="-23107012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6884836" y="-229362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6884836" y="-22765394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6884836" y="-22594580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6884836" y="-2242377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070817" y="-23109539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6882309" y="-23109539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9247935" y="-23282882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9247935" y="-23107012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247935" y="-229362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247935" y="-22765394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247935" y="-22594580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247935" y="-2242377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433929" y="-23109539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245408" y="-23109539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-1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79991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49833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81213" y="714075"/>
            <a:ext cx="44041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6417" y="884890"/>
            <a:ext cx="50389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62960" y="884890"/>
            <a:ext cx="42224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069" y="1060760"/>
            <a:ext cx="47983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35795" y="1060760"/>
            <a:ext cx="40496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26.5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6183" y="1231563"/>
            <a:ext cx="49792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28907" y="1231563"/>
            <a:ext cx="40564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6.5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46.5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6083" y="1402377"/>
            <a:ext cx="48093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35742" y="1402377"/>
            <a:ext cx="4049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2.5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5982" y="1573180"/>
            <a:ext cx="4909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836563" y="1573180"/>
            <a:ext cx="39488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4143" y="1743995"/>
            <a:ext cx="4891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Stopped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21726" y="1743995"/>
            <a:ext cx="39636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95431" y="714075"/>
            <a:ext cx="2089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09517" y="884890"/>
            <a:ext cx="26758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26061" y="884890"/>
            <a:ext cx="18593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67936" y="1060760"/>
            <a:ext cx="2417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82754" y="1060760"/>
            <a:ext cx="17026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1500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∞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87050" y="1231563"/>
            <a:ext cx="25983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42969" y="1231563"/>
            <a:ext cx="17424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3000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27499" y="1402377"/>
            <a:ext cx="24578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27140" y="1402377"/>
            <a:ext cx="16582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32300" y="1573180"/>
            <a:ext cx="25530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99156" y="1573180"/>
            <a:ext cx="15862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87164" y="1743995"/>
            <a:ext cx="23982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84881" y="1743995"/>
            <a:ext cx="16005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89651" y="3150917"/>
            <a:ext cx="895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23267" y="3150693"/>
            <a:ext cx="1621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54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484515" y="856245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84515" y="103210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84515" y="120291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484515" y="137373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484515" y="154453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484515" y="171535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70496" y="1029588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481988" y="1029588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47615" y="856245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47615" y="103210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47615" y="120291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847615" y="137373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847615" y="154453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847615" y="171535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33609" y="1029588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845088" y="1029588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484514" y="2117445"/>
            <a:ext cx="0" cy="17586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484514" y="229331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484514" y="246411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484514" y="2634931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484514" y="280574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484514" y="297654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70494" y="2290787"/>
            <a:ext cx="81654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481986" y="2290787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9247941" y="-23282882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9247941" y="-23107012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247941" y="-2293620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247941" y="-22765394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247941" y="-22594580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247941" y="-2242377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433935" y="-23109539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245414" y="-23109539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-6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79997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49833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81213" y="714075"/>
            <a:ext cx="44041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6417" y="884890"/>
            <a:ext cx="50389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62960" y="884890"/>
            <a:ext cx="42224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069" y="1060760"/>
            <a:ext cx="47983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35795" y="1060760"/>
            <a:ext cx="40496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26.5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6183" y="1231563"/>
            <a:ext cx="49792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28907" y="1231563"/>
            <a:ext cx="40564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6.5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46.5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6083" y="1402377"/>
            <a:ext cx="48093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35742" y="1402377"/>
            <a:ext cx="4049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2.5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5982" y="1573180"/>
            <a:ext cx="4909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836563" y="1573180"/>
            <a:ext cx="39488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4143" y="1743995"/>
            <a:ext cx="4891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Stopped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21726" y="1743995"/>
            <a:ext cx="39636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95431" y="714075"/>
            <a:ext cx="2089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09517" y="884890"/>
            <a:ext cx="26758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26061" y="884890"/>
            <a:ext cx="18593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67936" y="1060760"/>
            <a:ext cx="2417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82754" y="1060760"/>
            <a:ext cx="17026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1500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∞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87050" y="1231563"/>
            <a:ext cx="25983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42969" y="1231563"/>
            <a:ext cx="17424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3000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27499" y="1402377"/>
            <a:ext cx="24578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27140" y="1402377"/>
            <a:ext cx="16582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32300" y="1573180"/>
            <a:ext cx="25530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99156" y="1573180"/>
            <a:ext cx="15862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87164" y="1743995"/>
            <a:ext cx="23982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84881" y="1743995"/>
            <a:ext cx="16005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49995" y="1975275"/>
            <a:ext cx="44354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6415" y="2146090"/>
            <a:ext cx="50389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62959" y="2146090"/>
            <a:ext cx="42224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8802" y="2321959"/>
            <a:ext cx="4786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666147" y="2321959"/>
            <a:ext cx="4119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60%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00314" y="2492774"/>
            <a:ext cx="48850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88516" y="2492774"/>
            <a:ext cx="40968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20%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80%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53158" y="2663577"/>
            <a:ext cx="48322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718789" y="2663577"/>
            <a:ext cx="40666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30%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53044" y="2834392"/>
            <a:ext cx="49323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760180" y="2834392"/>
            <a:ext cx="40252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08378" y="3005194"/>
            <a:ext cx="47770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745768" y="3005194"/>
            <a:ext cx="4039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89658" y="3150917"/>
            <a:ext cx="895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23273" y="3150693"/>
            <a:ext cx="1621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54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484515" y="856245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84515" y="103210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84515" y="120291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484515" y="137373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484515" y="154453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484515" y="171535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70496" y="1029588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481988" y="1029588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47615" y="856245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47615" y="103210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47615" y="120291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847615" y="137373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847615" y="154453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847615" y="171535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33609" y="1029588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845088" y="1029588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484514" y="2117445"/>
            <a:ext cx="0" cy="17586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484514" y="229331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484514" y="246411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484514" y="2634931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484514" y="280574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484514" y="297654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70494" y="2290787"/>
            <a:ext cx="81654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481986" y="2290787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47615" y="2117445"/>
            <a:ext cx="0" cy="17586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847615" y="229331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847615" y="246411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847615" y="2634931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847615" y="280574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847615" y="297654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033609" y="2290787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845088" y="2290787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49833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81213" y="714075"/>
            <a:ext cx="44041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6417" y="884890"/>
            <a:ext cx="50389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62960" y="884890"/>
            <a:ext cx="42224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069" y="1060760"/>
            <a:ext cx="47983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35795" y="1060760"/>
            <a:ext cx="40496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26.5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6183" y="1231563"/>
            <a:ext cx="49792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28907" y="1231563"/>
            <a:ext cx="40564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6.5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46.5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6083" y="1402377"/>
            <a:ext cx="480931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35742" y="1402377"/>
            <a:ext cx="40496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2.5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5982" y="1573180"/>
            <a:ext cx="49094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836563" y="1573180"/>
            <a:ext cx="39488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4143" y="1743995"/>
            <a:ext cx="4891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Stopped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21726" y="1743995"/>
            <a:ext cx="39636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95431" y="714075"/>
            <a:ext cx="208996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09517" y="884890"/>
            <a:ext cx="26758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926061" y="884890"/>
            <a:ext cx="18593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67936" y="1060760"/>
            <a:ext cx="24174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082754" y="1060760"/>
            <a:ext cx="17026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1500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∞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187050" y="1231563"/>
            <a:ext cx="25983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042969" y="1231563"/>
            <a:ext cx="17424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100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3000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27499" y="1402377"/>
            <a:ext cx="24578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27140" y="1402377"/>
            <a:ext cx="16582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32300" y="1573180"/>
            <a:ext cx="25530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99156" y="1573180"/>
            <a:ext cx="15862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387164" y="1743995"/>
            <a:ext cx="23982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84881" y="1743995"/>
            <a:ext cx="16005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49995" y="1975275"/>
            <a:ext cx="44354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6415" y="2146090"/>
            <a:ext cx="50389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562959" y="2146090"/>
            <a:ext cx="42224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8802" y="2321959"/>
            <a:ext cx="47865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666147" y="2321959"/>
            <a:ext cx="41192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60%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00314" y="2492774"/>
            <a:ext cx="48850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88516" y="2492774"/>
            <a:ext cx="40968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20%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80%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53158" y="2663577"/>
            <a:ext cx="48322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718789" y="2663577"/>
            <a:ext cx="40666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30%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53044" y="2834392"/>
            <a:ext cx="49323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760180" y="2834392"/>
            <a:ext cx="40252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08378" y="3005194"/>
            <a:ext cx="47770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745768" y="3005194"/>
            <a:ext cx="40396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758296" y="1975275"/>
            <a:ext cx="20270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109517" y="2146090"/>
            <a:ext cx="267587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926061" y="2146090"/>
            <a:ext cx="18593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361916" y="2321959"/>
            <a:ext cx="24234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034525" y="2321959"/>
            <a:ext cx="17508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98%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263428" y="2492774"/>
            <a:ext cx="25219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058918" y="2492774"/>
            <a:ext cx="17264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95%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99%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316260" y="2663577"/>
            <a:ext cx="2469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059621" y="2663577"/>
            <a:ext cx="172577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70%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97%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216159" y="2834392"/>
            <a:ext cx="25692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51529" y="2834392"/>
            <a:ext cx="17338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20%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80%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371480" y="3005194"/>
            <a:ext cx="24139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076985" y="3005194"/>
            <a:ext cx="17084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40%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89662" y="3150917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23278" y="3150693"/>
            <a:ext cx="1621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54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58980" y="-23829140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58980" y="-238579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46984" y="-238579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534989" y="-238579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822990" y="-238579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10994" y="-238579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398998" y="-238579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687002" y="-238579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975006" y="-238579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63010" y="-238579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551011" y="-238579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839015" y="-2385794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58980" y="-2454914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958980" y="-238291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958980" y="-239731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6958980" y="-2411714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958980" y="-2426114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6958980" y="-2440514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6958980" y="-2454914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958980" y="-24549149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7102981" y="-24549149"/>
            <a:ext cx="216002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318983" y="-24549149"/>
            <a:ext cx="216006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7318983" y="-24549149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894991" y="-24549149"/>
            <a:ext cx="51351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7894991" y="-24549149"/>
            <a:ext cx="820812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8715803" y="-24549149"/>
            <a:ext cx="383909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8715803" y="-24549149"/>
            <a:ext cx="835208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9551011" y="-24549149"/>
            <a:ext cx="288004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6931928" y="-22676308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6931928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7219932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7507936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7795937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083941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8371945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8659949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8947953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9235958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9523959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9811963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31928" y="-2339631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6931928" y="-2267630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6931928" y="-22820310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6931928" y="-2296431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6931928" y="-2310831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6931928" y="-2325231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6931928" y="-2339631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6931928" y="-23396317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7075928" y="-2339631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7363932" y="-2339631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7363932" y="-23396317"/>
            <a:ext cx="1012332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8376264" y="-23396317"/>
            <a:ext cx="283685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8371945" y="-23396317"/>
            <a:ext cx="1161520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9533465" y="-23396317"/>
            <a:ext cx="278498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9523959" y="-23396317"/>
            <a:ext cx="144003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9667962" y="-23396317"/>
            <a:ext cx="144001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79989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9993" y="56801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89649" y="3150918"/>
            <a:ext cx="8957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22592" y="3150694"/>
            <a:ext cx="1628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58652" y="157118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58652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46656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34659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22663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10667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98670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86674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74677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62681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50685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38688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58652" y="85117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58652" y="157118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558652" y="14271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558652" y="12831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58652" y="11391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558652" y="99517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558652" y="85117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58652" y="851177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702654" y="851177"/>
            <a:ext cx="216002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918656" y="851177"/>
            <a:ext cx="216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918656" y="851177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494664" y="851177"/>
            <a:ext cx="513512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494664" y="851177"/>
            <a:ext cx="820812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5476" y="851177"/>
            <a:ext cx="383906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5476" y="851177"/>
            <a:ext cx="835209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150685" y="851177"/>
            <a:ext cx="288003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6931928" y="-22676308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6931928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7219932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7507936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7795937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083941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8371945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8659949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8947953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9235958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9523959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9811963" y="-2270511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31928" y="-2339631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6931928" y="-2267630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6931928" y="-22820310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6931928" y="-2296431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6931928" y="-2310831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6931928" y="-2325231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6931928" y="-2339631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6931928" y="-23396317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7075928" y="-2339631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7363932" y="-23396317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7363932" y="-23396317"/>
            <a:ext cx="1012332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8376264" y="-23396317"/>
            <a:ext cx="283685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8371945" y="-23396317"/>
            <a:ext cx="1161520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9533465" y="-23396317"/>
            <a:ext cx="278498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9523959" y="-23396317"/>
            <a:ext cx="144003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9667962" y="-23396317"/>
            <a:ext cx="144001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79989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9993" y="56801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33587" y="1588229"/>
            <a:ext cx="42518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26124" y="1588229"/>
            <a:ext cx="39592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113683" y="1588229"/>
            <a:ext cx="36717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401231" y="1588229"/>
            <a:ext cx="338416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689846" y="1588229"/>
            <a:ext cx="30955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960834" y="1588229"/>
            <a:ext cx="282456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244786" y="1588229"/>
            <a:ext cx="25406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528615" y="1588229"/>
            <a:ext cx="225678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19974" y="1588229"/>
            <a:ext cx="196542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106313" y="1588229"/>
            <a:ext cx="16790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396503" y="1588229"/>
            <a:ext cx="13888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770821" y="1740121"/>
            <a:ext cx="301457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Speed,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km/hr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16026" y="1532695"/>
            <a:ext cx="436936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425099" y="1388697"/>
            <a:ext cx="43602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7202" y="1244699"/>
            <a:ext cx="43581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423321" y="1100499"/>
            <a:ext cx="436207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24530" y="956491"/>
            <a:ext cx="4360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40644" y="812696"/>
            <a:ext cx="43447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76850" y="819944"/>
            <a:ext cx="45085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07796" y="891666"/>
            <a:ext cx="417759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Stopped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8489" y="1323659"/>
            <a:ext cx="3986906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434556" y="1328688"/>
            <a:ext cx="335083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124623" y="1329775"/>
            <a:ext cx="266077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953151" y="1328292"/>
            <a:ext cx="183224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89649" y="3150918"/>
            <a:ext cx="8957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22592" y="3150694"/>
            <a:ext cx="1628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58652" y="157118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58652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46656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34659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22663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10667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98670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86674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74677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62681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50685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38688" y="154238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58652" y="851177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58652" y="157118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558652" y="142718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558652" y="128318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58652" y="11391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558652" y="99517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558652" y="85117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58652" y="851177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702654" y="851177"/>
            <a:ext cx="216002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918656" y="851177"/>
            <a:ext cx="216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918656" y="851177"/>
            <a:ext cx="576008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494664" y="851177"/>
            <a:ext cx="513512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494664" y="851177"/>
            <a:ext cx="820812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5476" y="851177"/>
            <a:ext cx="383906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5476" y="851177"/>
            <a:ext cx="835209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150685" y="851177"/>
            <a:ext cx="288003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531601" y="2724018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531601" y="269521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819605" y="269521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07608" y="269521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395612" y="269521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683616" y="269521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971619" y="269521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259623" y="269521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547626" y="269521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835630" y="269521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123633" y="269521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411637" y="269521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531601" y="200400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531601" y="272401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531601" y="258001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531601" y="243601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531601" y="22920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531601" y="214801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531601" y="200400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531601" y="2004009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675603" y="2004009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963606" y="2004009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963606" y="2004009"/>
            <a:ext cx="101233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975939" y="2004009"/>
            <a:ext cx="28368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971619" y="2004009"/>
            <a:ext cx="1161520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4133139" y="2004009"/>
            <a:ext cx="278498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123633" y="2004009"/>
            <a:ext cx="144002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267635" y="2004009"/>
            <a:ext cx="144002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79991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9993" y="56801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33587" y="1588229"/>
            <a:ext cx="42518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26124" y="1588229"/>
            <a:ext cx="39592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113683" y="1588229"/>
            <a:ext cx="36717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401231" y="1588229"/>
            <a:ext cx="338416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689846" y="1588229"/>
            <a:ext cx="309554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960834" y="1588229"/>
            <a:ext cx="282456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244786" y="1588229"/>
            <a:ext cx="25406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528615" y="1588229"/>
            <a:ext cx="225678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19974" y="1588229"/>
            <a:ext cx="196542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106313" y="1588229"/>
            <a:ext cx="16790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396503" y="1588229"/>
            <a:ext cx="13888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770821" y="1740121"/>
            <a:ext cx="301457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Speed,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km/hr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16026" y="1532695"/>
            <a:ext cx="436936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425099" y="1388697"/>
            <a:ext cx="43602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7202" y="1244699"/>
            <a:ext cx="43581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423321" y="1100499"/>
            <a:ext cx="436207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24530" y="956491"/>
            <a:ext cx="4360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40644" y="812696"/>
            <a:ext cx="43447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76850" y="819944"/>
            <a:ext cx="45085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607796" y="891666"/>
            <a:ext cx="417759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Stopped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8489" y="1323659"/>
            <a:ext cx="3986906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434556" y="1328688"/>
            <a:ext cx="335083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124623" y="1329775"/>
            <a:ext cx="266077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953151" y="1328292"/>
            <a:ext cx="183224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506547" y="2741072"/>
            <a:ext cx="42788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799073" y="2741072"/>
            <a:ext cx="398632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86632" y="2741072"/>
            <a:ext cx="36987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374190" y="2741072"/>
            <a:ext cx="341120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645788" y="2741072"/>
            <a:ext cx="31396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908728" y="2741072"/>
            <a:ext cx="28766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188951" y="2741072"/>
            <a:ext cx="259644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200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76144" y="2741072"/>
            <a:ext cx="23092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747660" y="2741072"/>
            <a:ext cx="20377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039384" y="2741072"/>
            <a:ext cx="174601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1500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315360" y="2741072"/>
            <a:ext cx="14700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3000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771589" y="2890739"/>
            <a:ext cx="30138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Distance,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388985" y="2685537"/>
            <a:ext cx="43964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398048" y="2541540"/>
            <a:ext cx="438734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00161" y="2397532"/>
            <a:ext cx="438523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96270" y="2253331"/>
            <a:ext cx="438912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97489" y="2109333"/>
            <a:ext cx="43879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413603" y="1965539"/>
            <a:ext cx="43717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49799" y="1972786"/>
            <a:ext cx="45355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01096" y="2482252"/>
            <a:ext cx="418429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39378" y="2475668"/>
            <a:ext cx="3946017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760494" y="2480931"/>
            <a:ext cx="3024901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84231" y="2482618"/>
            <a:ext cx="210116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296757" y="2121135"/>
            <a:ext cx="1488638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89651" y="3150918"/>
            <a:ext cx="895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622594" y="3150694"/>
            <a:ext cx="1628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48618" y="-23827810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48618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36622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524626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812627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00632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388636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676640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964644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52648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540649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828653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48618" y="-2454781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948618" y="-23827810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948618" y="-23971812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6948618" y="-2411581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948618" y="-2425981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6948618" y="-2440381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6948618" y="-2454781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948618" y="-24547819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7092619" y="-24547819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380623" y="-24547819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7380623" y="-24547819"/>
            <a:ext cx="119521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8575837" y="-24547819"/>
            <a:ext cx="24480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8676640" y="-24547819"/>
            <a:ext cx="432004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108644" y="-24547819"/>
            <a:ext cx="432005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252648" y="-24547819"/>
            <a:ext cx="432005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9684653" y="-24547819"/>
            <a:ext cx="144000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6948618" y="-22680527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6948618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7236622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7524626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7812627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100632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8388636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8676640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8964644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9252648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9540649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9828653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48618" y="-2340053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6948618" y="-2268052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6948618" y="-2282452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6948618" y="-2296853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6948618" y="-2311253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6948618" y="-2325653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6948618" y="-2340053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6948618" y="-23400535"/>
            <a:ext cx="576008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7236622" y="-23400535"/>
            <a:ext cx="432005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7668627" y="-23400535"/>
            <a:ext cx="432005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7956631" y="-23400535"/>
            <a:ext cx="244804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8201435" y="-23400535"/>
            <a:ext cx="1195214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9108644" y="-23400535"/>
            <a:ext cx="288005" cy="720008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9396649" y="-23400535"/>
            <a:ext cx="288004" cy="720008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9540649" y="-23400535"/>
            <a:ext cx="288004" cy="720008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9993" y="5689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89665" y="3150918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2443" y="3150694"/>
            <a:ext cx="1629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56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8289" y="157251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8289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6293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4296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2300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00304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8307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6311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4314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2318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40322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8325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8289" y="852508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48289" y="157251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548289" y="1428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548289" y="1284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48289" y="114051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548289" y="99650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548289" y="852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8289" y="852508"/>
            <a:ext cx="288004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692291" y="852508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980295" y="852508"/>
            <a:ext cx="288003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980295" y="852508"/>
            <a:ext cx="1195213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175508" y="852508"/>
            <a:ext cx="244804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276311" y="852508"/>
            <a:ext cx="432005" cy="720008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708316" y="852508"/>
            <a:ext cx="432006" cy="720008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852318" y="852508"/>
            <a:ext cx="432005" cy="720008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284323" y="852508"/>
            <a:ext cx="144002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6948615" y="-22680527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6948615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7236619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7524623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7812624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100628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8388633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8676637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8964641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9252645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9540646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9828650" y="-22709328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6948615" y="-23400535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6948615" y="-2268052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6948615" y="-2282452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6948615" y="-2296853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6948615" y="-2311253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6948615" y="-2325653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6948615" y="-2340053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6948615" y="-23400535"/>
            <a:ext cx="576008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7236619" y="-23400535"/>
            <a:ext cx="432005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7668624" y="-23400535"/>
            <a:ext cx="432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7956628" y="-23400535"/>
            <a:ext cx="244804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8201432" y="-23400535"/>
            <a:ext cx="1195213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9108641" y="-23400535"/>
            <a:ext cx="288004" cy="720008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9396645" y="-23400535"/>
            <a:ext cx="288005" cy="720008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9540646" y="-23400535"/>
            <a:ext cx="288004" cy="720008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9993" y="5689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23224" y="1589560"/>
            <a:ext cx="42621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15761" y="1589560"/>
            <a:ext cx="396963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03320" y="1589560"/>
            <a:ext cx="36820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90868" y="1589560"/>
            <a:ext cx="33945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79473" y="1589560"/>
            <a:ext cx="310592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950471" y="1589560"/>
            <a:ext cx="28349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30694" y="1589560"/>
            <a:ext cx="255470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518252" y="1589560"/>
            <a:ext cx="22671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805811" y="1589560"/>
            <a:ext cx="19795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94416" y="1589560"/>
            <a:ext cx="16909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365413" y="1589560"/>
            <a:ext cx="14199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03903" y="1741452"/>
            <a:ext cx="29814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Throttle,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05663" y="1534026"/>
            <a:ext cx="43797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14736" y="1390028"/>
            <a:ext cx="43706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416839" y="1246030"/>
            <a:ext cx="43685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12958" y="1101819"/>
            <a:ext cx="437243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414167" y="957822"/>
            <a:ext cx="43712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30281" y="814027"/>
            <a:ext cx="43551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266487" y="821275"/>
            <a:ext cx="45189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579572" y="1329420"/>
            <a:ext cx="420582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46373" y="1324990"/>
            <a:ext cx="393902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70436" y="1324990"/>
            <a:ext cx="301495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02733" y="1330456"/>
            <a:ext cx="218266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37824" y="1330456"/>
            <a:ext cx="1547571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89662" y="315091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22440" y="3150694"/>
            <a:ext cx="1629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56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8289" y="157251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8289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6293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4296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2300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00304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8307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6311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4314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2318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40322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8325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8289" y="852508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48289" y="157251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548289" y="1428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548289" y="1284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48289" y="114051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548289" y="99650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548289" y="852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8289" y="852508"/>
            <a:ext cx="288004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692291" y="852508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980295" y="852508"/>
            <a:ext cx="288003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980295" y="852508"/>
            <a:ext cx="1195213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175508" y="852508"/>
            <a:ext cx="244804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276311" y="852508"/>
            <a:ext cx="432005" cy="720008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708316" y="852508"/>
            <a:ext cx="432006" cy="720008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852318" y="852508"/>
            <a:ext cx="432005" cy="720008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284323" y="852508"/>
            <a:ext cx="144002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548288" y="2719799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548288" y="2690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836292" y="2690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24295" y="2690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412299" y="2690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700303" y="2690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988306" y="2690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276310" y="2690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564313" y="2690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852317" y="2690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140320" y="2690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428324" y="2690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548288" y="199979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548288" y="27197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548288" y="25757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548288" y="243179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548288" y="228779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548288" y="214379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548288" y="199979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548288" y="199979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836292" y="1999790"/>
            <a:ext cx="432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268297" y="1999790"/>
            <a:ext cx="432006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556301" y="1999790"/>
            <a:ext cx="244805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801106" y="1999790"/>
            <a:ext cx="119521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08315" y="1999790"/>
            <a:ext cx="288004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996319" y="1999790"/>
            <a:ext cx="288003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140320" y="1999790"/>
            <a:ext cx="288004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59993" y="5689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23224" y="1589560"/>
            <a:ext cx="426217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15761" y="1589560"/>
            <a:ext cx="396963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03320" y="1589560"/>
            <a:ext cx="36820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90868" y="1589560"/>
            <a:ext cx="33945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79473" y="1589560"/>
            <a:ext cx="310592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950471" y="1589560"/>
            <a:ext cx="28349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30694" y="1589560"/>
            <a:ext cx="255470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518252" y="1589560"/>
            <a:ext cx="22671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805811" y="1589560"/>
            <a:ext cx="19795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94416" y="1589560"/>
            <a:ext cx="16909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365413" y="1589560"/>
            <a:ext cx="14199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03903" y="1741452"/>
            <a:ext cx="29814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Throttle,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05663" y="1534026"/>
            <a:ext cx="43797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14736" y="1390028"/>
            <a:ext cx="43706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416839" y="1246030"/>
            <a:ext cx="43685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12958" y="1101819"/>
            <a:ext cx="437243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414167" y="957822"/>
            <a:ext cx="43712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30281" y="814027"/>
            <a:ext cx="43551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266487" y="821275"/>
            <a:ext cx="45189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579572" y="1329420"/>
            <a:ext cx="420582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46373" y="1324990"/>
            <a:ext cx="393902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70436" y="1324990"/>
            <a:ext cx="301495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02733" y="1330456"/>
            <a:ext cx="218266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37824" y="1330456"/>
            <a:ext cx="1547571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523223" y="2736852"/>
            <a:ext cx="42621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790696" y="2736852"/>
            <a:ext cx="39946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078254" y="2736852"/>
            <a:ext cx="370714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365802" y="2736852"/>
            <a:ext cx="34195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54418" y="2736852"/>
            <a:ext cx="313097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41803" y="2736852"/>
            <a:ext cx="28435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234340" y="2736852"/>
            <a:ext cx="25510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523636" y="2736852"/>
            <a:ext cx="22617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809447" y="2736852"/>
            <a:ext cx="19759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098062" y="2736852"/>
            <a:ext cx="16873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365412" y="2736852"/>
            <a:ext cx="14199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840061" y="2888744"/>
            <a:ext cx="294533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Brake,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405662" y="2681318"/>
            <a:ext cx="43797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14735" y="2537320"/>
            <a:ext cx="437066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416838" y="2393312"/>
            <a:ext cx="43685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12957" y="2249111"/>
            <a:ext cx="43724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414166" y="2105114"/>
            <a:ext cx="437122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430280" y="1961319"/>
            <a:ext cx="43551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66486" y="1968568"/>
            <a:ext cx="45189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51565" y="2476712"/>
            <a:ext cx="4133831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34378" y="2472282"/>
            <a:ext cx="3651017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914443" y="2472282"/>
            <a:ext cx="287095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90737" y="2477748"/>
            <a:ext cx="1894658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295430" y="2477748"/>
            <a:ext cx="1489965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889664" y="3150918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22441" y="3150694"/>
            <a:ext cx="162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56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8364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Elicit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6467" y="3150693"/>
            <a:ext cx="1589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57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8364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Elicit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168970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association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memory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(FAM)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6467" y="3150693"/>
            <a:ext cx="1589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57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8364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Elicit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168970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association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memory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(FAM)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4" y="144141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matrix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6467" y="3150693"/>
            <a:ext cx="1589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57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8364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Elicit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168970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association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memory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(FAM)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4" y="144141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matrix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5" y="1669152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dimension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matrix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6467" y="3150693"/>
            <a:ext cx="1589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57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8364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Elicit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168970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association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memory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(FAM)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4" y="144141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matrix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5" y="1669152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dimension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matrix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4" y="1896901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row/column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along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dimension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equals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subsets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5" y="2090075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6467" y="3150693"/>
            <a:ext cx="1589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57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8364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Elicit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1168970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association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memory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(FAM)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4" y="1441415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matrix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5" y="1669152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dimension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matrix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4" y="1896901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row/column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along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dimension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equals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subsets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5" y="2090075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9405" y="2276480"/>
            <a:ext cx="531599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elements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consequent.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9665" y="3150918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6468" y="3150694"/>
            <a:ext cx="158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57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6792066" y="-24481420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0797800" y="-24481420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792066" y="-2433718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593208" y="-2433718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8394350" y="-2433718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195504" y="-2433718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996646" y="-2433718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0797800" y="-2433718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5762860" y="-24192940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5990914" y="-24192940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6792066" y="-24192940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7593208" y="-24192940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394350" y="-24192940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9195504" y="-24192940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9996646" y="-24192940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797800" y="-24192940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5762860" y="-2404870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5990914" y="-2404870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6792066" y="-2404870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7593208" y="-2404870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8394350" y="-2404870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9195504" y="-2404870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9996646" y="-2404870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797800" y="-2404870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5762860" y="-2390447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5990914" y="-2390447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6792066" y="-2390447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7593208" y="-2390447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394350" y="-2390447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195504" y="-2390447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9996646" y="-2390447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0797800" y="-2390447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5762860" y="-2376022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5990914" y="-2376022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6792066" y="-2376022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7593208" y="-2376022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8394350" y="-2376022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9195504" y="-2376022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9996646" y="-2376022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0797800" y="-23760225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5762860" y="-2361599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5990914" y="-2361599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6792066" y="-2361599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7593208" y="-2361599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394350" y="-2361599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9195504" y="-2361599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9996646" y="-2361599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0797800" y="-2361599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6789527" y="-2448395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7590681" y="-2448395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8391823" y="-2448395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9192977" y="-2448395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9994119" y="-2448395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6789527" y="-2433971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7590681" y="-2433971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8391823" y="-2433971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9192977" y="-2433971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9994119" y="-2433971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5760319" y="-24195479"/>
            <a:ext cx="23312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5988385" y="-2419547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6789527" y="-2419547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7590681" y="-2419547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8391823" y="-2419547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9192977" y="-2419547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9994119" y="-2419547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5988385" y="-24051245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6789527" y="-24051245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7590681" y="-24051245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8391823" y="-24051245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9192977" y="-24051245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9994119" y="-24051245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5988385" y="-2390699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6789527" y="-2390699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7590681" y="-2390699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8391823" y="-2390699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9192977" y="-2390699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9994119" y="-2390699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5988385" y="-23762765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6789527" y="-23762765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7590681" y="-23762765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391823" y="-23762765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9192977" y="-23762765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9994119" y="-23762765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5988385" y="-2361851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6789527" y="-2361851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7590681" y="-2361851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8391823" y="-2361851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9192977" y="-2361851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9994119" y="-2361851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5760319" y="-23474284"/>
            <a:ext cx="23312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5988385" y="-2347428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6789527" y="-2347428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7590681" y="-2347428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28391823" y="-2347428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29192977" y="-2347428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9994119" y="-2347428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ectangle 131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9993" y="688529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889661" y="3150916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23581" y="3150692"/>
            <a:ext cx="1618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58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391741" y="918907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397473" y="918907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391741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92882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994023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795178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596319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397473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2533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90587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391741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192882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94023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5178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596319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397473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62533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90587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391741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192882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994023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795178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596319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397473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62533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90587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391741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192882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94023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795178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596319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5397473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62533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590587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391741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192882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94023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795178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596319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5397473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62533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90587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391741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192882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994023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795178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596319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397473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389201" y="91636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190355" y="91636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991496" y="91636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792650" y="91636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4593792" y="91636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389201" y="106061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190355" y="106061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991496" y="1060614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792650" y="1060614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593792" y="106061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59993" y="1204848"/>
            <a:ext cx="2331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88059" y="120484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389201" y="120484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190355" y="120484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91496" y="120484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792650" y="120484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593792" y="120484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88059" y="134908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389201" y="134908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190355" y="134908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91496" y="134908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792650" y="134908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593792" y="134908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588059" y="149332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389201" y="149332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190355" y="149332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991496" y="149332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792650" y="149332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593792" y="149332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588059" y="163756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389201" y="163756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190355" y="163756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991496" y="163756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792650" y="163756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4593792" y="163756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588059" y="178180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389201" y="178180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190355" y="178180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991496" y="178180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792650" y="178180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4593792" y="178180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59993" y="1926043"/>
            <a:ext cx="2331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588059" y="1926043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1389201" y="1926043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190355" y="1926043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2991496" y="1926043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792650" y="1926043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4593792" y="1926043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ectangle 131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9993" y="688529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56253" y="945604"/>
            <a:ext cx="25291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753170" y="1089839"/>
            <a:ext cx="40322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438156" y="1089839"/>
            <a:ext cx="3347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310728" y="1089839"/>
            <a:ext cx="24746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06494" y="1089839"/>
            <a:ext cx="17789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943368" y="1089839"/>
            <a:ext cx="8420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7160" y="1450466"/>
            <a:ext cx="53482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54594" y="1234072"/>
            <a:ext cx="49308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Stopped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40967" y="1378319"/>
            <a:ext cx="49444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6049" y="1522553"/>
            <a:ext cx="48693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88618" y="1666800"/>
            <a:ext cx="4996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24279" y="1811033"/>
            <a:ext cx="48611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889664" y="3150916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623584" y="3150692"/>
            <a:ext cx="161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58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391741" y="918907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397473" y="918907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391741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92882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994023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795178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596319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397473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2533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90587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391741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192882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94023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5178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596319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397473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62533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90587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391741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192882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994023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795178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596319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397473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62533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90587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391741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192882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94023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795178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596319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5397473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62533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590587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391741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192882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94023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795178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596319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5397473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62533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90587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391741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192882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994023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795178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596319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397473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389201" y="91636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190355" y="91636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991496" y="91636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792650" y="91636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4593792" y="91636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389201" y="106061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190355" y="106061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991496" y="1060614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792650" y="1060614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593792" y="106061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59993" y="1204848"/>
            <a:ext cx="2331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88059" y="120484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389201" y="120484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190355" y="120484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91496" y="120484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792650" y="120484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593792" y="120484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88059" y="134908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389201" y="134908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190355" y="134908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91496" y="134908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792650" y="134908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593792" y="134908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588059" y="149332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389201" y="149332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190355" y="149332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991496" y="149332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792650" y="149332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593792" y="149332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588059" y="163756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389201" y="163756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190355" y="163756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991496" y="163756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792650" y="163756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4593792" y="163756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588059" y="178180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389201" y="178180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190355" y="178180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991496" y="178180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792650" y="178180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4593792" y="178180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59993" y="1926043"/>
            <a:ext cx="2331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588059" y="1926043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1389201" y="1926043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190355" y="1926043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2991496" y="1926043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792650" y="1926043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4593792" y="1926043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ectangle 131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9993" y="688529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56253" y="945604"/>
            <a:ext cx="25291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753170" y="1089839"/>
            <a:ext cx="40322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438156" y="1089839"/>
            <a:ext cx="3347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310728" y="1089839"/>
            <a:ext cx="24746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06494" y="1089839"/>
            <a:ext cx="17789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943368" y="1089839"/>
            <a:ext cx="8420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7160" y="1450466"/>
            <a:ext cx="53482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54594" y="1234072"/>
            <a:ext cx="49308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Stopped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40967" y="1378319"/>
            <a:ext cx="49444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6049" y="1522553"/>
            <a:ext cx="48693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88618" y="1666800"/>
            <a:ext cx="4996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24279" y="1811033"/>
            <a:ext cx="48611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9993" y="211927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provides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intersection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(AND)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9993" y="22711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89664" y="3150916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623584" y="3150692"/>
            <a:ext cx="161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58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391741" y="918907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397473" y="918907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391741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92882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994023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795178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596319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397473" y="106314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2533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90587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391741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192882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94023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5178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596319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397473" y="1207388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62533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90587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391741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192882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994023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795178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596319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397473" y="13516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62533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90587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391741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192882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94023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795178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596319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5397473" y="149585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62533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590587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391741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192882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94023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795178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596319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5397473" y="164010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62533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90587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391741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192882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994023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795178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596319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397473" y="178433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389201" y="91636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190355" y="91636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991496" y="91636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792650" y="91636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4593792" y="91636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389201" y="106061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190355" y="106061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991496" y="1060614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792650" y="1060614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593792" y="106061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59993" y="1204848"/>
            <a:ext cx="2331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88059" y="120484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389201" y="120484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190355" y="120484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91496" y="120484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792650" y="120484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593792" y="120484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588059" y="134908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389201" y="134908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190355" y="134908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991496" y="134908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792650" y="134908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593792" y="134908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588059" y="149332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389201" y="149332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190355" y="149332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991496" y="149332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792650" y="149332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4593792" y="149332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588059" y="163756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389201" y="163756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190355" y="163756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991496" y="163756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792650" y="1637562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4593792" y="1637562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588059" y="178180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389201" y="178180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190355" y="178180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991496" y="178180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792650" y="1781809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4593792" y="1781809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59993" y="1926043"/>
            <a:ext cx="2331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588059" y="1926043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1389201" y="1926043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190355" y="1926043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2991496" y="1926043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792650" y="1926043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4593792" y="1926043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Rectangle 131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9993" y="688529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56253" y="945604"/>
            <a:ext cx="25291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753170" y="1089839"/>
            <a:ext cx="40322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438156" y="1089839"/>
            <a:ext cx="3347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310728" y="1089839"/>
            <a:ext cx="24746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06494" y="1089839"/>
            <a:ext cx="17789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943368" y="1089839"/>
            <a:ext cx="8420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37160" y="1450466"/>
            <a:ext cx="53482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54594" y="1234072"/>
            <a:ext cx="49308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Stopped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40967" y="1378319"/>
            <a:ext cx="49444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6049" y="1522553"/>
            <a:ext cx="48693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88618" y="1666800"/>
            <a:ext cx="4996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24279" y="1811033"/>
            <a:ext cx="486111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9993" y="211927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provides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intersection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(AND)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9993" y="22711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values.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59994" y="2556800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left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‘speed’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‘stopped’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9994" y="2708628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‘distance’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‘at’.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889665" y="3150916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623586" y="3150692"/>
            <a:ext cx="1618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58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391741" y="993457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397474" y="993457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391741" y="113769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92883" y="113769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994024" y="113769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795178" y="113769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596320" y="113769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397474" y="1137691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62533" y="1281925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90587" y="1281925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391741" y="1281925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192883" y="1281925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94024" y="1281925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5178" y="1281925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596320" y="1281925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397474" y="1281925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62533" y="1421104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90587" y="1421104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391741" y="1421104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192883" y="1421104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994024" y="1421104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795178" y="1421104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596320" y="1421104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397474" y="1421104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62533" y="1565338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90587" y="1565338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391741" y="1565338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192883" y="1565338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94024" y="1565338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795178" y="1565338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596320" y="1565338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5397474" y="1565338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62533" y="170453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590587" y="170453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391741" y="170453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192883" y="170453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94024" y="170453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795178" y="170453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596320" y="170453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5397474" y="170453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62533" y="1848764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90587" y="1848764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391741" y="1848764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192883" y="1848764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994024" y="1848764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795178" y="1848764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596320" y="1848764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397474" y="1848764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62533" y="198794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590587" y="198794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391741" y="198794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192883" y="198794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994024" y="198794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795178" y="198794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596320" y="198794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5397474" y="198794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362533" y="2132177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590587" y="2132177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391741" y="2132177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192883" y="2132177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994024" y="2132177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795178" y="2132177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596320" y="2132177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5397474" y="2132177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62533" y="2271357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590587" y="2271357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391741" y="2271357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192883" y="2271357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994024" y="2271357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795178" y="2271357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596320" y="2271357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5397474" y="2271357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62533" y="2415590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590587" y="2415590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391741" y="2415590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192883" y="2415590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994024" y="2415590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795178" y="2415590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4596320" y="2415590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5397474" y="2415590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62533" y="2554783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590587" y="2554783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391741" y="2554783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192883" y="2554783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994024" y="2554783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3795178" y="2554783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4596320" y="2554783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5397474" y="2554783"/>
            <a:ext cx="0" cy="14423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389201" y="990917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190355" y="990917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991497" y="990917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3792651" y="990917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4593792" y="990917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1389201" y="1135164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2190355" y="1135164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991497" y="113516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3792651" y="1135164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4593792" y="1135164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359993" y="1279398"/>
            <a:ext cx="23312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588060" y="127939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1389201" y="127939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190355" y="127939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991497" y="127939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3792651" y="1279398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593792" y="1279398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588060" y="1562811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389201" y="1562811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190355" y="1562811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991497" y="1562811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3792651" y="1562811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593792" y="1562811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588060" y="1846237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1389201" y="1846237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190355" y="1846237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991497" y="1846237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3792651" y="1846237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593792" y="1846237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588060" y="2129650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1389201" y="2129650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190355" y="2129650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991497" y="2129650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3792651" y="2129650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4593792" y="2129650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588060" y="2413063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1389201" y="2413063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190355" y="2413063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991497" y="2413063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3792651" y="2413063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4593792" y="2413063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359993" y="2696476"/>
            <a:ext cx="23312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588060" y="2696476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1389201" y="2696476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2190355" y="2696476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991497" y="2696476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3792651" y="2696476"/>
            <a:ext cx="80620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4593792" y="2696476"/>
            <a:ext cx="80620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ctangle 17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59993" y="76307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256254" y="1020154"/>
            <a:ext cx="25291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753171" y="1164388"/>
            <a:ext cx="40322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438156" y="1164388"/>
            <a:ext cx="33472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10729" y="1164388"/>
            <a:ext cx="24746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006495" y="1164388"/>
            <a:ext cx="17789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943369" y="1164388"/>
            <a:ext cx="8420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37160" y="1872970"/>
            <a:ext cx="53482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854595" y="1378218"/>
            <a:ext cx="49308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Stopped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632432" y="1308622"/>
            <a:ext cx="4152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Full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433568" y="1308622"/>
            <a:ext cx="33518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Full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614220" y="1447801"/>
            <a:ext cx="41711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417558" y="1447801"/>
            <a:ext cx="3367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40968" y="1661631"/>
            <a:ext cx="49444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632432" y="1592048"/>
            <a:ext cx="4152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Full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359702" y="1592048"/>
            <a:ext cx="34256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200466" y="1592048"/>
            <a:ext cx="25849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Slight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614220" y="1731227"/>
            <a:ext cx="41711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417558" y="1731227"/>
            <a:ext cx="3367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218694" y="1731227"/>
            <a:ext cx="25667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916050" y="1945045"/>
            <a:ext cx="486934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632432" y="1875461"/>
            <a:ext cx="4152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Full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2359702" y="1875461"/>
            <a:ext cx="34256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244118" y="1875461"/>
            <a:ext cx="25412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614220" y="2014640"/>
            <a:ext cx="41711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417558" y="2014640"/>
            <a:ext cx="33678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175119" y="2014640"/>
            <a:ext cx="26102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Slight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788618" y="2228470"/>
            <a:ext cx="49967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45254" y="2158874"/>
            <a:ext cx="17401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844190" y="2158874"/>
            <a:ext cx="9412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3986135" y="2298054"/>
            <a:ext cx="17992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Med.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811641" y="2298054"/>
            <a:ext cx="9737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Full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924280" y="2511884"/>
            <a:ext cx="48611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045254" y="2442300"/>
            <a:ext cx="17401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844189" y="2442300"/>
            <a:ext cx="9412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3986135" y="2581480"/>
            <a:ext cx="17992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Med.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811641" y="2581480"/>
            <a:ext cx="9737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Full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889664" y="3150918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5622442" y="3150694"/>
            <a:ext cx="162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59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1938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Encode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procedures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perform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27122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into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89664" y="315092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5456" y="3150696"/>
            <a:ext cx="1699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60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1938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Encode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procedures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perform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27122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into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3" y="1543296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concerns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actually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building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library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toolbox.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9664" y="315092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15456" y="3150696"/>
            <a:ext cx="1699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60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1938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Encode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procedures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perform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27122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into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3" y="1543296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concerns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actually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building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library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toolbox.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4" y="1771033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includes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making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decision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evaluated.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cases,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5" y="1964207"/>
            <a:ext cx="514830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centroid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method.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89664" y="3150918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15456" y="3150694"/>
            <a:ext cx="1699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60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14581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8367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illustrate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evaluated,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34233" y="1662035"/>
            <a:ext cx="33511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 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km/hr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6017" y="1851824"/>
            <a:ext cx="335937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= 1</a:t>
            </a:r>
            <a:r>
              <a:rPr sz="996" b="0">
                <a:solidFill>
                  <a:srgbClr val="000000"/>
                </a:solidFill>
                <a:latin typeface="Cambria Math"/>
              </a:rPr>
              <a:t>.</a:t>
            </a:r>
            <a:r>
              <a:rPr sz="996" b="0">
                <a:solidFill>
                  <a:srgbClr val="000000"/>
                </a:solidFill>
                <a:latin typeface="Cambria Math"/>
              </a:rPr>
              <a:t>8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38532" y="3150693"/>
            <a:ext cx="1468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61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8653" y="1682942"/>
            <a:ext cx="2675265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608653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76179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143706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411233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678759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946286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213812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481339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748865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016392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283918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08653" y="1014126"/>
            <a:ext cx="0" cy="668816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8653" y="1682942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8653" y="1549179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08653" y="1415415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08653" y="1281652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08653" y="1147889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08653" y="1014126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08653" y="1014126"/>
            <a:ext cx="267526" cy="668816"/>
          </a:xfrm>
          <a:prstGeom prst="line">
            <a:avLst/>
          </a:prstGeom>
          <a:ln w="37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742416" y="1014126"/>
            <a:ext cx="200645" cy="668816"/>
          </a:xfrm>
          <a:prstGeom prst="line">
            <a:avLst/>
          </a:prstGeom>
          <a:ln w="37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43061" y="1014126"/>
            <a:ext cx="200645" cy="668816"/>
          </a:xfrm>
          <a:prstGeom prst="line">
            <a:avLst/>
          </a:prstGeom>
          <a:ln w="37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43061" y="1014126"/>
            <a:ext cx="535053" cy="668816"/>
          </a:xfrm>
          <a:prstGeom prst="line">
            <a:avLst/>
          </a:prstGeom>
          <a:ln w="37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478114" y="1014126"/>
            <a:ext cx="477001" cy="668816"/>
          </a:xfrm>
          <a:prstGeom prst="line">
            <a:avLst/>
          </a:prstGeom>
          <a:ln w="37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478114" y="1014126"/>
            <a:ext cx="762452" cy="668816"/>
          </a:xfrm>
          <a:prstGeom prst="line">
            <a:avLst/>
          </a:prstGeom>
          <a:ln w="37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240566" y="1014126"/>
            <a:ext cx="356611" cy="668816"/>
          </a:xfrm>
          <a:prstGeom prst="line">
            <a:avLst/>
          </a:prstGeom>
          <a:ln w="37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240566" y="1014126"/>
            <a:ext cx="775826" cy="668816"/>
          </a:xfrm>
          <a:prstGeom prst="line">
            <a:avLst/>
          </a:prstGeom>
          <a:ln w="3760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016392" y="1014126"/>
            <a:ext cx="267526" cy="0"/>
          </a:xfrm>
          <a:prstGeom prst="line">
            <a:avLst/>
          </a:prstGeom>
          <a:ln w="3760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009943" y="1236973"/>
            <a:ext cx="0" cy="445969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608653" y="1236973"/>
            <a:ext cx="401290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009943" y="1599340"/>
            <a:ext cx="0" cy="83602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608653" y="1599340"/>
            <a:ext cx="401290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603999" y="2662964"/>
            <a:ext cx="2631525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603999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867151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130304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393456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656608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919761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182913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6066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709218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72371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235524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603999" y="2005084"/>
            <a:ext cx="0" cy="65788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603999" y="2662964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603999" y="2531388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03999" y="2399812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603999" y="2268236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603999" y="2136659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03999" y="2005084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3999" y="2005084"/>
            <a:ext cx="263152" cy="657880"/>
          </a:xfrm>
          <a:prstGeom prst="line">
            <a:avLst/>
          </a:prstGeom>
          <a:ln w="3699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735575" y="2005084"/>
            <a:ext cx="263152" cy="657880"/>
          </a:xfrm>
          <a:prstGeom prst="line">
            <a:avLst/>
          </a:prstGeom>
          <a:ln w="3699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98727" y="2005084"/>
            <a:ext cx="263152" cy="657880"/>
          </a:xfrm>
          <a:prstGeom prst="line">
            <a:avLst/>
          </a:prstGeom>
          <a:ln w="3699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998727" y="2005084"/>
            <a:ext cx="924981" cy="657880"/>
          </a:xfrm>
          <a:prstGeom prst="line">
            <a:avLst/>
          </a:prstGeom>
          <a:ln w="3699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923708" y="2005084"/>
            <a:ext cx="259205" cy="657880"/>
          </a:xfrm>
          <a:prstGeom prst="line">
            <a:avLst/>
          </a:prstGeom>
          <a:ln w="3699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919761" y="2005084"/>
            <a:ext cx="1061295" cy="657880"/>
          </a:xfrm>
          <a:prstGeom prst="line">
            <a:avLst/>
          </a:prstGeom>
          <a:ln w="3699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981056" y="2005084"/>
            <a:ext cx="254468" cy="657880"/>
          </a:xfrm>
          <a:prstGeom prst="line">
            <a:avLst/>
          </a:prstGeom>
          <a:ln w="3699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72371" y="2005084"/>
            <a:ext cx="131576" cy="657880"/>
          </a:xfrm>
          <a:prstGeom prst="line">
            <a:avLst/>
          </a:prstGeom>
          <a:ln w="3699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103947" y="2005084"/>
            <a:ext cx="131577" cy="0"/>
          </a:xfrm>
          <a:prstGeom prst="line">
            <a:avLst/>
          </a:prstGeom>
          <a:ln w="3699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840834" y="2597176"/>
            <a:ext cx="0" cy="131577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603999" y="2597176"/>
            <a:ext cx="236835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840834" y="2399812"/>
            <a:ext cx="0" cy="328941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603999" y="2399812"/>
            <a:ext cx="236835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-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879991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59993" y="62377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3977" y="822413"/>
            <a:ext cx="54614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=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km/hr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=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1.8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m,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85370" y="1698774"/>
            <a:ext cx="5200025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7108" y="1698774"/>
            <a:ext cx="4928287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24211" y="1698774"/>
            <a:ext cx="4661184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91325" y="1698774"/>
            <a:ext cx="4394070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659410" y="1698774"/>
            <a:ext cx="4125985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911139" y="1698774"/>
            <a:ext cx="3874256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74902" y="1698774"/>
            <a:ext cx="3610493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438552" y="1698774"/>
            <a:ext cx="3346843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09194" y="1698774"/>
            <a:ext cx="3076201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975175" y="1698774"/>
            <a:ext cx="2810220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44733" y="1698774"/>
            <a:ext cx="2540662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85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34637" y="1839866"/>
            <a:ext cx="4050758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Speed,</a:t>
            </a:r>
            <a:r>
              <a:rPr sz="592" b="0">
                <a:solidFill>
                  <a:srgbClr val="000000"/>
                </a:solidFill>
                <a:latin typeface="Josefin Sans"/>
              </a:rPr>
              <a:t> </a:t>
            </a:r>
            <a:r>
              <a:rPr sz="592" b="0">
                <a:solidFill>
                  <a:srgbClr val="000000"/>
                </a:solidFill>
                <a:latin typeface="Josefin Sans"/>
              </a:rPr>
              <a:t>km/hr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6168" y="1647188"/>
            <a:ext cx="5309227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4595" y="1513428"/>
            <a:ext cx="5300800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549" y="1379669"/>
            <a:ext cx="5298846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2934" y="1245711"/>
            <a:ext cx="5302461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84067" y="1111952"/>
            <a:ext cx="5301328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9035" y="978381"/>
            <a:ext cx="5286360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46887" y="985113"/>
            <a:ext cx="5438509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2" b="0">
                <a:solidFill>
                  <a:srgbClr val="000000"/>
                </a:solidFill>
                <a:latin typeface="Josefin Sans"/>
              </a:rPr>
              <a:t> </a:t>
            </a:r>
            <a:r>
              <a:rPr sz="59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2" b="0">
                <a:solidFill>
                  <a:srgbClr val="000000"/>
                </a:solidFill>
                <a:latin typeface="Josefin Sans"/>
              </a:rPr>
              <a:t> </a:t>
            </a:r>
            <a:r>
              <a:rPr sz="59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54303" y="1051726"/>
            <a:ext cx="5131092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Stopped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31438" y="1453014"/>
            <a:ext cx="4953958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44" b="0">
                <a:solidFill>
                  <a:srgbClr val="000000"/>
                </a:solidFill>
                <a:latin typeface="Josefin Sans"/>
              </a:rPr>
              <a:t> </a:t>
            </a:r>
            <a:r>
              <a:rPr sz="444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422280" y="1457686"/>
            <a:ext cx="4363115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063274" y="1458696"/>
            <a:ext cx="3722121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444" b="0">
                <a:solidFill>
                  <a:srgbClr val="000000"/>
                </a:solidFill>
                <a:latin typeface="Josefin Sans"/>
              </a:rPr>
              <a:t> </a:t>
            </a:r>
            <a:r>
              <a:rPr sz="444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832893" y="1457318"/>
            <a:ext cx="2952502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90377" y="1698774"/>
            <a:ext cx="4795019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5597" y="1149268"/>
            <a:ext cx="5149798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0.667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35597" y="1511626"/>
            <a:ext cx="5149798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81097" y="2678538"/>
            <a:ext cx="5204299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8391" y="2678538"/>
            <a:ext cx="4937004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11128" y="2678538"/>
            <a:ext cx="4674267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73873" y="2678538"/>
            <a:ext cx="4411522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622035" y="2678538"/>
            <a:ext cx="4163360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62288" y="2678538"/>
            <a:ext cx="3923108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118331" y="2678538"/>
            <a:ext cx="3667064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200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380742" y="2678538"/>
            <a:ext cx="3404653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500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628839" y="2678538"/>
            <a:ext cx="3156556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895391" y="2678538"/>
            <a:ext cx="2890004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1500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147554" y="2678538"/>
            <a:ext cx="2637841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3000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736991" y="2815290"/>
            <a:ext cx="4048405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Distance,</a:t>
            </a:r>
            <a:r>
              <a:rPr sz="582" b="0">
                <a:solidFill>
                  <a:srgbClr val="000000"/>
                </a:solidFill>
                <a:latin typeface="Josefin Sans"/>
              </a:rPr>
              <a:t> </a:t>
            </a:r>
            <a:r>
              <a:rPr sz="582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73679" y="2627795"/>
            <a:ext cx="5311716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81969" y="2496223"/>
            <a:ext cx="5303426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83891" y="2364650"/>
            <a:ext cx="5301504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0335" y="2232892"/>
            <a:ext cx="5305060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81449" y="2101319"/>
            <a:ext cx="5303946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96173" y="1969923"/>
            <a:ext cx="5289222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46512" y="1976555"/>
            <a:ext cx="5438883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82" b="0">
                <a:solidFill>
                  <a:srgbClr val="000000"/>
                </a:solidFill>
                <a:latin typeface="Josefin Sans"/>
              </a:rPr>
              <a:t> </a:t>
            </a:r>
            <a:r>
              <a:rPr sz="58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82" b="0">
                <a:solidFill>
                  <a:srgbClr val="000000"/>
                </a:solidFill>
                <a:latin typeface="Josefin Sans"/>
              </a:rPr>
              <a:t> </a:t>
            </a:r>
            <a:r>
              <a:rPr sz="58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7496" y="2442060"/>
            <a:ext cx="5117899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85209" y="2436035"/>
            <a:ext cx="4900186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36" b="0">
                <a:solidFill>
                  <a:srgbClr val="000000"/>
                </a:solidFill>
                <a:latin typeface="Josefin Sans"/>
              </a:rPr>
              <a:t> </a:t>
            </a:r>
            <a:r>
              <a:rPr sz="436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26853" y="2440853"/>
            <a:ext cx="4058542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570874" y="2442394"/>
            <a:ext cx="3214521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436" b="0">
                <a:solidFill>
                  <a:srgbClr val="000000"/>
                </a:solidFill>
                <a:latin typeface="Josefin Sans"/>
              </a:rPr>
              <a:t> </a:t>
            </a:r>
            <a:r>
              <a:rPr sz="436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30547" y="2112093"/>
            <a:ext cx="2654848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04054" y="2744329"/>
            <a:ext cx="4981341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1.8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30502" y="2511271"/>
            <a:ext cx="5154893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30502" y="2313907"/>
            <a:ext cx="5154893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889651" y="3150919"/>
            <a:ext cx="895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623952" y="3150695"/>
            <a:ext cx="1614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62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8653" y="1682942"/>
            <a:ext cx="2675265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608653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76179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143706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411233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678759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946286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213812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481339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748865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016392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283918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08653" y="1014126"/>
            <a:ext cx="0" cy="668816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8653" y="1682942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8653" y="1549179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08653" y="1415415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08653" y="1281652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08653" y="1147889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08653" y="1014126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08653" y="1014126"/>
            <a:ext cx="267526" cy="668816"/>
          </a:xfrm>
          <a:prstGeom prst="line">
            <a:avLst/>
          </a:prstGeom>
          <a:ln w="37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742416" y="1014126"/>
            <a:ext cx="200645" cy="668816"/>
          </a:xfrm>
          <a:prstGeom prst="line">
            <a:avLst/>
          </a:prstGeom>
          <a:ln w="37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43061" y="1014126"/>
            <a:ext cx="200645" cy="668816"/>
          </a:xfrm>
          <a:prstGeom prst="line">
            <a:avLst/>
          </a:prstGeom>
          <a:ln w="37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43061" y="1014126"/>
            <a:ext cx="535053" cy="668816"/>
          </a:xfrm>
          <a:prstGeom prst="line">
            <a:avLst/>
          </a:prstGeom>
          <a:ln w="37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478114" y="1014126"/>
            <a:ext cx="477001" cy="668816"/>
          </a:xfrm>
          <a:prstGeom prst="line">
            <a:avLst/>
          </a:prstGeom>
          <a:ln w="37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478114" y="1014126"/>
            <a:ext cx="762452" cy="668816"/>
          </a:xfrm>
          <a:prstGeom prst="line">
            <a:avLst/>
          </a:prstGeom>
          <a:ln w="37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240566" y="1014126"/>
            <a:ext cx="356611" cy="668816"/>
          </a:xfrm>
          <a:prstGeom prst="line">
            <a:avLst/>
          </a:prstGeom>
          <a:ln w="37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240566" y="1014126"/>
            <a:ext cx="775826" cy="668816"/>
          </a:xfrm>
          <a:prstGeom prst="line">
            <a:avLst/>
          </a:prstGeom>
          <a:ln w="3760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016392" y="1014126"/>
            <a:ext cx="267526" cy="0"/>
          </a:xfrm>
          <a:prstGeom prst="line">
            <a:avLst/>
          </a:prstGeom>
          <a:ln w="3760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009943" y="1236973"/>
            <a:ext cx="0" cy="445969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608653" y="1236973"/>
            <a:ext cx="401290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009943" y="1599340"/>
            <a:ext cx="0" cy="83602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608653" y="1599340"/>
            <a:ext cx="401290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603999" y="2662964"/>
            <a:ext cx="2631525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603999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867151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130304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393456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656608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919761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182913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6066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709218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72371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235524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603999" y="2005084"/>
            <a:ext cx="0" cy="65788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603999" y="2662964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603999" y="2531388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03999" y="2399812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603999" y="2268236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603999" y="2136659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03999" y="2005084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3999" y="2005084"/>
            <a:ext cx="263152" cy="657880"/>
          </a:xfrm>
          <a:prstGeom prst="line">
            <a:avLst/>
          </a:prstGeom>
          <a:ln w="3699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735575" y="2005084"/>
            <a:ext cx="263152" cy="657880"/>
          </a:xfrm>
          <a:prstGeom prst="line">
            <a:avLst/>
          </a:prstGeom>
          <a:ln w="3699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98727" y="2005084"/>
            <a:ext cx="263152" cy="657880"/>
          </a:xfrm>
          <a:prstGeom prst="line">
            <a:avLst/>
          </a:prstGeom>
          <a:ln w="3699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998727" y="2005084"/>
            <a:ext cx="924981" cy="657880"/>
          </a:xfrm>
          <a:prstGeom prst="line">
            <a:avLst/>
          </a:prstGeom>
          <a:ln w="3699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923708" y="2005084"/>
            <a:ext cx="259205" cy="657880"/>
          </a:xfrm>
          <a:prstGeom prst="line">
            <a:avLst/>
          </a:prstGeom>
          <a:ln w="3699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919761" y="2005084"/>
            <a:ext cx="1061295" cy="657880"/>
          </a:xfrm>
          <a:prstGeom prst="line">
            <a:avLst/>
          </a:prstGeom>
          <a:ln w="3699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981056" y="2005084"/>
            <a:ext cx="254468" cy="657880"/>
          </a:xfrm>
          <a:prstGeom prst="line">
            <a:avLst/>
          </a:prstGeom>
          <a:ln w="3699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72371" y="2005084"/>
            <a:ext cx="131576" cy="657880"/>
          </a:xfrm>
          <a:prstGeom prst="line">
            <a:avLst/>
          </a:prstGeom>
          <a:ln w="3699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103947" y="2005084"/>
            <a:ext cx="131577" cy="0"/>
          </a:xfrm>
          <a:prstGeom prst="line">
            <a:avLst/>
          </a:prstGeom>
          <a:ln w="3699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840834" y="2597176"/>
            <a:ext cx="0" cy="131577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603999" y="2597176"/>
            <a:ext cx="236835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840834" y="2399812"/>
            <a:ext cx="0" cy="328941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603999" y="2399812"/>
            <a:ext cx="236835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-7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87999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59993" y="62377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3977" y="822413"/>
            <a:ext cx="54614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=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km/hr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=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1.8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m,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85370" y="1698774"/>
            <a:ext cx="5200025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7108" y="1698774"/>
            <a:ext cx="4928287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24211" y="1698774"/>
            <a:ext cx="4661184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91325" y="1698774"/>
            <a:ext cx="4394070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659410" y="1698774"/>
            <a:ext cx="4125985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911139" y="1698774"/>
            <a:ext cx="3874256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74902" y="1698774"/>
            <a:ext cx="3610493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438552" y="1698774"/>
            <a:ext cx="3346843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09194" y="1698774"/>
            <a:ext cx="3076201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975175" y="1698774"/>
            <a:ext cx="2810220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44733" y="1698774"/>
            <a:ext cx="2540662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85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34637" y="1839866"/>
            <a:ext cx="4050758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Speed,</a:t>
            </a:r>
            <a:r>
              <a:rPr sz="592" b="0">
                <a:solidFill>
                  <a:srgbClr val="000000"/>
                </a:solidFill>
                <a:latin typeface="Josefin Sans"/>
              </a:rPr>
              <a:t> </a:t>
            </a:r>
            <a:r>
              <a:rPr sz="592" b="0">
                <a:solidFill>
                  <a:srgbClr val="000000"/>
                </a:solidFill>
                <a:latin typeface="Josefin Sans"/>
              </a:rPr>
              <a:t>km/hr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6168" y="1647188"/>
            <a:ext cx="5309227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4595" y="1513428"/>
            <a:ext cx="5300800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549" y="1379669"/>
            <a:ext cx="5298846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2934" y="1245711"/>
            <a:ext cx="5302461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84067" y="1111952"/>
            <a:ext cx="5301328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9035" y="978381"/>
            <a:ext cx="5286360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46887" y="985113"/>
            <a:ext cx="5438509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2" b="0">
                <a:solidFill>
                  <a:srgbClr val="000000"/>
                </a:solidFill>
                <a:latin typeface="Josefin Sans"/>
              </a:rPr>
              <a:t> </a:t>
            </a:r>
            <a:r>
              <a:rPr sz="59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2" b="0">
                <a:solidFill>
                  <a:srgbClr val="000000"/>
                </a:solidFill>
                <a:latin typeface="Josefin Sans"/>
              </a:rPr>
              <a:t> </a:t>
            </a:r>
            <a:r>
              <a:rPr sz="59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54303" y="1051726"/>
            <a:ext cx="5131092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Stopped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31438" y="1453014"/>
            <a:ext cx="4953958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44" b="0">
                <a:solidFill>
                  <a:srgbClr val="000000"/>
                </a:solidFill>
                <a:latin typeface="Josefin Sans"/>
              </a:rPr>
              <a:t> </a:t>
            </a:r>
            <a:r>
              <a:rPr sz="444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422280" y="1457686"/>
            <a:ext cx="4363115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063274" y="1458696"/>
            <a:ext cx="3722121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444" b="0">
                <a:solidFill>
                  <a:srgbClr val="000000"/>
                </a:solidFill>
                <a:latin typeface="Josefin Sans"/>
              </a:rPr>
              <a:t> </a:t>
            </a:r>
            <a:r>
              <a:rPr sz="444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832893" y="1457318"/>
            <a:ext cx="2952502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90377" y="1698774"/>
            <a:ext cx="4795019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5597" y="1149268"/>
            <a:ext cx="5149798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0.667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35597" y="1511626"/>
            <a:ext cx="5149798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81097" y="2678538"/>
            <a:ext cx="5204299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8391" y="2678538"/>
            <a:ext cx="4937004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11128" y="2678538"/>
            <a:ext cx="4674267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73873" y="2678538"/>
            <a:ext cx="4411522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622035" y="2678538"/>
            <a:ext cx="4163360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62288" y="2678538"/>
            <a:ext cx="3923108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118331" y="2678538"/>
            <a:ext cx="3667064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200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380742" y="2678538"/>
            <a:ext cx="3404653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500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628839" y="2678538"/>
            <a:ext cx="3156556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895391" y="2678538"/>
            <a:ext cx="2890004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1500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147554" y="2678538"/>
            <a:ext cx="2637841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3000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736991" y="2815290"/>
            <a:ext cx="4048405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Distance,</a:t>
            </a:r>
            <a:r>
              <a:rPr sz="582" b="0">
                <a:solidFill>
                  <a:srgbClr val="000000"/>
                </a:solidFill>
                <a:latin typeface="Josefin Sans"/>
              </a:rPr>
              <a:t> </a:t>
            </a:r>
            <a:r>
              <a:rPr sz="582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73679" y="2627795"/>
            <a:ext cx="5311716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81969" y="2496223"/>
            <a:ext cx="5303426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83891" y="2364650"/>
            <a:ext cx="5301504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0335" y="2232892"/>
            <a:ext cx="5305060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81449" y="2101319"/>
            <a:ext cx="5303946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96173" y="1969923"/>
            <a:ext cx="5289222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46512" y="1976555"/>
            <a:ext cx="5438883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82" b="0">
                <a:solidFill>
                  <a:srgbClr val="000000"/>
                </a:solidFill>
                <a:latin typeface="Josefin Sans"/>
              </a:rPr>
              <a:t> </a:t>
            </a:r>
            <a:r>
              <a:rPr sz="58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82" b="0">
                <a:solidFill>
                  <a:srgbClr val="000000"/>
                </a:solidFill>
                <a:latin typeface="Josefin Sans"/>
              </a:rPr>
              <a:t> </a:t>
            </a:r>
            <a:r>
              <a:rPr sz="58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7496" y="2442060"/>
            <a:ext cx="5117899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85209" y="2436035"/>
            <a:ext cx="4900186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36" b="0">
                <a:solidFill>
                  <a:srgbClr val="000000"/>
                </a:solidFill>
                <a:latin typeface="Josefin Sans"/>
              </a:rPr>
              <a:t> </a:t>
            </a:r>
            <a:r>
              <a:rPr sz="436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26853" y="2440853"/>
            <a:ext cx="4058542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570874" y="2442394"/>
            <a:ext cx="3214521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436" b="0">
                <a:solidFill>
                  <a:srgbClr val="000000"/>
                </a:solidFill>
                <a:latin typeface="Josefin Sans"/>
              </a:rPr>
              <a:t> </a:t>
            </a:r>
            <a:r>
              <a:rPr sz="436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30547" y="2112093"/>
            <a:ext cx="2654848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04054" y="2744329"/>
            <a:ext cx="4981341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1.8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30502" y="2511271"/>
            <a:ext cx="5154893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30502" y="2313907"/>
            <a:ext cx="5154893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71988" y="825862"/>
            <a:ext cx="21134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diagrams,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we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have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36262" y="1044551"/>
            <a:ext cx="16491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stopped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04372" y="1215607"/>
            <a:ext cx="16810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667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259172" y="1386664"/>
            <a:ext cx="15262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997184" y="1557707"/>
            <a:ext cx="17882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fast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275339" y="1730402"/>
            <a:ext cx="15100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fast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889658" y="3150919"/>
            <a:ext cx="895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623959" y="3150695"/>
            <a:ext cx="1614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62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08653" y="1682942"/>
            <a:ext cx="2675265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608653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76179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143706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411233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678759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946286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213812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481339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748865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016392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283918" y="1656188"/>
            <a:ext cx="0" cy="26754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08653" y="1014126"/>
            <a:ext cx="0" cy="668816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8653" y="1682942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08653" y="1549179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08653" y="1415415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08653" y="1281652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08653" y="1147889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08653" y="1014126"/>
            <a:ext cx="26754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08653" y="1014126"/>
            <a:ext cx="267526" cy="668816"/>
          </a:xfrm>
          <a:prstGeom prst="line">
            <a:avLst/>
          </a:prstGeom>
          <a:ln w="3760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742416" y="1014126"/>
            <a:ext cx="200645" cy="668816"/>
          </a:xfrm>
          <a:prstGeom prst="line">
            <a:avLst/>
          </a:prstGeom>
          <a:ln w="37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43061" y="1014126"/>
            <a:ext cx="200645" cy="668816"/>
          </a:xfrm>
          <a:prstGeom prst="line">
            <a:avLst/>
          </a:prstGeom>
          <a:ln w="3760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43061" y="1014126"/>
            <a:ext cx="535053" cy="668816"/>
          </a:xfrm>
          <a:prstGeom prst="line">
            <a:avLst/>
          </a:prstGeom>
          <a:ln w="37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478114" y="1014126"/>
            <a:ext cx="477001" cy="668816"/>
          </a:xfrm>
          <a:prstGeom prst="line">
            <a:avLst/>
          </a:prstGeom>
          <a:ln w="3760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478114" y="1014126"/>
            <a:ext cx="762452" cy="668816"/>
          </a:xfrm>
          <a:prstGeom prst="line">
            <a:avLst/>
          </a:prstGeom>
          <a:ln w="37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240566" y="1014126"/>
            <a:ext cx="356611" cy="668816"/>
          </a:xfrm>
          <a:prstGeom prst="line">
            <a:avLst/>
          </a:prstGeom>
          <a:ln w="3760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240566" y="1014126"/>
            <a:ext cx="775826" cy="668816"/>
          </a:xfrm>
          <a:prstGeom prst="line">
            <a:avLst/>
          </a:prstGeom>
          <a:ln w="3760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016392" y="1014126"/>
            <a:ext cx="267526" cy="0"/>
          </a:xfrm>
          <a:prstGeom prst="line">
            <a:avLst/>
          </a:prstGeom>
          <a:ln w="3760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009943" y="1236973"/>
            <a:ext cx="0" cy="445969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608653" y="1236973"/>
            <a:ext cx="401290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009943" y="1599340"/>
            <a:ext cx="0" cy="83602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608653" y="1599340"/>
            <a:ext cx="401290" cy="0"/>
          </a:xfrm>
          <a:prstGeom prst="line">
            <a:avLst/>
          </a:prstGeom>
          <a:ln w="37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603999" y="2662964"/>
            <a:ext cx="2631525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603999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867151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130304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393456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656608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919761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182913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6066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709218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72371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235524" y="2636648"/>
            <a:ext cx="0" cy="26316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603999" y="2005084"/>
            <a:ext cx="0" cy="65788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603999" y="2662964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603999" y="2531388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03999" y="2399812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603999" y="2268236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603999" y="2136659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03999" y="2005084"/>
            <a:ext cx="26316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3999" y="2005084"/>
            <a:ext cx="263152" cy="657880"/>
          </a:xfrm>
          <a:prstGeom prst="line">
            <a:avLst/>
          </a:prstGeom>
          <a:ln w="3699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735575" y="2005084"/>
            <a:ext cx="263152" cy="657880"/>
          </a:xfrm>
          <a:prstGeom prst="line">
            <a:avLst/>
          </a:prstGeom>
          <a:ln w="3699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98727" y="2005084"/>
            <a:ext cx="263152" cy="657880"/>
          </a:xfrm>
          <a:prstGeom prst="line">
            <a:avLst/>
          </a:prstGeom>
          <a:ln w="3699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998727" y="2005084"/>
            <a:ext cx="924981" cy="657880"/>
          </a:xfrm>
          <a:prstGeom prst="line">
            <a:avLst/>
          </a:prstGeom>
          <a:ln w="3699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923708" y="2005084"/>
            <a:ext cx="259205" cy="657880"/>
          </a:xfrm>
          <a:prstGeom prst="line">
            <a:avLst/>
          </a:prstGeom>
          <a:ln w="3699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919761" y="2005084"/>
            <a:ext cx="1061295" cy="657880"/>
          </a:xfrm>
          <a:prstGeom prst="line">
            <a:avLst/>
          </a:prstGeom>
          <a:ln w="3699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981056" y="2005084"/>
            <a:ext cx="254468" cy="657880"/>
          </a:xfrm>
          <a:prstGeom prst="line">
            <a:avLst/>
          </a:prstGeom>
          <a:ln w="3699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72371" y="2005084"/>
            <a:ext cx="131576" cy="657880"/>
          </a:xfrm>
          <a:prstGeom prst="line">
            <a:avLst/>
          </a:prstGeom>
          <a:ln w="3699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103947" y="2005084"/>
            <a:ext cx="131577" cy="0"/>
          </a:xfrm>
          <a:prstGeom prst="line">
            <a:avLst/>
          </a:prstGeom>
          <a:ln w="3699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840834" y="2597176"/>
            <a:ext cx="0" cy="131577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603999" y="2597176"/>
            <a:ext cx="236835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840834" y="2399812"/>
            <a:ext cx="0" cy="328941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603999" y="2399812"/>
            <a:ext cx="236835" cy="0"/>
          </a:xfrm>
          <a:prstGeom prst="line">
            <a:avLst/>
          </a:prstGeom>
          <a:ln w="369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880001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59993" y="62377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3977" y="822413"/>
            <a:ext cx="54614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=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km/hr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=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1.8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m,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85370" y="1698774"/>
            <a:ext cx="5200025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7108" y="1698774"/>
            <a:ext cx="4928287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24211" y="1698774"/>
            <a:ext cx="4661184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91325" y="1698774"/>
            <a:ext cx="4394070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659410" y="1698774"/>
            <a:ext cx="4125985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911139" y="1698774"/>
            <a:ext cx="3874256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74902" y="1698774"/>
            <a:ext cx="3610493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438552" y="1698774"/>
            <a:ext cx="3346843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09194" y="1698774"/>
            <a:ext cx="3076201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975175" y="1698774"/>
            <a:ext cx="2810220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44733" y="1698774"/>
            <a:ext cx="2540662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85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34637" y="1839866"/>
            <a:ext cx="4050758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Speed,</a:t>
            </a:r>
            <a:r>
              <a:rPr sz="592" b="0">
                <a:solidFill>
                  <a:srgbClr val="000000"/>
                </a:solidFill>
                <a:latin typeface="Josefin Sans"/>
              </a:rPr>
              <a:t> </a:t>
            </a:r>
            <a:r>
              <a:rPr sz="592" b="0">
                <a:solidFill>
                  <a:srgbClr val="000000"/>
                </a:solidFill>
                <a:latin typeface="Josefin Sans"/>
              </a:rPr>
              <a:t>km/hr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6168" y="1647188"/>
            <a:ext cx="5309227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84595" y="1513428"/>
            <a:ext cx="5300800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549" y="1379669"/>
            <a:ext cx="5298846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2934" y="1245711"/>
            <a:ext cx="5302461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84067" y="1111952"/>
            <a:ext cx="5301328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99035" y="978381"/>
            <a:ext cx="5286360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46887" y="985113"/>
            <a:ext cx="5438509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92" b="0">
                <a:solidFill>
                  <a:srgbClr val="000000"/>
                </a:solidFill>
                <a:latin typeface="Josefin Sans"/>
              </a:rPr>
              <a:t> </a:t>
            </a:r>
            <a:r>
              <a:rPr sz="59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92" b="0">
                <a:solidFill>
                  <a:srgbClr val="000000"/>
                </a:solidFill>
                <a:latin typeface="Josefin Sans"/>
              </a:rPr>
              <a:t> </a:t>
            </a:r>
            <a:r>
              <a:rPr sz="59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54303" y="1051726"/>
            <a:ext cx="5131092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Stopped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31438" y="1453014"/>
            <a:ext cx="4953958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44" b="0">
                <a:solidFill>
                  <a:srgbClr val="000000"/>
                </a:solidFill>
                <a:latin typeface="Josefin Sans"/>
              </a:rPr>
              <a:t> </a:t>
            </a:r>
            <a:r>
              <a:rPr sz="444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422280" y="1457686"/>
            <a:ext cx="4363115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063274" y="1458696"/>
            <a:ext cx="3722121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444" b="0">
                <a:solidFill>
                  <a:srgbClr val="000000"/>
                </a:solidFill>
                <a:latin typeface="Josefin Sans"/>
              </a:rPr>
              <a:t> </a:t>
            </a:r>
            <a:r>
              <a:rPr sz="444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832893" y="1457318"/>
            <a:ext cx="2952502" cy="87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4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90377" y="1698774"/>
            <a:ext cx="4795019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5597" y="1149268"/>
            <a:ext cx="5149798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0.667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35597" y="1511626"/>
            <a:ext cx="5149798" cy="11658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2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81097" y="2678538"/>
            <a:ext cx="5204299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8391" y="2678538"/>
            <a:ext cx="4937004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11128" y="2678538"/>
            <a:ext cx="4674267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373873" y="2678538"/>
            <a:ext cx="4411522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622035" y="2678538"/>
            <a:ext cx="4163360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62288" y="2678538"/>
            <a:ext cx="3923108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118331" y="2678538"/>
            <a:ext cx="3667064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200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380742" y="2678538"/>
            <a:ext cx="3404653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500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628839" y="2678538"/>
            <a:ext cx="3156556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1000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895391" y="2678538"/>
            <a:ext cx="2890004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1500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147554" y="2678538"/>
            <a:ext cx="2637841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3000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736991" y="2815290"/>
            <a:ext cx="4048405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Distance,</a:t>
            </a:r>
            <a:r>
              <a:rPr sz="582" b="0">
                <a:solidFill>
                  <a:srgbClr val="000000"/>
                </a:solidFill>
                <a:latin typeface="Josefin Sans"/>
              </a:rPr>
              <a:t> </a:t>
            </a:r>
            <a:r>
              <a:rPr sz="582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73679" y="2627795"/>
            <a:ext cx="5311716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81969" y="2496223"/>
            <a:ext cx="5303426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83891" y="2364650"/>
            <a:ext cx="5301504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80335" y="2232892"/>
            <a:ext cx="5305060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81449" y="2101319"/>
            <a:ext cx="5303946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96173" y="1969923"/>
            <a:ext cx="5289222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46512" y="1976555"/>
            <a:ext cx="5438883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582" b="0">
                <a:solidFill>
                  <a:srgbClr val="000000"/>
                </a:solidFill>
                <a:latin typeface="Josefin Sans"/>
              </a:rPr>
              <a:t> </a:t>
            </a:r>
            <a:r>
              <a:rPr sz="582" b="0">
                <a:solidFill>
                  <a:srgbClr val="000000"/>
                </a:solidFill>
                <a:latin typeface="Josefin Sans"/>
              </a:rPr>
              <a:t>of</a:t>
            </a:r>
            <a:r>
              <a:rPr sz="582" b="0">
                <a:solidFill>
                  <a:srgbClr val="000000"/>
                </a:solidFill>
                <a:latin typeface="Josefin Sans"/>
              </a:rPr>
              <a:t> </a:t>
            </a:r>
            <a:r>
              <a:rPr sz="582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67496" y="2442060"/>
            <a:ext cx="5117899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85209" y="2436035"/>
            <a:ext cx="4900186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36" b="0">
                <a:solidFill>
                  <a:srgbClr val="000000"/>
                </a:solidFill>
                <a:latin typeface="Josefin Sans"/>
              </a:rPr>
              <a:t> </a:t>
            </a:r>
            <a:r>
              <a:rPr sz="436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26853" y="2440853"/>
            <a:ext cx="4058542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570874" y="2442394"/>
            <a:ext cx="3214521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436" b="0">
                <a:solidFill>
                  <a:srgbClr val="000000"/>
                </a:solidFill>
                <a:latin typeface="Josefin Sans"/>
              </a:rPr>
              <a:t> </a:t>
            </a:r>
            <a:r>
              <a:rPr sz="436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30547" y="2112093"/>
            <a:ext cx="2654848" cy="86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6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04054" y="2744329"/>
            <a:ext cx="4981341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1.8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30502" y="2511271"/>
            <a:ext cx="5154893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30502" y="2313907"/>
            <a:ext cx="5154893" cy="1146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2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71988" y="825862"/>
            <a:ext cx="21134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set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diagrams,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we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have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36262" y="1044551"/>
            <a:ext cx="16491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stopped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04372" y="1215607"/>
            <a:ext cx="16810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667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259172" y="1386664"/>
            <a:ext cx="15262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125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997184" y="1557707"/>
            <a:ext cx="17882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fast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275339" y="1730402"/>
            <a:ext cx="15100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fast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328426" y="2073898"/>
            <a:ext cx="14569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at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096511" y="2232052"/>
            <a:ext cx="16888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near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51298" y="2403108"/>
            <a:ext cx="15340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near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026127" y="2561261"/>
            <a:ext cx="17592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far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304283" y="2719427"/>
            <a:ext cx="14811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far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 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889662" y="3150917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623963" y="3150693"/>
            <a:ext cx="1614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62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8172072" y="-24592148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0917787" y="-24592148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8172072" y="-2444790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721220" y="-2444790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9270356" y="-2444790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819503" y="-2444790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368651" y="-2444790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0917787" y="-2444790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7394873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7622927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8172075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8721223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270359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9819506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0368654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917790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7394873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7622927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8172075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8721223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9270359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9819506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0368654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917790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8174602" y="-24025321"/>
            <a:ext cx="544081" cy="2277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723750" y="-24025321"/>
            <a:ext cx="544081" cy="2277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27394873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7622927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172075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721223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9270359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9819506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0368654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0917790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28174602" y="-23797572"/>
            <a:ext cx="544081" cy="13917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8723750" y="-23797572"/>
            <a:ext cx="544081" cy="13917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27394873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7622927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8172075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721223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9270359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19506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0368654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0917790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8174602" y="-23658393"/>
            <a:ext cx="544081" cy="2277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8723750" y="-23658393"/>
            <a:ext cx="544081" cy="2277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27394873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7622927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8172075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8721223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9270359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9819506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0368654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0917790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28174602" y="-23430644"/>
            <a:ext cx="544081" cy="2277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723750" y="-23430644"/>
            <a:ext cx="544081" cy="2277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27394873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7622927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8172075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8721223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9270359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9819506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0368654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0917790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7394873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7622927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8172075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8721223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9270359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9819506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0368654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0917790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7394873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7622927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8172075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8721223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9270359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9819506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0368654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0917790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7394873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7622927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8172075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8721223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9270359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9819506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0368654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0917790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7394873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7622927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8172075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8721223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9270359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9819506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0368654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0917790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28169548" y="-24594675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28718696" y="-24594675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9267832" y="-24594675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9816980" y="-24594675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30366127" y="-24594675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8169548" y="-24450440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8718696" y="-24450440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9267832" y="-24450440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9816980" y="-24450440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0366127" y="-24450440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7392346" y="-24306193"/>
            <a:ext cx="2331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7620400" y="-24306193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8169548" y="-24306193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28718696" y="-24306193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9267832" y="-24306193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29816980" y="-24306193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30366127" y="-24306193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7620400" y="-23200366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8169548" y="-23200366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8718696" y="-23200366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9267832" y="-23200366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9816980" y="-23200366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30366127" y="-23200366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7620400" y="-22828384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8169548" y="-22828384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8718696" y="-22828384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9267832" y="-22828384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29816980" y="-22828384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30366127" y="-22828384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7392346" y="-22456401"/>
            <a:ext cx="2331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7620400" y="-22456401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8169548" y="-22456401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8718696" y="-22456401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9267832" y="-22456401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9816980" y="-22456401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0366127" y="-22456401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167"/>
          <p:cNvSpPr/>
          <p:nvPr/>
        </p:nvSpPr>
        <p:spPr>
          <a:xfrm>
            <a:off x="-6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879997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0" name="Picture 1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1" name="Picture 1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59993" y="5981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89658" y="3150919"/>
            <a:ext cx="895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5622968" y="3150695"/>
            <a:ext cx="1624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63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8172078" y="-24592148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0917793" y="-24592148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8172078" y="-2444790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721226" y="-2444790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9270362" y="-2444790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9819510" y="-2444790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368657" y="-2444790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0917793" y="-24447901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7394879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7622934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8172081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8721229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9270365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9819513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0368661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0917796" y="-2430366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7394879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7622934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8172081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8721229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9270365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9819513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0368661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917796" y="-2416448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8174608" y="-24025321"/>
            <a:ext cx="544081" cy="2277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8723756" y="-24025321"/>
            <a:ext cx="544081" cy="2277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27394879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7622934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172081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721229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9270365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9819513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0368661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0917796" y="-2402532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28174608" y="-23797572"/>
            <a:ext cx="544081" cy="13917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8723756" y="-23797572"/>
            <a:ext cx="544081" cy="13917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27394879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7622934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8172081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721229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9270365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9819513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0368661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0917796" y="-23797572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8174608" y="-23658393"/>
            <a:ext cx="544081" cy="2277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8723756" y="-23658393"/>
            <a:ext cx="544081" cy="2277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27394879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7622934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8172081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8721229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9270365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9819513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0368661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0917796" y="-23658393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28174608" y="-23430644"/>
            <a:ext cx="544081" cy="2277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723756" y="-23430644"/>
            <a:ext cx="544081" cy="22774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27394879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7622934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8172081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8721229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9270365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9819513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0368661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0917796" y="-23430644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7394879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7622934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8172081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8721229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9270365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9819513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0368661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0917796" y="-23197839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27394879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7622934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8172081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8721229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9270365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9819513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0368661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0917796" y="-23058648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7394879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7622934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8172081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8721229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9270365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9819513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30368661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30917796" y="-2282585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7394879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7622934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8172081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8721229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9270365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9819513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30368661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0917796" y="-22686666"/>
            <a:ext cx="0" cy="23280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28169554" y="-24594675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28718702" y="-24594675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9267838" y="-24594675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9816986" y="-24594675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30366134" y="-24594675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8169554" y="-24450440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8718702" y="-24450440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9267838" y="-24450440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9816986" y="-24450440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0366134" y="-24450440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7392352" y="-24306193"/>
            <a:ext cx="2331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7620407" y="-24306193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8169554" y="-24306193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28718702" y="-24306193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29267838" y="-24306193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29816986" y="-24306193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30366134" y="-24306193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7620407" y="-23200366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8169554" y="-23200366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8718702" y="-23200366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9267838" y="-23200366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29816986" y="-23200366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30366134" y="-23200366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7620407" y="-22828384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8169554" y="-22828384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8718702" y="-22828384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9267838" y="-22828384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29816986" y="-22828384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30366134" y="-22828384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7392352" y="-22456401"/>
            <a:ext cx="2331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7620407" y="-22456401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8169554" y="-22456401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8718702" y="-22456401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9267838" y="-22456401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9816986" y="-22456401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30366134" y="-22456401"/>
            <a:ext cx="55420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167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0" name="Picture 1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1" name="Picture 1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59993" y="5981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40006" y="798022"/>
            <a:ext cx="55453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Since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we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non-zero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40006" y="918228"/>
            <a:ext cx="55453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53873" y="1059503"/>
            <a:ext cx="5231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3873" y="1230318"/>
            <a:ext cx="5231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53873" y="1401120"/>
            <a:ext cx="5231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53873" y="1571935"/>
            <a:ext cx="5231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889664" y="3150919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622974" y="3150695"/>
            <a:ext cx="1624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63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771749" y="80817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517463" y="808176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71749" y="9524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320897" y="9524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870032" y="9524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419180" y="9524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968328" y="9524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517463" y="952422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994547" y="1096656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222601" y="1096656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771749" y="1096656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320897" y="1096656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870032" y="1096656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419180" y="1096656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968328" y="1096656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517463" y="1096656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994547" y="123583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222601" y="123583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771749" y="123583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320897" y="123583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870032" y="123583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419180" y="123583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68328" y="123583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517463" y="1235836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774276" y="1375002"/>
            <a:ext cx="544080" cy="22774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323425" y="1375002"/>
            <a:ext cx="544080" cy="22774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1994547" y="1375002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222601" y="1375002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771749" y="1375002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320897" y="1375002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870032" y="1375002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419180" y="1375002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968328" y="1375002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5517463" y="1375002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2774276" y="1602751"/>
            <a:ext cx="544080" cy="13917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323425" y="1602751"/>
            <a:ext cx="544080" cy="13917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 flipV="1">
            <a:off x="1994547" y="1602751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222601" y="1602751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771749" y="1602751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320897" y="1602751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870032" y="1602751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419180" y="1602751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968328" y="1602751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517463" y="1602751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774276" y="1741931"/>
            <a:ext cx="544080" cy="22774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323425" y="1741931"/>
            <a:ext cx="544080" cy="22774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994547" y="174193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222601" y="174193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771749" y="174193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320897" y="174193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870032" y="174193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419180" y="174193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968328" y="174193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5517463" y="1741931"/>
            <a:ext cx="0" cy="22774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2774276" y="1969680"/>
            <a:ext cx="544080" cy="22774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323425" y="1969680"/>
            <a:ext cx="544080" cy="227749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1994547" y="1969680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222601" y="1969680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771749" y="1969680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320897" y="1969680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870032" y="1969680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419180" y="1969680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968328" y="1969680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5517463" y="1969680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1994547" y="2202483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2222601" y="2202483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771749" y="2202483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320897" y="2202483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870032" y="2202483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4419180" y="2202483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4968328" y="2202483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5517463" y="2202483"/>
            <a:ext cx="0" cy="13918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1994547" y="2341676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222601" y="2341676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771749" y="2341676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3320897" y="2341676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870032" y="2341676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4419180" y="2341676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4968328" y="2341676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5517463" y="2341676"/>
            <a:ext cx="0" cy="232803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1994547" y="257446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222601" y="257446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771749" y="257446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320897" y="257446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870032" y="257446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4419180" y="257446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4968328" y="257446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5517463" y="2574467"/>
            <a:ext cx="0" cy="13917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1994547" y="2713658"/>
            <a:ext cx="0" cy="23280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222601" y="2713658"/>
            <a:ext cx="0" cy="23280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771749" y="2713658"/>
            <a:ext cx="0" cy="23280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3320897" y="2713658"/>
            <a:ext cx="0" cy="23280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3870032" y="2713658"/>
            <a:ext cx="0" cy="23280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419180" y="2713658"/>
            <a:ext cx="0" cy="23280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968328" y="2713658"/>
            <a:ext cx="0" cy="23280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5517463" y="2713658"/>
            <a:ext cx="0" cy="23280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2769222" y="805649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3318370" y="805649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3867505" y="805649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4416653" y="805649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4965801" y="805649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2769222" y="949882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3318370" y="949882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3867505" y="949882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416653" y="949882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965801" y="949882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992020" y="1094129"/>
            <a:ext cx="2331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220074" y="1094129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2769222" y="1094129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3318370" y="1094129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3867505" y="1094129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416653" y="1094129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965801" y="1094129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2220074" y="2199956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2769222" y="2199956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3318370" y="2199956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3867505" y="2199956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4416653" y="2199956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4965801" y="2199956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220074" y="2571939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2769222" y="2571939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3318370" y="2571939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3867505" y="2571939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4416653" y="2571939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4965801" y="2571939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1992020" y="2943922"/>
            <a:ext cx="233121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2220074" y="2943922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769222" y="2943922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3318370" y="2943922"/>
            <a:ext cx="554202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3867505" y="2943922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4416653" y="2943922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4965801" y="2943922"/>
            <a:ext cx="554203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167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0" name="Picture 1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71" name="Picture 1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59993" y="5981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40006" y="798022"/>
            <a:ext cx="55453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Since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we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non-zero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40006" y="918228"/>
            <a:ext cx="55453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53873" y="1059503"/>
            <a:ext cx="5231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53873" y="1230318"/>
            <a:ext cx="5231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53873" y="1401120"/>
            <a:ext cx="5231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53873" y="1571935"/>
            <a:ext cx="52315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40005" y="1800356"/>
            <a:ext cx="55453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shaded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are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fired.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006253" y="834873"/>
            <a:ext cx="17791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Distance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007194" y="979119"/>
            <a:ext cx="27782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440217" y="979119"/>
            <a:ext cx="23451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060751" y="979119"/>
            <a:ext cx="17246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504553" y="979119"/>
            <a:ext cx="12808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189311" y="979119"/>
            <a:ext cx="5960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069174" y="1904046"/>
            <a:ext cx="37162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Speed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360612" y="1192949"/>
            <a:ext cx="34247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Stopped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886443" y="1123354"/>
            <a:ext cx="28989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Full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435615" y="1123354"/>
            <a:ext cx="23497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Full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868231" y="1262533"/>
            <a:ext cx="2917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419605" y="1262533"/>
            <a:ext cx="23657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346985" y="1515580"/>
            <a:ext cx="34384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6443" y="1445997"/>
            <a:ext cx="28989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Full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463531" y="1401712"/>
            <a:ext cx="23218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505313" y="1490282"/>
            <a:ext cx="2280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967695" y="1445997"/>
            <a:ext cx="181770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2868231" y="1629461"/>
            <a:ext cx="2917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419576" y="1629461"/>
            <a:ext cx="23658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968749" y="1629461"/>
            <a:ext cx="18166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2422067" y="1926794"/>
            <a:ext cx="33633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886443" y="1812913"/>
            <a:ext cx="28989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Full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463531" y="1768641"/>
            <a:ext cx="23218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505313" y="1857198"/>
            <a:ext cx="2280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994112" y="1812913"/>
            <a:ext cx="17912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2868231" y="2040662"/>
            <a:ext cx="2917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3419576" y="2040662"/>
            <a:ext cx="23658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069498" y="1996377"/>
            <a:ext cx="17158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029061" y="2084947"/>
            <a:ext cx="17563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2365235" y="2298777"/>
            <a:ext cx="34201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2438234" y="2387346"/>
            <a:ext cx="33471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543246" y="2229193"/>
            <a:ext cx="1242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5090218" y="2229193"/>
            <a:ext cx="695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613287" y="2368360"/>
            <a:ext cx="11721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Med.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578210" y="2456930"/>
            <a:ext cx="12071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057622" y="2412645"/>
            <a:ext cx="7277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Full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430297" y="2715044"/>
            <a:ext cx="33550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Fast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543246" y="2601176"/>
            <a:ext cx="12421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VS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090218" y="2601176"/>
            <a:ext cx="6951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No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4613287" y="2740356"/>
            <a:ext cx="117210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Med.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578210" y="2828913"/>
            <a:ext cx="12071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057622" y="2784641"/>
            <a:ext cx="7277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Full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889665" y="3150916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5622976" y="3150692"/>
            <a:ext cx="1624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63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5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5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0299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9661" y="3150929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124" y="3150705"/>
            <a:ext cx="1622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9" y="314675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4" y="314675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0299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940866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89655" y="3150929"/>
            <a:ext cx="895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118" y="3150705"/>
            <a:ext cx="16227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0299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940866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1968" y="1097319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1968" y="1267835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6203" y="1267835"/>
            <a:ext cx="4629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77004" y="1267835"/>
            <a:ext cx="37083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0.667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1968" y="1438637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6203" y="1438637"/>
            <a:ext cx="4629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77004" y="1438637"/>
            <a:ext cx="37083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1968" y="1609452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56203" y="1609452"/>
            <a:ext cx="4629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brake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77004" y="1609452"/>
            <a:ext cx="37083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56207" y="1780255"/>
            <a:ext cx="46291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throttle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77008" y="1780255"/>
            <a:ext cx="37083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127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0299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940866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1968" y="1097319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1968" y="1267835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6203" y="1267835"/>
            <a:ext cx="4629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77004" y="1267835"/>
            <a:ext cx="37083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0.667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1968" y="1438637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6203" y="1438637"/>
            <a:ext cx="4629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77004" y="1438637"/>
            <a:ext cx="37083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1968" y="1609452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56203" y="1609452"/>
            <a:ext cx="4629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brake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77004" y="1609452"/>
            <a:ext cx="37083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56207" y="1780255"/>
            <a:ext cx="46291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throttle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77008" y="1780255"/>
            <a:ext cx="37083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9916" y="1964018"/>
            <a:ext cx="51254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9916" y="2134534"/>
            <a:ext cx="51254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2957" y="2134534"/>
            <a:ext cx="46824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39048" y="2134534"/>
            <a:ext cx="36463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0.667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9916" y="2305336"/>
            <a:ext cx="51254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2957" y="2305336"/>
            <a:ext cx="46824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39048" y="2305336"/>
            <a:ext cx="36463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9916" y="2476151"/>
            <a:ext cx="51254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2957" y="2476151"/>
            <a:ext cx="46824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brake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39048" y="2476151"/>
            <a:ext cx="36463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2968" y="2646954"/>
            <a:ext cx="4682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throttle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39059" y="2646954"/>
            <a:ext cx="3646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3127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0299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940866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1968" y="1097319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1968" y="1267835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6203" y="1267835"/>
            <a:ext cx="4629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77004" y="1267835"/>
            <a:ext cx="37083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0.667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1968" y="1438637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6203" y="1438637"/>
            <a:ext cx="4629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77004" y="1438637"/>
            <a:ext cx="37083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1968" y="1609452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56203" y="1609452"/>
            <a:ext cx="4629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brake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77004" y="1609452"/>
            <a:ext cx="37083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56207" y="1780255"/>
            <a:ext cx="46291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throttle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77008" y="1780255"/>
            <a:ext cx="37083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9916" y="1964018"/>
            <a:ext cx="51254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9916" y="2134534"/>
            <a:ext cx="51254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2957" y="2134534"/>
            <a:ext cx="46824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39048" y="2134534"/>
            <a:ext cx="36463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0.667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9916" y="2305336"/>
            <a:ext cx="51254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2957" y="2305336"/>
            <a:ext cx="46824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39048" y="2305336"/>
            <a:ext cx="36463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9916" y="2476151"/>
            <a:ext cx="51254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2957" y="2476151"/>
            <a:ext cx="46824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brake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39048" y="2476151"/>
            <a:ext cx="36463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2968" y="2646954"/>
            <a:ext cx="4682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throttle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39059" y="2646954"/>
            <a:ext cx="3646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51755" y="1097319"/>
            <a:ext cx="2233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51755" y="1267835"/>
            <a:ext cx="2233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91861" y="1267835"/>
            <a:ext cx="17935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18723" y="1267835"/>
            <a:ext cx="10666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51755" y="1438637"/>
            <a:ext cx="2233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91861" y="1438637"/>
            <a:ext cx="17935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18723" y="1438637"/>
            <a:ext cx="10666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51755" y="1609452"/>
            <a:ext cx="2233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91861" y="1609452"/>
            <a:ext cx="17935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brake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18724" y="1609452"/>
            <a:ext cx="10666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91861" y="1780255"/>
            <a:ext cx="17935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throttle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18722" y="1780255"/>
            <a:ext cx="1066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23127" y="3150693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0299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4" y="940866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1968" y="1097319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1968" y="1267835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6203" y="1267835"/>
            <a:ext cx="4629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77004" y="1267835"/>
            <a:ext cx="37083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0.667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1968" y="1438637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6203" y="1438637"/>
            <a:ext cx="4629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77004" y="1438637"/>
            <a:ext cx="37083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1968" y="1609452"/>
            <a:ext cx="5063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56203" y="1609452"/>
            <a:ext cx="4629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brake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77004" y="1609452"/>
            <a:ext cx="37083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56207" y="1780255"/>
            <a:ext cx="46291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throttle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77008" y="1780255"/>
            <a:ext cx="37083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9916" y="1964018"/>
            <a:ext cx="51254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9916" y="2134534"/>
            <a:ext cx="51254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2957" y="2134534"/>
            <a:ext cx="46824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39048" y="2134534"/>
            <a:ext cx="36463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0.667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9916" y="2305336"/>
            <a:ext cx="51254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2957" y="2305336"/>
            <a:ext cx="46824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39048" y="2305336"/>
            <a:ext cx="36463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9916" y="2476151"/>
            <a:ext cx="51254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2957" y="2476151"/>
            <a:ext cx="46824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brake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39048" y="2476151"/>
            <a:ext cx="364634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02968" y="2646954"/>
            <a:ext cx="46824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throttle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39059" y="2646954"/>
            <a:ext cx="364633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51755" y="1097319"/>
            <a:ext cx="2233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51755" y="1267835"/>
            <a:ext cx="2233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91861" y="1267835"/>
            <a:ext cx="17935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18723" y="1267835"/>
            <a:ext cx="10666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51755" y="1438637"/>
            <a:ext cx="2233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91861" y="1438637"/>
            <a:ext cx="17935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18723" y="1438637"/>
            <a:ext cx="10666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51755" y="1609452"/>
            <a:ext cx="223364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91861" y="1609452"/>
            <a:ext cx="17935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brake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18724" y="1609452"/>
            <a:ext cx="10666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91861" y="1780255"/>
            <a:ext cx="17935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throttle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18722" y="1780255"/>
            <a:ext cx="10666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96384" y="1964018"/>
            <a:ext cx="23890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396384" y="2134534"/>
            <a:ext cx="23890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38008" y="2134534"/>
            <a:ext cx="19473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74097" y="2134534"/>
            <a:ext cx="9112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96384" y="2305336"/>
            <a:ext cx="23890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38008" y="2305336"/>
            <a:ext cx="19473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distance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near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74098" y="2305336"/>
            <a:ext cx="9112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96384" y="2476151"/>
            <a:ext cx="23890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38008" y="2476151"/>
            <a:ext cx="19473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brake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74098" y="2476151"/>
            <a:ext cx="91129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38013" y="2646954"/>
            <a:ext cx="19473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throttle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=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74103" y="2646954"/>
            <a:ext cx="9112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89664" y="3150919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23127" y="3150695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948618" y="-23827810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48618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36622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524626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812627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100632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388636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676640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8964644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52648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540649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9828653" y="-23856612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948618" y="-2454781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948618" y="-23827810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948618" y="-23971812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6948618" y="-2411581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948618" y="-2425981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6948618" y="-2440381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6948618" y="-2454781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948618" y="-24547819"/>
            <a:ext cx="57600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7236622" y="-24547819"/>
            <a:ext cx="432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668627" y="-24547819"/>
            <a:ext cx="432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7956631" y="-24547819"/>
            <a:ext cx="2448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8201435" y="-24547819"/>
            <a:ext cx="119521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9108644" y="-24547819"/>
            <a:ext cx="288005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396649" y="-24547819"/>
            <a:ext cx="288004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540649" y="-24547819"/>
            <a:ext cx="288004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6948618" y="-23899810"/>
            <a:ext cx="26208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569454" y="-23899810"/>
            <a:ext cx="0" cy="2160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6948618" y="-23917811"/>
            <a:ext cx="2700034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9648652" y="-23917811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6948618" y="-23917811"/>
            <a:ext cx="219602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144645" y="-23917811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6948618" y="-24115814"/>
            <a:ext cx="227522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9223844" y="-24115814"/>
            <a:ext cx="0" cy="432006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6948618" y="-24115814"/>
            <a:ext cx="26208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9569454" y="-24115814"/>
            <a:ext cx="0" cy="432006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6948618" y="-22680517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6948618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7236622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7524626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7812627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100632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8388636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676640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8964644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9252648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9540649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9828653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6948618" y="-23400526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6948618" y="-2268051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6948618" y="-2282451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6948618" y="-22968522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6948618" y="-23112522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6948618" y="-2325652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6948618" y="-2340052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6948618" y="-23400526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7092619" y="-23400526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7380623" y="-23400526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7380623" y="-23400526"/>
            <a:ext cx="119521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8575837" y="-23400526"/>
            <a:ext cx="24480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8676640" y="-23400526"/>
            <a:ext cx="432004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108644" y="-23400526"/>
            <a:ext cx="432005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9252648" y="-23400526"/>
            <a:ext cx="432005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9684653" y="-23400526"/>
            <a:ext cx="144000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6948618" y="-22752518"/>
            <a:ext cx="25920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7207818" y="-22752518"/>
            <a:ext cx="0" cy="2160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6948618" y="-22770518"/>
            <a:ext cx="1800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7128620" y="-22770518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6948618" y="-22770518"/>
            <a:ext cx="68400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7632626" y="-22770518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6948618" y="-22968522"/>
            <a:ext cx="25920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7207818" y="-22968522"/>
            <a:ext cx="0" cy="4320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6948618" y="-22968522"/>
            <a:ext cx="60481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7553428" y="-22968522"/>
            <a:ext cx="0" cy="4320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9993" y="5689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9665" y="3150930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22443" y="3150706"/>
            <a:ext cx="1629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65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8290" y="157251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8290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6294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4297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2301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00305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8308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6312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4315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2319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40323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8326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8290" y="852508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48290" y="157251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548290" y="1428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548290" y="1284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48290" y="114051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548290" y="99650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548290" y="852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8290" y="852508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836294" y="852508"/>
            <a:ext cx="432005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68299" y="852508"/>
            <a:ext cx="432006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556303" y="852508"/>
            <a:ext cx="244805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801108" y="852508"/>
            <a:ext cx="1195213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708317" y="852508"/>
            <a:ext cx="288004" cy="720008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96321" y="852508"/>
            <a:ext cx="288003" cy="720008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140323" y="852508"/>
            <a:ext cx="288003" cy="720008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48290" y="1500516"/>
            <a:ext cx="2620834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169124" y="1500516"/>
            <a:ext cx="0" cy="2160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548290" y="1482516"/>
            <a:ext cx="2700034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248324" y="1482516"/>
            <a:ext cx="0" cy="1764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548290" y="1482516"/>
            <a:ext cx="219602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744317" y="1482516"/>
            <a:ext cx="0" cy="1764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548290" y="1284513"/>
            <a:ext cx="227522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823517" y="1284513"/>
            <a:ext cx="0" cy="4320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548290" y="1284513"/>
            <a:ext cx="2620834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169124" y="1284513"/>
            <a:ext cx="0" cy="4320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6948618" y="-22680517"/>
            <a:ext cx="2880035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6948618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7236622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7524626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7812627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100632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8388636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676640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8964644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9252648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9540649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9828653" y="-2270931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6948618" y="-23400526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6948618" y="-2268051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6948618" y="-2282451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6948618" y="-22968522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6948618" y="-23112522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6948618" y="-2325652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6948618" y="-2340052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6948618" y="-23400526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7092619" y="-23400526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7380623" y="-23400526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7380623" y="-23400526"/>
            <a:ext cx="119521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8575837" y="-23400526"/>
            <a:ext cx="24480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8676640" y="-23400526"/>
            <a:ext cx="432004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9108644" y="-23400526"/>
            <a:ext cx="432005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9252648" y="-23400526"/>
            <a:ext cx="432005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9684653" y="-23400526"/>
            <a:ext cx="144000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6948618" y="-22752518"/>
            <a:ext cx="25920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7207818" y="-22752518"/>
            <a:ext cx="0" cy="2160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6948618" y="-22770518"/>
            <a:ext cx="1800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7128620" y="-22770518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6948618" y="-22770518"/>
            <a:ext cx="68400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7632626" y="-22770518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6948618" y="-22968522"/>
            <a:ext cx="25920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7207818" y="-22968522"/>
            <a:ext cx="0" cy="4320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6948618" y="-22968522"/>
            <a:ext cx="60481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7553428" y="-22968522"/>
            <a:ext cx="0" cy="432007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9993" y="5689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523226" y="1589560"/>
            <a:ext cx="426217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0698" y="1589560"/>
            <a:ext cx="399469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078256" y="1589560"/>
            <a:ext cx="37071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365815" y="1589560"/>
            <a:ext cx="341958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654420" y="1589560"/>
            <a:ext cx="3130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941805" y="1589560"/>
            <a:ext cx="28435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34342" y="1589560"/>
            <a:ext cx="255105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3638" y="1589560"/>
            <a:ext cx="22617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09449" y="1589560"/>
            <a:ext cx="19759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098064" y="1589560"/>
            <a:ext cx="168733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365414" y="1589560"/>
            <a:ext cx="1419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40063" y="1741452"/>
            <a:ext cx="29453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Brake,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405664" y="1534026"/>
            <a:ext cx="437973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414737" y="1390028"/>
            <a:ext cx="43706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416840" y="1246030"/>
            <a:ext cx="43685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12959" y="1101819"/>
            <a:ext cx="437243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414168" y="957822"/>
            <a:ext cx="43712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30282" y="814027"/>
            <a:ext cx="435511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266488" y="821275"/>
            <a:ext cx="45189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651567" y="1329420"/>
            <a:ext cx="4133828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134380" y="1324990"/>
            <a:ext cx="3651015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914444" y="1324990"/>
            <a:ext cx="2870951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90740" y="1330456"/>
            <a:ext cx="1894656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295433" y="1330456"/>
            <a:ext cx="148996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77307" y="1520550"/>
            <a:ext cx="4208088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117013" y="1736551"/>
            <a:ext cx="166838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98.2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577307" y="1404441"/>
            <a:ext cx="4208088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181153" y="1678954"/>
            <a:ext cx="160424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98.75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75815" y="1678954"/>
            <a:ext cx="210958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95.25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770800" y="1736551"/>
            <a:ext cx="2014595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95.8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889665" y="3150930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622443" y="3150706"/>
            <a:ext cx="1629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65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8290" y="1572516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48290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36294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124297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412301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00305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88308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276312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564315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2319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40323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428326" y="1543714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48290" y="852508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48290" y="157251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548290" y="14285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548290" y="12845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48290" y="114051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548290" y="99650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548290" y="8525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48290" y="852508"/>
            <a:ext cx="576007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836294" y="852508"/>
            <a:ext cx="432005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268299" y="852508"/>
            <a:ext cx="432006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556303" y="852508"/>
            <a:ext cx="244805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801108" y="852508"/>
            <a:ext cx="1195213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708317" y="852508"/>
            <a:ext cx="288004" cy="720008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996321" y="852508"/>
            <a:ext cx="288003" cy="720008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140323" y="852508"/>
            <a:ext cx="288003" cy="720008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548290" y="1500516"/>
            <a:ext cx="2620834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169124" y="1500516"/>
            <a:ext cx="0" cy="2160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548290" y="1482516"/>
            <a:ext cx="2700034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4248324" y="1482516"/>
            <a:ext cx="0" cy="1764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548290" y="1482516"/>
            <a:ext cx="219602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744317" y="1482516"/>
            <a:ext cx="0" cy="1764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548290" y="1284513"/>
            <a:ext cx="227522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823517" y="1284513"/>
            <a:ext cx="0" cy="4320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548290" y="1284513"/>
            <a:ext cx="2620834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169124" y="1284513"/>
            <a:ext cx="0" cy="4320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548291" y="2719809"/>
            <a:ext cx="2880036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548291" y="269100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836295" y="269100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124299" y="269100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412302" y="269100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700306" y="269100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988309" y="269100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3276313" y="269100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564316" y="269100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852320" y="269100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4140324" y="269100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428327" y="269100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548291" y="199980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548291" y="271980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548291" y="257580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548291" y="243180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548291" y="228780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548291" y="21438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548291" y="199980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548291" y="1999800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692293" y="1999800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980296" y="1999800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980296" y="1999800"/>
            <a:ext cx="119521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175510" y="1999800"/>
            <a:ext cx="2448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276313" y="1999800"/>
            <a:ext cx="432005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708318" y="1999800"/>
            <a:ext cx="432006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852320" y="1999800"/>
            <a:ext cx="432005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4284325" y="1999800"/>
            <a:ext cx="144002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548291" y="2647808"/>
            <a:ext cx="2592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807492" y="2647808"/>
            <a:ext cx="0" cy="2160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548291" y="2629808"/>
            <a:ext cx="1800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728293" y="2629808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548291" y="2629808"/>
            <a:ext cx="68400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232300" y="2629808"/>
            <a:ext cx="0" cy="176403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548291" y="2431805"/>
            <a:ext cx="2592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807492" y="2431805"/>
            <a:ext cx="0" cy="4320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548291" y="2431805"/>
            <a:ext cx="604809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153100" y="2431805"/>
            <a:ext cx="0" cy="43200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59993" y="5689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523226" y="1589560"/>
            <a:ext cx="426217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0698" y="1589560"/>
            <a:ext cx="399469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078256" y="1589560"/>
            <a:ext cx="37071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365815" y="1589560"/>
            <a:ext cx="341958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654420" y="1589560"/>
            <a:ext cx="31309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941805" y="1589560"/>
            <a:ext cx="28435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34342" y="1589560"/>
            <a:ext cx="255105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3638" y="1589560"/>
            <a:ext cx="22617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09449" y="1589560"/>
            <a:ext cx="19759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098064" y="1589560"/>
            <a:ext cx="168733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365414" y="1589560"/>
            <a:ext cx="1419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40063" y="1741452"/>
            <a:ext cx="29453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Brake,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405664" y="1534026"/>
            <a:ext cx="437973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414737" y="1390028"/>
            <a:ext cx="43706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416840" y="1246030"/>
            <a:ext cx="43685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12959" y="1101819"/>
            <a:ext cx="437243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414168" y="957822"/>
            <a:ext cx="437122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30282" y="814027"/>
            <a:ext cx="435511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266488" y="821275"/>
            <a:ext cx="45189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651567" y="1329420"/>
            <a:ext cx="4133828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134380" y="1324990"/>
            <a:ext cx="3651015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914444" y="1324990"/>
            <a:ext cx="2870951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90740" y="1330456"/>
            <a:ext cx="1894656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295433" y="1330456"/>
            <a:ext cx="148996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77307" y="1520550"/>
            <a:ext cx="4208088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117013" y="1736551"/>
            <a:ext cx="166838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98.2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577307" y="1404441"/>
            <a:ext cx="4208088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181153" y="1678954"/>
            <a:ext cx="160424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98.75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75815" y="1678954"/>
            <a:ext cx="210958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95.25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770800" y="1736551"/>
            <a:ext cx="2014595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95.8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523227" y="2736852"/>
            <a:ext cx="426216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815763" y="2736852"/>
            <a:ext cx="39696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03322" y="2736852"/>
            <a:ext cx="368207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390870" y="2736852"/>
            <a:ext cx="339452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679475" y="2736852"/>
            <a:ext cx="310592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950473" y="2736852"/>
            <a:ext cx="283492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230696" y="2736852"/>
            <a:ext cx="255469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518255" y="2736852"/>
            <a:ext cx="226714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805813" y="2736852"/>
            <a:ext cx="197958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094418" y="2736852"/>
            <a:ext cx="169097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365416" y="2736852"/>
            <a:ext cx="14199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03905" y="2888744"/>
            <a:ext cx="29814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Throttle,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405665" y="2681318"/>
            <a:ext cx="437973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414738" y="2537320"/>
            <a:ext cx="43706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416841" y="2393322"/>
            <a:ext cx="43685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412960" y="2249111"/>
            <a:ext cx="43724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414169" y="2105114"/>
            <a:ext cx="43712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430283" y="1961319"/>
            <a:ext cx="43551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266489" y="1968567"/>
            <a:ext cx="45189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79574" y="2476712"/>
            <a:ext cx="4205821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846376" y="2472282"/>
            <a:ext cx="393902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770438" y="2472282"/>
            <a:ext cx="3014957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602735" y="2477748"/>
            <a:ext cx="218266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237826" y="2477748"/>
            <a:ext cx="154756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577308" y="2667842"/>
            <a:ext cx="4208087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777308" y="2883843"/>
            <a:ext cx="4008087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1.8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577308" y="2551733"/>
            <a:ext cx="4208087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0.125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682322" y="2826246"/>
            <a:ext cx="410307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1.25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181097" y="2826246"/>
            <a:ext cx="3604298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4.75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116957" y="2883843"/>
            <a:ext cx="3668438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4.2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889667" y="3150930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622444" y="3150706"/>
            <a:ext cx="162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65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561789" y="-23703289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561789" y="-237320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849793" y="-237320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137797" y="-237320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425798" y="-237320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713802" y="-237320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001807" y="-237320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6561789" y="-2442329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561789" y="-2370328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561789" y="-2384729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6561789" y="-2399129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561789" y="-2413529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561789" y="-2427929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561789" y="-2442329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6561789" y="-24423298"/>
            <a:ext cx="576008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137797" y="-24423298"/>
            <a:ext cx="576005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7425798" y="-24423298"/>
            <a:ext cx="576009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6555700" y="-23990300"/>
            <a:ext cx="1447800" cy="292100"/>
          </a:xfrm>
          <a:custGeom>
            <a:avLst/>
            <a:gdLst/>
            <a:ahLst/>
            <a:cxnLst/>
            <a:rect l="l" t="t" r="r" b="b"/>
            <a:pathLst>
              <a:path w="114" h="23">
                <a:moveTo>
                  <a:pt x="0" y="23"/>
                </a:moveTo>
                <a:lnTo>
                  <a:pt x="19" y="0"/>
                </a:lnTo>
                <a:lnTo>
                  <a:pt x="73" y="0"/>
                </a:lnTo>
                <a:lnTo>
                  <a:pt x="87" y="17"/>
                </a:lnTo>
                <a:lnTo>
                  <a:pt x="114" y="17"/>
                </a:lnTo>
                <a:lnTo>
                  <a:pt x="114" y="2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26561789" y="-23775289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561789" y="-23991293"/>
            <a:ext cx="92161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489986" y="-23787887"/>
            <a:ext cx="1021701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582557" y="-22642039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6582557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6870561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7158565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446566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734570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022574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6582557" y="-2336204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6582557" y="-2264203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6582557" y="-2278604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6582557" y="-2293004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6582557" y="-2307404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6582557" y="-2321804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6582557" y="-2336204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6582557" y="-23362048"/>
            <a:ext cx="57600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6870561" y="-23362048"/>
            <a:ext cx="576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7446566" y="-23362048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26581100" y="-22936200"/>
            <a:ext cx="1447800" cy="292100"/>
          </a:xfrm>
          <a:custGeom>
            <a:avLst/>
            <a:gdLst/>
            <a:ahLst/>
            <a:cxnLst/>
            <a:rect l="l" t="t" r="r" b="b"/>
            <a:pathLst>
              <a:path w="114" h="23">
                <a:moveTo>
                  <a:pt x="0" y="23"/>
                </a:moveTo>
                <a:lnTo>
                  <a:pt x="0" y="17"/>
                </a:lnTo>
                <a:lnTo>
                  <a:pt x="27" y="17"/>
                </a:lnTo>
                <a:lnTo>
                  <a:pt x="41" y="0"/>
                </a:lnTo>
                <a:lnTo>
                  <a:pt x="95" y="0"/>
                </a:lnTo>
                <a:lnTo>
                  <a:pt x="114" y="2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6582557" y="-22714039"/>
            <a:ext cx="34560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6582557" y="-22930043"/>
            <a:ext cx="120961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9567652" y="-22726636"/>
            <a:ext cx="86635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-7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7999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9993" y="5433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89658" y="3150915"/>
            <a:ext cx="895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22283" y="3150691"/>
            <a:ext cx="163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66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561789" y="-23703289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561789" y="-237320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849793" y="-237320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137797" y="-237320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425798" y="-237320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713802" y="-237320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001807" y="-237320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6561789" y="-2442329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561789" y="-2370328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561789" y="-2384729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6561789" y="-2399129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561789" y="-2413529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561789" y="-2427929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561789" y="-2442329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6561789" y="-24423298"/>
            <a:ext cx="576008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137797" y="-24423298"/>
            <a:ext cx="576005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7425798" y="-24423298"/>
            <a:ext cx="576009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6555700" y="-23990300"/>
            <a:ext cx="1447800" cy="292100"/>
          </a:xfrm>
          <a:custGeom>
            <a:avLst/>
            <a:gdLst/>
            <a:ahLst/>
            <a:cxnLst/>
            <a:rect l="l" t="t" r="r" b="b"/>
            <a:pathLst>
              <a:path w="114" h="23">
                <a:moveTo>
                  <a:pt x="0" y="23"/>
                </a:moveTo>
                <a:lnTo>
                  <a:pt x="19" y="0"/>
                </a:lnTo>
                <a:lnTo>
                  <a:pt x="73" y="0"/>
                </a:lnTo>
                <a:lnTo>
                  <a:pt x="87" y="17"/>
                </a:lnTo>
                <a:lnTo>
                  <a:pt x="114" y="17"/>
                </a:lnTo>
                <a:lnTo>
                  <a:pt x="114" y="2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26561789" y="-23775289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561789" y="-23991293"/>
            <a:ext cx="92161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489986" y="-23787887"/>
            <a:ext cx="1021701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582557" y="-22642039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6582557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6870561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7158565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446566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734570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022574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6582557" y="-2336204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6582557" y="-2264203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6582557" y="-2278604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6582557" y="-2293004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6582557" y="-2307404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6582557" y="-2321804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6582557" y="-2336204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6582557" y="-23362048"/>
            <a:ext cx="57600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6870561" y="-23362048"/>
            <a:ext cx="576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7446566" y="-23362048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26581100" y="-22936200"/>
            <a:ext cx="1447800" cy="292100"/>
          </a:xfrm>
          <a:custGeom>
            <a:avLst/>
            <a:gdLst/>
            <a:ahLst/>
            <a:cxnLst/>
            <a:rect l="l" t="t" r="r" b="b"/>
            <a:pathLst>
              <a:path w="114" h="23">
                <a:moveTo>
                  <a:pt x="0" y="23"/>
                </a:moveTo>
                <a:lnTo>
                  <a:pt x="0" y="17"/>
                </a:lnTo>
                <a:lnTo>
                  <a:pt x="27" y="17"/>
                </a:lnTo>
                <a:lnTo>
                  <a:pt x="41" y="0"/>
                </a:lnTo>
                <a:lnTo>
                  <a:pt x="95" y="0"/>
                </a:lnTo>
                <a:lnTo>
                  <a:pt x="114" y="2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6582557" y="-22714039"/>
            <a:ext cx="34560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6582557" y="-22930043"/>
            <a:ext cx="120961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9567652" y="-22726636"/>
            <a:ext cx="86635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-7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7999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9993" y="5433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59994" y="781176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89658" y="3150915"/>
            <a:ext cx="895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283" y="3150691"/>
            <a:ext cx="163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66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61461" y="1697039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61461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49464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37468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025472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313475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601479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61461" y="97703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61461" y="1697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61461" y="15530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61461" y="140903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61461" y="126503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61461" y="11210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61461" y="9770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161461" y="977030"/>
            <a:ext cx="576007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37468" y="977030"/>
            <a:ext cx="576007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025472" y="977030"/>
            <a:ext cx="576007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1155700" y="1409700"/>
            <a:ext cx="1447800" cy="292100"/>
          </a:xfrm>
          <a:custGeom>
            <a:avLst/>
            <a:gdLst/>
            <a:ahLst/>
            <a:cxnLst/>
            <a:rect l="l" t="t" r="r" b="b"/>
            <a:pathLst>
              <a:path w="114" h="23">
                <a:moveTo>
                  <a:pt x="0" y="23"/>
                </a:moveTo>
                <a:lnTo>
                  <a:pt x="19" y="0"/>
                </a:lnTo>
                <a:lnTo>
                  <a:pt x="73" y="0"/>
                </a:lnTo>
                <a:lnTo>
                  <a:pt x="87" y="17"/>
                </a:lnTo>
                <a:lnTo>
                  <a:pt x="114" y="17"/>
                </a:lnTo>
                <a:lnTo>
                  <a:pt x="114" y="2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161461" y="1625038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61461" y="1409036"/>
            <a:ext cx="92161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489979" y="-23787887"/>
            <a:ext cx="1021702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582551" y="-22642039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6582551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6870555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7158559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446560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734564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022568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6582551" y="-2336204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6582551" y="-2264203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6582551" y="-2278604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6582551" y="-2293004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6582551" y="-2307404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6582551" y="-2321804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6582551" y="-2336204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6582551" y="-23362048"/>
            <a:ext cx="57600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6870555" y="-23362048"/>
            <a:ext cx="576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7446560" y="-23362048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26581100" y="-22936200"/>
            <a:ext cx="1447800" cy="292100"/>
          </a:xfrm>
          <a:custGeom>
            <a:avLst/>
            <a:gdLst/>
            <a:ahLst/>
            <a:cxnLst/>
            <a:rect l="l" t="t" r="r" b="b"/>
            <a:pathLst>
              <a:path w="114" h="23">
                <a:moveTo>
                  <a:pt x="0" y="23"/>
                </a:moveTo>
                <a:lnTo>
                  <a:pt x="0" y="17"/>
                </a:lnTo>
                <a:lnTo>
                  <a:pt x="27" y="17"/>
                </a:lnTo>
                <a:lnTo>
                  <a:pt x="41" y="0"/>
                </a:lnTo>
                <a:lnTo>
                  <a:pt x="95" y="0"/>
                </a:lnTo>
                <a:lnTo>
                  <a:pt x="114" y="2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6582551" y="-22714039"/>
            <a:ext cx="34560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6582551" y="-22930043"/>
            <a:ext cx="120961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9567646" y="-22726636"/>
            <a:ext cx="866356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-1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79991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9993" y="5433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59994" y="781176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18707" y="1714083"/>
            <a:ext cx="46666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06632" y="1714083"/>
            <a:ext cx="43787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96771" y="1714083"/>
            <a:ext cx="40886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83232" y="1714083"/>
            <a:ext cx="38021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70628" y="1714083"/>
            <a:ext cx="35147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38588" y="1714083"/>
            <a:ext cx="32468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33235" y="1865975"/>
            <a:ext cx="405216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Brake,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8845" y="1658548"/>
            <a:ext cx="47665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7908" y="1514551"/>
            <a:ext cx="47574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0011" y="1370553"/>
            <a:ext cx="47553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26130" y="1226352"/>
            <a:ext cx="47592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27339" y="1082344"/>
            <a:ext cx="47580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43452" y="938550"/>
            <a:ext cx="47419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79658" y="945798"/>
            <a:ext cx="490573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31909" y="1310981"/>
            <a:ext cx="4153486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39802" y="1310981"/>
            <a:ext cx="334559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5703" y="1596172"/>
            <a:ext cx="471969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89651" y="3150915"/>
            <a:ext cx="895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622276" y="3150691"/>
            <a:ext cx="1631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66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61461" y="1697039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61461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49464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37468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025472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313475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601479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61461" y="97703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61461" y="1697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61461" y="15530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61461" y="140903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61461" y="126503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61461" y="11210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61461" y="9770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161461" y="977030"/>
            <a:ext cx="576007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37468" y="977030"/>
            <a:ext cx="576007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025472" y="977030"/>
            <a:ext cx="576007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1155700" y="1409700"/>
            <a:ext cx="1447800" cy="292100"/>
          </a:xfrm>
          <a:custGeom>
            <a:avLst/>
            <a:gdLst/>
            <a:ahLst/>
            <a:cxnLst/>
            <a:rect l="l" t="t" r="r" b="b"/>
            <a:pathLst>
              <a:path w="114" h="23">
                <a:moveTo>
                  <a:pt x="0" y="23"/>
                </a:moveTo>
                <a:lnTo>
                  <a:pt x="19" y="0"/>
                </a:lnTo>
                <a:lnTo>
                  <a:pt x="73" y="0"/>
                </a:lnTo>
                <a:lnTo>
                  <a:pt x="87" y="17"/>
                </a:lnTo>
                <a:lnTo>
                  <a:pt x="114" y="17"/>
                </a:lnTo>
                <a:lnTo>
                  <a:pt x="114" y="2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161461" y="1625038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61461" y="1409036"/>
            <a:ext cx="92161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089656" y="1612442"/>
            <a:ext cx="1021702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582557" y="-22642039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6582557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6870561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7158565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446566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734570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022574" y="-2267084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6582557" y="-2336204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6582557" y="-2264203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6582557" y="-2278604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6582557" y="-2293004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6582557" y="-2307404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6582557" y="-2321804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6582557" y="-2336204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6582557" y="-23362048"/>
            <a:ext cx="57600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6870561" y="-23362048"/>
            <a:ext cx="576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7446566" y="-23362048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26581100" y="-22936200"/>
            <a:ext cx="1447800" cy="292100"/>
          </a:xfrm>
          <a:custGeom>
            <a:avLst/>
            <a:gdLst/>
            <a:ahLst/>
            <a:cxnLst/>
            <a:rect l="l" t="t" r="r" b="b"/>
            <a:pathLst>
              <a:path w="114" h="23">
                <a:moveTo>
                  <a:pt x="0" y="23"/>
                </a:moveTo>
                <a:lnTo>
                  <a:pt x="0" y="17"/>
                </a:lnTo>
                <a:lnTo>
                  <a:pt x="27" y="17"/>
                </a:lnTo>
                <a:lnTo>
                  <a:pt x="41" y="0"/>
                </a:lnTo>
                <a:lnTo>
                  <a:pt x="95" y="0"/>
                </a:lnTo>
                <a:lnTo>
                  <a:pt x="114" y="2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6582557" y="-22714039"/>
            <a:ext cx="34560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6582557" y="-22930043"/>
            <a:ext cx="120961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9567652" y="-22726636"/>
            <a:ext cx="86635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-7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7999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9993" y="5433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59994" y="781176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18707" y="1714083"/>
            <a:ext cx="46666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06632" y="1714083"/>
            <a:ext cx="43787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96771" y="1714083"/>
            <a:ext cx="40886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83232" y="1714083"/>
            <a:ext cx="38021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70628" y="1714083"/>
            <a:ext cx="35147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38588" y="1714083"/>
            <a:ext cx="32468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33235" y="1865975"/>
            <a:ext cx="405216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Brake,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8845" y="1658548"/>
            <a:ext cx="47665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7908" y="1514551"/>
            <a:ext cx="47574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0011" y="1370553"/>
            <a:ext cx="47553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26130" y="1226352"/>
            <a:ext cx="47592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27339" y="1082344"/>
            <a:ext cx="47580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43452" y="938550"/>
            <a:ext cx="47419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79658" y="945798"/>
            <a:ext cx="490573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31909" y="1310981"/>
            <a:ext cx="4153486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39802" y="1310981"/>
            <a:ext cx="334559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5703" y="1596172"/>
            <a:ext cx="471969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31071" y="992511"/>
            <a:ext cx="18543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960941" y="1558646"/>
            <a:ext cx="18244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89656" y="1165022"/>
            <a:ext cx="16957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(95)(0)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13557" y="1323176"/>
            <a:ext cx="16718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+ (96 + 97 + 98)(0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3557" y="1481341"/>
            <a:ext cx="16718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+ (99 + 100)(0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167329" y="1634465"/>
            <a:ext cx="16180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 + 3(0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4) + 2(0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60941" y="1794523"/>
            <a:ext cx="18244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97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36%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89658" y="3150915"/>
            <a:ext cx="895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22283" y="3150691"/>
            <a:ext cx="163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66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61461" y="1697039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61461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49464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37468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025472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313475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601479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61461" y="97703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61461" y="1697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61461" y="15530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61461" y="140903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61461" y="126503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61461" y="11210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61461" y="9770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161461" y="977030"/>
            <a:ext cx="576007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37468" y="977030"/>
            <a:ext cx="576007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025472" y="977030"/>
            <a:ext cx="576007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1155700" y="1409700"/>
            <a:ext cx="1447800" cy="292100"/>
          </a:xfrm>
          <a:custGeom>
            <a:avLst/>
            <a:gdLst/>
            <a:ahLst/>
            <a:cxnLst/>
            <a:rect l="l" t="t" r="r" b="b"/>
            <a:pathLst>
              <a:path w="114" h="23">
                <a:moveTo>
                  <a:pt x="0" y="23"/>
                </a:moveTo>
                <a:lnTo>
                  <a:pt x="19" y="0"/>
                </a:lnTo>
                <a:lnTo>
                  <a:pt x="73" y="0"/>
                </a:lnTo>
                <a:lnTo>
                  <a:pt x="87" y="17"/>
                </a:lnTo>
                <a:lnTo>
                  <a:pt x="114" y="17"/>
                </a:lnTo>
                <a:lnTo>
                  <a:pt x="114" y="2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161461" y="1625038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61461" y="1409036"/>
            <a:ext cx="92161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089656" y="1612442"/>
            <a:ext cx="1021702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82234" y="2758289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182234" y="27294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470237" y="27294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758241" y="27294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046245" y="27294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334248" y="27294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622252" y="27294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182234" y="20382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182234" y="27582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82234" y="26142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82234" y="24702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82234" y="232628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82234" y="218228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82234" y="20382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182234" y="203828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470237" y="2038280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046245" y="2038280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1181100" y="2476500"/>
            <a:ext cx="1435100" cy="279400"/>
          </a:xfrm>
          <a:custGeom>
            <a:avLst/>
            <a:gdLst/>
            <a:ahLst/>
            <a:cxnLst/>
            <a:rect l="l" t="t" r="r" b="b"/>
            <a:pathLst>
              <a:path w="113" h="22">
                <a:moveTo>
                  <a:pt x="0" y="22"/>
                </a:moveTo>
                <a:lnTo>
                  <a:pt x="0" y="17"/>
                </a:lnTo>
                <a:lnTo>
                  <a:pt x="27" y="17"/>
                </a:lnTo>
                <a:lnTo>
                  <a:pt x="41" y="0"/>
                </a:lnTo>
                <a:lnTo>
                  <a:pt x="95" y="0"/>
                </a:lnTo>
                <a:lnTo>
                  <a:pt x="113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182234" y="2686288"/>
            <a:ext cx="34560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182234" y="2470285"/>
            <a:ext cx="1209614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9567652" y="-22726636"/>
            <a:ext cx="866357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-7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7999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9993" y="5433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59994" y="781176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18707" y="1714083"/>
            <a:ext cx="46666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06632" y="1714083"/>
            <a:ext cx="43787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96771" y="1714083"/>
            <a:ext cx="40886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83232" y="1714083"/>
            <a:ext cx="38021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70628" y="1714083"/>
            <a:ext cx="35147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38588" y="1714083"/>
            <a:ext cx="32468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33235" y="1865975"/>
            <a:ext cx="405216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Brake,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8845" y="1658548"/>
            <a:ext cx="47665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7908" y="1514551"/>
            <a:ext cx="47574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0011" y="1370553"/>
            <a:ext cx="47553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26130" y="1226352"/>
            <a:ext cx="47592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27339" y="1082344"/>
            <a:ext cx="47580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43452" y="938550"/>
            <a:ext cx="47419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79658" y="945798"/>
            <a:ext cx="490573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31909" y="1310981"/>
            <a:ext cx="4153486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39802" y="1310981"/>
            <a:ext cx="334559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5703" y="1596172"/>
            <a:ext cx="471969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31071" y="992511"/>
            <a:ext cx="18543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960941" y="1558646"/>
            <a:ext cx="18244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89656" y="1165022"/>
            <a:ext cx="16957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(95)(0)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13557" y="1323176"/>
            <a:ext cx="16718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+ (96 + 97 + 98)(0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3557" y="1481341"/>
            <a:ext cx="16718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+ (99 + 100)(0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167329" y="1634465"/>
            <a:ext cx="16180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 + 3(0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4) + 2(0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60941" y="1794523"/>
            <a:ext cx="18244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97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36%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57169" y="2775332"/>
            <a:ext cx="46282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57478" y="2775332"/>
            <a:ext cx="43279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737702" y="2775332"/>
            <a:ext cx="4047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25179" y="2775332"/>
            <a:ext cx="37602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313255" y="2775332"/>
            <a:ext cx="347214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600895" y="2775332"/>
            <a:ext cx="31845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717849" y="2927235"/>
            <a:ext cx="40675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Throttle,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39608" y="2719798"/>
            <a:ext cx="474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48681" y="2575800"/>
            <a:ext cx="47367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50784" y="2431802"/>
            <a:ext cx="473461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46893" y="2287602"/>
            <a:ext cx="47385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8112" y="2143604"/>
            <a:ext cx="4737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64226" y="1999799"/>
            <a:ext cx="472117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00431" y="2007047"/>
            <a:ext cx="488496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85510" y="2371204"/>
            <a:ext cx="4499885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12321" y="2366764"/>
            <a:ext cx="387307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86476" y="2657421"/>
            <a:ext cx="469891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89658" y="3150915"/>
            <a:ext cx="8957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22283" y="3150691"/>
            <a:ext cx="163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66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61461" y="1697039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61461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49464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37468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025472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313475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601479" y="16682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61461" y="97703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61461" y="16970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61461" y="15530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61461" y="140903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61461" y="126503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61461" y="11210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61461" y="9770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161461" y="977030"/>
            <a:ext cx="576007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737468" y="977030"/>
            <a:ext cx="576007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025472" y="977030"/>
            <a:ext cx="576007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1155700" y="1409700"/>
            <a:ext cx="1447800" cy="292100"/>
          </a:xfrm>
          <a:custGeom>
            <a:avLst/>
            <a:gdLst/>
            <a:ahLst/>
            <a:cxnLst/>
            <a:rect l="l" t="t" r="r" b="b"/>
            <a:pathLst>
              <a:path w="114" h="23">
                <a:moveTo>
                  <a:pt x="0" y="23"/>
                </a:moveTo>
                <a:lnTo>
                  <a:pt x="19" y="0"/>
                </a:lnTo>
                <a:lnTo>
                  <a:pt x="73" y="0"/>
                </a:lnTo>
                <a:lnTo>
                  <a:pt x="87" y="17"/>
                </a:lnTo>
                <a:lnTo>
                  <a:pt x="114" y="17"/>
                </a:lnTo>
                <a:lnTo>
                  <a:pt x="114" y="2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161461" y="1625038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61461" y="1409036"/>
            <a:ext cx="921610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089656" y="1612442"/>
            <a:ext cx="1021702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82234" y="2758289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182234" y="27294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470237" y="27294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758241" y="27294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046245" y="27294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334248" y="27294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622252" y="272948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182234" y="20382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182234" y="275828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82234" y="26142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82234" y="24702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82234" y="232628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82234" y="218228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182234" y="20382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182234" y="2038280"/>
            <a:ext cx="576007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470237" y="2038280"/>
            <a:ext cx="576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046245" y="2038280"/>
            <a:ext cx="576007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1181100" y="2476500"/>
            <a:ext cx="1435100" cy="279400"/>
          </a:xfrm>
          <a:custGeom>
            <a:avLst/>
            <a:gdLst/>
            <a:ahLst/>
            <a:cxnLst/>
            <a:rect l="l" t="t" r="r" b="b"/>
            <a:pathLst>
              <a:path w="113" h="22">
                <a:moveTo>
                  <a:pt x="0" y="22"/>
                </a:moveTo>
                <a:lnTo>
                  <a:pt x="0" y="17"/>
                </a:lnTo>
                <a:lnTo>
                  <a:pt x="27" y="17"/>
                </a:lnTo>
                <a:lnTo>
                  <a:pt x="41" y="0"/>
                </a:lnTo>
                <a:lnTo>
                  <a:pt x="95" y="0"/>
                </a:lnTo>
                <a:lnTo>
                  <a:pt x="113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1182234" y="2686288"/>
            <a:ext cx="345603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182234" y="2470285"/>
            <a:ext cx="1209614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167328" y="2673692"/>
            <a:ext cx="866356" cy="0"/>
          </a:xfrm>
          <a:prstGeom prst="line">
            <a:avLst/>
          </a:prstGeom>
          <a:ln w="4559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9993" y="5433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59994" y="781176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Aggregation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18707" y="1714083"/>
            <a:ext cx="46666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06632" y="1714083"/>
            <a:ext cx="43787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96771" y="1714083"/>
            <a:ext cx="408862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83232" y="1714083"/>
            <a:ext cx="38021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270628" y="1714083"/>
            <a:ext cx="35147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38588" y="1714083"/>
            <a:ext cx="32468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733235" y="1865975"/>
            <a:ext cx="405216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Brake,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8845" y="1658548"/>
            <a:ext cx="47665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7908" y="1514551"/>
            <a:ext cx="47574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0011" y="1370553"/>
            <a:ext cx="47553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26130" y="1226352"/>
            <a:ext cx="47592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27339" y="1082344"/>
            <a:ext cx="47580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43452" y="938550"/>
            <a:ext cx="47419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79658" y="945798"/>
            <a:ext cx="490573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31909" y="1310981"/>
            <a:ext cx="4153486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39802" y="1310981"/>
            <a:ext cx="334559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Full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5703" y="1596172"/>
            <a:ext cx="471969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931071" y="992511"/>
            <a:ext cx="185432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brake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960941" y="1558646"/>
            <a:ext cx="18244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089656" y="1165022"/>
            <a:ext cx="16957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(95)(0)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13557" y="1323176"/>
            <a:ext cx="16718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+ (96 + 97 + 98)(0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3557" y="1481341"/>
            <a:ext cx="16718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+ (99 + 100)(0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167329" y="1634465"/>
            <a:ext cx="161806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0 + 3(0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4) + 2(0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60941" y="1794523"/>
            <a:ext cx="18244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97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36%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57169" y="2775332"/>
            <a:ext cx="462822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57478" y="2775332"/>
            <a:ext cx="432791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737702" y="2775332"/>
            <a:ext cx="40476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25179" y="2775332"/>
            <a:ext cx="37602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313255" y="2775332"/>
            <a:ext cx="347214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600895" y="2775332"/>
            <a:ext cx="31845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717849" y="2927235"/>
            <a:ext cx="406754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Throttle,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39608" y="2719798"/>
            <a:ext cx="474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48681" y="2575800"/>
            <a:ext cx="47367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50784" y="2431802"/>
            <a:ext cx="473461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46893" y="2287602"/>
            <a:ext cx="47385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8112" y="2143604"/>
            <a:ext cx="473728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64226" y="1999799"/>
            <a:ext cx="472117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00431" y="2007047"/>
            <a:ext cx="488496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85510" y="2371204"/>
            <a:ext cx="4499885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No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12321" y="2366764"/>
            <a:ext cx="387307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478" b="0">
                <a:solidFill>
                  <a:srgbClr val="000000"/>
                </a:solidFill>
                <a:latin typeface="Josefin Sans"/>
              </a:rPr>
              <a:t> </a:t>
            </a:r>
            <a:r>
              <a:rPr sz="478" b="0">
                <a:solidFill>
                  <a:srgbClr val="000000"/>
                </a:solidFill>
                <a:latin typeface="Josefin Sans"/>
              </a:rPr>
              <a:t>slight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86476" y="2657421"/>
            <a:ext cx="469891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008744" y="2053773"/>
            <a:ext cx="17766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throttle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038627" y="2619896"/>
            <a:ext cx="17467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170313" y="2226272"/>
            <a:ext cx="16150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(0 + 1)(0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194214" y="2384425"/>
            <a:ext cx="15911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+ (2 + 3 + 4)(0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194213" y="2542591"/>
            <a:ext cx="15911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+ (5)(0)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67328" y="2695715"/>
            <a:ext cx="16180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2(0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1) + 3(0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4) + 0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038626" y="2855773"/>
            <a:ext cx="17467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= 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.</a:t>
            </a:r>
            <a:r>
              <a:rPr sz="797" b="0">
                <a:solidFill>
                  <a:srgbClr val="000000"/>
                </a:solidFill>
                <a:latin typeface="Cambria Math"/>
              </a:rPr>
              <a:t>64%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22290" y="3150693"/>
            <a:ext cx="1631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66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38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38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645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tune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9665" y="3150914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6316" y="3150690"/>
            <a:ext cx="159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38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38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645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tune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404" y="1148527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designed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requirements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41701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specified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problem.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9665" y="3150914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6316" y="3150690"/>
            <a:ext cx="159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645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tune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404" y="1148527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designed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requirements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41701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specified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problem.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4" y="1528104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carried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several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situations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721278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provided.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89665" y="3150917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6316" y="3150693"/>
            <a:ext cx="159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38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38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645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tune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404" y="1148527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designed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requirements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41701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specified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problem.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4" y="1528104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carried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several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situations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721278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provided.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4" y="1907683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method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surface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plots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2100857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achieved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appropriate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tools.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9665" y="3150914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6316" y="3150690"/>
            <a:ext cx="1590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7645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tune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404" y="1148527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designed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meets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requirements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4" y="1341701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specified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problem.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4" y="1528104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carried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several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situations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721278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provided.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4" y="1907683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Another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method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evaluation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generate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surface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plots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2100857"/>
            <a:ext cx="51483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achieved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appropriate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tools.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9404" y="2287260"/>
            <a:ext cx="531599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tuning?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89662" y="3150917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6313" y="3150693"/>
            <a:ext cx="1590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170437" y="-23609532"/>
            <a:ext cx="958655" cy="1860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6844640" y="-23419844"/>
            <a:ext cx="958655" cy="1860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26616583" y="-23609532"/>
            <a:ext cx="553854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26936132" y="-23547509"/>
            <a:ext cx="553858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27255685" y="-23485487"/>
            <a:ext cx="553854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7575237" y="-23423464"/>
            <a:ext cx="553855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7170437" y="-23609532"/>
            <a:ext cx="26507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6844640" y="-23419844"/>
            <a:ext cx="26507" cy="514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28102585" y="-23428610"/>
            <a:ext cx="26507" cy="514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27776788" y="-23238924"/>
            <a:ext cx="26507" cy="514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7147102" y="-23609532"/>
            <a:ext cx="23335" cy="1358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7466655" y="-23547509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7786204" y="-23485487"/>
            <a:ext cx="23335" cy="1358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8105757" y="-23423464"/>
            <a:ext cx="23335" cy="1358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6616583" y="-23300650"/>
            <a:ext cx="23335" cy="1358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6936132" y="-23238629"/>
            <a:ext cx="23335" cy="1358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7255685" y="-23176607"/>
            <a:ext cx="23335" cy="1358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7575237" y="-23114584"/>
            <a:ext cx="23335" cy="1358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6616583" y="-23609532"/>
            <a:ext cx="553854" cy="3224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27575237" y="-23423464"/>
            <a:ext cx="553855" cy="3224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170437" y="-23609532"/>
            <a:ext cx="958655" cy="1860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616583" y="-23287065"/>
            <a:ext cx="958654" cy="1860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170437" y="-24255142"/>
            <a:ext cx="26507" cy="51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6844640" y="-24065456"/>
            <a:ext cx="26507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27147102" y="-24255142"/>
            <a:ext cx="23335" cy="1358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27466655" y="-24193121"/>
            <a:ext cx="23335" cy="1358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27786204" y="-24131099"/>
            <a:ext cx="23335" cy="1358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8105757" y="-24069076"/>
            <a:ext cx="23335" cy="1358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6616583" y="-24255142"/>
            <a:ext cx="553854" cy="3224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7170437" y="-24255142"/>
            <a:ext cx="958655" cy="1860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7170437" y="-24255142"/>
            <a:ext cx="0" cy="64561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7489990" y="-24193121"/>
            <a:ext cx="0" cy="645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7809539" y="-24131099"/>
            <a:ext cx="0" cy="645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129092" y="-24069076"/>
            <a:ext cx="0" cy="645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7170437" y="-23636530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7489990" y="-23574508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7809539" y="-23512485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8129092" y="-23450464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7170437" y="-24255142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7489990" y="-24193121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7809539" y="-24131099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8129092" y="-24069076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7170437" y="-23893008"/>
            <a:ext cx="958655" cy="1860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7170437" y="-24203407"/>
            <a:ext cx="958655" cy="1860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7170437" y="-23893008"/>
            <a:ext cx="26507" cy="514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7170437" y="-24203407"/>
            <a:ext cx="26507" cy="514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 flipV="1">
            <a:off x="28102585" y="-23712085"/>
            <a:ext cx="26507" cy="514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 flipV="1">
            <a:off x="28102585" y="-24022487"/>
            <a:ext cx="26507" cy="514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7170437" y="-24255142"/>
            <a:ext cx="0" cy="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8129092" y="-24069076"/>
            <a:ext cx="0" cy="6456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6616583" y="-23314063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6936132" y="-23252041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7255685" y="-23190020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7575237" y="-23127997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6616583" y="-23570541"/>
            <a:ext cx="26507" cy="514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6616583" y="-23880942"/>
            <a:ext cx="26507" cy="514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6616583" y="-23932675"/>
            <a:ext cx="0" cy="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7170437" y="-24255142"/>
            <a:ext cx="0" cy="64561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6844640" y="-24065456"/>
            <a:ext cx="0" cy="645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7170437" y="-23636530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6844640" y="-23446844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7170437" y="-24255142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6844640" y="-24065456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26616583" y="-23893008"/>
            <a:ext cx="553854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26616583" y="-24203407"/>
            <a:ext cx="553854" cy="3224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27147102" y="-23893008"/>
            <a:ext cx="23335" cy="1358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27147102" y="-24203407"/>
            <a:ext cx="23335" cy="1358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6616583" y="-23584127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6616583" y="-23894527"/>
            <a:ext cx="23335" cy="1358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8129092" y="-23450464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7803295" y="-23260777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28105757" y="-23706942"/>
            <a:ext cx="23335" cy="1358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28105757" y="-24017341"/>
            <a:ext cx="23335" cy="1358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7152600" y="-24206200"/>
            <a:ext cx="50800" cy="317500"/>
          </a:xfrm>
          <a:custGeom>
            <a:avLst/>
            <a:gdLst/>
            <a:ahLst/>
            <a:cxnLst/>
            <a:rect l="l" t="t" r="r" b="b"/>
            <a:pathLst>
              <a:path w="4" h="25">
                <a:moveTo>
                  <a:pt x="1" y="0"/>
                </a:moveTo>
                <a:lnTo>
                  <a:pt x="4" y="25"/>
                </a:lnTo>
                <a:lnTo>
                  <a:pt x="3" y="1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6400"/>
          </a:solidFill>
          <a:ln w="3175">
            <a:solidFill>
              <a:srgbClr val="CC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190700" y="-240157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0"/>
                </a:moveTo>
                <a:lnTo>
                  <a:pt x="4" y="11"/>
                </a:lnTo>
                <a:lnTo>
                  <a:pt x="2" y="12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76FF89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2161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2542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2796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3177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3558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3812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4193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4447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4828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75209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75463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75844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76098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76479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76860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77114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77495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77749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78130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78511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78765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279146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279400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27978100" y="-2373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280162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280416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280797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27127200" y="-24193500"/>
            <a:ext cx="63500" cy="330200"/>
          </a:xfrm>
          <a:custGeom>
            <a:avLst/>
            <a:gdLst/>
            <a:ahLst/>
            <a:cxnLst/>
            <a:rect l="l" t="t" r="r" b="b"/>
            <a:pathLst>
              <a:path w="5" h="26">
                <a:moveTo>
                  <a:pt x="2" y="0"/>
                </a:moveTo>
                <a:lnTo>
                  <a:pt x="5" y="14"/>
                </a:lnTo>
                <a:lnTo>
                  <a:pt x="3" y="2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6400"/>
          </a:solidFill>
          <a:ln w="3175">
            <a:solidFill>
              <a:srgbClr val="CC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27165300" y="-240157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2" y="0"/>
                </a:moveTo>
                <a:lnTo>
                  <a:pt x="4" y="12"/>
                </a:lnTo>
                <a:lnTo>
                  <a:pt x="3" y="12"/>
                </a:lnTo>
                <a:lnTo>
                  <a:pt x="0" y="12"/>
                </a:lnTo>
                <a:lnTo>
                  <a:pt x="2" y="0"/>
                </a:lnTo>
                <a:close/>
              </a:path>
            </a:pathLst>
          </a:custGeom>
          <a:solidFill>
            <a:srgbClr val="76FF89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272034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272288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272669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27292300" y="-23850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273304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273685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273939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274320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27457400" y="-23812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274955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275336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275590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275971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27622500" y="-23787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276606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276987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277241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277622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27787600" y="-23749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278257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278638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27889200" y="-2373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279273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27952700" y="-23723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279908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280289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280543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27114500" y="-24180800"/>
            <a:ext cx="50800" cy="330200"/>
          </a:xfrm>
          <a:custGeom>
            <a:avLst/>
            <a:gdLst/>
            <a:ahLst/>
            <a:cxnLst/>
            <a:rect l="l" t="t" r="r" b="b"/>
            <a:pathLst>
              <a:path w="4" h="26">
                <a:moveTo>
                  <a:pt x="1" y="0"/>
                </a:moveTo>
                <a:lnTo>
                  <a:pt x="4" y="25"/>
                </a:lnTo>
                <a:lnTo>
                  <a:pt x="2" y="26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A600"/>
          </a:solidFill>
          <a:ln w="3175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27139900" y="-23863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71780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72161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72415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72796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73177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273431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273812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74066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74447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74828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75082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75463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7571700" y="-23787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1"/>
                </a:lnTo>
                <a:lnTo>
                  <a:pt x="3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1FFFE0"/>
          </a:solidFill>
          <a:ln w="3175">
            <a:solidFill>
              <a:srgbClr val="19CC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27609800" y="-237744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0"/>
                </a:lnTo>
                <a:lnTo>
                  <a:pt x="3" y="7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27647900" y="-237744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1"/>
                </a:lnTo>
                <a:lnTo>
                  <a:pt x="2" y="7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27673300" y="-237617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2" y="0"/>
                </a:moveTo>
                <a:lnTo>
                  <a:pt x="4" y="1"/>
                </a:lnTo>
                <a:lnTo>
                  <a:pt x="3" y="7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27711400" y="-23749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0"/>
                </a:lnTo>
                <a:lnTo>
                  <a:pt x="2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27736800" y="-23749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2" y="0"/>
                </a:moveTo>
                <a:lnTo>
                  <a:pt x="4" y="1"/>
                </a:lnTo>
                <a:lnTo>
                  <a:pt x="3" y="7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27774900" y="-23736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0"/>
                </a:lnTo>
                <a:lnTo>
                  <a:pt x="3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27813000" y="-23736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1"/>
                </a:lnTo>
                <a:lnTo>
                  <a:pt x="2" y="7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27838400" y="-23723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0"/>
                </a:moveTo>
                <a:lnTo>
                  <a:pt x="4" y="0"/>
                </a:lnTo>
                <a:lnTo>
                  <a:pt x="3" y="6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27876500" y="-23723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1"/>
                </a:lnTo>
                <a:lnTo>
                  <a:pt x="2" y="7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27901900" y="-23710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0"/>
                </a:moveTo>
                <a:lnTo>
                  <a:pt x="4" y="0"/>
                </a:lnTo>
                <a:lnTo>
                  <a:pt x="3" y="6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27940000" y="-23710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1"/>
                </a:lnTo>
                <a:lnTo>
                  <a:pt x="3" y="7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27978100" y="-23698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0"/>
                </a:lnTo>
                <a:lnTo>
                  <a:pt x="2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28003500" y="-236982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2" y="0"/>
                </a:moveTo>
                <a:lnTo>
                  <a:pt x="4" y="1"/>
                </a:lnTo>
                <a:lnTo>
                  <a:pt x="3" y="9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E5FF"/>
          </a:solidFill>
          <a:ln w="3175">
            <a:solidFill>
              <a:srgbClr val="00B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28041600" y="-236855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0"/>
                </a:moveTo>
                <a:lnTo>
                  <a:pt x="4" y="0"/>
                </a:lnTo>
                <a:lnTo>
                  <a:pt x="2" y="16"/>
                </a:lnTo>
                <a:lnTo>
                  <a:pt x="0" y="8"/>
                </a:lnTo>
                <a:lnTo>
                  <a:pt x="1" y="0"/>
                </a:lnTo>
                <a:close/>
              </a:path>
            </a:pathLst>
          </a:custGeom>
          <a:solidFill>
            <a:srgbClr val="00AAFF"/>
          </a:solidFill>
          <a:ln w="3175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27089100" y="-24168100"/>
            <a:ext cx="50800" cy="330200"/>
          </a:xfrm>
          <a:custGeom>
            <a:avLst/>
            <a:gdLst/>
            <a:ahLst/>
            <a:cxnLst/>
            <a:rect l="l" t="t" r="r" b="b"/>
            <a:pathLst>
              <a:path w="4" h="26">
                <a:moveTo>
                  <a:pt x="2" y="0"/>
                </a:moveTo>
                <a:lnTo>
                  <a:pt x="4" y="25"/>
                </a:lnTo>
                <a:lnTo>
                  <a:pt x="3" y="26"/>
                </a:lnTo>
                <a:lnTo>
                  <a:pt x="0" y="25"/>
                </a:lnTo>
                <a:lnTo>
                  <a:pt x="2" y="0"/>
                </a:lnTo>
                <a:close/>
              </a:path>
            </a:pathLst>
          </a:custGeom>
          <a:solidFill>
            <a:srgbClr val="C6FF39"/>
          </a:solidFill>
          <a:ln w="3175">
            <a:solidFill>
              <a:srgbClr val="9FC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271272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271653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271907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272288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27254200" y="-23825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72923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73304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73558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73939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7419300" y="-23799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74574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74955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75209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7559000" y="-23774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3FFEC"/>
          </a:solidFill>
          <a:ln w="3175">
            <a:solidFill>
              <a:srgbClr val="10CC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7584400" y="-23723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D4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76225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B0FF"/>
          </a:solidFill>
          <a:ln w="3175">
            <a:solidFill>
              <a:srgbClr val="008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76606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76860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77241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7749500" y="-23660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0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77876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278257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278511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278892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27914600" y="-23634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27952700" y="-23622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27990800" y="-23622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3"/>
                </a:lnTo>
                <a:lnTo>
                  <a:pt x="2" y="7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70FF"/>
          </a:solidFill>
          <a:ln w="3175">
            <a:solidFill>
              <a:srgbClr val="005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28016200" y="-235839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2" y="0"/>
                </a:moveTo>
                <a:lnTo>
                  <a:pt x="4" y="8"/>
                </a:lnTo>
                <a:lnTo>
                  <a:pt x="3" y="10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06FF"/>
          </a:solidFill>
          <a:ln w="3175">
            <a:solidFill>
              <a:srgbClr val="000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270764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27101800" y="-23837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271399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271780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272034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272415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272796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273050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273431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73685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74066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74447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74701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75082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7533600" y="-2376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1FFDE"/>
          </a:solidFill>
          <a:ln w="3175">
            <a:solidFill>
              <a:srgbClr val="1AC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7571700" y="-2372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EBFF"/>
          </a:solidFill>
          <a:ln w="3175">
            <a:solidFill>
              <a:srgbClr val="00B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76098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B9FF"/>
          </a:solidFill>
          <a:ln w="3175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76352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76733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276987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277368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277749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278003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278384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D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27863800" y="-2362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5FF"/>
          </a:solidFill>
          <a:ln w="3175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27901900" y="-23609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1"/>
                </a:lnTo>
                <a:lnTo>
                  <a:pt x="3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85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27940000" y="-23596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2"/>
                </a:lnTo>
                <a:lnTo>
                  <a:pt x="2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65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27965400" y="-23571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0"/>
                </a:moveTo>
                <a:lnTo>
                  <a:pt x="4" y="3"/>
                </a:lnTo>
                <a:lnTo>
                  <a:pt x="3" y="6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28003500" y="-23533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6"/>
                </a:lnTo>
                <a:lnTo>
                  <a:pt x="2" y="7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00DE"/>
          </a:solidFill>
          <a:ln w="3175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270510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270891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271272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271526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271907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27216100" y="-23799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272542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272923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273177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273558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27381200" y="-23774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274193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274574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274828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27520900" y="-2374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6FFD9"/>
          </a:solidFill>
          <a:ln w="3175">
            <a:solidFill>
              <a:srgbClr val="1EC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27546300" y="-23723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275844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CAFF"/>
          </a:solidFill>
          <a:ln w="3175">
            <a:solidFill>
              <a:srgbClr val="00A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276225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A8FF"/>
          </a:solidFill>
          <a:ln w="3175">
            <a:solidFill>
              <a:srgbClr val="008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276479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9FF"/>
          </a:solidFill>
          <a:ln w="3175">
            <a:solidFill>
              <a:srgbClr val="007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276860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6FF"/>
          </a:solidFill>
          <a:ln w="3175">
            <a:solidFill>
              <a:srgbClr val="007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27711400" y="-23622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6FF"/>
          </a:solidFill>
          <a:ln w="3175">
            <a:solidFill>
              <a:srgbClr val="007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277495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277876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27813000" y="-23609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87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27851100" y="-23596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27876500" y="-23583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2" y="0"/>
                </a:moveTo>
                <a:lnTo>
                  <a:pt x="5" y="2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5FFF"/>
          </a:solidFill>
          <a:ln w="3175">
            <a:solidFill>
              <a:srgbClr val="004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27914600" y="-23558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3DFF"/>
          </a:solidFill>
          <a:ln w="3175">
            <a:solidFill>
              <a:srgbClr val="003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27952700" y="-23533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3"/>
                </a:lnTo>
                <a:lnTo>
                  <a:pt x="2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DFF"/>
          </a:solidFill>
          <a:ln w="3175">
            <a:solidFill>
              <a:srgbClr val="000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27978100" y="-23495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0"/>
                </a:moveTo>
                <a:lnTo>
                  <a:pt x="4" y="4"/>
                </a:lnTo>
                <a:lnTo>
                  <a:pt x="3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C6"/>
          </a:solidFill>
          <a:ln w="3175">
            <a:solidFill>
              <a:srgbClr val="0000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27038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27063700" y="-23825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271018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271399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271653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272034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27228800" y="-23787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272669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273050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273304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273685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274066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274320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274701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27495500" y="-2373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8FFD7"/>
          </a:solidFill>
          <a:ln w="3175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27533600" y="-2371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3FFFC"/>
          </a:solidFill>
          <a:ln w="3175">
            <a:solidFill>
              <a:srgbClr val="03C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27571700" y="-2368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7FF"/>
          </a:solidFill>
          <a:ln w="3175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27597100" y="-23660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276352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D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276606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276987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CFF"/>
          </a:solidFill>
          <a:ln w="3175">
            <a:solidFill>
              <a:srgbClr val="007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27736800" y="-23609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27762200" y="-23596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27800300" y="-23583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27825700" y="-23571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27863800" y="-23558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3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44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27901900" y="-23533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23FF"/>
          </a:solidFill>
          <a:ln w="3175">
            <a:solidFill>
              <a:srgbClr val="001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27927300" y="-23507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3"/>
                </a:lnTo>
                <a:lnTo>
                  <a:pt x="3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27965400" y="-23469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4"/>
                </a:lnTo>
                <a:lnTo>
                  <a:pt x="2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B6"/>
          </a:solidFill>
          <a:ln w="3175">
            <a:solidFill>
              <a:srgbClr val="000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270129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270510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270891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271145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271526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271780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272161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272542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272796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273177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27343100" y="-23749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273812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274193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27444700" y="-2373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274828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27508200" y="-23710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8FFF7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275463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DE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275844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276098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A2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276479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27673300" y="-23596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277114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277495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277749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27813000" y="-2354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BFF"/>
          </a:solidFill>
          <a:ln w="3175">
            <a:solidFill>
              <a:srgbClr val="003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27838400" y="-23533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27876500" y="-2350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12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27914600" y="-23482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E5"/>
          </a:solidFill>
          <a:ln w="3175">
            <a:solidFill>
              <a:srgbClr val="000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27940000" y="-23444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270002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27025600" y="-23799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270637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271018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271272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271653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27190700" y="-23761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272288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272669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272923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273304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27368500" y="-2373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273939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274320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274574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27495500" y="-2369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7C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27533600" y="-23672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27559000" y="-2364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27597100" y="-2362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276225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276606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276987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277241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277622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5FF"/>
          </a:solidFill>
          <a:ln w="3175">
            <a:solidFill>
              <a:srgbClr val="004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27787600" y="-23533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27825700" y="-2350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A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27863800" y="-2349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9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27889200" y="-23469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27927300" y="-23431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269748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270129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270510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270764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271145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271399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271780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272161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272415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272796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27305000" y="-23723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273431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273812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274066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274447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27470100" y="-236855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8C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27508200" y="-23660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27546300" y="-23634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27571700" y="-23609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276098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27635200" y="-23571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276733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277114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277368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27774900" y="-2352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27800300" y="-23495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29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27838400" y="-2348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9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27876500" y="-23456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27901900" y="-23418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269621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26987500" y="-23774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270256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270637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270891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271272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27152600" y="-23749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271907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27228800" y="-2373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272542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272923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27317700" y="-23710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273558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273939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27419300" y="-2369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27457400" y="-23672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8FFF7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27495500" y="-2364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E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27520900" y="-2362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275590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2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275844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276225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276606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276860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277241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27749500" y="-2350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4AFF"/>
          </a:solidFill>
          <a:ln w="3175">
            <a:solidFill>
              <a:srgbClr val="003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27787600" y="-2349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27825700" y="-2346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11FF"/>
          </a:solidFill>
          <a:ln w="3175">
            <a:solidFill>
              <a:srgbClr val="000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27851100" y="-2344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E4"/>
          </a:solidFill>
          <a:ln w="3175">
            <a:solidFill>
              <a:srgbClr val="000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27889200" y="-23406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9"/>
          </a:solidFill>
          <a:ln w="3175">
            <a:solidFill>
              <a:srgbClr val="000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269367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Freeform 428"/>
          <p:cNvSpPr/>
          <p:nvPr/>
        </p:nvSpPr>
        <p:spPr>
          <a:xfrm>
            <a:off x="269748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270129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270383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270764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271018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27139900" y="-2373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271780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272034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272415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272669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273050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273431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273685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27406600" y="-2368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8FFD7"/>
          </a:solidFill>
          <a:ln w="3175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27432000" y="-23660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4FFFB"/>
          </a:solidFill>
          <a:ln w="3175">
            <a:solidFill>
              <a:srgbClr val="03C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27470100" y="-23634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D8FF"/>
          </a:solidFill>
          <a:ln w="3175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27508200" y="-23609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B5FF"/>
          </a:solidFill>
          <a:ln w="3175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275336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DFF"/>
          </a:solidFill>
          <a:ln w="3175">
            <a:solidFill>
              <a:srgbClr val="007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275717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27597100" y="-23545800"/>
            <a:ext cx="63500" cy="0"/>
          </a:xfrm>
          <a:custGeom>
            <a:avLst/>
            <a:gdLst/>
            <a:ahLst/>
            <a:cxnLst/>
            <a:rect l="l" t="t" r="r" b="b"/>
            <a:pathLst>
              <a:path w="5" h="0">
                <a:moveTo>
                  <a:pt x="2" y="0"/>
                </a:moveTo>
                <a:lnTo>
                  <a:pt x="5" y="0"/>
                </a:lnTo>
                <a:lnTo>
                  <a:pt x="3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276352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84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276733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A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276987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6C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27736800" y="-2350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27762200" y="-23482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1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27800300" y="-2346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22FF"/>
          </a:solidFill>
          <a:ln w="3175">
            <a:solidFill>
              <a:srgbClr val="001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27838400" y="-2343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F3"/>
          </a:solidFill>
          <a:ln w="3175">
            <a:solidFill>
              <a:srgbClr val="000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27863800" y="-23406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269240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26949400" y="-23749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269875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270256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27051000" y="-2373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270891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27114500" y="-23723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271526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271907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272161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272542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27279600" y="-23685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273177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273558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27381200" y="-23672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6FFD9"/>
          </a:solidFill>
          <a:ln w="3175">
            <a:solidFill>
              <a:srgbClr val="1EC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27419300" y="-23647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3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27457400" y="-23622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CBFF"/>
          </a:solidFill>
          <a:ln w="3175">
            <a:solidFill>
              <a:srgbClr val="00A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27482800" y="-23583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9FF"/>
          </a:solidFill>
          <a:ln w="3175">
            <a:solidFill>
              <a:srgbClr val="008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275209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99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275463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6FF"/>
          </a:solidFill>
          <a:ln w="3175">
            <a:solidFill>
              <a:srgbClr val="007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275844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6FF"/>
          </a:solidFill>
          <a:ln w="3175">
            <a:solidFill>
              <a:srgbClr val="007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276225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3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276479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276860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5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27711400" y="-2350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27749500" y="-2349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27787600" y="-2346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3BFF"/>
          </a:solidFill>
          <a:ln w="3175">
            <a:solidFill>
              <a:srgbClr val="002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27813000" y="-2344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27851100" y="-23406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2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268986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269367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269748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Freeform 488"/>
          <p:cNvSpPr/>
          <p:nvPr/>
        </p:nvSpPr>
        <p:spPr>
          <a:xfrm>
            <a:off x="270002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Freeform 489"/>
          <p:cNvSpPr/>
          <p:nvPr/>
        </p:nvSpPr>
        <p:spPr>
          <a:xfrm>
            <a:off x="270383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Freeform 490"/>
          <p:cNvSpPr/>
          <p:nvPr/>
        </p:nvSpPr>
        <p:spPr>
          <a:xfrm>
            <a:off x="270637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Freeform 491"/>
          <p:cNvSpPr/>
          <p:nvPr/>
        </p:nvSpPr>
        <p:spPr>
          <a:xfrm>
            <a:off x="271018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Freeform 492"/>
          <p:cNvSpPr/>
          <p:nvPr/>
        </p:nvSpPr>
        <p:spPr>
          <a:xfrm>
            <a:off x="271399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Freeform 493"/>
          <p:cNvSpPr/>
          <p:nvPr/>
        </p:nvSpPr>
        <p:spPr>
          <a:xfrm>
            <a:off x="271653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Freeform 494"/>
          <p:cNvSpPr/>
          <p:nvPr/>
        </p:nvSpPr>
        <p:spPr>
          <a:xfrm>
            <a:off x="272034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Freeform 495"/>
          <p:cNvSpPr/>
          <p:nvPr/>
        </p:nvSpPr>
        <p:spPr>
          <a:xfrm>
            <a:off x="272288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Freeform 496"/>
          <p:cNvSpPr/>
          <p:nvPr/>
        </p:nvSpPr>
        <p:spPr>
          <a:xfrm>
            <a:off x="272669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Freeform 497"/>
          <p:cNvSpPr/>
          <p:nvPr/>
        </p:nvSpPr>
        <p:spPr>
          <a:xfrm>
            <a:off x="273050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Freeform 498"/>
          <p:cNvSpPr/>
          <p:nvPr/>
        </p:nvSpPr>
        <p:spPr>
          <a:xfrm>
            <a:off x="273304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Freeform 499"/>
          <p:cNvSpPr/>
          <p:nvPr/>
        </p:nvSpPr>
        <p:spPr>
          <a:xfrm>
            <a:off x="27368500" y="-23660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3FFDC"/>
          </a:solidFill>
          <a:ln w="3175">
            <a:solidFill>
              <a:srgbClr val="1CC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Freeform 500"/>
          <p:cNvSpPr/>
          <p:nvPr/>
        </p:nvSpPr>
        <p:spPr>
          <a:xfrm>
            <a:off x="27393900" y="-236347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2" y="0"/>
                </a:moveTo>
                <a:lnTo>
                  <a:pt x="5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Freeform 501"/>
          <p:cNvSpPr/>
          <p:nvPr/>
        </p:nvSpPr>
        <p:spPr>
          <a:xfrm>
            <a:off x="27432000" y="-23596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Freeform 502"/>
          <p:cNvSpPr/>
          <p:nvPr/>
        </p:nvSpPr>
        <p:spPr>
          <a:xfrm>
            <a:off x="274701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A1FF"/>
          </a:solidFill>
          <a:ln w="3175">
            <a:solidFill>
              <a:srgbClr val="008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Freeform 503"/>
          <p:cNvSpPr/>
          <p:nvPr/>
        </p:nvSpPr>
        <p:spPr>
          <a:xfrm>
            <a:off x="274955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Freeform 504"/>
          <p:cNvSpPr/>
          <p:nvPr/>
        </p:nvSpPr>
        <p:spPr>
          <a:xfrm>
            <a:off x="275336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Freeform 505"/>
          <p:cNvSpPr/>
          <p:nvPr/>
        </p:nvSpPr>
        <p:spPr>
          <a:xfrm>
            <a:off x="27559000" y="-23533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Freeform 506"/>
          <p:cNvSpPr/>
          <p:nvPr/>
        </p:nvSpPr>
        <p:spPr>
          <a:xfrm>
            <a:off x="275971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Freeform 507"/>
          <p:cNvSpPr/>
          <p:nvPr/>
        </p:nvSpPr>
        <p:spPr>
          <a:xfrm>
            <a:off x="276352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Freeform 508"/>
          <p:cNvSpPr/>
          <p:nvPr/>
        </p:nvSpPr>
        <p:spPr>
          <a:xfrm>
            <a:off x="276606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9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Freeform 509"/>
          <p:cNvSpPr/>
          <p:nvPr/>
        </p:nvSpPr>
        <p:spPr>
          <a:xfrm>
            <a:off x="276987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Freeform 510"/>
          <p:cNvSpPr/>
          <p:nvPr/>
        </p:nvSpPr>
        <p:spPr>
          <a:xfrm>
            <a:off x="27724100" y="-23495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Freeform 511"/>
          <p:cNvSpPr/>
          <p:nvPr/>
        </p:nvSpPr>
        <p:spPr>
          <a:xfrm>
            <a:off x="27762200" y="-2346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56FF"/>
          </a:solidFill>
          <a:ln w="3175">
            <a:solidFill>
              <a:srgbClr val="004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Freeform 512"/>
          <p:cNvSpPr/>
          <p:nvPr/>
        </p:nvSpPr>
        <p:spPr>
          <a:xfrm>
            <a:off x="27800300" y="-2344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24FF"/>
          </a:solidFill>
          <a:ln w="3175">
            <a:solidFill>
              <a:srgbClr val="001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Freeform 513"/>
          <p:cNvSpPr/>
          <p:nvPr/>
        </p:nvSpPr>
        <p:spPr>
          <a:xfrm>
            <a:off x="27825700" y="-23406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4"/>
                </a:lnTo>
                <a:lnTo>
                  <a:pt x="3" y="5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D5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Freeform 514"/>
          <p:cNvSpPr/>
          <p:nvPr/>
        </p:nvSpPr>
        <p:spPr>
          <a:xfrm>
            <a:off x="268859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Freeform 515"/>
          <p:cNvSpPr/>
          <p:nvPr/>
        </p:nvSpPr>
        <p:spPr>
          <a:xfrm>
            <a:off x="26911300" y="-23736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Freeform 516"/>
          <p:cNvSpPr/>
          <p:nvPr/>
        </p:nvSpPr>
        <p:spPr>
          <a:xfrm>
            <a:off x="269494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Freeform 517"/>
          <p:cNvSpPr/>
          <p:nvPr/>
        </p:nvSpPr>
        <p:spPr>
          <a:xfrm>
            <a:off x="269875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Freeform 518"/>
          <p:cNvSpPr/>
          <p:nvPr/>
        </p:nvSpPr>
        <p:spPr>
          <a:xfrm>
            <a:off x="270129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Freeform 519"/>
          <p:cNvSpPr/>
          <p:nvPr/>
        </p:nvSpPr>
        <p:spPr>
          <a:xfrm>
            <a:off x="270510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Freeform 520"/>
          <p:cNvSpPr/>
          <p:nvPr/>
        </p:nvSpPr>
        <p:spPr>
          <a:xfrm>
            <a:off x="27076400" y="-23698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Freeform 521"/>
          <p:cNvSpPr/>
          <p:nvPr/>
        </p:nvSpPr>
        <p:spPr>
          <a:xfrm>
            <a:off x="271145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Freeform 522"/>
          <p:cNvSpPr/>
          <p:nvPr/>
        </p:nvSpPr>
        <p:spPr>
          <a:xfrm>
            <a:off x="271526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Freeform 523"/>
          <p:cNvSpPr/>
          <p:nvPr/>
        </p:nvSpPr>
        <p:spPr>
          <a:xfrm>
            <a:off x="271780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Freeform 524"/>
          <p:cNvSpPr/>
          <p:nvPr/>
        </p:nvSpPr>
        <p:spPr>
          <a:xfrm>
            <a:off x="272161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Freeform 525"/>
          <p:cNvSpPr/>
          <p:nvPr/>
        </p:nvSpPr>
        <p:spPr>
          <a:xfrm>
            <a:off x="27241500" y="-23672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Freeform 526"/>
          <p:cNvSpPr/>
          <p:nvPr/>
        </p:nvSpPr>
        <p:spPr>
          <a:xfrm>
            <a:off x="272796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Freeform 527"/>
          <p:cNvSpPr/>
          <p:nvPr/>
        </p:nvSpPr>
        <p:spPr>
          <a:xfrm>
            <a:off x="273177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Freeform 528"/>
          <p:cNvSpPr/>
          <p:nvPr/>
        </p:nvSpPr>
        <p:spPr>
          <a:xfrm>
            <a:off x="27343100" y="-2364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3FFDC"/>
          </a:solidFill>
          <a:ln w="3175">
            <a:solidFill>
              <a:srgbClr val="1CC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Freeform 529"/>
          <p:cNvSpPr/>
          <p:nvPr/>
        </p:nvSpPr>
        <p:spPr>
          <a:xfrm>
            <a:off x="27381200" y="-23622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F1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Freeform 530"/>
          <p:cNvSpPr/>
          <p:nvPr/>
        </p:nvSpPr>
        <p:spPr>
          <a:xfrm>
            <a:off x="27406600" y="-23583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BFF"/>
          </a:solidFill>
          <a:ln w="3175">
            <a:solidFill>
              <a:srgbClr val="009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Freeform 531"/>
          <p:cNvSpPr/>
          <p:nvPr/>
        </p:nvSpPr>
        <p:spPr>
          <a:xfrm>
            <a:off x="274447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A0FF"/>
          </a:solidFill>
          <a:ln w="3175">
            <a:solidFill>
              <a:srgbClr val="008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Freeform 532"/>
          <p:cNvSpPr/>
          <p:nvPr/>
        </p:nvSpPr>
        <p:spPr>
          <a:xfrm>
            <a:off x="274828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Freeform 533"/>
          <p:cNvSpPr/>
          <p:nvPr/>
        </p:nvSpPr>
        <p:spPr>
          <a:xfrm>
            <a:off x="275082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Freeform 534"/>
          <p:cNvSpPr/>
          <p:nvPr/>
        </p:nvSpPr>
        <p:spPr>
          <a:xfrm>
            <a:off x="275463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Freeform 535"/>
          <p:cNvSpPr/>
          <p:nvPr/>
        </p:nvSpPr>
        <p:spPr>
          <a:xfrm>
            <a:off x="275844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27609800" y="-2352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27647900" y="-2350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AFF"/>
          </a:solidFill>
          <a:ln w="3175">
            <a:solidFill>
              <a:srgbClr val="007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27673300" y="-2350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27711400" y="-23495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3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7A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Freeform 540"/>
          <p:cNvSpPr/>
          <p:nvPr/>
        </p:nvSpPr>
        <p:spPr>
          <a:xfrm>
            <a:off x="27749500" y="-23469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Freeform 541"/>
          <p:cNvSpPr/>
          <p:nvPr/>
        </p:nvSpPr>
        <p:spPr>
          <a:xfrm>
            <a:off x="27774900" y="-23444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3"/>
                </a:lnTo>
                <a:lnTo>
                  <a:pt x="3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26FF"/>
          </a:solidFill>
          <a:ln w="3175">
            <a:solidFill>
              <a:srgbClr val="001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Freeform 542"/>
          <p:cNvSpPr/>
          <p:nvPr/>
        </p:nvSpPr>
        <p:spPr>
          <a:xfrm>
            <a:off x="27813000" y="-23406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5"/>
                </a:lnTo>
                <a:lnTo>
                  <a:pt x="2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Freeform 543"/>
          <p:cNvSpPr/>
          <p:nvPr/>
        </p:nvSpPr>
        <p:spPr>
          <a:xfrm>
            <a:off x="268605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Freeform 544"/>
          <p:cNvSpPr/>
          <p:nvPr/>
        </p:nvSpPr>
        <p:spPr>
          <a:xfrm>
            <a:off x="268986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Freeform 545"/>
          <p:cNvSpPr/>
          <p:nvPr/>
        </p:nvSpPr>
        <p:spPr>
          <a:xfrm>
            <a:off x="269367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Freeform 546"/>
          <p:cNvSpPr/>
          <p:nvPr/>
        </p:nvSpPr>
        <p:spPr>
          <a:xfrm>
            <a:off x="269621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Freeform 547"/>
          <p:cNvSpPr/>
          <p:nvPr/>
        </p:nvSpPr>
        <p:spPr>
          <a:xfrm>
            <a:off x="270002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Freeform 548"/>
          <p:cNvSpPr/>
          <p:nvPr/>
        </p:nvSpPr>
        <p:spPr>
          <a:xfrm>
            <a:off x="270256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Freeform 549"/>
          <p:cNvSpPr/>
          <p:nvPr/>
        </p:nvSpPr>
        <p:spPr>
          <a:xfrm>
            <a:off x="270637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Freeform 550"/>
          <p:cNvSpPr/>
          <p:nvPr/>
        </p:nvSpPr>
        <p:spPr>
          <a:xfrm>
            <a:off x="271018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Freeform 551"/>
          <p:cNvSpPr/>
          <p:nvPr/>
        </p:nvSpPr>
        <p:spPr>
          <a:xfrm>
            <a:off x="271272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Freeform 552"/>
          <p:cNvSpPr/>
          <p:nvPr/>
        </p:nvSpPr>
        <p:spPr>
          <a:xfrm>
            <a:off x="271653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Freeform 553"/>
          <p:cNvSpPr/>
          <p:nvPr/>
        </p:nvSpPr>
        <p:spPr>
          <a:xfrm>
            <a:off x="271907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Freeform 554"/>
          <p:cNvSpPr/>
          <p:nvPr/>
        </p:nvSpPr>
        <p:spPr>
          <a:xfrm>
            <a:off x="272288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Freeform 555"/>
          <p:cNvSpPr/>
          <p:nvPr/>
        </p:nvSpPr>
        <p:spPr>
          <a:xfrm>
            <a:off x="272669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Freeform 556"/>
          <p:cNvSpPr/>
          <p:nvPr/>
        </p:nvSpPr>
        <p:spPr>
          <a:xfrm>
            <a:off x="272923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Freeform 557"/>
          <p:cNvSpPr/>
          <p:nvPr/>
        </p:nvSpPr>
        <p:spPr>
          <a:xfrm>
            <a:off x="27330400" y="-23634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5FFDA"/>
          </a:solidFill>
          <a:ln w="3175">
            <a:solidFill>
              <a:srgbClr val="1DCC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Freeform 558"/>
          <p:cNvSpPr/>
          <p:nvPr/>
        </p:nvSpPr>
        <p:spPr>
          <a:xfrm>
            <a:off x="27355800" y="-23609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Freeform 559"/>
          <p:cNvSpPr/>
          <p:nvPr/>
        </p:nvSpPr>
        <p:spPr>
          <a:xfrm>
            <a:off x="27393900" y="-23571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C5FF"/>
          </a:solidFill>
          <a:ln w="3175">
            <a:solidFill>
              <a:srgbClr val="009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Freeform 560"/>
          <p:cNvSpPr/>
          <p:nvPr/>
        </p:nvSpPr>
        <p:spPr>
          <a:xfrm>
            <a:off x="274320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Freeform 561"/>
          <p:cNvSpPr/>
          <p:nvPr/>
        </p:nvSpPr>
        <p:spPr>
          <a:xfrm>
            <a:off x="274574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Freeform 562"/>
          <p:cNvSpPr/>
          <p:nvPr/>
        </p:nvSpPr>
        <p:spPr>
          <a:xfrm>
            <a:off x="274955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Freeform 563"/>
          <p:cNvSpPr/>
          <p:nvPr/>
        </p:nvSpPr>
        <p:spPr>
          <a:xfrm>
            <a:off x="27520900" y="-23520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Freeform 564"/>
          <p:cNvSpPr/>
          <p:nvPr/>
        </p:nvSpPr>
        <p:spPr>
          <a:xfrm>
            <a:off x="275590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Freeform 565"/>
          <p:cNvSpPr/>
          <p:nvPr/>
        </p:nvSpPr>
        <p:spPr>
          <a:xfrm>
            <a:off x="27597100" y="-2350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Freeform 566"/>
          <p:cNvSpPr/>
          <p:nvPr/>
        </p:nvSpPr>
        <p:spPr>
          <a:xfrm>
            <a:off x="27622500" y="-2349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F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Freeform 567"/>
          <p:cNvSpPr/>
          <p:nvPr/>
        </p:nvSpPr>
        <p:spPr>
          <a:xfrm>
            <a:off x="27660600" y="-2348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Freeform 568"/>
          <p:cNvSpPr/>
          <p:nvPr/>
        </p:nvSpPr>
        <p:spPr>
          <a:xfrm>
            <a:off x="27686000" y="-23469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Freeform 569"/>
          <p:cNvSpPr/>
          <p:nvPr/>
        </p:nvSpPr>
        <p:spPr>
          <a:xfrm>
            <a:off x="27724100" y="-2344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47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Freeform 570"/>
          <p:cNvSpPr/>
          <p:nvPr/>
        </p:nvSpPr>
        <p:spPr>
          <a:xfrm>
            <a:off x="27762200" y="-23418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Freeform 571"/>
          <p:cNvSpPr/>
          <p:nvPr/>
        </p:nvSpPr>
        <p:spPr>
          <a:xfrm>
            <a:off x="27787600" y="-23380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4"/>
                </a:lnTo>
                <a:lnTo>
                  <a:pt x="3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CC"/>
          </a:solidFill>
          <a:ln w="3175">
            <a:solidFill>
              <a:srgbClr val="0000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Freeform 572"/>
          <p:cNvSpPr/>
          <p:nvPr/>
        </p:nvSpPr>
        <p:spPr>
          <a:xfrm>
            <a:off x="268478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Freeform 573"/>
          <p:cNvSpPr/>
          <p:nvPr/>
        </p:nvSpPr>
        <p:spPr>
          <a:xfrm>
            <a:off x="26873200" y="-23710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Freeform 574"/>
          <p:cNvSpPr/>
          <p:nvPr/>
        </p:nvSpPr>
        <p:spPr>
          <a:xfrm>
            <a:off x="269113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Freeform 575"/>
          <p:cNvSpPr/>
          <p:nvPr/>
        </p:nvSpPr>
        <p:spPr>
          <a:xfrm>
            <a:off x="269494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Freeform 576"/>
          <p:cNvSpPr/>
          <p:nvPr/>
        </p:nvSpPr>
        <p:spPr>
          <a:xfrm>
            <a:off x="269748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Freeform 577"/>
          <p:cNvSpPr/>
          <p:nvPr/>
        </p:nvSpPr>
        <p:spPr>
          <a:xfrm>
            <a:off x="270129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Freeform 578"/>
          <p:cNvSpPr/>
          <p:nvPr/>
        </p:nvSpPr>
        <p:spPr>
          <a:xfrm>
            <a:off x="27038300" y="-23672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Freeform 579"/>
          <p:cNvSpPr/>
          <p:nvPr/>
        </p:nvSpPr>
        <p:spPr>
          <a:xfrm>
            <a:off x="270764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Freeform 580"/>
          <p:cNvSpPr/>
          <p:nvPr/>
        </p:nvSpPr>
        <p:spPr>
          <a:xfrm>
            <a:off x="271145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Freeform 581"/>
          <p:cNvSpPr/>
          <p:nvPr/>
        </p:nvSpPr>
        <p:spPr>
          <a:xfrm>
            <a:off x="271399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Freeform 582"/>
          <p:cNvSpPr/>
          <p:nvPr/>
        </p:nvSpPr>
        <p:spPr>
          <a:xfrm>
            <a:off x="271780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Freeform 583"/>
          <p:cNvSpPr/>
          <p:nvPr/>
        </p:nvSpPr>
        <p:spPr>
          <a:xfrm>
            <a:off x="27203400" y="-23647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Freeform 584"/>
          <p:cNvSpPr/>
          <p:nvPr/>
        </p:nvSpPr>
        <p:spPr>
          <a:xfrm>
            <a:off x="272415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Freeform 585"/>
          <p:cNvSpPr/>
          <p:nvPr/>
        </p:nvSpPr>
        <p:spPr>
          <a:xfrm>
            <a:off x="272796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Freeform 586"/>
          <p:cNvSpPr/>
          <p:nvPr/>
        </p:nvSpPr>
        <p:spPr>
          <a:xfrm>
            <a:off x="273050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6FFD9"/>
          </a:solidFill>
          <a:ln w="3175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Freeform 587"/>
          <p:cNvSpPr/>
          <p:nvPr/>
        </p:nvSpPr>
        <p:spPr>
          <a:xfrm>
            <a:off x="27343100" y="-23596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Freeform 588"/>
          <p:cNvSpPr/>
          <p:nvPr/>
        </p:nvSpPr>
        <p:spPr>
          <a:xfrm>
            <a:off x="27368500" y="-23571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CDFF"/>
          </a:solidFill>
          <a:ln w="3175">
            <a:solidFill>
              <a:srgbClr val="00A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Freeform 589"/>
          <p:cNvSpPr/>
          <p:nvPr/>
        </p:nvSpPr>
        <p:spPr>
          <a:xfrm>
            <a:off x="274066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A9FF"/>
          </a:solidFill>
          <a:ln w="3175">
            <a:solidFill>
              <a:srgbClr val="008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Freeform 590"/>
          <p:cNvSpPr/>
          <p:nvPr/>
        </p:nvSpPr>
        <p:spPr>
          <a:xfrm>
            <a:off x="27444700" y="-2352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Freeform 591"/>
          <p:cNvSpPr/>
          <p:nvPr/>
        </p:nvSpPr>
        <p:spPr>
          <a:xfrm>
            <a:off x="274701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5FF"/>
          </a:solidFill>
          <a:ln w="3175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Freeform 592"/>
          <p:cNvSpPr/>
          <p:nvPr/>
        </p:nvSpPr>
        <p:spPr>
          <a:xfrm>
            <a:off x="27508200" y="-2350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5FF"/>
          </a:solidFill>
          <a:ln w="3175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Freeform 593"/>
          <p:cNvSpPr/>
          <p:nvPr/>
        </p:nvSpPr>
        <p:spPr>
          <a:xfrm>
            <a:off x="27546300" y="-2349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Freeform 594"/>
          <p:cNvSpPr/>
          <p:nvPr/>
        </p:nvSpPr>
        <p:spPr>
          <a:xfrm>
            <a:off x="27571700" y="-2349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Freeform 595"/>
          <p:cNvSpPr/>
          <p:nvPr/>
        </p:nvSpPr>
        <p:spPr>
          <a:xfrm>
            <a:off x="27609800" y="-2348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82FF"/>
          </a:solidFill>
          <a:ln w="3175">
            <a:solidFill>
              <a:srgbClr val="006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Freeform 596"/>
          <p:cNvSpPr/>
          <p:nvPr/>
        </p:nvSpPr>
        <p:spPr>
          <a:xfrm>
            <a:off x="27635200" y="-2346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71FF"/>
          </a:solidFill>
          <a:ln w="3175">
            <a:solidFill>
              <a:srgbClr val="005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Freeform 597"/>
          <p:cNvSpPr/>
          <p:nvPr/>
        </p:nvSpPr>
        <p:spPr>
          <a:xfrm>
            <a:off x="27673300" y="-2344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Freeform 598"/>
          <p:cNvSpPr/>
          <p:nvPr/>
        </p:nvSpPr>
        <p:spPr>
          <a:xfrm>
            <a:off x="27711400" y="-23431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Freeform 599"/>
          <p:cNvSpPr/>
          <p:nvPr/>
        </p:nvSpPr>
        <p:spPr>
          <a:xfrm>
            <a:off x="27736800" y="-23406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3"/>
                </a:lnTo>
                <a:lnTo>
                  <a:pt x="3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8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Freeform 600"/>
          <p:cNvSpPr/>
          <p:nvPr/>
        </p:nvSpPr>
        <p:spPr>
          <a:xfrm>
            <a:off x="27774900" y="-23368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4"/>
                </a:lnTo>
                <a:lnTo>
                  <a:pt x="2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C3"/>
          </a:solidFill>
          <a:ln w="3175">
            <a:solidFill>
              <a:srgbClr val="000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Freeform 601"/>
          <p:cNvSpPr/>
          <p:nvPr/>
        </p:nvSpPr>
        <p:spPr>
          <a:xfrm>
            <a:off x="268224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Freeform 602"/>
          <p:cNvSpPr/>
          <p:nvPr/>
        </p:nvSpPr>
        <p:spPr>
          <a:xfrm>
            <a:off x="268605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Freeform 603"/>
          <p:cNvSpPr/>
          <p:nvPr/>
        </p:nvSpPr>
        <p:spPr>
          <a:xfrm>
            <a:off x="268986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Freeform 604"/>
          <p:cNvSpPr/>
          <p:nvPr/>
        </p:nvSpPr>
        <p:spPr>
          <a:xfrm>
            <a:off x="269240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Freeform 605"/>
          <p:cNvSpPr/>
          <p:nvPr/>
        </p:nvSpPr>
        <p:spPr>
          <a:xfrm>
            <a:off x="269621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Freeform 606"/>
          <p:cNvSpPr/>
          <p:nvPr/>
        </p:nvSpPr>
        <p:spPr>
          <a:xfrm>
            <a:off x="269875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Freeform 607"/>
          <p:cNvSpPr/>
          <p:nvPr/>
        </p:nvSpPr>
        <p:spPr>
          <a:xfrm>
            <a:off x="270256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Freeform 608"/>
          <p:cNvSpPr/>
          <p:nvPr/>
        </p:nvSpPr>
        <p:spPr>
          <a:xfrm>
            <a:off x="270637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Freeform 609"/>
          <p:cNvSpPr/>
          <p:nvPr/>
        </p:nvSpPr>
        <p:spPr>
          <a:xfrm>
            <a:off x="270891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Freeform 610"/>
          <p:cNvSpPr/>
          <p:nvPr/>
        </p:nvSpPr>
        <p:spPr>
          <a:xfrm>
            <a:off x="271272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Freeform 611"/>
          <p:cNvSpPr/>
          <p:nvPr/>
        </p:nvSpPr>
        <p:spPr>
          <a:xfrm>
            <a:off x="271526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Freeform 612"/>
          <p:cNvSpPr/>
          <p:nvPr/>
        </p:nvSpPr>
        <p:spPr>
          <a:xfrm>
            <a:off x="271907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Freeform 613"/>
          <p:cNvSpPr/>
          <p:nvPr/>
        </p:nvSpPr>
        <p:spPr>
          <a:xfrm>
            <a:off x="272288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Freeform 614"/>
          <p:cNvSpPr/>
          <p:nvPr/>
        </p:nvSpPr>
        <p:spPr>
          <a:xfrm>
            <a:off x="272542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Freeform 615"/>
          <p:cNvSpPr/>
          <p:nvPr/>
        </p:nvSpPr>
        <p:spPr>
          <a:xfrm>
            <a:off x="272923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27FFD8"/>
          </a:solidFill>
          <a:ln w="3175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Freeform 616"/>
          <p:cNvSpPr/>
          <p:nvPr/>
        </p:nvSpPr>
        <p:spPr>
          <a:xfrm>
            <a:off x="27317700" y="-23596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Freeform 617"/>
          <p:cNvSpPr/>
          <p:nvPr/>
        </p:nvSpPr>
        <p:spPr>
          <a:xfrm>
            <a:off x="27355800" y="-23558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3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Freeform 618"/>
          <p:cNvSpPr/>
          <p:nvPr/>
        </p:nvSpPr>
        <p:spPr>
          <a:xfrm>
            <a:off x="273939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0FF"/>
          </a:solidFill>
          <a:ln w="3175">
            <a:solidFill>
              <a:srgbClr val="008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Freeform 619"/>
          <p:cNvSpPr/>
          <p:nvPr/>
        </p:nvSpPr>
        <p:spPr>
          <a:xfrm>
            <a:off x="27419300" y="-2350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9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Freeform 620"/>
          <p:cNvSpPr/>
          <p:nvPr/>
        </p:nvSpPr>
        <p:spPr>
          <a:xfrm>
            <a:off x="27457400" y="-2349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2FF"/>
          </a:solidFill>
          <a:ln w="3175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Freeform 621"/>
          <p:cNvSpPr/>
          <p:nvPr/>
        </p:nvSpPr>
        <p:spPr>
          <a:xfrm>
            <a:off x="27482800" y="-23495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Freeform 622"/>
          <p:cNvSpPr/>
          <p:nvPr/>
        </p:nvSpPr>
        <p:spPr>
          <a:xfrm>
            <a:off x="27520900" y="-2348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Freeform 623"/>
          <p:cNvSpPr/>
          <p:nvPr/>
        </p:nvSpPr>
        <p:spPr>
          <a:xfrm>
            <a:off x="27559000" y="-2346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Freeform 624"/>
          <p:cNvSpPr/>
          <p:nvPr/>
        </p:nvSpPr>
        <p:spPr>
          <a:xfrm>
            <a:off x="27584400" y="-2345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Freeform 625"/>
          <p:cNvSpPr/>
          <p:nvPr/>
        </p:nvSpPr>
        <p:spPr>
          <a:xfrm>
            <a:off x="27622500" y="-2344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4FF"/>
          </a:solidFill>
          <a:ln w="3175">
            <a:solidFill>
              <a:srgbClr val="005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Freeform 626"/>
          <p:cNvSpPr/>
          <p:nvPr/>
        </p:nvSpPr>
        <p:spPr>
          <a:xfrm>
            <a:off x="27647900" y="-234315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4CFF"/>
          </a:solidFill>
          <a:ln w="3175">
            <a:solidFill>
              <a:srgbClr val="003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Freeform 627"/>
          <p:cNvSpPr/>
          <p:nvPr/>
        </p:nvSpPr>
        <p:spPr>
          <a:xfrm>
            <a:off x="27686000" y="-2340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2B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Freeform 628"/>
          <p:cNvSpPr/>
          <p:nvPr/>
        </p:nvSpPr>
        <p:spPr>
          <a:xfrm>
            <a:off x="27724100" y="-23380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Freeform 629"/>
          <p:cNvSpPr/>
          <p:nvPr/>
        </p:nvSpPr>
        <p:spPr>
          <a:xfrm>
            <a:off x="27749500" y="-23342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Freeform 630"/>
          <p:cNvSpPr/>
          <p:nvPr/>
        </p:nvSpPr>
        <p:spPr>
          <a:xfrm>
            <a:off x="268097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Freeform 631"/>
          <p:cNvSpPr/>
          <p:nvPr/>
        </p:nvSpPr>
        <p:spPr>
          <a:xfrm>
            <a:off x="26835100" y="-23685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Freeform 632"/>
          <p:cNvSpPr/>
          <p:nvPr/>
        </p:nvSpPr>
        <p:spPr>
          <a:xfrm>
            <a:off x="268732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Freeform 633"/>
          <p:cNvSpPr/>
          <p:nvPr/>
        </p:nvSpPr>
        <p:spPr>
          <a:xfrm>
            <a:off x="269113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Freeform 634"/>
          <p:cNvSpPr/>
          <p:nvPr/>
        </p:nvSpPr>
        <p:spPr>
          <a:xfrm>
            <a:off x="269367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Freeform 635"/>
          <p:cNvSpPr/>
          <p:nvPr/>
        </p:nvSpPr>
        <p:spPr>
          <a:xfrm>
            <a:off x="269748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Freeform 636"/>
          <p:cNvSpPr/>
          <p:nvPr/>
        </p:nvSpPr>
        <p:spPr>
          <a:xfrm>
            <a:off x="27000200" y="-23660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Freeform 637"/>
          <p:cNvSpPr/>
          <p:nvPr/>
        </p:nvSpPr>
        <p:spPr>
          <a:xfrm>
            <a:off x="270383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Freeform 638"/>
          <p:cNvSpPr/>
          <p:nvPr/>
        </p:nvSpPr>
        <p:spPr>
          <a:xfrm>
            <a:off x="270764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Freeform 639"/>
          <p:cNvSpPr/>
          <p:nvPr/>
        </p:nvSpPr>
        <p:spPr>
          <a:xfrm>
            <a:off x="271018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Freeform 640"/>
          <p:cNvSpPr/>
          <p:nvPr/>
        </p:nvSpPr>
        <p:spPr>
          <a:xfrm>
            <a:off x="271399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Freeform 641"/>
          <p:cNvSpPr/>
          <p:nvPr/>
        </p:nvSpPr>
        <p:spPr>
          <a:xfrm>
            <a:off x="27165300" y="-23622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Freeform 642"/>
          <p:cNvSpPr/>
          <p:nvPr/>
        </p:nvSpPr>
        <p:spPr>
          <a:xfrm>
            <a:off x="272034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Freeform 643"/>
          <p:cNvSpPr/>
          <p:nvPr/>
        </p:nvSpPr>
        <p:spPr>
          <a:xfrm>
            <a:off x="272415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Freeform 644"/>
          <p:cNvSpPr/>
          <p:nvPr/>
        </p:nvSpPr>
        <p:spPr>
          <a:xfrm>
            <a:off x="27266900" y="-23609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8FFD7"/>
          </a:solidFill>
          <a:ln w="3175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Freeform 645"/>
          <p:cNvSpPr/>
          <p:nvPr/>
        </p:nvSpPr>
        <p:spPr>
          <a:xfrm>
            <a:off x="27305000" y="-23583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4FFFB"/>
          </a:solidFill>
          <a:ln w="3175">
            <a:solidFill>
              <a:srgbClr val="03C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Freeform 646"/>
          <p:cNvSpPr/>
          <p:nvPr/>
        </p:nvSpPr>
        <p:spPr>
          <a:xfrm>
            <a:off x="27330400" y="-23545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D8FF"/>
          </a:solidFill>
          <a:ln w="3175">
            <a:solidFill>
              <a:srgbClr val="00A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Freeform 647"/>
          <p:cNvSpPr/>
          <p:nvPr/>
        </p:nvSpPr>
        <p:spPr>
          <a:xfrm>
            <a:off x="27368500" y="-2352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B5FF"/>
          </a:solidFill>
          <a:ln w="3175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Freeform 648"/>
          <p:cNvSpPr/>
          <p:nvPr/>
        </p:nvSpPr>
        <p:spPr>
          <a:xfrm>
            <a:off x="27406600" y="-2350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Freeform 649"/>
          <p:cNvSpPr/>
          <p:nvPr/>
        </p:nvSpPr>
        <p:spPr>
          <a:xfrm>
            <a:off x="27432000" y="-2348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Freeform 650"/>
          <p:cNvSpPr/>
          <p:nvPr/>
        </p:nvSpPr>
        <p:spPr>
          <a:xfrm>
            <a:off x="27470100" y="-2348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Freeform 651"/>
          <p:cNvSpPr/>
          <p:nvPr/>
        </p:nvSpPr>
        <p:spPr>
          <a:xfrm>
            <a:off x="27495500" y="-23469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4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Freeform 652"/>
          <p:cNvSpPr/>
          <p:nvPr/>
        </p:nvSpPr>
        <p:spPr>
          <a:xfrm>
            <a:off x="27533600" y="-2345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A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Freeform 653"/>
          <p:cNvSpPr/>
          <p:nvPr/>
        </p:nvSpPr>
        <p:spPr>
          <a:xfrm>
            <a:off x="27571700" y="-2344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C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Freeform 654"/>
          <p:cNvSpPr/>
          <p:nvPr/>
        </p:nvSpPr>
        <p:spPr>
          <a:xfrm>
            <a:off x="27597100" y="-23431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Freeform 655"/>
          <p:cNvSpPr/>
          <p:nvPr/>
        </p:nvSpPr>
        <p:spPr>
          <a:xfrm>
            <a:off x="27635200" y="-23418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Freeform 656"/>
          <p:cNvSpPr/>
          <p:nvPr/>
        </p:nvSpPr>
        <p:spPr>
          <a:xfrm>
            <a:off x="27673300" y="-23393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1FF"/>
          </a:solidFill>
          <a:ln w="3175">
            <a:solidFill>
              <a:srgbClr val="001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Freeform 657"/>
          <p:cNvSpPr/>
          <p:nvPr/>
        </p:nvSpPr>
        <p:spPr>
          <a:xfrm>
            <a:off x="27698700" y="-23368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F3"/>
          </a:solidFill>
          <a:ln w="3175">
            <a:solidFill>
              <a:srgbClr val="000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Freeform 658"/>
          <p:cNvSpPr/>
          <p:nvPr/>
        </p:nvSpPr>
        <p:spPr>
          <a:xfrm>
            <a:off x="27736800" y="-23329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B4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Freeform 659"/>
          <p:cNvSpPr/>
          <p:nvPr/>
        </p:nvSpPr>
        <p:spPr>
          <a:xfrm>
            <a:off x="267843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Freeform 660"/>
          <p:cNvSpPr/>
          <p:nvPr/>
        </p:nvSpPr>
        <p:spPr>
          <a:xfrm>
            <a:off x="268224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Freeform 661"/>
          <p:cNvSpPr/>
          <p:nvPr/>
        </p:nvSpPr>
        <p:spPr>
          <a:xfrm>
            <a:off x="268605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Freeform 662"/>
          <p:cNvSpPr/>
          <p:nvPr/>
        </p:nvSpPr>
        <p:spPr>
          <a:xfrm>
            <a:off x="268859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Freeform 663"/>
          <p:cNvSpPr/>
          <p:nvPr/>
        </p:nvSpPr>
        <p:spPr>
          <a:xfrm>
            <a:off x="269240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Freeform 664"/>
          <p:cNvSpPr/>
          <p:nvPr/>
        </p:nvSpPr>
        <p:spPr>
          <a:xfrm>
            <a:off x="269494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Freeform 665"/>
          <p:cNvSpPr/>
          <p:nvPr/>
        </p:nvSpPr>
        <p:spPr>
          <a:xfrm>
            <a:off x="269875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Freeform 666"/>
          <p:cNvSpPr/>
          <p:nvPr/>
        </p:nvSpPr>
        <p:spPr>
          <a:xfrm>
            <a:off x="270256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Freeform 667"/>
          <p:cNvSpPr/>
          <p:nvPr/>
        </p:nvSpPr>
        <p:spPr>
          <a:xfrm>
            <a:off x="270510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Freeform 668"/>
          <p:cNvSpPr/>
          <p:nvPr/>
        </p:nvSpPr>
        <p:spPr>
          <a:xfrm>
            <a:off x="270891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Freeform 669"/>
          <p:cNvSpPr/>
          <p:nvPr/>
        </p:nvSpPr>
        <p:spPr>
          <a:xfrm>
            <a:off x="271145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Freeform 670"/>
          <p:cNvSpPr/>
          <p:nvPr/>
        </p:nvSpPr>
        <p:spPr>
          <a:xfrm>
            <a:off x="271526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Freeform 671"/>
          <p:cNvSpPr/>
          <p:nvPr/>
        </p:nvSpPr>
        <p:spPr>
          <a:xfrm>
            <a:off x="271907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Freeform 672"/>
          <p:cNvSpPr/>
          <p:nvPr/>
        </p:nvSpPr>
        <p:spPr>
          <a:xfrm>
            <a:off x="272161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Freeform 673"/>
          <p:cNvSpPr/>
          <p:nvPr/>
        </p:nvSpPr>
        <p:spPr>
          <a:xfrm>
            <a:off x="27254200" y="-23596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Freeform 674"/>
          <p:cNvSpPr/>
          <p:nvPr/>
        </p:nvSpPr>
        <p:spPr>
          <a:xfrm>
            <a:off x="27279600" y="-23571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6FFF9"/>
          </a:solidFill>
          <a:ln w="3175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Freeform 675"/>
          <p:cNvSpPr/>
          <p:nvPr/>
        </p:nvSpPr>
        <p:spPr>
          <a:xfrm>
            <a:off x="27317700" y="-2354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Freeform 676"/>
          <p:cNvSpPr/>
          <p:nvPr/>
        </p:nvSpPr>
        <p:spPr>
          <a:xfrm>
            <a:off x="27355800" y="-2352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AFF"/>
          </a:solidFill>
          <a:ln w="3175">
            <a:solidFill>
              <a:srgbClr val="009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Freeform 677"/>
          <p:cNvSpPr/>
          <p:nvPr/>
        </p:nvSpPr>
        <p:spPr>
          <a:xfrm>
            <a:off x="27381200" y="-2349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0FF"/>
          </a:solidFill>
          <a:ln w="3175">
            <a:solidFill>
              <a:srgbClr val="008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Freeform 678"/>
          <p:cNvSpPr/>
          <p:nvPr/>
        </p:nvSpPr>
        <p:spPr>
          <a:xfrm>
            <a:off x="27419300" y="-2346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F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Freeform 679"/>
          <p:cNvSpPr/>
          <p:nvPr/>
        </p:nvSpPr>
        <p:spPr>
          <a:xfrm>
            <a:off x="27444700" y="-2346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84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Freeform 680"/>
          <p:cNvSpPr/>
          <p:nvPr/>
        </p:nvSpPr>
        <p:spPr>
          <a:xfrm>
            <a:off x="27482800" y="-2345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Freeform 681"/>
          <p:cNvSpPr/>
          <p:nvPr/>
        </p:nvSpPr>
        <p:spPr>
          <a:xfrm>
            <a:off x="27520900" y="-2344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1FF"/>
          </a:solidFill>
          <a:ln w="3175">
            <a:solidFill>
              <a:srgbClr val="005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Freeform 682"/>
          <p:cNvSpPr/>
          <p:nvPr/>
        </p:nvSpPr>
        <p:spPr>
          <a:xfrm>
            <a:off x="27546300" y="-2343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4FF"/>
          </a:solidFill>
          <a:ln w="3175">
            <a:solidFill>
              <a:srgbClr val="005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Freeform 683"/>
          <p:cNvSpPr/>
          <p:nvPr/>
        </p:nvSpPr>
        <p:spPr>
          <a:xfrm>
            <a:off x="27584400" y="-23418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2FF"/>
          </a:solidFill>
          <a:ln w="3175">
            <a:solidFill>
              <a:srgbClr val="004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Freeform 684"/>
          <p:cNvSpPr/>
          <p:nvPr/>
        </p:nvSpPr>
        <p:spPr>
          <a:xfrm>
            <a:off x="27609800" y="-23393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Freeform 685"/>
          <p:cNvSpPr/>
          <p:nvPr/>
        </p:nvSpPr>
        <p:spPr>
          <a:xfrm>
            <a:off x="27647900" y="-23380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Freeform 686"/>
          <p:cNvSpPr/>
          <p:nvPr/>
        </p:nvSpPr>
        <p:spPr>
          <a:xfrm>
            <a:off x="27686000" y="-23355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EB"/>
          </a:solidFill>
          <a:ln w="3175">
            <a:solidFill>
              <a:srgbClr val="0000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Freeform 687"/>
          <p:cNvSpPr/>
          <p:nvPr/>
        </p:nvSpPr>
        <p:spPr>
          <a:xfrm>
            <a:off x="27711400" y="-23317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3"/>
                </a:lnTo>
                <a:lnTo>
                  <a:pt x="3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Freeform 688"/>
          <p:cNvSpPr/>
          <p:nvPr/>
        </p:nvSpPr>
        <p:spPr>
          <a:xfrm>
            <a:off x="267716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Freeform 689"/>
          <p:cNvSpPr/>
          <p:nvPr/>
        </p:nvSpPr>
        <p:spPr>
          <a:xfrm>
            <a:off x="26797000" y="-23660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Freeform 690"/>
          <p:cNvSpPr/>
          <p:nvPr/>
        </p:nvSpPr>
        <p:spPr>
          <a:xfrm>
            <a:off x="268351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Freeform 691"/>
          <p:cNvSpPr/>
          <p:nvPr/>
        </p:nvSpPr>
        <p:spPr>
          <a:xfrm>
            <a:off x="268732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Freeform 692"/>
          <p:cNvSpPr/>
          <p:nvPr/>
        </p:nvSpPr>
        <p:spPr>
          <a:xfrm>
            <a:off x="268986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Freeform 693"/>
          <p:cNvSpPr/>
          <p:nvPr/>
        </p:nvSpPr>
        <p:spPr>
          <a:xfrm>
            <a:off x="269367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Freeform 694"/>
          <p:cNvSpPr/>
          <p:nvPr/>
        </p:nvSpPr>
        <p:spPr>
          <a:xfrm>
            <a:off x="26962100" y="-23634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Freeform 695"/>
          <p:cNvSpPr/>
          <p:nvPr/>
        </p:nvSpPr>
        <p:spPr>
          <a:xfrm>
            <a:off x="270002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Freeform 696"/>
          <p:cNvSpPr/>
          <p:nvPr/>
        </p:nvSpPr>
        <p:spPr>
          <a:xfrm>
            <a:off x="270383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Freeform 697"/>
          <p:cNvSpPr/>
          <p:nvPr/>
        </p:nvSpPr>
        <p:spPr>
          <a:xfrm>
            <a:off x="270637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Freeform 698"/>
          <p:cNvSpPr/>
          <p:nvPr/>
        </p:nvSpPr>
        <p:spPr>
          <a:xfrm>
            <a:off x="271018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Freeform 699"/>
          <p:cNvSpPr/>
          <p:nvPr/>
        </p:nvSpPr>
        <p:spPr>
          <a:xfrm>
            <a:off x="27127200" y="-23596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Freeform 700"/>
          <p:cNvSpPr/>
          <p:nvPr/>
        </p:nvSpPr>
        <p:spPr>
          <a:xfrm>
            <a:off x="271653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Freeform 701"/>
          <p:cNvSpPr/>
          <p:nvPr/>
        </p:nvSpPr>
        <p:spPr>
          <a:xfrm>
            <a:off x="272034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reeform 702"/>
          <p:cNvSpPr/>
          <p:nvPr/>
        </p:nvSpPr>
        <p:spPr>
          <a:xfrm>
            <a:off x="27228800" y="-23583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Freeform 703"/>
          <p:cNvSpPr/>
          <p:nvPr/>
        </p:nvSpPr>
        <p:spPr>
          <a:xfrm>
            <a:off x="27266900" y="-23558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8FFF7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Freeform 704"/>
          <p:cNvSpPr/>
          <p:nvPr/>
        </p:nvSpPr>
        <p:spPr>
          <a:xfrm>
            <a:off x="27292300" y="-23533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DE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Freeform 705"/>
          <p:cNvSpPr/>
          <p:nvPr/>
        </p:nvSpPr>
        <p:spPr>
          <a:xfrm>
            <a:off x="27330400" y="-2350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Freeform 706"/>
          <p:cNvSpPr/>
          <p:nvPr/>
        </p:nvSpPr>
        <p:spPr>
          <a:xfrm>
            <a:off x="27368500" y="-2348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Freeform 707"/>
          <p:cNvSpPr/>
          <p:nvPr/>
        </p:nvSpPr>
        <p:spPr>
          <a:xfrm>
            <a:off x="27393900" y="-2346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Freeform 708"/>
          <p:cNvSpPr/>
          <p:nvPr/>
        </p:nvSpPr>
        <p:spPr>
          <a:xfrm>
            <a:off x="27432000" y="-2344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Freeform 709"/>
          <p:cNvSpPr/>
          <p:nvPr/>
        </p:nvSpPr>
        <p:spPr>
          <a:xfrm>
            <a:off x="27457400" y="-23444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Freeform 710"/>
          <p:cNvSpPr/>
          <p:nvPr/>
        </p:nvSpPr>
        <p:spPr>
          <a:xfrm>
            <a:off x="27495500" y="-2343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Freeform 711"/>
          <p:cNvSpPr/>
          <p:nvPr/>
        </p:nvSpPr>
        <p:spPr>
          <a:xfrm>
            <a:off x="27533600" y="-23418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Freeform 712"/>
          <p:cNvSpPr/>
          <p:nvPr/>
        </p:nvSpPr>
        <p:spPr>
          <a:xfrm>
            <a:off x="27559000" y="-2340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4BFF"/>
          </a:solidFill>
          <a:ln w="3175">
            <a:solidFill>
              <a:srgbClr val="003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Freeform 713"/>
          <p:cNvSpPr/>
          <p:nvPr/>
        </p:nvSpPr>
        <p:spPr>
          <a:xfrm>
            <a:off x="27597100" y="-2338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reeform 714"/>
          <p:cNvSpPr/>
          <p:nvPr/>
        </p:nvSpPr>
        <p:spPr>
          <a:xfrm>
            <a:off x="27635200" y="-23368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12FF"/>
          </a:solidFill>
          <a:ln w="3175">
            <a:solidFill>
              <a:srgbClr val="000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Freeform 715"/>
          <p:cNvSpPr/>
          <p:nvPr/>
        </p:nvSpPr>
        <p:spPr>
          <a:xfrm>
            <a:off x="27660600" y="-2332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E5"/>
          </a:solidFill>
          <a:ln w="3175">
            <a:solidFill>
              <a:srgbClr val="000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Freeform 716"/>
          <p:cNvSpPr/>
          <p:nvPr/>
        </p:nvSpPr>
        <p:spPr>
          <a:xfrm>
            <a:off x="27698700" y="-23304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4"/>
                </a:lnTo>
                <a:lnTo>
                  <a:pt x="2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Freeform 717"/>
          <p:cNvSpPr/>
          <p:nvPr/>
        </p:nvSpPr>
        <p:spPr>
          <a:xfrm>
            <a:off x="267462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Freeform 718"/>
          <p:cNvSpPr/>
          <p:nvPr/>
        </p:nvSpPr>
        <p:spPr>
          <a:xfrm>
            <a:off x="267843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Freeform 719"/>
          <p:cNvSpPr/>
          <p:nvPr/>
        </p:nvSpPr>
        <p:spPr>
          <a:xfrm>
            <a:off x="268224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Freeform 720"/>
          <p:cNvSpPr/>
          <p:nvPr/>
        </p:nvSpPr>
        <p:spPr>
          <a:xfrm>
            <a:off x="268478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Freeform 721"/>
          <p:cNvSpPr/>
          <p:nvPr/>
        </p:nvSpPr>
        <p:spPr>
          <a:xfrm>
            <a:off x="268859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Freeform 722"/>
          <p:cNvSpPr/>
          <p:nvPr/>
        </p:nvSpPr>
        <p:spPr>
          <a:xfrm>
            <a:off x="269113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Freeform 723"/>
          <p:cNvSpPr/>
          <p:nvPr/>
        </p:nvSpPr>
        <p:spPr>
          <a:xfrm>
            <a:off x="269494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Freeform 724"/>
          <p:cNvSpPr/>
          <p:nvPr/>
        </p:nvSpPr>
        <p:spPr>
          <a:xfrm>
            <a:off x="269875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Freeform 725"/>
          <p:cNvSpPr/>
          <p:nvPr/>
        </p:nvSpPr>
        <p:spPr>
          <a:xfrm>
            <a:off x="270129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Freeform 726"/>
          <p:cNvSpPr/>
          <p:nvPr/>
        </p:nvSpPr>
        <p:spPr>
          <a:xfrm>
            <a:off x="270510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Freeform 727"/>
          <p:cNvSpPr/>
          <p:nvPr/>
        </p:nvSpPr>
        <p:spPr>
          <a:xfrm>
            <a:off x="270764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Freeform 728"/>
          <p:cNvSpPr/>
          <p:nvPr/>
        </p:nvSpPr>
        <p:spPr>
          <a:xfrm>
            <a:off x="271145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Freeform 729"/>
          <p:cNvSpPr/>
          <p:nvPr/>
        </p:nvSpPr>
        <p:spPr>
          <a:xfrm>
            <a:off x="271526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Freeform 730"/>
          <p:cNvSpPr/>
          <p:nvPr/>
        </p:nvSpPr>
        <p:spPr>
          <a:xfrm>
            <a:off x="271780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Freeform 731"/>
          <p:cNvSpPr/>
          <p:nvPr/>
        </p:nvSpPr>
        <p:spPr>
          <a:xfrm>
            <a:off x="272161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Freeform 732"/>
          <p:cNvSpPr/>
          <p:nvPr/>
        </p:nvSpPr>
        <p:spPr>
          <a:xfrm>
            <a:off x="27241500" y="-2354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7C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Freeform 733"/>
          <p:cNvSpPr/>
          <p:nvPr/>
        </p:nvSpPr>
        <p:spPr>
          <a:xfrm>
            <a:off x="27279600" y="-2352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0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Freeform 734"/>
          <p:cNvSpPr/>
          <p:nvPr/>
        </p:nvSpPr>
        <p:spPr>
          <a:xfrm>
            <a:off x="27317700" y="-2349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EFF"/>
          </a:solidFill>
          <a:ln w="3175">
            <a:solidFill>
              <a:srgbClr val="009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Freeform 735"/>
          <p:cNvSpPr/>
          <p:nvPr/>
        </p:nvSpPr>
        <p:spPr>
          <a:xfrm>
            <a:off x="27343100" y="-2346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Freeform 736"/>
          <p:cNvSpPr/>
          <p:nvPr/>
        </p:nvSpPr>
        <p:spPr>
          <a:xfrm>
            <a:off x="27381200" y="-2345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Freeform 737"/>
          <p:cNvSpPr/>
          <p:nvPr/>
        </p:nvSpPr>
        <p:spPr>
          <a:xfrm>
            <a:off x="27406600" y="-2343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Freeform 738"/>
          <p:cNvSpPr/>
          <p:nvPr/>
        </p:nvSpPr>
        <p:spPr>
          <a:xfrm>
            <a:off x="27444700" y="-2343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71FF"/>
          </a:solidFill>
          <a:ln w="3175">
            <a:solidFill>
              <a:srgbClr val="005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Freeform 739"/>
          <p:cNvSpPr/>
          <p:nvPr/>
        </p:nvSpPr>
        <p:spPr>
          <a:xfrm>
            <a:off x="27482800" y="-2341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Freeform 740"/>
          <p:cNvSpPr/>
          <p:nvPr/>
        </p:nvSpPr>
        <p:spPr>
          <a:xfrm>
            <a:off x="27508200" y="-2340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8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Freeform 741"/>
          <p:cNvSpPr/>
          <p:nvPr/>
        </p:nvSpPr>
        <p:spPr>
          <a:xfrm>
            <a:off x="27546300" y="-2338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Freeform 742"/>
          <p:cNvSpPr/>
          <p:nvPr/>
        </p:nvSpPr>
        <p:spPr>
          <a:xfrm>
            <a:off x="27571700" y="-23368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2DFF"/>
          </a:solidFill>
          <a:ln w="3175">
            <a:solidFill>
              <a:srgbClr val="002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Freeform 743"/>
          <p:cNvSpPr/>
          <p:nvPr/>
        </p:nvSpPr>
        <p:spPr>
          <a:xfrm>
            <a:off x="27609800" y="-23342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C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Freeform 744"/>
          <p:cNvSpPr/>
          <p:nvPr/>
        </p:nvSpPr>
        <p:spPr>
          <a:xfrm>
            <a:off x="27647900" y="-23317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E0"/>
          </a:solidFill>
          <a:ln w="3175">
            <a:solidFill>
              <a:srgbClr val="000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Freeform 745"/>
          <p:cNvSpPr/>
          <p:nvPr/>
        </p:nvSpPr>
        <p:spPr>
          <a:xfrm>
            <a:off x="27673300" y="-23291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4"/>
                </a:lnTo>
                <a:lnTo>
                  <a:pt x="3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Freeform 746"/>
          <p:cNvSpPr/>
          <p:nvPr/>
        </p:nvSpPr>
        <p:spPr>
          <a:xfrm>
            <a:off x="267335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Freeform 747"/>
          <p:cNvSpPr/>
          <p:nvPr/>
        </p:nvSpPr>
        <p:spPr>
          <a:xfrm>
            <a:off x="26758900" y="-23647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Freeform 748"/>
          <p:cNvSpPr/>
          <p:nvPr/>
        </p:nvSpPr>
        <p:spPr>
          <a:xfrm>
            <a:off x="267970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Freeform 749"/>
          <p:cNvSpPr/>
          <p:nvPr/>
        </p:nvSpPr>
        <p:spPr>
          <a:xfrm>
            <a:off x="268351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Freeform 750"/>
          <p:cNvSpPr/>
          <p:nvPr/>
        </p:nvSpPr>
        <p:spPr>
          <a:xfrm>
            <a:off x="268605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Freeform 751"/>
          <p:cNvSpPr/>
          <p:nvPr/>
        </p:nvSpPr>
        <p:spPr>
          <a:xfrm>
            <a:off x="268986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Freeform 752"/>
          <p:cNvSpPr/>
          <p:nvPr/>
        </p:nvSpPr>
        <p:spPr>
          <a:xfrm>
            <a:off x="26924000" y="-23609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Freeform 753"/>
          <p:cNvSpPr/>
          <p:nvPr/>
        </p:nvSpPr>
        <p:spPr>
          <a:xfrm>
            <a:off x="269621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Freeform 754"/>
          <p:cNvSpPr/>
          <p:nvPr/>
        </p:nvSpPr>
        <p:spPr>
          <a:xfrm>
            <a:off x="270002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Freeform 755"/>
          <p:cNvSpPr/>
          <p:nvPr/>
        </p:nvSpPr>
        <p:spPr>
          <a:xfrm>
            <a:off x="270256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Freeform 756"/>
          <p:cNvSpPr/>
          <p:nvPr/>
        </p:nvSpPr>
        <p:spPr>
          <a:xfrm>
            <a:off x="270637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Freeform 757"/>
          <p:cNvSpPr/>
          <p:nvPr/>
        </p:nvSpPr>
        <p:spPr>
          <a:xfrm>
            <a:off x="27089100" y="-23583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Freeform 758"/>
          <p:cNvSpPr/>
          <p:nvPr/>
        </p:nvSpPr>
        <p:spPr>
          <a:xfrm>
            <a:off x="271272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Freeform 759"/>
          <p:cNvSpPr/>
          <p:nvPr/>
        </p:nvSpPr>
        <p:spPr>
          <a:xfrm>
            <a:off x="271653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Freeform 760"/>
          <p:cNvSpPr/>
          <p:nvPr/>
        </p:nvSpPr>
        <p:spPr>
          <a:xfrm>
            <a:off x="271907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Freeform 761"/>
          <p:cNvSpPr/>
          <p:nvPr/>
        </p:nvSpPr>
        <p:spPr>
          <a:xfrm>
            <a:off x="27228800" y="-2354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8C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Freeform 762"/>
          <p:cNvSpPr/>
          <p:nvPr/>
        </p:nvSpPr>
        <p:spPr>
          <a:xfrm>
            <a:off x="27254200" y="-23507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Freeform 763"/>
          <p:cNvSpPr/>
          <p:nvPr/>
        </p:nvSpPr>
        <p:spPr>
          <a:xfrm>
            <a:off x="27292300" y="-2348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Freeform 764"/>
          <p:cNvSpPr/>
          <p:nvPr/>
        </p:nvSpPr>
        <p:spPr>
          <a:xfrm>
            <a:off x="27330400" y="-2345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Freeform 765"/>
          <p:cNvSpPr/>
          <p:nvPr/>
        </p:nvSpPr>
        <p:spPr>
          <a:xfrm>
            <a:off x="27355800" y="-2344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Freeform 766"/>
          <p:cNvSpPr/>
          <p:nvPr/>
        </p:nvSpPr>
        <p:spPr>
          <a:xfrm>
            <a:off x="27393900" y="-2343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Freeform 767"/>
          <p:cNvSpPr/>
          <p:nvPr/>
        </p:nvSpPr>
        <p:spPr>
          <a:xfrm>
            <a:off x="27419300" y="-23406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Freeform 768"/>
          <p:cNvSpPr/>
          <p:nvPr/>
        </p:nvSpPr>
        <p:spPr>
          <a:xfrm>
            <a:off x="27457400" y="-2340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Freeform 769"/>
          <p:cNvSpPr/>
          <p:nvPr/>
        </p:nvSpPr>
        <p:spPr>
          <a:xfrm>
            <a:off x="27495500" y="-23393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Freeform 770"/>
          <p:cNvSpPr/>
          <p:nvPr/>
        </p:nvSpPr>
        <p:spPr>
          <a:xfrm>
            <a:off x="27520900" y="-2336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Freeform 771"/>
          <p:cNvSpPr/>
          <p:nvPr/>
        </p:nvSpPr>
        <p:spPr>
          <a:xfrm>
            <a:off x="27559000" y="-23355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9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Freeform 772"/>
          <p:cNvSpPr/>
          <p:nvPr/>
        </p:nvSpPr>
        <p:spPr>
          <a:xfrm>
            <a:off x="27584400" y="-23329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9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Freeform 773"/>
          <p:cNvSpPr/>
          <p:nvPr/>
        </p:nvSpPr>
        <p:spPr>
          <a:xfrm>
            <a:off x="27622500" y="-23304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Freeform 774"/>
          <p:cNvSpPr/>
          <p:nvPr/>
        </p:nvSpPr>
        <p:spPr>
          <a:xfrm>
            <a:off x="27660600" y="-23279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4"/>
                </a:lnTo>
                <a:lnTo>
                  <a:pt x="2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Freeform 775"/>
          <p:cNvSpPr/>
          <p:nvPr/>
        </p:nvSpPr>
        <p:spPr>
          <a:xfrm>
            <a:off x="267081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Freeform 776"/>
          <p:cNvSpPr/>
          <p:nvPr/>
        </p:nvSpPr>
        <p:spPr>
          <a:xfrm>
            <a:off x="267462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Freeform 777"/>
          <p:cNvSpPr/>
          <p:nvPr/>
        </p:nvSpPr>
        <p:spPr>
          <a:xfrm>
            <a:off x="267843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Freeform 778"/>
          <p:cNvSpPr/>
          <p:nvPr/>
        </p:nvSpPr>
        <p:spPr>
          <a:xfrm>
            <a:off x="268097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Freeform 779"/>
          <p:cNvSpPr/>
          <p:nvPr/>
        </p:nvSpPr>
        <p:spPr>
          <a:xfrm>
            <a:off x="268478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Freeform 780"/>
          <p:cNvSpPr/>
          <p:nvPr/>
        </p:nvSpPr>
        <p:spPr>
          <a:xfrm>
            <a:off x="268732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Freeform 781"/>
          <p:cNvSpPr/>
          <p:nvPr/>
        </p:nvSpPr>
        <p:spPr>
          <a:xfrm>
            <a:off x="269113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Freeform 782"/>
          <p:cNvSpPr/>
          <p:nvPr/>
        </p:nvSpPr>
        <p:spPr>
          <a:xfrm>
            <a:off x="269494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Freeform 783"/>
          <p:cNvSpPr/>
          <p:nvPr/>
        </p:nvSpPr>
        <p:spPr>
          <a:xfrm>
            <a:off x="269748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Freeform 784"/>
          <p:cNvSpPr/>
          <p:nvPr/>
        </p:nvSpPr>
        <p:spPr>
          <a:xfrm>
            <a:off x="270129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Freeform 785"/>
          <p:cNvSpPr/>
          <p:nvPr/>
        </p:nvSpPr>
        <p:spPr>
          <a:xfrm>
            <a:off x="270383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Freeform 786"/>
          <p:cNvSpPr/>
          <p:nvPr/>
        </p:nvSpPr>
        <p:spPr>
          <a:xfrm>
            <a:off x="270764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Freeform 787"/>
          <p:cNvSpPr/>
          <p:nvPr/>
        </p:nvSpPr>
        <p:spPr>
          <a:xfrm>
            <a:off x="271145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Freeform 788"/>
          <p:cNvSpPr/>
          <p:nvPr/>
        </p:nvSpPr>
        <p:spPr>
          <a:xfrm>
            <a:off x="271399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Freeform 789"/>
          <p:cNvSpPr/>
          <p:nvPr/>
        </p:nvSpPr>
        <p:spPr>
          <a:xfrm>
            <a:off x="271780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Freeform 790"/>
          <p:cNvSpPr/>
          <p:nvPr/>
        </p:nvSpPr>
        <p:spPr>
          <a:xfrm>
            <a:off x="27203400" y="-23533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AFFF5"/>
          </a:solidFill>
          <a:ln w="3175">
            <a:solidFill>
              <a:srgbClr val="08C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Freeform 791"/>
          <p:cNvSpPr/>
          <p:nvPr/>
        </p:nvSpPr>
        <p:spPr>
          <a:xfrm>
            <a:off x="27241500" y="-2349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Freeform 792"/>
          <p:cNvSpPr/>
          <p:nvPr/>
        </p:nvSpPr>
        <p:spPr>
          <a:xfrm>
            <a:off x="27279600" y="-2346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Freeform 793"/>
          <p:cNvSpPr/>
          <p:nvPr/>
        </p:nvSpPr>
        <p:spPr>
          <a:xfrm>
            <a:off x="27305000" y="-23456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Freeform 794"/>
          <p:cNvSpPr/>
          <p:nvPr/>
        </p:nvSpPr>
        <p:spPr>
          <a:xfrm>
            <a:off x="27343100" y="-2343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Freeform 795"/>
          <p:cNvSpPr/>
          <p:nvPr/>
        </p:nvSpPr>
        <p:spPr>
          <a:xfrm>
            <a:off x="27368500" y="-2341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Freeform 796"/>
          <p:cNvSpPr/>
          <p:nvPr/>
        </p:nvSpPr>
        <p:spPr>
          <a:xfrm>
            <a:off x="27406600" y="-2340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Freeform 797"/>
          <p:cNvSpPr/>
          <p:nvPr/>
        </p:nvSpPr>
        <p:spPr>
          <a:xfrm>
            <a:off x="27444700" y="-2339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1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Freeform 798"/>
          <p:cNvSpPr/>
          <p:nvPr/>
        </p:nvSpPr>
        <p:spPr>
          <a:xfrm>
            <a:off x="27470100" y="-2338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2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Freeform 799"/>
          <p:cNvSpPr/>
          <p:nvPr/>
        </p:nvSpPr>
        <p:spPr>
          <a:xfrm>
            <a:off x="27508200" y="-2335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Freeform 800"/>
          <p:cNvSpPr/>
          <p:nvPr/>
        </p:nvSpPr>
        <p:spPr>
          <a:xfrm>
            <a:off x="27533600" y="-23342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27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Freeform 801"/>
          <p:cNvSpPr/>
          <p:nvPr/>
        </p:nvSpPr>
        <p:spPr>
          <a:xfrm>
            <a:off x="27571700" y="-23317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7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Freeform 802"/>
          <p:cNvSpPr/>
          <p:nvPr/>
        </p:nvSpPr>
        <p:spPr>
          <a:xfrm>
            <a:off x="27609800" y="-2329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Freeform 803"/>
          <p:cNvSpPr/>
          <p:nvPr/>
        </p:nvSpPr>
        <p:spPr>
          <a:xfrm>
            <a:off x="27635200" y="-23266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4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Freeform 804"/>
          <p:cNvSpPr/>
          <p:nvPr/>
        </p:nvSpPr>
        <p:spPr>
          <a:xfrm>
            <a:off x="266954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Freeform 805"/>
          <p:cNvSpPr/>
          <p:nvPr/>
        </p:nvSpPr>
        <p:spPr>
          <a:xfrm>
            <a:off x="26720800" y="-23622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Freeform 806"/>
          <p:cNvSpPr/>
          <p:nvPr/>
        </p:nvSpPr>
        <p:spPr>
          <a:xfrm>
            <a:off x="267589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Freeform 807"/>
          <p:cNvSpPr/>
          <p:nvPr/>
        </p:nvSpPr>
        <p:spPr>
          <a:xfrm>
            <a:off x="267970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Freeform 808"/>
          <p:cNvSpPr/>
          <p:nvPr/>
        </p:nvSpPr>
        <p:spPr>
          <a:xfrm>
            <a:off x="268224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Freeform 809"/>
          <p:cNvSpPr/>
          <p:nvPr/>
        </p:nvSpPr>
        <p:spPr>
          <a:xfrm>
            <a:off x="268605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Freeform 810"/>
          <p:cNvSpPr/>
          <p:nvPr/>
        </p:nvSpPr>
        <p:spPr>
          <a:xfrm>
            <a:off x="26885900" y="-23583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Freeform 811"/>
          <p:cNvSpPr/>
          <p:nvPr/>
        </p:nvSpPr>
        <p:spPr>
          <a:xfrm>
            <a:off x="269240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Freeform 812"/>
          <p:cNvSpPr/>
          <p:nvPr/>
        </p:nvSpPr>
        <p:spPr>
          <a:xfrm>
            <a:off x="269621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Freeform 813"/>
          <p:cNvSpPr/>
          <p:nvPr/>
        </p:nvSpPr>
        <p:spPr>
          <a:xfrm>
            <a:off x="269875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Freeform 814"/>
          <p:cNvSpPr/>
          <p:nvPr/>
        </p:nvSpPr>
        <p:spPr>
          <a:xfrm>
            <a:off x="270256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Freeform 815"/>
          <p:cNvSpPr/>
          <p:nvPr/>
        </p:nvSpPr>
        <p:spPr>
          <a:xfrm>
            <a:off x="27051000" y="-23558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Freeform 816"/>
          <p:cNvSpPr/>
          <p:nvPr/>
        </p:nvSpPr>
        <p:spPr>
          <a:xfrm>
            <a:off x="270891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Freeform 817"/>
          <p:cNvSpPr/>
          <p:nvPr/>
        </p:nvSpPr>
        <p:spPr>
          <a:xfrm>
            <a:off x="271272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Freeform 818"/>
          <p:cNvSpPr/>
          <p:nvPr/>
        </p:nvSpPr>
        <p:spPr>
          <a:xfrm>
            <a:off x="271526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Freeform 819"/>
          <p:cNvSpPr/>
          <p:nvPr/>
        </p:nvSpPr>
        <p:spPr>
          <a:xfrm>
            <a:off x="27190700" y="-2352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AFFF5"/>
          </a:solidFill>
          <a:ln w="3175">
            <a:solidFill>
              <a:srgbClr val="08C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Freeform 820"/>
          <p:cNvSpPr/>
          <p:nvPr/>
        </p:nvSpPr>
        <p:spPr>
          <a:xfrm>
            <a:off x="27216100" y="-23495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Freeform 821"/>
          <p:cNvSpPr/>
          <p:nvPr/>
        </p:nvSpPr>
        <p:spPr>
          <a:xfrm>
            <a:off x="27254200" y="-2346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Freeform 822"/>
          <p:cNvSpPr/>
          <p:nvPr/>
        </p:nvSpPr>
        <p:spPr>
          <a:xfrm>
            <a:off x="27292300" y="-2344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Freeform 823"/>
          <p:cNvSpPr/>
          <p:nvPr/>
        </p:nvSpPr>
        <p:spPr>
          <a:xfrm>
            <a:off x="27317700" y="-2341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Freeform 824"/>
          <p:cNvSpPr/>
          <p:nvPr/>
        </p:nvSpPr>
        <p:spPr>
          <a:xfrm>
            <a:off x="27355800" y="-2340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Freeform 825"/>
          <p:cNvSpPr/>
          <p:nvPr/>
        </p:nvSpPr>
        <p:spPr>
          <a:xfrm>
            <a:off x="27381200" y="-23393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Freeform 826"/>
          <p:cNvSpPr/>
          <p:nvPr/>
        </p:nvSpPr>
        <p:spPr>
          <a:xfrm>
            <a:off x="27419300" y="-2338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1FF"/>
          </a:solidFill>
          <a:ln w="3175">
            <a:solidFill>
              <a:srgbClr val="004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Freeform 827"/>
          <p:cNvSpPr/>
          <p:nvPr/>
        </p:nvSpPr>
        <p:spPr>
          <a:xfrm>
            <a:off x="27457400" y="-2336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Freeform 828"/>
          <p:cNvSpPr/>
          <p:nvPr/>
        </p:nvSpPr>
        <p:spPr>
          <a:xfrm>
            <a:off x="27482800" y="-2334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Freeform 829"/>
          <p:cNvSpPr/>
          <p:nvPr/>
        </p:nvSpPr>
        <p:spPr>
          <a:xfrm>
            <a:off x="27520900" y="-2332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Freeform 830"/>
          <p:cNvSpPr/>
          <p:nvPr/>
        </p:nvSpPr>
        <p:spPr>
          <a:xfrm>
            <a:off x="27546300" y="-23304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7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Freeform 831"/>
          <p:cNvSpPr/>
          <p:nvPr/>
        </p:nvSpPr>
        <p:spPr>
          <a:xfrm>
            <a:off x="27584400" y="-2327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Freeform 832"/>
          <p:cNvSpPr/>
          <p:nvPr/>
        </p:nvSpPr>
        <p:spPr>
          <a:xfrm>
            <a:off x="27622500" y="-23253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Freeform 833"/>
          <p:cNvSpPr/>
          <p:nvPr/>
        </p:nvSpPr>
        <p:spPr>
          <a:xfrm>
            <a:off x="266700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Freeform 834"/>
          <p:cNvSpPr/>
          <p:nvPr/>
        </p:nvSpPr>
        <p:spPr>
          <a:xfrm>
            <a:off x="267081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Freeform 835"/>
          <p:cNvSpPr/>
          <p:nvPr/>
        </p:nvSpPr>
        <p:spPr>
          <a:xfrm>
            <a:off x="267462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Freeform 836"/>
          <p:cNvSpPr/>
          <p:nvPr/>
        </p:nvSpPr>
        <p:spPr>
          <a:xfrm>
            <a:off x="267716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Freeform 837"/>
          <p:cNvSpPr/>
          <p:nvPr/>
        </p:nvSpPr>
        <p:spPr>
          <a:xfrm>
            <a:off x="268097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Freeform 838"/>
          <p:cNvSpPr/>
          <p:nvPr/>
        </p:nvSpPr>
        <p:spPr>
          <a:xfrm>
            <a:off x="268351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Freeform 839"/>
          <p:cNvSpPr/>
          <p:nvPr/>
        </p:nvSpPr>
        <p:spPr>
          <a:xfrm>
            <a:off x="268732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Freeform 840"/>
          <p:cNvSpPr/>
          <p:nvPr/>
        </p:nvSpPr>
        <p:spPr>
          <a:xfrm>
            <a:off x="269113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Freeform 841"/>
          <p:cNvSpPr/>
          <p:nvPr/>
        </p:nvSpPr>
        <p:spPr>
          <a:xfrm>
            <a:off x="269367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Freeform 842"/>
          <p:cNvSpPr/>
          <p:nvPr/>
        </p:nvSpPr>
        <p:spPr>
          <a:xfrm>
            <a:off x="269748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Freeform 843"/>
          <p:cNvSpPr/>
          <p:nvPr/>
        </p:nvSpPr>
        <p:spPr>
          <a:xfrm>
            <a:off x="270002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Freeform 844"/>
          <p:cNvSpPr/>
          <p:nvPr/>
        </p:nvSpPr>
        <p:spPr>
          <a:xfrm>
            <a:off x="270383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Freeform 845"/>
          <p:cNvSpPr/>
          <p:nvPr/>
        </p:nvSpPr>
        <p:spPr>
          <a:xfrm>
            <a:off x="270764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Freeform 846"/>
          <p:cNvSpPr/>
          <p:nvPr/>
        </p:nvSpPr>
        <p:spPr>
          <a:xfrm>
            <a:off x="271018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Freeform 847"/>
          <p:cNvSpPr/>
          <p:nvPr/>
        </p:nvSpPr>
        <p:spPr>
          <a:xfrm>
            <a:off x="27139900" y="-2352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Freeform 848"/>
          <p:cNvSpPr/>
          <p:nvPr/>
        </p:nvSpPr>
        <p:spPr>
          <a:xfrm>
            <a:off x="27165300" y="-2350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7C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Freeform 849"/>
          <p:cNvSpPr/>
          <p:nvPr/>
        </p:nvSpPr>
        <p:spPr>
          <a:xfrm>
            <a:off x="27203400" y="-2348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Freeform 850"/>
          <p:cNvSpPr/>
          <p:nvPr/>
        </p:nvSpPr>
        <p:spPr>
          <a:xfrm>
            <a:off x="27241500" y="-23456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Freeform 851"/>
          <p:cNvSpPr/>
          <p:nvPr/>
        </p:nvSpPr>
        <p:spPr>
          <a:xfrm>
            <a:off x="27266900" y="-23431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Freeform 852"/>
          <p:cNvSpPr/>
          <p:nvPr/>
        </p:nvSpPr>
        <p:spPr>
          <a:xfrm>
            <a:off x="27305000" y="-2340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Freeform 853"/>
          <p:cNvSpPr/>
          <p:nvPr/>
        </p:nvSpPr>
        <p:spPr>
          <a:xfrm>
            <a:off x="27330400" y="-2339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Freeform 854"/>
          <p:cNvSpPr/>
          <p:nvPr/>
        </p:nvSpPr>
        <p:spPr>
          <a:xfrm>
            <a:off x="27368500" y="-2338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Freeform 855"/>
          <p:cNvSpPr/>
          <p:nvPr/>
        </p:nvSpPr>
        <p:spPr>
          <a:xfrm>
            <a:off x="27406600" y="-2336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Freeform 856"/>
          <p:cNvSpPr/>
          <p:nvPr/>
        </p:nvSpPr>
        <p:spPr>
          <a:xfrm>
            <a:off x="27432000" y="-2335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5FF"/>
          </a:solidFill>
          <a:ln w="3175">
            <a:solidFill>
              <a:srgbClr val="004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Freeform 857"/>
          <p:cNvSpPr/>
          <p:nvPr/>
        </p:nvSpPr>
        <p:spPr>
          <a:xfrm>
            <a:off x="27470100" y="-2334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Freeform 858"/>
          <p:cNvSpPr/>
          <p:nvPr/>
        </p:nvSpPr>
        <p:spPr>
          <a:xfrm>
            <a:off x="27495500" y="-2331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2AFF"/>
          </a:solidFill>
          <a:ln w="3175">
            <a:solidFill>
              <a:srgbClr val="002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reeform 859"/>
          <p:cNvSpPr/>
          <p:nvPr/>
        </p:nvSpPr>
        <p:spPr>
          <a:xfrm>
            <a:off x="27533600" y="-23304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reeform 860"/>
          <p:cNvSpPr/>
          <p:nvPr/>
        </p:nvSpPr>
        <p:spPr>
          <a:xfrm>
            <a:off x="27571700" y="-23279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Freeform 861"/>
          <p:cNvSpPr/>
          <p:nvPr/>
        </p:nvSpPr>
        <p:spPr>
          <a:xfrm>
            <a:off x="27597100" y="-23241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Freeform 862"/>
          <p:cNvSpPr/>
          <p:nvPr/>
        </p:nvSpPr>
        <p:spPr>
          <a:xfrm>
            <a:off x="266573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Freeform 863"/>
          <p:cNvSpPr/>
          <p:nvPr/>
        </p:nvSpPr>
        <p:spPr>
          <a:xfrm>
            <a:off x="26682700" y="-23596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Freeform 864"/>
          <p:cNvSpPr/>
          <p:nvPr/>
        </p:nvSpPr>
        <p:spPr>
          <a:xfrm>
            <a:off x="267208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Freeform 865"/>
          <p:cNvSpPr/>
          <p:nvPr/>
        </p:nvSpPr>
        <p:spPr>
          <a:xfrm>
            <a:off x="267589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Freeform 866"/>
          <p:cNvSpPr/>
          <p:nvPr/>
        </p:nvSpPr>
        <p:spPr>
          <a:xfrm>
            <a:off x="267843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Freeform 867"/>
          <p:cNvSpPr/>
          <p:nvPr/>
        </p:nvSpPr>
        <p:spPr>
          <a:xfrm>
            <a:off x="268224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Freeform 868"/>
          <p:cNvSpPr/>
          <p:nvPr/>
        </p:nvSpPr>
        <p:spPr>
          <a:xfrm>
            <a:off x="26847800" y="-23571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Freeform 869"/>
          <p:cNvSpPr/>
          <p:nvPr/>
        </p:nvSpPr>
        <p:spPr>
          <a:xfrm>
            <a:off x="268859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Freeform 870"/>
          <p:cNvSpPr/>
          <p:nvPr/>
        </p:nvSpPr>
        <p:spPr>
          <a:xfrm>
            <a:off x="269240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Freeform 871"/>
          <p:cNvSpPr/>
          <p:nvPr/>
        </p:nvSpPr>
        <p:spPr>
          <a:xfrm>
            <a:off x="269494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Freeform 872"/>
          <p:cNvSpPr/>
          <p:nvPr/>
        </p:nvSpPr>
        <p:spPr>
          <a:xfrm>
            <a:off x="269875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Freeform 873"/>
          <p:cNvSpPr/>
          <p:nvPr/>
        </p:nvSpPr>
        <p:spPr>
          <a:xfrm>
            <a:off x="27012900" y="-23533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Freeform 874"/>
          <p:cNvSpPr/>
          <p:nvPr/>
        </p:nvSpPr>
        <p:spPr>
          <a:xfrm>
            <a:off x="270510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Freeform 875"/>
          <p:cNvSpPr/>
          <p:nvPr/>
        </p:nvSpPr>
        <p:spPr>
          <a:xfrm>
            <a:off x="270891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Freeform 876"/>
          <p:cNvSpPr/>
          <p:nvPr/>
        </p:nvSpPr>
        <p:spPr>
          <a:xfrm>
            <a:off x="27114500" y="-2352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Freeform 877"/>
          <p:cNvSpPr/>
          <p:nvPr/>
        </p:nvSpPr>
        <p:spPr>
          <a:xfrm>
            <a:off x="27152600" y="-2349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7C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Freeform 878"/>
          <p:cNvSpPr/>
          <p:nvPr/>
        </p:nvSpPr>
        <p:spPr>
          <a:xfrm>
            <a:off x="27178000" y="-23469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0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Freeform 879"/>
          <p:cNvSpPr/>
          <p:nvPr/>
        </p:nvSpPr>
        <p:spPr>
          <a:xfrm>
            <a:off x="27216100" y="-2344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EFF"/>
          </a:solidFill>
          <a:ln w="3175">
            <a:solidFill>
              <a:srgbClr val="009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Freeform 880"/>
          <p:cNvSpPr/>
          <p:nvPr/>
        </p:nvSpPr>
        <p:spPr>
          <a:xfrm>
            <a:off x="27254200" y="-2341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Freeform 881"/>
          <p:cNvSpPr/>
          <p:nvPr/>
        </p:nvSpPr>
        <p:spPr>
          <a:xfrm>
            <a:off x="27279600" y="-2339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Freeform 882"/>
          <p:cNvSpPr/>
          <p:nvPr/>
        </p:nvSpPr>
        <p:spPr>
          <a:xfrm>
            <a:off x="27317700" y="-2338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Freeform 883"/>
          <p:cNvSpPr/>
          <p:nvPr/>
        </p:nvSpPr>
        <p:spPr>
          <a:xfrm>
            <a:off x="27343100" y="-23368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2FF"/>
          </a:solidFill>
          <a:ln w="3175">
            <a:solidFill>
              <a:srgbClr val="005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Freeform 884"/>
          <p:cNvSpPr/>
          <p:nvPr/>
        </p:nvSpPr>
        <p:spPr>
          <a:xfrm>
            <a:off x="27381200" y="-2335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Freeform 885"/>
          <p:cNvSpPr/>
          <p:nvPr/>
        </p:nvSpPr>
        <p:spPr>
          <a:xfrm>
            <a:off x="27419300" y="-2334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Freeform 886"/>
          <p:cNvSpPr/>
          <p:nvPr/>
        </p:nvSpPr>
        <p:spPr>
          <a:xfrm>
            <a:off x="27444700" y="-2332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Freeform 887"/>
          <p:cNvSpPr/>
          <p:nvPr/>
        </p:nvSpPr>
        <p:spPr>
          <a:xfrm>
            <a:off x="27482800" y="-23317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Freeform 888"/>
          <p:cNvSpPr/>
          <p:nvPr/>
        </p:nvSpPr>
        <p:spPr>
          <a:xfrm>
            <a:off x="27508200" y="-23291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EFF"/>
          </a:solidFill>
          <a:ln w="3175">
            <a:solidFill>
              <a:srgbClr val="000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Freeform 889"/>
          <p:cNvSpPr/>
          <p:nvPr/>
        </p:nvSpPr>
        <p:spPr>
          <a:xfrm>
            <a:off x="27546300" y="-2326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E1"/>
          </a:solidFill>
          <a:ln w="3175">
            <a:solidFill>
              <a:srgbClr val="0000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Freeform 890"/>
          <p:cNvSpPr/>
          <p:nvPr/>
        </p:nvSpPr>
        <p:spPr>
          <a:xfrm>
            <a:off x="27584400" y="-23228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Freeform 891"/>
          <p:cNvSpPr/>
          <p:nvPr/>
        </p:nvSpPr>
        <p:spPr>
          <a:xfrm>
            <a:off x="266319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Freeform 892"/>
          <p:cNvSpPr/>
          <p:nvPr/>
        </p:nvSpPr>
        <p:spPr>
          <a:xfrm>
            <a:off x="266700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Freeform 893"/>
          <p:cNvSpPr/>
          <p:nvPr/>
        </p:nvSpPr>
        <p:spPr>
          <a:xfrm>
            <a:off x="267081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Freeform 894"/>
          <p:cNvSpPr/>
          <p:nvPr/>
        </p:nvSpPr>
        <p:spPr>
          <a:xfrm>
            <a:off x="267335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Freeform 895"/>
          <p:cNvSpPr/>
          <p:nvPr/>
        </p:nvSpPr>
        <p:spPr>
          <a:xfrm>
            <a:off x="267716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Freeform 896"/>
          <p:cNvSpPr/>
          <p:nvPr/>
        </p:nvSpPr>
        <p:spPr>
          <a:xfrm>
            <a:off x="267970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Freeform 897"/>
          <p:cNvSpPr/>
          <p:nvPr/>
        </p:nvSpPr>
        <p:spPr>
          <a:xfrm>
            <a:off x="268351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Freeform 898"/>
          <p:cNvSpPr/>
          <p:nvPr/>
        </p:nvSpPr>
        <p:spPr>
          <a:xfrm>
            <a:off x="268732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Freeform 899"/>
          <p:cNvSpPr/>
          <p:nvPr/>
        </p:nvSpPr>
        <p:spPr>
          <a:xfrm>
            <a:off x="268986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Freeform 900"/>
          <p:cNvSpPr/>
          <p:nvPr/>
        </p:nvSpPr>
        <p:spPr>
          <a:xfrm>
            <a:off x="269367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Freeform 901"/>
          <p:cNvSpPr/>
          <p:nvPr/>
        </p:nvSpPr>
        <p:spPr>
          <a:xfrm>
            <a:off x="269621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Freeform 902"/>
          <p:cNvSpPr/>
          <p:nvPr/>
        </p:nvSpPr>
        <p:spPr>
          <a:xfrm>
            <a:off x="270002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Freeform 903"/>
          <p:cNvSpPr/>
          <p:nvPr/>
        </p:nvSpPr>
        <p:spPr>
          <a:xfrm>
            <a:off x="27038300" y="-2352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Freeform 904"/>
          <p:cNvSpPr/>
          <p:nvPr/>
        </p:nvSpPr>
        <p:spPr>
          <a:xfrm>
            <a:off x="270637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Freeform 905"/>
          <p:cNvSpPr/>
          <p:nvPr/>
        </p:nvSpPr>
        <p:spPr>
          <a:xfrm>
            <a:off x="27101800" y="-2350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reeform 906"/>
          <p:cNvSpPr/>
          <p:nvPr/>
        </p:nvSpPr>
        <p:spPr>
          <a:xfrm>
            <a:off x="27127200" y="-2348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7FFF8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Freeform 907"/>
          <p:cNvSpPr/>
          <p:nvPr/>
        </p:nvSpPr>
        <p:spPr>
          <a:xfrm>
            <a:off x="27165300" y="-23456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EFF"/>
          </a:solidFill>
          <a:ln w="3175">
            <a:solidFill>
              <a:srgbClr val="00B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Freeform 908"/>
          <p:cNvSpPr/>
          <p:nvPr/>
        </p:nvSpPr>
        <p:spPr>
          <a:xfrm>
            <a:off x="27203400" y="-23431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reeform 909"/>
          <p:cNvSpPr/>
          <p:nvPr/>
        </p:nvSpPr>
        <p:spPr>
          <a:xfrm>
            <a:off x="27228800" y="-2340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2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Freeform 910"/>
          <p:cNvSpPr/>
          <p:nvPr/>
        </p:nvSpPr>
        <p:spPr>
          <a:xfrm>
            <a:off x="27266900" y="-2339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Freeform 911"/>
          <p:cNvSpPr/>
          <p:nvPr/>
        </p:nvSpPr>
        <p:spPr>
          <a:xfrm>
            <a:off x="27292300" y="-2336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reeform 912"/>
          <p:cNvSpPr/>
          <p:nvPr/>
        </p:nvSpPr>
        <p:spPr>
          <a:xfrm>
            <a:off x="27330400" y="-2335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Freeform 913"/>
          <p:cNvSpPr/>
          <p:nvPr/>
        </p:nvSpPr>
        <p:spPr>
          <a:xfrm>
            <a:off x="27368500" y="-2334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C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Freeform 914"/>
          <p:cNvSpPr/>
          <p:nvPr/>
        </p:nvSpPr>
        <p:spPr>
          <a:xfrm>
            <a:off x="27393900" y="-2332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5EFF"/>
          </a:solidFill>
          <a:ln w="3175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Freeform 915"/>
          <p:cNvSpPr/>
          <p:nvPr/>
        </p:nvSpPr>
        <p:spPr>
          <a:xfrm>
            <a:off x="27432000" y="-2331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CFF"/>
          </a:solidFill>
          <a:ln w="3175">
            <a:solidFill>
              <a:srgbClr val="003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Freeform 916"/>
          <p:cNvSpPr/>
          <p:nvPr/>
        </p:nvSpPr>
        <p:spPr>
          <a:xfrm>
            <a:off x="27457400" y="-2330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34FF"/>
          </a:solidFill>
          <a:ln w="3175">
            <a:solidFill>
              <a:srgbClr val="002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Freeform 917"/>
          <p:cNvSpPr/>
          <p:nvPr/>
        </p:nvSpPr>
        <p:spPr>
          <a:xfrm>
            <a:off x="27495500" y="-2327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Freeform 918"/>
          <p:cNvSpPr/>
          <p:nvPr/>
        </p:nvSpPr>
        <p:spPr>
          <a:xfrm>
            <a:off x="27533600" y="-2325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E6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Freeform 919"/>
          <p:cNvSpPr/>
          <p:nvPr/>
        </p:nvSpPr>
        <p:spPr>
          <a:xfrm>
            <a:off x="27559000" y="-23228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4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Freeform 920"/>
          <p:cNvSpPr/>
          <p:nvPr/>
        </p:nvSpPr>
        <p:spPr>
          <a:xfrm>
            <a:off x="266192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Freeform 921"/>
          <p:cNvSpPr/>
          <p:nvPr/>
        </p:nvSpPr>
        <p:spPr>
          <a:xfrm>
            <a:off x="26644600" y="-23571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Freeform 922"/>
          <p:cNvSpPr/>
          <p:nvPr/>
        </p:nvSpPr>
        <p:spPr>
          <a:xfrm>
            <a:off x="266827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Freeform 923"/>
          <p:cNvSpPr/>
          <p:nvPr/>
        </p:nvSpPr>
        <p:spPr>
          <a:xfrm>
            <a:off x="267208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Freeform 924"/>
          <p:cNvSpPr/>
          <p:nvPr/>
        </p:nvSpPr>
        <p:spPr>
          <a:xfrm>
            <a:off x="267462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Freeform 925"/>
          <p:cNvSpPr/>
          <p:nvPr/>
        </p:nvSpPr>
        <p:spPr>
          <a:xfrm>
            <a:off x="267843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Freeform 926"/>
          <p:cNvSpPr/>
          <p:nvPr/>
        </p:nvSpPr>
        <p:spPr>
          <a:xfrm>
            <a:off x="26809700" y="-23545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Freeform 927"/>
          <p:cNvSpPr/>
          <p:nvPr/>
        </p:nvSpPr>
        <p:spPr>
          <a:xfrm>
            <a:off x="268478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Freeform 928"/>
          <p:cNvSpPr/>
          <p:nvPr/>
        </p:nvSpPr>
        <p:spPr>
          <a:xfrm>
            <a:off x="268859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Freeform 929"/>
          <p:cNvSpPr/>
          <p:nvPr/>
        </p:nvSpPr>
        <p:spPr>
          <a:xfrm>
            <a:off x="269113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Freeform 930"/>
          <p:cNvSpPr/>
          <p:nvPr/>
        </p:nvSpPr>
        <p:spPr>
          <a:xfrm>
            <a:off x="26949400" y="-2352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Freeform 931"/>
          <p:cNvSpPr/>
          <p:nvPr/>
        </p:nvSpPr>
        <p:spPr>
          <a:xfrm>
            <a:off x="26974800" y="-23507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Freeform 932"/>
          <p:cNvSpPr/>
          <p:nvPr/>
        </p:nvSpPr>
        <p:spPr>
          <a:xfrm>
            <a:off x="27012900" y="-2350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Freeform 933"/>
          <p:cNvSpPr/>
          <p:nvPr/>
        </p:nvSpPr>
        <p:spPr>
          <a:xfrm>
            <a:off x="27051000" y="-2349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Freeform 934"/>
          <p:cNvSpPr/>
          <p:nvPr/>
        </p:nvSpPr>
        <p:spPr>
          <a:xfrm>
            <a:off x="27076400" y="-2349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Freeform 935"/>
          <p:cNvSpPr/>
          <p:nvPr/>
        </p:nvSpPr>
        <p:spPr>
          <a:xfrm>
            <a:off x="27114500" y="-2346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6FFF9"/>
          </a:solidFill>
          <a:ln w="3175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Freeform 936"/>
          <p:cNvSpPr/>
          <p:nvPr/>
        </p:nvSpPr>
        <p:spPr>
          <a:xfrm>
            <a:off x="27139900" y="-23444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Freeform 937"/>
          <p:cNvSpPr/>
          <p:nvPr/>
        </p:nvSpPr>
        <p:spPr>
          <a:xfrm>
            <a:off x="27178000" y="-23418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9FF"/>
          </a:solidFill>
          <a:ln w="3175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Freeform 938"/>
          <p:cNvSpPr/>
          <p:nvPr/>
        </p:nvSpPr>
        <p:spPr>
          <a:xfrm>
            <a:off x="27216100" y="-2339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0FF"/>
          </a:solidFill>
          <a:ln w="3175">
            <a:solidFill>
              <a:srgbClr val="008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Freeform 939"/>
          <p:cNvSpPr/>
          <p:nvPr/>
        </p:nvSpPr>
        <p:spPr>
          <a:xfrm>
            <a:off x="27241500" y="-2338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F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Freeform 940"/>
          <p:cNvSpPr/>
          <p:nvPr/>
        </p:nvSpPr>
        <p:spPr>
          <a:xfrm>
            <a:off x="27279600" y="-2336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Freeform 941"/>
          <p:cNvSpPr/>
          <p:nvPr/>
        </p:nvSpPr>
        <p:spPr>
          <a:xfrm>
            <a:off x="27305000" y="-23355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E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Freeform 942"/>
          <p:cNvSpPr/>
          <p:nvPr/>
        </p:nvSpPr>
        <p:spPr>
          <a:xfrm>
            <a:off x="27343100" y="-2334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3FF"/>
          </a:solidFill>
          <a:ln w="3175">
            <a:solidFill>
              <a:srgbClr val="005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Freeform 943"/>
          <p:cNvSpPr/>
          <p:nvPr/>
        </p:nvSpPr>
        <p:spPr>
          <a:xfrm>
            <a:off x="27381200" y="-2332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5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Freeform 944"/>
          <p:cNvSpPr/>
          <p:nvPr/>
        </p:nvSpPr>
        <p:spPr>
          <a:xfrm>
            <a:off x="27406600" y="-2331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Freeform 945"/>
          <p:cNvSpPr/>
          <p:nvPr/>
        </p:nvSpPr>
        <p:spPr>
          <a:xfrm>
            <a:off x="27444700" y="-2329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3BFF"/>
          </a:solidFill>
          <a:ln w="3175">
            <a:solidFill>
              <a:srgbClr val="002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Freeform 946"/>
          <p:cNvSpPr/>
          <p:nvPr/>
        </p:nvSpPr>
        <p:spPr>
          <a:xfrm>
            <a:off x="27470100" y="-23279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1AFF"/>
          </a:solidFill>
          <a:ln w="3175">
            <a:solidFill>
              <a:srgbClr val="001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Freeform 947"/>
          <p:cNvSpPr/>
          <p:nvPr/>
        </p:nvSpPr>
        <p:spPr>
          <a:xfrm>
            <a:off x="27508200" y="-23253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ED"/>
          </a:solidFill>
          <a:ln w="3175">
            <a:solidFill>
              <a:srgbClr val="000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Freeform 948"/>
          <p:cNvSpPr/>
          <p:nvPr/>
        </p:nvSpPr>
        <p:spPr>
          <a:xfrm>
            <a:off x="27546300" y="-23215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0" name="Connector 949"/>
          <p:cNvCxnSpPr/>
          <p:nvPr/>
        </p:nvCxnSpPr>
        <p:spPr>
          <a:xfrm flipV="1">
            <a:off x="28517474" y="-23584648"/>
            <a:ext cx="480876" cy="34134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 flipV="1">
            <a:off x="28760294" y="-23547175"/>
            <a:ext cx="480876" cy="34134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 flipV="1">
            <a:off x="29003110" y="-23509701"/>
            <a:ext cx="480876" cy="34134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 flipV="1">
            <a:off x="29245929" y="-23472227"/>
            <a:ext cx="480876" cy="34134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 flipV="1">
            <a:off x="29488745" y="-23434754"/>
            <a:ext cx="480879" cy="34135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>
            <a:off x="28517474" y="-23243300"/>
            <a:ext cx="1031978" cy="1592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>
            <a:off x="28838059" y="-23470866"/>
            <a:ext cx="1031978" cy="1592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7" name="Connector 956"/>
          <p:cNvCxnSpPr/>
          <p:nvPr/>
        </p:nvCxnSpPr>
        <p:spPr>
          <a:xfrm flipV="1">
            <a:off x="28517474" y="-23258929"/>
            <a:ext cx="22018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8" name="Connector 957"/>
          <p:cNvCxnSpPr/>
          <p:nvPr/>
        </p:nvCxnSpPr>
        <p:spPr>
          <a:xfrm flipV="1">
            <a:off x="28760294" y="-23221455"/>
            <a:ext cx="22014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9" name="Connector 958"/>
          <p:cNvCxnSpPr/>
          <p:nvPr/>
        </p:nvCxnSpPr>
        <p:spPr>
          <a:xfrm flipV="1">
            <a:off x="29003110" y="-23183981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0" name="Connector 959"/>
          <p:cNvCxnSpPr/>
          <p:nvPr/>
        </p:nvCxnSpPr>
        <p:spPr>
          <a:xfrm flipV="1">
            <a:off x="29245929" y="-23146508"/>
            <a:ext cx="22017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1" name="Connector 960"/>
          <p:cNvCxnSpPr/>
          <p:nvPr/>
        </p:nvCxnSpPr>
        <p:spPr>
          <a:xfrm flipV="1">
            <a:off x="29488745" y="-23109032"/>
            <a:ext cx="22018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2" name="Connector 961"/>
          <p:cNvCxnSpPr/>
          <p:nvPr/>
        </p:nvCxnSpPr>
        <p:spPr>
          <a:xfrm flipH="1">
            <a:off x="28976333" y="-23584648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3" name="Connector 962"/>
          <p:cNvCxnSpPr/>
          <p:nvPr/>
        </p:nvCxnSpPr>
        <p:spPr>
          <a:xfrm flipH="1">
            <a:off x="29219152" y="-23547175"/>
            <a:ext cx="22018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 flipH="1">
            <a:off x="29461972" y="-23509701"/>
            <a:ext cx="22014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5" name="Connector 964"/>
          <p:cNvCxnSpPr/>
          <p:nvPr/>
        </p:nvCxnSpPr>
        <p:spPr>
          <a:xfrm flipH="1">
            <a:off x="29704788" y="-23472227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6" name="Connector 965"/>
          <p:cNvCxnSpPr/>
          <p:nvPr/>
        </p:nvCxnSpPr>
        <p:spPr>
          <a:xfrm flipH="1">
            <a:off x="29947607" y="-23434754"/>
            <a:ext cx="22017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7" name="Connector 966"/>
          <p:cNvCxnSpPr/>
          <p:nvPr/>
        </p:nvCxnSpPr>
        <p:spPr>
          <a:xfrm>
            <a:off x="28517474" y="-23243300"/>
            <a:ext cx="26684" cy="411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8" name="Connector 967"/>
          <p:cNvCxnSpPr/>
          <p:nvPr/>
        </p:nvCxnSpPr>
        <p:spPr>
          <a:xfrm>
            <a:off x="28838059" y="-23470866"/>
            <a:ext cx="26684" cy="411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9" name="Connector 968"/>
          <p:cNvCxnSpPr/>
          <p:nvPr/>
        </p:nvCxnSpPr>
        <p:spPr>
          <a:xfrm flipH="1" flipV="1">
            <a:off x="29522765" y="-23088155"/>
            <a:ext cx="26687" cy="412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0" name="Connector 969"/>
          <p:cNvCxnSpPr/>
          <p:nvPr/>
        </p:nvCxnSpPr>
        <p:spPr>
          <a:xfrm flipH="1" flipV="1">
            <a:off x="29843350" y="-23315721"/>
            <a:ext cx="26687" cy="412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1" name="Connector 970"/>
          <p:cNvCxnSpPr/>
          <p:nvPr/>
        </p:nvCxnSpPr>
        <p:spPr>
          <a:xfrm>
            <a:off x="28517474" y="-23243300"/>
            <a:ext cx="1031978" cy="1592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2" name="Connector 971"/>
          <p:cNvCxnSpPr/>
          <p:nvPr/>
        </p:nvCxnSpPr>
        <p:spPr>
          <a:xfrm>
            <a:off x="28998350" y="-23584648"/>
            <a:ext cx="1031978" cy="1592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3" name="Connector 972"/>
          <p:cNvCxnSpPr/>
          <p:nvPr/>
        </p:nvCxnSpPr>
        <p:spPr>
          <a:xfrm flipV="1">
            <a:off x="28517474" y="-23584648"/>
            <a:ext cx="480876" cy="3413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4" name="Connector 973"/>
          <p:cNvCxnSpPr/>
          <p:nvPr/>
        </p:nvCxnSpPr>
        <p:spPr>
          <a:xfrm flipV="1">
            <a:off x="29549452" y="-23425385"/>
            <a:ext cx="480876" cy="3413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 flipH="1">
            <a:off x="28976333" y="-24240873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 flipH="1">
            <a:off x="29219152" y="-24203400"/>
            <a:ext cx="22018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 flipH="1">
            <a:off x="29461972" y="-24165926"/>
            <a:ext cx="22014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 flipH="1">
            <a:off x="29704788" y="-24128452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H="1">
            <a:off x="29947607" y="-24090979"/>
            <a:ext cx="22017" cy="156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>
            <a:off x="28517474" y="-23899525"/>
            <a:ext cx="26684" cy="411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>
            <a:off x="28838059" y="-24127091"/>
            <a:ext cx="26684" cy="411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>
            <a:off x="28998350" y="-24240873"/>
            <a:ext cx="1031978" cy="1592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 flipV="1">
            <a:off x="28517474" y="-24240873"/>
            <a:ext cx="480876" cy="3413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 flipV="1">
            <a:off x="28517474" y="-23899525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 flipV="1">
            <a:off x="28838059" y="-24127091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 flipV="1">
            <a:off x="28517474" y="-23270300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 flipV="1">
            <a:off x="28838059" y="-23497864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28517474" y="-23899525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28838059" y="-24127091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 flipV="1">
            <a:off x="28517474" y="-23637177"/>
            <a:ext cx="480876" cy="34135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 flipV="1">
            <a:off x="28517474" y="-23961332"/>
            <a:ext cx="480876" cy="34134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 flipV="1">
            <a:off x="28517474" y="-23311456"/>
            <a:ext cx="22018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V="1">
            <a:off x="28517474" y="-23635613"/>
            <a:ext cx="22018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 flipH="1">
            <a:off x="28976333" y="-23637177"/>
            <a:ext cx="22017" cy="156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 flipH="1">
            <a:off x="28976333" y="-23961332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 flipV="1">
            <a:off x="28517474" y="-23899525"/>
            <a:ext cx="0" cy="6562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 flipV="1">
            <a:off x="28998350" y="-24240873"/>
            <a:ext cx="0" cy="6562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 flipV="1">
            <a:off x="29549452" y="-23111035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 flipV="1">
            <a:off x="29870037" y="-23338601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 flipH="1">
            <a:off x="30008310" y="-23477912"/>
            <a:ext cx="22018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 flipH="1">
            <a:off x="30008310" y="-23802068"/>
            <a:ext cx="22018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 flipV="1">
            <a:off x="30030328" y="-24081609"/>
            <a:ext cx="0" cy="6562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 flipV="1">
            <a:off x="28517474" y="-23270300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V="1">
            <a:off x="28760294" y="-23232825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V="1">
            <a:off x="29003110" y="-23195351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 flipV="1">
            <a:off x="29245929" y="-23157877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 flipV="1">
            <a:off x="29488745" y="-23120404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28517474" y="-23295827"/>
            <a:ext cx="26684" cy="411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>
            <a:off x="28517474" y="-23619984"/>
            <a:ext cx="26684" cy="411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 flipV="1">
            <a:off x="28998350" y="-24240873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 flipV="1">
            <a:off x="29241170" y="-24203400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 flipV="1">
            <a:off x="29483986" y="-24165926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 flipV="1">
            <a:off x="29726805" y="-24128452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V="1">
            <a:off x="29969624" y="-24090979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V="1">
            <a:off x="28998350" y="-23611648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V="1">
            <a:off x="29241170" y="-23574175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 flipV="1">
            <a:off x="29483986" y="-23536701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V="1">
            <a:off x="29726805" y="-23499226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V="1">
            <a:off x="29969624" y="-23461752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>
            <a:off x="28998350" y="-24240873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>
            <a:off x="29241170" y="-24203400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>
            <a:off x="29483986" y="-24165926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>
            <a:off x="29726805" y="-24128452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>
            <a:off x="29969624" y="-24090979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>
            <a:off x="28998350" y="-23637177"/>
            <a:ext cx="1031978" cy="1592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>
            <a:off x="28998350" y="-23961332"/>
            <a:ext cx="1031978" cy="15926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>
            <a:off x="28998350" y="-23637177"/>
            <a:ext cx="26687" cy="411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>
            <a:off x="28998350" y="-23961332"/>
            <a:ext cx="26687" cy="411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 flipH="1" flipV="1">
            <a:off x="30003644" y="-23482030"/>
            <a:ext cx="26684" cy="411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 flipH="1" flipV="1">
            <a:off x="30003644" y="-23806187"/>
            <a:ext cx="26684" cy="411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1" name="Freeform 1030"/>
          <p:cNvSpPr/>
          <p:nvPr/>
        </p:nvSpPr>
        <p:spPr>
          <a:xfrm>
            <a:off x="29514800" y="-2348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Freeform 1031"/>
          <p:cNvSpPr/>
          <p:nvPr/>
        </p:nvSpPr>
        <p:spPr>
          <a:xfrm>
            <a:off x="29527500" y="-2349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Freeform 1032"/>
          <p:cNvSpPr/>
          <p:nvPr/>
        </p:nvSpPr>
        <p:spPr>
          <a:xfrm>
            <a:off x="29552900" y="-2350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Freeform 1033"/>
          <p:cNvSpPr/>
          <p:nvPr/>
        </p:nvSpPr>
        <p:spPr>
          <a:xfrm>
            <a:off x="295656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Freeform 1034"/>
          <p:cNvSpPr/>
          <p:nvPr/>
        </p:nvSpPr>
        <p:spPr>
          <a:xfrm>
            <a:off x="295783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Freeform 1035"/>
          <p:cNvSpPr/>
          <p:nvPr/>
        </p:nvSpPr>
        <p:spPr>
          <a:xfrm>
            <a:off x="29591000" y="-23533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Freeform 1036"/>
          <p:cNvSpPr/>
          <p:nvPr/>
        </p:nvSpPr>
        <p:spPr>
          <a:xfrm>
            <a:off x="296164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Freeform 1037"/>
          <p:cNvSpPr/>
          <p:nvPr/>
        </p:nvSpPr>
        <p:spPr>
          <a:xfrm>
            <a:off x="296291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Freeform 1038"/>
          <p:cNvSpPr/>
          <p:nvPr/>
        </p:nvSpPr>
        <p:spPr>
          <a:xfrm>
            <a:off x="296418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Freeform 1039"/>
          <p:cNvSpPr/>
          <p:nvPr/>
        </p:nvSpPr>
        <p:spPr>
          <a:xfrm>
            <a:off x="296672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Freeform 1040"/>
          <p:cNvSpPr/>
          <p:nvPr/>
        </p:nvSpPr>
        <p:spPr>
          <a:xfrm>
            <a:off x="296799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Freeform 1041"/>
          <p:cNvSpPr/>
          <p:nvPr/>
        </p:nvSpPr>
        <p:spPr>
          <a:xfrm>
            <a:off x="296926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Freeform 1042"/>
          <p:cNvSpPr/>
          <p:nvPr/>
        </p:nvSpPr>
        <p:spPr>
          <a:xfrm>
            <a:off x="297180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Freeform 1043"/>
          <p:cNvSpPr/>
          <p:nvPr/>
        </p:nvSpPr>
        <p:spPr>
          <a:xfrm>
            <a:off x="297307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Freeform 1044"/>
          <p:cNvSpPr/>
          <p:nvPr/>
        </p:nvSpPr>
        <p:spPr>
          <a:xfrm>
            <a:off x="29743400" y="-23660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Freeform 1045"/>
          <p:cNvSpPr/>
          <p:nvPr/>
        </p:nvSpPr>
        <p:spPr>
          <a:xfrm>
            <a:off x="29768800" y="-23698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FFF400"/>
          </a:solidFill>
          <a:ln w="3175">
            <a:solidFill>
              <a:srgbClr val="CCC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Freeform 1046"/>
          <p:cNvSpPr/>
          <p:nvPr/>
        </p:nvSpPr>
        <p:spPr>
          <a:xfrm>
            <a:off x="29781500" y="-2372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C900"/>
          </a:solidFill>
          <a:ln w="3175">
            <a:solidFill>
              <a:srgbClr val="C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Freeform 1047"/>
          <p:cNvSpPr/>
          <p:nvPr/>
        </p:nvSpPr>
        <p:spPr>
          <a:xfrm>
            <a:off x="297942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A400"/>
          </a:solidFill>
          <a:ln w="3175">
            <a:solidFill>
              <a:srgbClr val="CC8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Freeform 1048"/>
          <p:cNvSpPr/>
          <p:nvPr/>
        </p:nvSpPr>
        <p:spPr>
          <a:xfrm>
            <a:off x="29806900" y="-23787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8600"/>
          </a:solidFill>
          <a:ln w="3175">
            <a:solidFill>
              <a:srgbClr val="CC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Freeform 1049"/>
          <p:cNvSpPr/>
          <p:nvPr/>
        </p:nvSpPr>
        <p:spPr>
          <a:xfrm>
            <a:off x="298323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7100"/>
          </a:solidFill>
          <a:ln w="3175">
            <a:solidFill>
              <a:srgbClr val="CC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Freeform 1050"/>
          <p:cNvSpPr/>
          <p:nvPr/>
        </p:nvSpPr>
        <p:spPr>
          <a:xfrm>
            <a:off x="298450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700"/>
          </a:solidFill>
          <a:ln w="3175">
            <a:solidFill>
              <a:srgbClr val="CC5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Freeform 1051"/>
          <p:cNvSpPr/>
          <p:nvPr/>
        </p:nvSpPr>
        <p:spPr>
          <a:xfrm>
            <a:off x="298577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5F00"/>
          </a:solidFill>
          <a:ln w="3175">
            <a:solidFill>
              <a:srgbClr val="CC4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Freeform 1052"/>
          <p:cNvSpPr/>
          <p:nvPr/>
        </p:nvSpPr>
        <p:spPr>
          <a:xfrm>
            <a:off x="298831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5400"/>
          </a:solidFill>
          <a:ln w="3175">
            <a:solidFill>
              <a:srgbClr val="CC4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Freeform 1053"/>
          <p:cNvSpPr/>
          <p:nvPr/>
        </p:nvSpPr>
        <p:spPr>
          <a:xfrm>
            <a:off x="29895800" y="-2387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600"/>
          </a:solidFill>
          <a:ln w="3175">
            <a:solidFill>
              <a:srgbClr val="CC3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Freeform 1054"/>
          <p:cNvSpPr/>
          <p:nvPr/>
        </p:nvSpPr>
        <p:spPr>
          <a:xfrm>
            <a:off x="299085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3500"/>
          </a:solidFill>
          <a:ln w="3175">
            <a:solidFill>
              <a:srgbClr val="CC2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Freeform 1055"/>
          <p:cNvSpPr/>
          <p:nvPr/>
        </p:nvSpPr>
        <p:spPr>
          <a:xfrm>
            <a:off x="299339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1F00"/>
          </a:solidFill>
          <a:ln w="3175">
            <a:solidFill>
              <a:srgbClr val="CC1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Freeform 1056"/>
          <p:cNvSpPr/>
          <p:nvPr/>
        </p:nvSpPr>
        <p:spPr>
          <a:xfrm>
            <a:off x="299466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Freeform 1057"/>
          <p:cNvSpPr/>
          <p:nvPr/>
        </p:nvSpPr>
        <p:spPr>
          <a:xfrm>
            <a:off x="29959300" y="-2399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DC0000"/>
          </a:solidFill>
          <a:ln w="3175">
            <a:solidFill>
              <a:srgbClr val="B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Freeform 1058"/>
          <p:cNvSpPr/>
          <p:nvPr/>
        </p:nvSpPr>
        <p:spPr>
          <a:xfrm>
            <a:off x="29972000" y="-240284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AB0000"/>
          </a:solidFill>
          <a:ln w="3175">
            <a:solidFill>
              <a:srgbClr val="8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Freeform 1059"/>
          <p:cNvSpPr/>
          <p:nvPr/>
        </p:nvSpPr>
        <p:spPr>
          <a:xfrm>
            <a:off x="29476700" y="-2348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Freeform 1060"/>
          <p:cNvSpPr/>
          <p:nvPr/>
        </p:nvSpPr>
        <p:spPr>
          <a:xfrm>
            <a:off x="29489400" y="-23495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Freeform 1061"/>
          <p:cNvSpPr/>
          <p:nvPr/>
        </p:nvSpPr>
        <p:spPr>
          <a:xfrm>
            <a:off x="295148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Freeform 1062"/>
          <p:cNvSpPr/>
          <p:nvPr/>
        </p:nvSpPr>
        <p:spPr>
          <a:xfrm>
            <a:off x="295275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Freeform 1063"/>
          <p:cNvSpPr/>
          <p:nvPr/>
        </p:nvSpPr>
        <p:spPr>
          <a:xfrm>
            <a:off x="295402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Freeform 1064"/>
          <p:cNvSpPr/>
          <p:nvPr/>
        </p:nvSpPr>
        <p:spPr>
          <a:xfrm>
            <a:off x="295656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Freeform 1065"/>
          <p:cNvSpPr/>
          <p:nvPr/>
        </p:nvSpPr>
        <p:spPr>
          <a:xfrm>
            <a:off x="295783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Freeform 1066"/>
          <p:cNvSpPr/>
          <p:nvPr/>
        </p:nvSpPr>
        <p:spPr>
          <a:xfrm>
            <a:off x="295910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Freeform 1067"/>
          <p:cNvSpPr/>
          <p:nvPr/>
        </p:nvSpPr>
        <p:spPr>
          <a:xfrm>
            <a:off x="296164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Freeform 1068"/>
          <p:cNvSpPr/>
          <p:nvPr/>
        </p:nvSpPr>
        <p:spPr>
          <a:xfrm>
            <a:off x="296291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Freeform 1069"/>
          <p:cNvSpPr/>
          <p:nvPr/>
        </p:nvSpPr>
        <p:spPr>
          <a:xfrm>
            <a:off x="296418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Freeform 1070"/>
          <p:cNvSpPr/>
          <p:nvPr/>
        </p:nvSpPr>
        <p:spPr>
          <a:xfrm>
            <a:off x="29654500" y="-23609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Freeform 1071"/>
          <p:cNvSpPr/>
          <p:nvPr/>
        </p:nvSpPr>
        <p:spPr>
          <a:xfrm>
            <a:off x="296799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Freeform 1072"/>
          <p:cNvSpPr/>
          <p:nvPr/>
        </p:nvSpPr>
        <p:spPr>
          <a:xfrm>
            <a:off x="296926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Freeform 1073"/>
          <p:cNvSpPr/>
          <p:nvPr/>
        </p:nvSpPr>
        <p:spPr>
          <a:xfrm>
            <a:off x="29705300" y="-23660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Freeform 1074"/>
          <p:cNvSpPr/>
          <p:nvPr/>
        </p:nvSpPr>
        <p:spPr>
          <a:xfrm>
            <a:off x="29730700" y="-2369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6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Freeform 1075"/>
          <p:cNvSpPr/>
          <p:nvPr/>
        </p:nvSpPr>
        <p:spPr>
          <a:xfrm>
            <a:off x="297434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CC00"/>
          </a:solidFill>
          <a:ln w="3175">
            <a:solidFill>
              <a:srgbClr val="CCA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Freeform 1076"/>
          <p:cNvSpPr/>
          <p:nvPr/>
        </p:nvSpPr>
        <p:spPr>
          <a:xfrm>
            <a:off x="29756100" y="-2376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7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Freeform 1077"/>
          <p:cNvSpPr/>
          <p:nvPr/>
        </p:nvSpPr>
        <p:spPr>
          <a:xfrm>
            <a:off x="29781500" y="-2378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89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Freeform 1078"/>
          <p:cNvSpPr/>
          <p:nvPr/>
        </p:nvSpPr>
        <p:spPr>
          <a:xfrm>
            <a:off x="297942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Freeform 1079"/>
          <p:cNvSpPr/>
          <p:nvPr/>
        </p:nvSpPr>
        <p:spPr>
          <a:xfrm>
            <a:off x="298069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Freeform 1080"/>
          <p:cNvSpPr/>
          <p:nvPr/>
        </p:nvSpPr>
        <p:spPr>
          <a:xfrm>
            <a:off x="298323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54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Freeform 1081"/>
          <p:cNvSpPr/>
          <p:nvPr/>
        </p:nvSpPr>
        <p:spPr>
          <a:xfrm>
            <a:off x="298450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4A00"/>
          </a:solidFill>
          <a:ln w="3175">
            <a:solidFill>
              <a:srgbClr val="CC3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Freeform 1082"/>
          <p:cNvSpPr/>
          <p:nvPr/>
        </p:nvSpPr>
        <p:spPr>
          <a:xfrm>
            <a:off x="29857700" y="-2388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3C00"/>
          </a:solidFill>
          <a:ln w="3175">
            <a:solidFill>
              <a:srgbClr val="CC3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Freeform 1083"/>
          <p:cNvSpPr/>
          <p:nvPr/>
        </p:nvSpPr>
        <p:spPr>
          <a:xfrm>
            <a:off x="29870400" y="-23901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Freeform 1084"/>
          <p:cNvSpPr/>
          <p:nvPr/>
        </p:nvSpPr>
        <p:spPr>
          <a:xfrm>
            <a:off x="298958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500"/>
          </a:solidFill>
          <a:ln w="3175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Freeform 1085"/>
          <p:cNvSpPr/>
          <p:nvPr/>
        </p:nvSpPr>
        <p:spPr>
          <a:xfrm>
            <a:off x="299085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80000"/>
          </a:solidFill>
          <a:ln w="3175">
            <a:solidFill>
              <a:srgbClr val="C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Freeform 1086"/>
          <p:cNvSpPr/>
          <p:nvPr/>
        </p:nvSpPr>
        <p:spPr>
          <a:xfrm>
            <a:off x="299212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D50000"/>
          </a:solidFill>
          <a:ln w="3175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Freeform 1087"/>
          <p:cNvSpPr/>
          <p:nvPr/>
        </p:nvSpPr>
        <p:spPr>
          <a:xfrm>
            <a:off x="299466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A60000"/>
          </a:solidFill>
          <a:ln w="3175">
            <a:solidFill>
              <a:srgbClr val="8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Freeform 1088"/>
          <p:cNvSpPr/>
          <p:nvPr/>
        </p:nvSpPr>
        <p:spPr>
          <a:xfrm>
            <a:off x="29438600" y="-2349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Freeform 1089"/>
          <p:cNvSpPr/>
          <p:nvPr/>
        </p:nvSpPr>
        <p:spPr>
          <a:xfrm>
            <a:off x="29464000" y="-2349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Freeform 1090"/>
          <p:cNvSpPr/>
          <p:nvPr/>
        </p:nvSpPr>
        <p:spPr>
          <a:xfrm>
            <a:off x="294767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Freeform 1091"/>
          <p:cNvSpPr/>
          <p:nvPr/>
        </p:nvSpPr>
        <p:spPr>
          <a:xfrm>
            <a:off x="294894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Freeform 1092"/>
          <p:cNvSpPr/>
          <p:nvPr/>
        </p:nvSpPr>
        <p:spPr>
          <a:xfrm>
            <a:off x="295148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Freeform 1093"/>
          <p:cNvSpPr/>
          <p:nvPr/>
        </p:nvSpPr>
        <p:spPr>
          <a:xfrm>
            <a:off x="295275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Freeform 1094"/>
          <p:cNvSpPr/>
          <p:nvPr/>
        </p:nvSpPr>
        <p:spPr>
          <a:xfrm>
            <a:off x="295402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Freeform 1095"/>
          <p:cNvSpPr/>
          <p:nvPr/>
        </p:nvSpPr>
        <p:spPr>
          <a:xfrm>
            <a:off x="29552900" y="-23571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Freeform 1096"/>
          <p:cNvSpPr/>
          <p:nvPr/>
        </p:nvSpPr>
        <p:spPr>
          <a:xfrm>
            <a:off x="295783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Freeform 1097"/>
          <p:cNvSpPr/>
          <p:nvPr/>
        </p:nvSpPr>
        <p:spPr>
          <a:xfrm>
            <a:off x="295910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Freeform 1098"/>
          <p:cNvSpPr/>
          <p:nvPr/>
        </p:nvSpPr>
        <p:spPr>
          <a:xfrm>
            <a:off x="296037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Freeform 1099"/>
          <p:cNvSpPr/>
          <p:nvPr/>
        </p:nvSpPr>
        <p:spPr>
          <a:xfrm>
            <a:off x="296291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Freeform 1100"/>
          <p:cNvSpPr/>
          <p:nvPr/>
        </p:nvSpPr>
        <p:spPr>
          <a:xfrm>
            <a:off x="296418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Freeform 1101"/>
          <p:cNvSpPr/>
          <p:nvPr/>
        </p:nvSpPr>
        <p:spPr>
          <a:xfrm>
            <a:off x="296545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Freeform 1102"/>
          <p:cNvSpPr/>
          <p:nvPr/>
        </p:nvSpPr>
        <p:spPr>
          <a:xfrm>
            <a:off x="296799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Freeform 1103"/>
          <p:cNvSpPr/>
          <p:nvPr/>
        </p:nvSpPr>
        <p:spPr>
          <a:xfrm>
            <a:off x="29692600" y="-2369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7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Freeform 1104"/>
          <p:cNvSpPr/>
          <p:nvPr/>
        </p:nvSpPr>
        <p:spPr>
          <a:xfrm>
            <a:off x="29705300" y="-2373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E00"/>
          </a:solidFill>
          <a:ln w="3175">
            <a:solidFill>
              <a:srgbClr val="CCA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Freeform 1105"/>
          <p:cNvSpPr/>
          <p:nvPr/>
        </p:nvSpPr>
        <p:spPr>
          <a:xfrm>
            <a:off x="29730700" y="-2376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A9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Freeform 1106"/>
          <p:cNvSpPr/>
          <p:nvPr/>
        </p:nvSpPr>
        <p:spPr>
          <a:xfrm>
            <a:off x="297434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Freeform 1107"/>
          <p:cNvSpPr/>
          <p:nvPr/>
        </p:nvSpPr>
        <p:spPr>
          <a:xfrm>
            <a:off x="297561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Freeform 1108"/>
          <p:cNvSpPr/>
          <p:nvPr/>
        </p:nvSpPr>
        <p:spPr>
          <a:xfrm>
            <a:off x="29768800" y="-23837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800"/>
          </a:solidFill>
          <a:ln w="3175">
            <a:solidFill>
              <a:srgbClr val="CC4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Freeform 1109"/>
          <p:cNvSpPr/>
          <p:nvPr/>
        </p:nvSpPr>
        <p:spPr>
          <a:xfrm>
            <a:off x="29794200" y="-2386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B00"/>
          </a:solidFill>
          <a:ln w="3175">
            <a:solidFill>
              <a:srgbClr val="CC3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Freeform 1110"/>
          <p:cNvSpPr/>
          <p:nvPr/>
        </p:nvSpPr>
        <p:spPr>
          <a:xfrm>
            <a:off x="298069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Freeform 1111"/>
          <p:cNvSpPr/>
          <p:nvPr/>
        </p:nvSpPr>
        <p:spPr>
          <a:xfrm>
            <a:off x="298196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3300"/>
          </a:solidFill>
          <a:ln w="3175">
            <a:solidFill>
              <a:srgbClr val="CC2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Freeform 1112"/>
          <p:cNvSpPr/>
          <p:nvPr/>
        </p:nvSpPr>
        <p:spPr>
          <a:xfrm>
            <a:off x="298450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2200"/>
          </a:solidFill>
          <a:ln w="3175">
            <a:solidFill>
              <a:srgbClr val="CC1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Freeform 1113"/>
          <p:cNvSpPr/>
          <p:nvPr/>
        </p:nvSpPr>
        <p:spPr>
          <a:xfrm>
            <a:off x="298577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Freeform 1114"/>
          <p:cNvSpPr/>
          <p:nvPr/>
        </p:nvSpPr>
        <p:spPr>
          <a:xfrm>
            <a:off x="298704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00000"/>
          </a:solidFill>
          <a:ln w="3175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Freeform 1115"/>
          <p:cNvSpPr/>
          <p:nvPr/>
        </p:nvSpPr>
        <p:spPr>
          <a:xfrm>
            <a:off x="298958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CE0000"/>
          </a:solidFill>
          <a:ln w="3175">
            <a:solidFill>
              <a:srgbClr val="A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Freeform 1116"/>
          <p:cNvSpPr/>
          <p:nvPr/>
        </p:nvSpPr>
        <p:spPr>
          <a:xfrm>
            <a:off x="29908500" y="-2404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A10000"/>
          </a:solidFill>
          <a:ln w="3175">
            <a:solidFill>
              <a:srgbClr val="8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Freeform 1117"/>
          <p:cNvSpPr/>
          <p:nvPr/>
        </p:nvSpPr>
        <p:spPr>
          <a:xfrm>
            <a:off x="29413200" y="-2349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Freeform 1118"/>
          <p:cNvSpPr/>
          <p:nvPr/>
        </p:nvSpPr>
        <p:spPr>
          <a:xfrm>
            <a:off x="294259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Freeform 1119"/>
          <p:cNvSpPr/>
          <p:nvPr/>
        </p:nvSpPr>
        <p:spPr>
          <a:xfrm>
            <a:off x="29438600" y="-2352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Freeform 1120"/>
          <p:cNvSpPr/>
          <p:nvPr/>
        </p:nvSpPr>
        <p:spPr>
          <a:xfrm>
            <a:off x="29451300" y="-23533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Freeform 1121"/>
          <p:cNvSpPr/>
          <p:nvPr/>
        </p:nvSpPr>
        <p:spPr>
          <a:xfrm>
            <a:off x="294767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Freeform 1122"/>
          <p:cNvSpPr/>
          <p:nvPr/>
        </p:nvSpPr>
        <p:spPr>
          <a:xfrm>
            <a:off x="294894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Freeform 1123"/>
          <p:cNvSpPr/>
          <p:nvPr/>
        </p:nvSpPr>
        <p:spPr>
          <a:xfrm>
            <a:off x="295021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Freeform 1124"/>
          <p:cNvSpPr/>
          <p:nvPr/>
        </p:nvSpPr>
        <p:spPr>
          <a:xfrm>
            <a:off x="295275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Freeform 1125"/>
          <p:cNvSpPr/>
          <p:nvPr/>
        </p:nvSpPr>
        <p:spPr>
          <a:xfrm>
            <a:off x="295402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Freeform 1126"/>
          <p:cNvSpPr/>
          <p:nvPr/>
        </p:nvSpPr>
        <p:spPr>
          <a:xfrm>
            <a:off x="295529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Freeform 1127"/>
          <p:cNvSpPr/>
          <p:nvPr/>
        </p:nvSpPr>
        <p:spPr>
          <a:xfrm>
            <a:off x="295783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Freeform 1128"/>
          <p:cNvSpPr/>
          <p:nvPr/>
        </p:nvSpPr>
        <p:spPr>
          <a:xfrm>
            <a:off x="295910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Freeform 1129"/>
          <p:cNvSpPr/>
          <p:nvPr/>
        </p:nvSpPr>
        <p:spPr>
          <a:xfrm>
            <a:off x="296037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Freeform 1130"/>
          <p:cNvSpPr/>
          <p:nvPr/>
        </p:nvSpPr>
        <p:spPr>
          <a:xfrm>
            <a:off x="29616400" y="-23647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Freeform 1131"/>
          <p:cNvSpPr/>
          <p:nvPr/>
        </p:nvSpPr>
        <p:spPr>
          <a:xfrm>
            <a:off x="296418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Freeform 1132"/>
          <p:cNvSpPr/>
          <p:nvPr/>
        </p:nvSpPr>
        <p:spPr>
          <a:xfrm>
            <a:off x="29654500" y="-23710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Freeform 1133"/>
          <p:cNvSpPr/>
          <p:nvPr/>
        </p:nvSpPr>
        <p:spPr>
          <a:xfrm>
            <a:off x="29667200" y="-23736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Freeform 1134"/>
          <p:cNvSpPr/>
          <p:nvPr/>
        </p:nvSpPr>
        <p:spPr>
          <a:xfrm>
            <a:off x="29692600" y="-23774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Freeform 1135"/>
          <p:cNvSpPr/>
          <p:nvPr/>
        </p:nvSpPr>
        <p:spPr>
          <a:xfrm>
            <a:off x="29705300" y="-2379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Freeform 1136"/>
          <p:cNvSpPr/>
          <p:nvPr/>
        </p:nvSpPr>
        <p:spPr>
          <a:xfrm>
            <a:off x="297180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Freeform 1137"/>
          <p:cNvSpPr/>
          <p:nvPr/>
        </p:nvSpPr>
        <p:spPr>
          <a:xfrm>
            <a:off x="29743400" y="-2385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55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Freeform 1138"/>
          <p:cNvSpPr/>
          <p:nvPr/>
        </p:nvSpPr>
        <p:spPr>
          <a:xfrm>
            <a:off x="297561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4400"/>
          </a:solidFill>
          <a:ln w="3175">
            <a:solidFill>
              <a:srgbClr val="CC3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Freeform 1139"/>
          <p:cNvSpPr/>
          <p:nvPr/>
        </p:nvSpPr>
        <p:spPr>
          <a:xfrm>
            <a:off x="297688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800"/>
          </a:solidFill>
          <a:ln w="3175">
            <a:solidFill>
              <a:srgbClr val="CC2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Freeform 1140"/>
          <p:cNvSpPr/>
          <p:nvPr/>
        </p:nvSpPr>
        <p:spPr>
          <a:xfrm>
            <a:off x="297942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Freeform 1141"/>
          <p:cNvSpPr/>
          <p:nvPr/>
        </p:nvSpPr>
        <p:spPr>
          <a:xfrm>
            <a:off x="298069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A00"/>
          </a:solidFill>
          <a:ln w="3175">
            <a:solidFill>
              <a:srgbClr val="CC1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Freeform 1142"/>
          <p:cNvSpPr/>
          <p:nvPr/>
        </p:nvSpPr>
        <p:spPr>
          <a:xfrm>
            <a:off x="298196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0500"/>
          </a:solidFill>
          <a:ln w="3175">
            <a:solidFill>
              <a:srgbClr val="CC0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Freeform 1143"/>
          <p:cNvSpPr/>
          <p:nvPr/>
        </p:nvSpPr>
        <p:spPr>
          <a:xfrm>
            <a:off x="29832300" y="-23977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90000"/>
          </a:solidFill>
          <a:ln w="3175">
            <a:solidFill>
              <a:srgbClr val="B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Freeform 1144"/>
          <p:cNvSpPr/>
          <p:nvPr/>
        </p:nvSpPr>
        <p:spPr>
          <a:xfrm>
            <a:off x="29857700" y="-2401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Freeform 1145"/>
          <p:cNvSpPr/>
          <p:nvPr/>
        </p:nvSpPr>
        <p:spPr>
          <a:xfrm>
            <a:off x="29870400" y="-2404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9D0000"/>
          </a:solidFill>
          <a:ln w="3175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Freeform 1146"/>
          <p:cNvSpPr/>
          <p:nvPr/>
        </p:nvSpPr>
        <p:spPr>
          <a:xfrm>
            <a:off x="29375100" y="-2349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Freeform 1147"/>
          <p:cNvSpPr/>
          <p:nvPr/>
        </p:nvSpPr>
        <p:spPr>
          <a:xfrm>
            <a:off x="293878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Freeform 1148"/>
          <p:cNvSpPr/>
          <p:nvPr/>
        </p:nvSpPr>
        <p:spPr>
          <a:xfrm>
            <a:off x="294005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Freeform 1149"/>
          <p:cNvSpPr/>
          <p:nvPr/>
        </p:nvSpPr>
        <p:spPr>
          <a:xfrm>
            <a:off x="294259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Freeform 1150"/>
          <p:cNvSpPr/>
          <p:nvPr/>
        </p:nvSpPr>
        <p:spPr>
          <a:xfrm>
            <a:off x="294386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Freeform 1151"/>
          <p:cNvSpPr/>
          <p:nvPr/>
        </p:nvSpPr>
        <p:spPr>
          <a:xfrm>
            <a:off x="294513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Freeform 1152"/>
          <p:cNvSpPr/>
          <p:nvPr/>
        </p:nvSpPr>
        <p:spPr>
          <a:xfrm>
            <a:off x="294767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Freeform 1153"/>
          <p:cNvSpPr/>
          <p:nvPr/>
        </p:nvSpPr>
        <p:spPr>
          <a:xfrm>
            <a:off x="294894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Freeform 1154"/>
          <p:cNvSpPr/>
          <p:nvPr/>
        </p:nvSpPr>
        <p:spPr>
          <a:xfrm>
            <a:off x="295021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Freeform 1155"/>
          <p:cNvSpPr/>
          <p:nvPr/>
        </p:nvSpPr>
        <p:spPr>
          <a:xfrm>
            <a:off x="29514800" y="-23609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Freeform 1156"/>
          <p:cNvSpPr/>
          <p:nvPr/>
        </p:nvSpPr>
        <p:spPr>
          <a:xfrm>
            <a:off x="295402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Freeform 1157"/>
          <p:cNvSpPr/>
          <p:nvPr/>
        </p:nvSpPr>
        <p:spPr>
          <a:xfrm>
            <a:off x="295529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Freeform 1158"/>
          <p:cNvSpPr/>
          <p:nvPr/>
        </p:nvSpPr>
        <p:spPr>
          <a:xfrm>
            <a:off x="295656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Freeform 1159"/>
          <p:cNvSpPr/>
          <p:nvPr/>
        </p:nvSpPr>
        <p:spPr>
          <a:xfrm>
            <a:off x="295910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Freeform 1160"/>
          <p:cNvSpPr/>
          <p:nvPr/>
        </p:nvSpPr>
        <p:spPr>
          <a:xfrm>
            <a:off x="296037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Freeform 1161"/>
          <p:cNvSpPr/>
          <p:nvPr/>
        </p:nvSpPr>
        <p:spPr>
          <a:xfrm>
            <a:off x="29616400" y="-2371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Freeform 1162"/>
          <p:cNvSpPr/>
          <p:nvPr/>
        </p:nvSpPr>
        <p:spPr>
          <a:xfrm>
            <a:off x="29641800" y="-2374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Freeform 1163"/>
          <p:cNvSpPr/>
          <p:nvPr/>
        </p:nvSpPr>
        <p:spPr>
          <a:xfrm>
            <a:off x="29654500" y="-23774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Freeform 1164"/>
          <p:cNvSpPr/>
          <p:nvPr/>
        </p:nvSpPr>
        <p:spPr>
          <a:xfrm>
            <a:off x="296672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Freeform 1165"/>
          <p:cNvSpPr/>
          <p:nvPr/>
        </p:nvSpPr>
        <p:spPr>
          <a:xfrm>
            <a:off x="296926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Freeform 1166"/>
          <p:cNvSpPr/>
          <p:nvPr/>
        </p:nvSpPr>
        <p:spPr>
          <a:xfrm>
            <a:off x="297053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300"/>
          </a:solidFill>
          <a:ln w="3175">
            <a:solidFill>
              <a:srgbClr val="CC4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Freeform 1167"/>
          <p:cNvSpPr/>
          <p:nvPr/>
        </p:nvSpPr>
        <p:spPr>
          <a:xfrm>
            <a:off x="297180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F00"/>
          </a:solidFill>
          <a:ln w="3175">
            <a:solidFill>
              <a:srgbClr val="CC3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Freeform 1168"/>
          <p:cNvSpPr/>
          <p:nvPr/>
        </p:nvSpPr>
        <p:spPr>
          <a:xfrm>
            <a:off x="29730700" y="-23888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3100"/>
          </a:solidFill>
          <a:ln w="3175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Freeform 1169"/>
          <p:cNvSpPr/>
          <p:nvPr/>
        </p:nvSpPr>
        <p:spPr>
          <a:xfrm>
            <a:off x="297561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300"/>
          </a:solidFill>
          <a:ln w="3175">
            <a:solidFill>
              <a:srgbClr val="CC1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Freeform 1170"/>
          <p:cNvSpPr/>
          <p:nvPr/>
        </p:nvSpPr>
        <p:spPr>
          <a:xfrm>
            <a:off x="297688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1200"/>
          </a:solidFill>
          <a:ln w="3175">
            <a:solidFill>
              <a:srgbClr val="CC0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Freeform 1171"/>
          <p:cNvSpPr/>
          <p:nvPr/>
        </p:nvSpPr>
        <p:spPr>
          <a:xfrm>
            <a:off x="297815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C0000"/>
          </a:solidFill>
          <a:ln w="3175">
            <a:solidFill>
              <a:srgbClr val="C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Freeform 1172"/>
          <p:cNvSpPr/>
          <p:nvPr/>
        </p:nvSpPr>
        <p:spPr>
          <a:xfrm>
            <a:off x="298069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E20000"/>
          </a:solidFill>
          <a:ln w="3175">
            <a:solidFill>
              <a:srgbClr val="B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Freeform 1173"/>
          <p:cNvSpPr/>
          <p:nvPr/>
        </p:nvSpPr>
        <p:spPr>
          <a:xfrm>
            <a:off x="29819600" y="-2401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C20000"/>
          </a:solidFill>
          <a:ln w="3175">
            <a:solidFill>
              <a:srgbClr val="9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Freeform 1174"/>
          <p:cNvSpPr/>
          <p:nvPr/>
        </p:nvSpPr>
        <p:spPr>
          <a:xfrm>
            <a:off x="29832300" y="-2405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99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Freeform 1175"/>
          <p:cNvSpPr/>
          <p:nvPr/>
        </p:nvSpPr>
        <p:spPr>
          <a:xfrm>
            <a:off x="29337000" y="-2350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Freeform 1176"/>
          <p:cNvSpPr/>
          <p:nvPr/>
        </p:nvSpPr>
        <p:spPr>
          <a:xfrm>
            <a:off x="29349700" y="-2352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Freeform 1177"/>
          <p:cNvSpPr/>
          <p:nvPr/>
        </p:nvSpPr>
        <p:spPr>
          <a:xfrm>
            <a:off x="293751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Freeform 1178"/>
          <p:cNvSpPr/>
          <p:nvPr/>
        </p:nvSpPr>
        <p:spPr>
          <a:xfrm>
            <a:off x="293878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Freeform 1179"/>
          <p:cNvSpPr/>
          <p:nvPr/>
        </p:nvSpPr>
        <p:spPr>
          <a:xfrm>
            <a:off x="294005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Freeform 1180"/>
          <p:cNvSpPr/>
          <p:nvPr/>
        </p:nvSpPr>
        <p:spPr>
          <a:xfrm>
            <a:off x="29413200" y="-23558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Freeform 1181"/>
          <p:cNvSpPr/>
          <p:nvPr/>
        </p:nvSpPr>
        <p:spPr>
          <a:xfrm>
            <a:off x="294386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Freeform 1182"/>
          <p:cNvSpPr/>
          <p:nvPr/>
        </p:nvSpPr>
        <p:spPr>
          <a:xfrm>
            <a:off x="294513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Freeform 1183"/>
          <p:cNvSpPr/>
          <p:nvPr/>
        </p:nvSpPr>
        <p:spPr>
          <a:xfrm>
            <a:off x="294640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Freeform 1184"/>
          <p:cNvSpPr/>
          <p:nvPr/>
        </p:nvSpPr>
        <p:spPr>
          <a:xfrm>
            <a:off x="294894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Freeform 1185"/>
          <p:cNvSpPr/>
          <p:nvPr/>
        </p:nvSpPr>
        <p:spPr>
          <a:xfrm>
            <a:off x="295021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Freeform 1186"/>
          <p:cNvSpPr/>
          <p:nvPr/>
        </p:nvSpPr>
        <p:spPr>
          <a:xfrm>
            <a:off x="295148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Freeform 1187"/>
          <p:cNvSpPr/>
          <p:nvPr/>
        </p:nvSpPr>
        <p:spPr>
          <a:xfrm>
            <a:off x="295402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Freeform 1188"/>
          <p:cNvSpPr/>
          <p:nvPr/>
        </p:nvSpPr>
        <p:spPr>
          <a:xfrm>
            <a:off x="295529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Freeform 1189"/>
          <p:cNvSpPr/>
          <p:nvPr/>
        </p:nvSpPr>
        <p:spPr>
          <a:xfrm>
            <a:off x="29565600" y="-2368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Freeform 1190"/>
          <p:cNvSpPr/>
          <p:nvPr/>
        </p:nvSpPr>
        <p:spPr>
          <a:xfrm>
            <a:off x="29591000" y="-2371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Freeform 1191"/>
          <p:cNvSpPr/>
          <p:nvPr/>
        </p:nvSpPr>
        <p:spPr>
          <a:xfrm>
            <a:off x="29603700" y="-2374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Freeform 1192"/>
          <p:cNvSpPr/>
          <p:nvPr/>
        </p:nvSpPr>
        <p:spPr>
          <a:xfrm>
            <a:off x="296164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Freeform 1193"/>
          <p:cNvSpPr/>
          <p:nvPr/>
        </p:nvSpPr>
        <p:spPr>
          <a:xfrm>
            <a:off x="29629100" y="-238125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Freeform 1194"/>
          <p:cNvSpPr/>
          <p:nvPr/>
        </p:nvSpPr>
        <p:spPr>
          <a:xfrm>
            <a:off x="29654500" y="-23837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Freeform 1195"/>
          <p:cNvSpPr/>
          <p:nvPr/>
        </p:nvSpPr>
        <p:spPr>
          <a:xfrm>
            <a:off x="29667200" y="-2386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5300"/>
          </a:solidFill>
          <a:ln w="3175">
            <a:solidFill>
              <a:srgbClr val="CC4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Freeform 1196"/>
          <p:cNvSpPr/>
          <p:nvPr/>
        </p:nvSpPr>
        <p:spPr>
          <a:xfrm>
            <a:off x="296799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3E00"/>
          </a:solidFill>
          <a:ln w="3175">
            <a:solidFill>
              <a:srgbClr val="CC3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Freeform 1197"/>
          <p:cNvSpPr/>
          <p:nvPr/>
        </p:nvSpPr>
        <p:spPr>
          <a:xfrm>
            <a:off x="297053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3000"/>
          </a:solidFill>
          <a:ln w="3175">
            <a:solidFill>
              <a:srgbClr val="CC2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Freeform 1198"/>
          <p:cNvSpPr/>
          <p:nvPr/>
        </p:nvSpPr>
        <p:spPr>
          <a:xfrm>
            <a:off x="297180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2200"/>
          </a:solidFill>
          <a:ln w="3175">
            <a:solidFill>
              <a:srgbClr val="CC1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Freeform 1199"/>
          <p:cNvSpPr/>
          <p:nvPr/>
        </p:nvSpPr>
        <p:spPr>
          <a:xfrm>
            <a:off x="297307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100"/>
          </a:solidFill>
          <a:ln w="3175">
            <a:solidFill>
              <a:srgbClr val="CC0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Freeform 1200"/>
          <p:cNvSpPr/>
          <p:nvPr/>
        </p:nvSpPr>
        <p:spPr>
          <a:xfrm>
            <a:off x="297561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C0000"/>
          </a:solidFill>
          <a:ln w="3175">
            <a:solidFill>
              <a:srgbClr val="C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Freeform 1201"/>
          <p:cNvSpPr/>
          <p:nvPr/>
        </p:nvSpPr>
        <p:spPr>
          <a:xfrm>
            <a:off x="297688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20000"/>
          </a:solidFill>
          <a:ln w="3175">
            <a:solidFill>
              <a:srgbClr val="B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Freeform 1202"/>
          <p:cNvSpPr/>
          <p:nvPr/>
        </p:nvSpPr>
        <p:spPr>
          <a:xfrm>
            <a:off x="29781500" y="-2401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C10000"/>
          </a:solidFill>
          <a:ln w="3175">
            <a:solidFill>
              <a:srgbClr val="9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Freeform 1203"/>
          <p:cNvSpPr/>
          <p:nvPr/>
        </p:nvSpPr>
        <p:spPr>
          <a:xfrm>
            <a:off x="29794200" y="-24053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99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Freeform 1204"/>
          <p:cNvSpPr/>
          <p:nvPr/>
        </p:nvSpPr>
        <p:spPr>
          <a:xfrm>
            <a:off x="292989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Freeform 1205"/>
          <p:cNvSpPr/>
          <p:nvPr/>
        </p:nvSpPr>
        <p:spPr>
          <a:xfrm>
            <a:off x="29311600" y="-23520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Freeform 1206"/>
          <p:cNvSpPr/>
          <p:nvPr/>
        </p:nvSpPr>
        <p:spPr>
          <a:xfrm>
            <a:off x="293370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Freeform 1207"/>
          <p:cNvSpPr/>
          <p:nvPr/>
        </p:nvSpPr>
        <p:spPr>
          <a:xfrm>
            <a:off x="293497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Freeform 1208"/>
          <p:cNvSpPr/>
          <p:nvPr/>
        </p:nvSpPr>
        <p:spPr>
          <a:xfrm>
            <a:off x="293624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Freeform 1209"/>
          <p:cNvSpPr/>
          <p:nvPr/>
        </p:nvSpPr>
        <p:spPr>
          <a:xfrm>
            <a:off x="293878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Freeform 1210"/>
          <p:cNvSpPr/>
          <p:nvPr/>
        </p:nvSpPr>
        <p:spPr>
          <a:xfrm>
            <a:off x="294005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Freeform 1211"/>
          <p:cNvSpPr/>
          <p:nvPr/>
        </p:nvSpPr>
        <p:spPr>
          <a:xfrm>
            <a:off x="294132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Freeform 1212"/>
          <p:cNvSpPr/>
          <p:nvPr/>
        </p:nvSpPr>
        <p:spPr>
          <a:xfrm>
            <a:off x="294386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Freeform 1213"/>
          <p:cNvSpPr/>
          <p:nvPr/>
        </p:nvSpPr>
        <p:spPr>
          <a:xfrm>
            <a:off x="294513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Freeform 1214"/>
          <p:cNvSpPr/>
          <p:nvPr/>
        </p:nvSpPr>
        <p:spPr>
          <a:xfrm>
            <a:off x="294640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Freeform 1215"/>
          <p:cNvSpPr/>
          <p:nvPr/>
        </p:nvSpPr>
        <p:spPr>
          <a:xfrm>
            <a:off x="29476700" y="-23634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Freeform 1216"/>
          <p:cNvSpPr/>
          <p:nvPr/>
        </p:nvSpPr>
        <p:spPr>
          <a:xfrm>
            <a:off x="295021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Freeform 1217"/>
          <p:cNvSpPr/>
          <p:nvPr/>
        </p:nvSpPr>
        <p:spPr>
          <a:xfrm>
            <a:off x="295148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Freeform 1218"/>
          <p:cNvSpPr/>
          <p:nvPr/>
        </p:nvSpPr>
        <p:spPr>
          <a:xfrm>
            <a:off x="29527500" y="-23685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Freeform 1219"/>
          <p:cNvSpPr/>
          <p:nvPr/>
        </p:nvSpPr>
        <p:spPr>
          <a:xfrm>
            <a:off x="29552900" y="-2372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Freeform 1220"/>
          <p:cNvSpPr/>
          <p:nvPr/>
        </p:nvSpPr>
        <p:spPr>
          <a:xfrm>
            <a:off x="29565600" y="-23761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Freeform 1221"/>
          <p:cNvSpPr/>
          <p:nvPr/>
        </p:nvSpPr>
        <p:spPr>
          <a:xfrm>
            <a:off x="29578300" y="-2378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Freeform 1222"/>
          <p:cNvSpPr/>
          <p:nvPr/>
        </p:nvSpPr>
        <p:spPr>
          <a:xfrm>
            <a:off x="29603700" y="-23812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Freeform 1223"/>
          <p:cNvSpPr/>
          <p:nvPr/>
        </p:nvSpPr>
        <p:spPr>
          <a:xfrm>
            <a:off x="296164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Freeform 1224"/>
          <p:cNvSpPr/>
          <p:nvPr/>
        </p:nvSpPr>
        <p:spPr>
          <a:xfrm>
            <a:off x="296291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400"/>
          </a:solidFill>
          <a:ln w="3175">
            <a:solidFill>
              <a:srgbClr val="CC4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Freeform 1225"/>
          <p:cNvSpPr/>
          <p:nvPr/>
        </p:nvSpPr>
        <p:spPr>
          <a:xfrm>
            <a:off x="296545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4200"/>
          </a:solidFill>
          <a:ln w="3175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Freeform 1226"/>
          <p:cNvSpPr/>
          <p:nvPr/>
        </p:nvSpPr>
        <p:spPr>
          <a:xfrm>
            <a:off x="296672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600"/>
          </a:solidFill>
          <a:ln w="3175">
            <a:solidFill>
              <a:srgbClr val="CC2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Freeform 1227"/>
          <p:cNvSpPr/>
          <p:nvPr/>
        </p:nvSpPr>
        <p:spPr>
          <a:xfrm>
            <a:off x="296799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Freeform 1228"/>
          <p:cNvSpPr/>
          <p:nvPr/>
        </p:nvSpPr>
        <p:spPr>
          <a:xfrm>
            <a:off x="29692600" y="-23939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800"/>
          </a:solidFill>
          <a:ln w="3175">
            <a:solidFill>
              <a:srgbClr val="CC1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Freeform 1229"/>
          <p:cNvSpPr/>
          <p:nvPr/>
        </p:nvSpPr>
        <p:spPr>
          <a:xfrm>
            <a:off x="297180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03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Freeform 1230"/>
          <p:cNvSpPr/>
          <p:nvPr/>
        </p:nvSpPr>
        <p:spPr>
          <a:xfrm>
            <a:off x="297307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70000"/>
          </a:solidFill>
          <a:ln w="3175">
            <a:solidFill>
              <a:srgbClr val="B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Freeform 1231"/>
          <p:cNvSpPr/>
          <p:nvPr/>
        </p:nvSpPr>
        <p:spPr>
          <a:xfrm>
            <a:off x="297434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C60000"/>
          </a:solidFill>
          <a:ln w="3175">
            <a:solidFill>
              <a:srgbClr val="9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Freeform 1232"/>
          <p:cNvSpPr/>
          <p:nvPr/>
        </p:nvSpPr>
        <p:spPr>
          <a:xfrm>
            <a:off x="29768800" y="-24066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Freeform 1233"/>
          <p:cNvSpPr/>
          <p:nvPr/>
        </p:nvSpPr>
        <p:spPr>
          <a:xfrm>
            <a:off x="29260800" y="-2352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Freeform 1234"/>
          <p:cNvSpPr/>
          <p:nvPr/>
        </p:nvSpPr>
        <p:spPr>
          <a:xfrm>
            <a:off x="292862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Freeform 1235"/>
          <p:cNvSpPr/>
          <p:nvPr/>
        </p:nvSpPr>
        <p:spPr>
          <a:xfrm>
            <a:off x="292989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Freeform 1236"/>
          <p:cNvSpPr/>
          <p:nvPr/>
        </p:nvSpPr>
        <p:spPr>
          <a:xfrm>
            <a:off x="293116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Freeform 1237"/>
          <p:cNvSpPr/>
          <p:nvPr/>
        </p:nvSpPr>
        <p:spPr>
          <a:xfrm>
            <a:off x="293370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Freeform 1238"/>
          <p:cNvSpPr/>
          <p:nvPr/>
        </p:nvSpPr>
        <p:spPr>
          <a:xfrm>
            <a:off x="293497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Freeform 1239"/>
          <p:cNvSpPr/>
          <p:nvPr/>
        </p:nvSpPr>
        <p:spPr>
          <a:xfrm>
            <a:off x="293624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Freeform 1240"/>
          <p:cNvSpPr/>
          <p:nvPr/>
        </p:nvSpPr>
        <p:spPr>
          <a:xfrm>
            <a:off x="29375100" y="-23596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Freeform 1241"/>
          <p:cNvSpPr/>
          <p:nvPr/>
        </p:nvSpPr>
        <p:spPr>
          <a:xfrm>
            <a:off x="294005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Freeform 1242"/>
          <p:cNvSpPr/>
          <p:nvPr/>
        </p:nvSpPr>
        <p:spPr>
          <a:xfrm>
            <a:off x="294132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Freeform 1243"/>
          <p:cNvSpPr/>
          <p:nvPr/>
        </p:nvSpPr>
        <p:spPr>
          <a:xfrm>
            <a:off x="294259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Freeform 1244"/>
          <p:cNvSpPr/>
          <p:nvPr/>
        </p:nvSpPr>
        <p:spPr>
          <a:xfrm>
            <a:off x="294513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Freeform 1245"/>
          <p:cNvSpPr/>
          <p:nvPr/>
        </p:nvSpPr>
        <p:spPr>
          <a:xfrm>
            <a:off x="294640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Freeform 1246"/>
          <p:cNvSpPr/>
          <p:nvPr/>
        </p:nvSpPr>
        <p:spPr>
          <a:xfrm>
            <a:off x="294767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Freeform 1247"/>
          <p:cNvSpPr/>
          <p:nvPr/>
        </p:nvSpPr>
        <p:spPr>
          <a:xfrm>
            <a:off x="29502100" y="-2369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Freeform 1248"/>
          <p:cNvSpPr/>
          <p:nvPr/>
        </p:nvSpPr>
        <p:spPr>
          <a:xfrm>
            <a:off x="29514800" y="-2372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F7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Freeform 1249"/>
          <p:cNvSpPr/>
          <p:nvPr/>
        </p:nvSpPr>
        <p:spPr>
          <a:xfrm>
            <a:off x="29527500" y="-2376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E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Freeform 1250"/>
          <p:cNvSpPr/>
          <p:nvPr/>
        </p:nvSpPr>
        <p:spPr>
          <a:xfrm>
            <a:off x="295529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Freeform 1251"/>
          <p:cNvSpPr/>
          <p:nvPr/>
        </p:nvSpPr>
        <p:spPr>
          <a:xfrm>
            <a:off x="295656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Freeform 1252"/>
          <p:cNvSpPr/>
          <p:nvPr/>
        </p:nvSpPr>
        <p:spPr>
          <a:xfrm>
            <a:off x="29578300" y="-2385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Freeform 1253"/>
          <p:cNvSpPr/>
          <p:nvPr/>
        </p:nvSpPr>
        <p:spPr>
          <a:xfrm>
            <a:off x="29591000" y="-23863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5700"/>
          </a:solidFill>
          <a:ln w="3175">
            <a:solidFill>
              <a:srgbClr val="CC4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Freeform 1254"/>
          <p:cNvSpPr/>
          <p:nvPr/>
        </p:nvSpPr>
        <p:spPr>
          <a:xfrm>
            <a:off x="296164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4900"/>
          </a:solidFill>
          <a:ln w="3175">
            <a:solidFill>
              <a:srgbClr val="CC3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Freeform 1255"/>
          <p:cNvSpPr/>
          <p:nvPr/>
        </p:nvSpPr>
        <p:spPr>
          <a:xfrm>
            <a:off x="296291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F00"/>
          </a:solidFill>
          <a:ln w="3175">
            <a:solidFill>
              <a:srgbClr val="CC3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Freeform 1256"/>
          <p:cNvSpPr/>
          <p:nvPr/>
        </p:nvSpPr>
        <p:spPr>
          <a:xfrm>
            <a:off x="296418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3100"/>
          </a:solidFill>
          <a:ln w="3175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Freeform 1257"/>
          <p:cNvSpPr/>
          <p:nvPr/>
        </p:nvSpPr>
        <p:spPr>
          <a:xfrm>
            <a:off x="296672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2000"/>
          </a:solidFill>
          <a:ln w="3175">
            <a:solidFill>
              <a:srgbClr val="CC1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Freeform 1258"/>
          <p:cNvSpPr/>
          <p:nvPr/>
        </p:nvSpPr>
        <p:spPr>
          <a:xfrm>
            <a:off x="296799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0B00"/>
          </a:solidFill>
          <a:ln w="3175">
            <a:solidFill>
              <a:srgbClr val="CC0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Freeform 1259"/>
          <p:cNvSpPr/>
          <p:nvPr/>
        </p:nvSpPr>
        <p:spPr>
          <a:xfrm>
            <a:off x="296926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F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Freeform 1260"/>
          <p:cNvSpPr/>
          <p:nvPr/>
        </p:nvSpPr>
        <p:spPr>
          <a:xfrm>
            <a:off x="297180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CC0000"/>
          </a:solidFill>
          <a:ln w="3175">
            <a:solidFill>
              <a:srgbClr val="A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Freeform 1261"/>
          <p:cNvSpPr/>
          <p:nvPr/>
        </p:nvSpPr>
        <p:spPr>
          <a:xfrm>
            <a:off x="29730700" y="-2406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A0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Freeform 1262"/>
          <p:cNvSpPr/>
          <p:nvPr/>
        </p:nvSpPr>
        <p:spPr>
          <a:xfrm>
            <a:off x="292354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Freeform 1263"/>
          <p:cNvSpPr/>
          <p:nvPr/>
        </p:nvSpPr>
        <p:spPr>
          <a:xfrm>
            <a:off x="292481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Freeform 1264"/>
          <p:cNvSpPr/>
          <p:nvPr/>
        </p:nvSpPr>
        <p:spPr>
          <a:xfrm>
            <a:off x="292608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Freeform 1265"/>
          <p:cNvSpPr/>
          <p:nvPr/>
        </p:nvSpPr>
        <p:spPr>
          <a:xfrm>
            <a:off x="29273500" y="-23558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Freeform 1266"/>
          <p:cNvSpPr/>
          <p:nvPr/>
        </p:nvSpPr>
        <p:spPr>
          <a:xfrm>
            <a:off x="292989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Freeform 1267"/>
          <p:cNvSpPr/>
          <p:nvPr/>
        </p:nvSpPr>
        <p:spPr>
          <a:xfrm>
            <a:off x="293116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Freeform 1268"/>
          <p:cNvSpPr/>
          <p:nvPr/>
        </p:nvSpPr>
        <p:spPr>
          <a:xfrm>
            <a:off x="293243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Freeform 1269"/>
          <p:cNvSpPr/>
          <p:nvPr/>
        </p:nvSpPr>
        <p:spPr>
          <a:xfrm>
            <a:off x="293497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Freeform 1270"/>
          <p:cNvSpPr/>
          <p:nvPr/>
        </p:nvSpPr>
        <p:spPr>
          <a:xfrm>
            <a:off x="293624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Freeform 1271"/>
          <p:cNvSpPr/>
          <p:nvPr/>
        </p:nvSpPr>
        <p:spPr>
          <a:xfrm>
            <a:off x="293751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Freeform 1272"/>
          <p:cNvSpPr/>
          <p:nvPr/>
        </p:nvSpPr>
        <p:spPr>
          <a:xfrm>
            <a:off x="294005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Freeform 1273"/>
          <p:cNvSpPr/>
          <p:nvPr/>
        </p:nvSpPr>
        <p:spPr>
          <a:xfrm>
            <a:off x="294132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Freeform 1274"/>
          <p:cNvSpPr/>
          <p:nvPr/>
        </p:nvSpPr>
        <p:spPr>
          <a:xfrm>
            <a:off x="294259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Freeform 1275"/>
          <p:cNvSpPr/>
          <p:nvPr/>
        </p:nvSpPr>
        <p:spPr>
          <a:xfrm>
            <a:off x="29438600" y="-23672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Freeform 1276"/>
          <p:cNvSpPr/>
          <p:nvPr/>
        </p:nvSpPr>
        <p:spPr>
          <a:xfrm>
            <a:off x="294640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Freeform 1277"/>
          <p:cNvSpPr/>
          <p:nvPr/>
        </p:nvSpPr>
        <p:spPr>
          <a:xfrm>
            <a:off x="29476700" y="-2373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6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Freeform 1278"/>
          <p:cNvSpPr/>
          <p:nvPr/>
        </p:nvSpPr>
        <p:spPr>
          <a:xfrm>
            <a:off x="29489400" y="-237744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CC00"/>
          </a:solidFill>
          <a:ln w="3175">
            <a:solidFill>
              <a:srgbClr val="CCA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Freeform 1279"/>
          <p:cNvSpPr/>
          <p:nvPr/>
        </p:nvSpPr>
        <p:spPr>
          <a:xfrm>
            <a:off x="29514800" y="-2379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8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Freeform 1280"/>
          <p:cNvSpPr/>
          <p:nvPr/>
        </p:nvSpPr>
        <p:spPr>
          <a:xfrm>
            <a:off x="295275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89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Freeform 1281"/>
          <p:cNvSpPr/>
          <p:nvPr/>
        </p:nvSpPr>
        <p:spPr>
          <a:xfrm>
            <a:off x="295402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E00"/>
          </a:solidFill>
          <a:ln w="3175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Freeform 1282"/>
          <p:cNvSpPr/>
          <p:nvPr/>
        </p:nvSpPr>
        <p:spPr>
          <a:xfrm>
            <a:off x="295656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Freeform 1283"/>
          <p:cNvSpPr/>
          <p:nvPr/>
        </p:nvSpPr>
        <p:spPr>
          <a:xfrm>
            <a:off x="295783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5200"/>
          </a:solidFill>
          <a:ln w="3175">
            <a:solidFill>
              <a:srgbClr val="CC4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Freeform 1284"/>
          <p:cNvSpPr/>
          <p:nvPr/>
        </p:nvSpPr>
        <p:spPr>
          <a:xfrm>
            <a:off x="295910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800"/>
          </a:solidFill>
          <a:ln w="3175">
            <a:solidFill>
              <a:srgbClr val="CC3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Freeform 1285"/>
          <p:cNvSpPr/>
          <p:nvPr/>
        </p:nvSpPr>
        <p:spPr>
          <a:xfrm>
            <a:off x="296164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3A00"/>
          </a:solidFill>
          <a:ln w="3175">
            <a:solidFill>
              <a:srgbClr val="CC2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Freeform 1286"/>
          <p:cNvSpPr/>
          <p:nvPr/>
        </p:nvSpPr>
        <p:spPr>
          <a:xfrm>
            <a:off x="296291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Freeform 1287"/>
          <p:cNvSpPr/>
          <p:nvPr/>
        </p:nvSpPr>
        <p:spPr>
          <a:xfrm>
            <a:off x="296418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300"/>
          </a:solidFill>
          <a:ln w="3175">
            <a:solidFill>
              <a:srgbClr val="CC0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Freeform 1288"/>
          <p:cNvSpPr/>
          <p:nvPr/>
        </p:nvSpPr>
        <p:spPr>
          <a:xfrm>
            <a:off x="29654500" y="-23990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60000"/>
          </a:solidFill>
          <a:ln w="3175">
            <a:solidFill>
              <a:srgbClr val="C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Freeform 1289"/>
          <p:cNvSpPr/>
          <p:nvPr/>
        </p:nvSpPr>
        <p:spPr>
          <a:xfrm>
            <a:off x="296799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D3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Freeform 1290"/>
          <p:cNvSpPr/>
          <p:nvPr/>
        </p:nvSpPr>
        <p:spPr>
          <a:xfrm>
            <a:off x="29692600" y="-2406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A50000"/>
          </a:solidFill>
          <a:ln w="3175">
            <a:solidFill>
              <a:srgbClr val="8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Freeform 1291"/>
          <p:cNvSpPr/>
          <p:nvPr/>
        </p:nvSpPr>
        <p:spPr>
          <a:xfrm>
            <a:off x="291973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Freeform 1292"/>
          <p:cNvSpPr/>
          <p:nvPr/>
        </p:nvSpPr>
        <p:spPr>
          <a:xfrm>
            <a:off x="292100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Freeform 1293"/>
          <p:cNvSpPr/>
          <p:nvPr/>
        </p:nvSpPr>
        <p:spPr>
          <a:xfrm>
            <a:off x="292227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Freeform 1294"/>
          <p:cNvSpPr/>
          <p:nvPr/>
        </p:nvSpPr>
        <p:spPr>
          <a:xfrm>
            <a:off x="292481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Freeform 1295"/>
          <p:cNvSpPr/>
          <p:nvPr/>
        </p:nvSpPr>
        <p:spPr>
          <a:xfrm>
            <a:off x="292608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Freeform 1296"/>
          <p:cNvSpPr/>
          <p:nvPr/>
        </p:nvSpPr>
        <p:spPr>
          <a:xfrm>
            <a:off x="292735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Freeform 1297"/>
          <p:cNvSpPr/>
          <p:nvPr/>
        </p:nvSpPr>
        <p:spPr>
          <a:xfrm>
            <a:off x="292989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Freeform 1298"/>
          <p:cNvSpPr/>
          <p:nvPr/>
        </p:nvSpPr>
        <p:spPr>
          <a:xfrm>
            <a:off x="293116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Freeform 1299"/>
          <p:cNvSpPr/>
          <p:nvPr/>
        </p:nvSpPr>
        <p:spPr>
          <a:xfrm>
            <a:off x="293243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Freeform 1300"/>
          <p:cNvSpPr/>
          <p:nvPr/>
        </p:nvSpPr>
        <p:spPr>
          <a:xfrm>
            <a:off x="29337000" y="-23634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Freeform 1301"/>
          <p:cNvSpPr/>
          <p:nvPr/>
        </p:nvSpPr>
        <p:spPr>
          <a:xfrm>
            <a:off x="293624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Freeform 1302"/>
          <p:cNvSpPr/>
          <p:nvPr/>
        </p:nvSpPr>
        <p:spPr>
          <a:xfrm>
            <a:off x="293751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Freeform 1303"/>
          <p:cNvSpPr/>
          <p:nvPr/>
        </p:nvSpPr>
        <p:spPr>
          <a:xfrm>
            <a:off x="293878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Freeform 1304"/>
          <p:cNvSpPr/>
          <p:nvPr/>
        </p:nvSpPr>
        <p:spPr>
          <a:xfrm>
            <a:off x="294132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Freeform 1305"/>
          <p:cNvSpPr/>
          <p:nvPr/>
        </p:nvSpPr>
        <p:spPr>
          <a:xfrm>
            <a:off x="29425900" y="-2371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Freeform 1306"/>
          <p:cNvSpPr/>
          <p:nvPr/>
        </p:nvSpPr>
        <p:spPr>
          <a:xfrm>
            <a:off x="29438600" y="-2373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F400"/>
          </a:solidFill>
          <a:ln w="3175">
            <a:solidFill>
              <a:srgbClr val="CC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Freeform 1307"/>
          <p:cNvSpPr/>
          <p:nvPr/>
        </p:nvSpPr>
        <p:spPr>
          <a:xfrm>
            <a:off x="29464000" y="-23774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FC900"/>
          </a:solidFill>
          <a:ln w="3175">
            <a:solidFill>
              <a:srgbClr val="CCA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Freeform 1308"/>
          <p:cNvSpPr/>
          <p:nvPr/>
        </p:nvSpPr>
        <p:spPr>
          <a:xfrm>
            <a:off x="294767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A500"/>
          </a:solidFill>
          <a:ln w="3175">
            <a:solidFill>
              <a:srgbClr val="CC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Freeform 1309"/>
          <p:cNvSpPr/>
          <p:nvPr/>
        </p:nvSpPr>
        <p:spPr>
          <a:xfrm>
            <a:off x="29489400" y="-23837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Freeform 1310"/>
          <p:cNvSpPr/>
          <p:nvPr/>
        </p:nvSpPr>
        <p:spPr>
          <a:xfrm>
            <a:off x="295148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7100"/>
          </a:solidFill>
          <a:ln w="3175">
            <a:solidFill>
              <a:srgbClr val="CC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Freeform 1311"/>
          <p:cNvSpPr/>
          <p:nvPr/>
        </p:nvSpPr>
        <p:spPr>
          <a:xfrm>
            <a:off x="295275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6400"/>
          </a:solidFill>
          <a:ln w="3175">
            <a:solidFill>
              <a:srgbClr val="CC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Freeform 1312"/>
          <p:cNvSpPr/>
          <p:nvPr/>
        </p:nvSpPr>
        <p:spPr>
          <a:xfrm>
            <a:off x="295402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Freeform 1313"/>
          <p:cNvSpPr/>
          <p:nvPr/>
        </p:nvSpPr>
        <p:spPr>
          <a:xfrm>
            <a:off x="29552900" y="-23901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100"/>
          </a:solidFill>
          <a:ln w="3175">
            <a:solidFill>
              <a:srgbClr val="CC4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Freeform 1314"/>
          <p:cNvSpPr/>
          <p:nvPr/>
        </p:nvSpPr>
        <p:spPr>
          <a:xfrm>
            <a:off x="295783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4400"/>
          </a:solidFill>
          <a:ln w="3175">
            <a:solidFill>
              <a:srgbClr val="CC3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Freeform 1315"/>
          <p:cNvSpPr/>
          <p:nvPr/>
        </p:nvSpPr>
        <p:spPr>
          <a:xfrm>
            <a:off x="295910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300"/>
          </a:solidFill>
          <a:ln w="3175">
            <a:solidFill>
              <a:srgbClr val="CC2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Freeform 1316"/>
          <p:cNvSpPr/>
          <p:nvPr/>
        </p:nvSpPr>
        <p:spPr>
          <a:xfrm>
            <a:off x="296037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D00"/>
          </a:solidFill>
          <a:ln w="3175">
            <a:solidFill>
              <a:srgbClr val="CC1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Freeform 1317"/>
          <p:cNvSpPr/>
          <p:nvPr/>
        </p:nvSpPr>
        <p:spPr>
          <a:xfrm>
            <a:off x="296291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0000"/>
          </a:solidFill>
          <a:ln w="3175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Freeform 1318"/>
          <p:cNvSpPr/>
          <p:nvPr/>
        </p:nvSpPr>
        <p:spPr>
          <a:xfrm>
            <a:off x="296418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DA0000"/>
          </a:solidFill>
          <a:ln w="3175">
            <a:solidFill>
              <a:srgbClr val="A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Freeform 1319"/>
          <p:cNvSpPr/>
          <p:nvPr/>
        </p:nvSpPr>
        <p:spPr>
          <a:xfrm>
            <a:off x="296545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AA0000"/>
          </a:solidFill>
          <a:ln w="3175">
            <a:solidFill>
              <a:srgbClr val="8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Freeform 1320"/>
          <p:cNvSpPr/>
          <p:nvPr/>
        </p:nvSpPr>
        <p:spPr>
          <a:xfrm>
            <a:off x="291592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Freeform 1321"/>
          <p:cNvSpPr/>
          <p:nvPr/>
        </p:nvSpPr>
        <p:spPr>
          <a:xfrm>
            <a:off x="291719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Freeform 1322"/>
          <p:cNvSpPr/>
          <p:nvPr/>
        </p:nvSpPr>
        <p:spPr>
          <a:xfrm>
            <a:off x="291973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Freeform 1323"/>
          <p:cNvSpPr/>
          <p:nvPr/>
        </p:nvSpPr>
        <p:spPr>
          <a:xfrm>
            <a:off x="292100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Freeform 1324"/>
          <p:cNvSpPr/>
          <p:nvPr/>
        </p:nvSpPr>
        <p:spPr>
          <a:xfrm>
            <a:off x="292227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Freeform 1325"/>
          <p:cNvSpPr/>
          <p:nvPr/>
        </p:nvSpPr>
        <p:spPr>
          <a:xfrm>
            <a:off x="29235400" y="-23596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Freeform 1326"/>
          <p:cNvSpPr/>
          <p:nvPr/>
        </p:nvSpPr>
        <p:spPr>
          <a:xfrm>
            <a:off x="292608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Freeform 1327"/>
          <p:cNvSpPr/>
          <p:nvPr/>
        </p:nvSpPr>
        <p:spPr>
          <a:xfrm>
            <a:off x="292735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Freeform 1328"/>
          <p:cNvSpPr/>
          <p:nvPr/>
        </p:nvSpPr>
        <p:spPr>
          <a:xfrm>
            <a:off x="292862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Freeform 1329"/>
          <p:cNvSpPr/>
          <p:nvPr/>
        </p:nvSpPr>
        <p:spPr>
          <a:xfrm>
            <a:off x="293116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Freeform 1330"/>
          <p:cNvSpPr/>
          <p:nvPr/>
        </p:nvSpPr>
        <p:spPr>
          <a:xfrm>
            <a:off x="293243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Freeform 1331"/>
          <p:cNvSpPr/>
          <p:nvPr/>
        </p:nvSpPr>
        <p:spPr>
          <a:xfrm>
            <a:off x="293370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Freeform 1332"/>
          <p:cNvSpPr/>
          <p:nvPr/>
        </p:nvSpPr>
        <p:spPr>
          <a:xfrm>
            <a:off x="293624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Freeform 1333"/>
          <p:cNvSpPr/>
          <p:nvPr/>
        </p:nvSpPr>
        <p:spPr>
          <a:xfrm>
            <a:off x="293751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Freeform 1334"/>
          <p:cNvSpPr/>
          <p:nvPr/>
        </p:nvSpPr>
        <p:spPr>
          <a:xfrm>
            <a:off x="293878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7FF18"/>
          </a:solidFill>
          <a:ln w="3175">
            <a:solidFill>
              <a:srgbClr val="B9C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Freeform 1335"/>
          <p:cNvSpPr/>
          <p:nvPr/>
        </p:nvSpPr>
        <p:spPr>
          <a:xfrm>
            <a:off x="29400500" y="-23749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Freeform 1336"/>
          <p:cNvSpPr/>
          <p:nvPr/>
        </p:nvSpPr>
        <p:spPr>
          <a:xfrm>
            <a:off x="29425900" y="-23787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C600"/>
          </a:solidFill>
          <a:ln w="3175">
            <a:solidFill>
              <a:srgbClr val="CC9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Freeform 1337"/>
          <p:cNvSpPr/>
          <p:nvPr/>
        </p:nvSpPr>
        <p:spPr>
          <a:xfrm>
            <a:off x="29438600" y="-23812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000"/>
          </a:solidFill>
          <a:ln w="3175">
            <a:solidFill>
              <a:srgbClr val="CC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Freeform 1338"/>
          <p:cNvSpPr/>
          <p:nvPr/>
        </p:nvSpPr>
        <p:spPr>
          <a:xfrm>
            <a:off x="29451300" y="-23837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8300"/>
          </a:solidFill>
          <a:ln w="3175">
            <a:solidFill>
              <a:srgbClr val="CC6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Freeform 1339"/>
          <p:cNvSpPr/>
          <p:nvPr/>
        </p:nvSpPr>
        <p:spPr>
          <a:xfrm>
            <a:off x="294767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400"/>
          </a:solidFill>
          <a:ln w="3175">
            <a:solidFill>
              <a:srgbClr val="CC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Freeform 1340"/>
          <p:cNvSpPr/>
          <p:nvPr/>
        </p:nvSpPr>
        <p:spPr>
          <a:xfrm>
            <a:off x="294894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6E00"/>
          </a:solidFill>
          <a:ln w="3175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Freeform 1341"/>
          <p:cNvSpPr/>
          <p:nvPr/>
        </p:nvSpPr>
        <p:spPr>
          <a:xfrm>
            <a:off x="295021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6700"/>
          </a:solidFill>
          <a:ln w="3175">
            <a:solidFill>
              <a:srgbClr val="CC5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Freeform 1342"/>
          <p:cNvSpPr/>
          <p:nvPr/>
        </p:nvSpPr>
        <p:spPr>
          <a:xfrm>
            <a:off x="295275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5D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Freeform 1343"/>
          <p:cNvSpPr/>
          <p:nvPr/>
        </p:nvSpPr>
        <p:spPr>
          <a:xfrm>
            <a:off x="295402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4F00"/>
          </a:solidFill>
          <a:ln w="3175">
            <a:solidFill>
              <a:srgbClr val="CC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Freeform 1344"/>
          <p:cNvSpPr/>
          <p:nvPr/>
        </p:nvSpPr>
        <p:spPr>
          <a:xfrm>
            <a:off x="295529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E00"/>
          </a:solidFill>
          <a:ln w="3175">
            <a:solidFill>
              <a:srgbClr val="CC3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Freeform 1345"/>
          <p:cNvSpPr/>
          <p:nvPr/>
        </p:nvSpPr>
        <p:spPr>
          <a:xfrm>
            <a:off x="295783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2700"/>
          </a:solidFill>
          <a:ln w="3175">
            <a:solidFill>
              <a:srgbClr val="CC1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Freeform 1346"/>
          <p:cNvSpPr/>
          <p:nvPr/>
        </p:nvSpPr>
        <p:spPr>
          <a:xfrm>
            <a:off x="295910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0A00"/>
          </a:solidFill>
          <a:ln w="3175">
            <a:solidFill>
              <a:srgbClr val="CC0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Freeform 1347"/>
          <p:cNvSpPr/>
          <p:nvPr/>
        </p:nvSpPr>
        <p:spPr>
          <a:xfrm>
            <a:off x="296037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20000"/>
          </a:solidFill>
          <a:ln w="3175">
            <a:solidFill>
              <a:srgbClr val="B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Freeform 1348"/>
          <p:cNvSpPr/>
          <p:nvPr/>
        </p:nvSpPr>
        <p:spPr>
          <a:xfrm>
            <a:off x="29616400" y="-240792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0"/>
                </a:lnTo>
                <a:lnTo>
                  <a:pt x="2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AF0000"/>
          </a:solidFill>
          <a:ln w="3175">
            <a:solidFill>
              <a:srgbClr val="8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Freeform 1349"/>
          <p:cNvSpPr/>
          <p:nvPr/>
        </p:nvSpPr>
        <p:spPr>
          <a:xfrm>
            <a:off x="291211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Freeform 1350"/>
          <p:cNvSpPr/>
          <p:nvPr/>
        </p:nvSpPr>
        <p:spPr>
          <a:xfrm>
            <a:off x="29133800" y="-23545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Freeform 1351"/>
          <p:cNvSpPr/>
          <p:nvPr/>
        </p:nvSpPr>
        <p:spPr>
          <a:xfrm>
            <a:off x="291592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Freeform 1352"/>
          <p:cNvSpPr/>
          <p:nvPr/>
        </p:nvSpPr>
        <p:spPr>
          <a:xfrm>
            <a:off x="291719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Freeform 1353"/>
          <p:cNvSpPr/>
          <p:nvPr/>
        </p:nvSpPr>
        <p:spPr>
          <a:xfrm>
            <a:off x="291846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Freeform 1354"/>
          <p:cNvSpPr/>
          <p:nvPr/>
        </p:nvSpPr>
        <p:spPr>
          <a:xfrm>
            <a:off x="292100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Freeform 1355"/>
          <p:cNvSpPr/>
          <p:nvPr/>
        </p:nvSpPr>
        <p:spPr>
          <a:xfrm>
            <a:off x="292227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Freeform 1356"/>
          <p:cNvSpPr/>
          <p:nvPr/>
        </p:nvSpPr>
        <p:spPr>
          <a:xfrm>
            <a:off x="292354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Freeform 1357"/>
          <p:cNvSpPr/>
          <p:nvPr/>
        </p:nvSpPr>
        <p:spPr>
          <a:xfrm>
            <a:off x="292608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Freeform 1358"/>
          <p:cNvSpPr/>
          <p:nvPr/>
        </p:nvSpPr>
        <p:spPr>
          <a:xfrm>
            <a:off x="292735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Freeform 1359"/>
          <p:cNvSpPr/>
          <p:nvPr/>
        </p:nvSpPr>
        <p:spPr>
          <a:xfrm>
            <a:off x="292862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Freeform 1360"/>
          <p:cNvSpPr/>
          <p:nvPr/>
        </p:nvSpPr>
        <p:spPr>
          <a:xfrm>
            <a:off x="29298900" y="-23672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Freeform 1361"/>
          <p:cNvSpPr/>
          <p:nvPr/>
        </p:nvSpPr>
        <p:spPr>
          <a:xfrm>
            <a:off x="293243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Freeform 1362"/>
          <p:cNvSpPr/>
          <p:nvPr/>
        </p:nvSpPr>
        <p:spPr>
          <a:xfrm>
            <a:off x="293370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Freeform 1363"/>
          <p:cNvSpPr/>
          <p:nvPr/>
        </p:nvSpPr>
        <p:spPr>
          <a:xfrm>
            <a:off x="29349700" y="-2372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E8FF17"/>
          </a:solidFill>
          <a:ln w="3175">
            <a:solidFill>
              <a:srgbClr val="B9C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Freeform 1364"/>
          <p:cNvSpPr/>
          <p:nvPr/>
        </p:nvSpPr>
        <p:spPr>
          <a:xfrm>
            <a:off x="29375100" y="-23761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FFEF00"/>
          </a:solidFill>
          <a:ln w="3175">
            <a:solidFill>
              <a:srgbClr val="CC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Freeform 1365"/>
          <p:cNvSpPr/>
          <p:nvPr/>
        </p:nvSpPr>
        <p:spPr>
          <a:xfrm>
            <a:off x="29387800" y="-2378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C100"/>
          </a:solidFill>
          <a:ln w="3175">
            <a:solidFill>
              <a:srgbClr val="CC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Freeform 1366"/>
          <p:cNvSpPr/>
          <p:nvPr/>
        </p:nvSpPr>
        <p:spPr>
          <a:xfrm>
            <a:off x="294005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9A00"/>
          </a:solidFill>
          <a:ln w="3175">
            <a:solidFill>
              <a:srgbClr val="CC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Freeform 1367"/>
          <p:cNvSpPr/>
          <p:nvPr/>
        </p:nvSpPr>
        <p:spPr>
          <a:xfrm>
            <a:off x="294259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8000"/>
          </a:solidFill>
          <a:ln w="3175">
            <a:solidFill>
              <a:srgbClr val="CC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Freeform 1368"/>
          <p:cNvSpPr/>
          <p:nvPr/>
        </p:nvSpPr>
        <p:spPr>
          <a:xfrm>
            <a:off x="294386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Freeform 1369"/>
          <p:cNvSpPr/>
          <p:nvPr/>
        </p:nvSpPr>
        <p:spPr>
          <a:xfrm>
            <a:off x="294513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6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Freeform 1370"/>
          <p:cNvSpPr/>
          <p:nvPr/>
        </p:nvSpPr>
        <p:spPr>
          <a:xfrm>
            <a:off x="294767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7200"/>
          </a:solidFill>
          <a:ln w="3175">
            <a:solidFill>
              <a:srgbClr val="CC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Freeform 1371"/>
          <p:cNvSpPr/>
          <p:nvPr/>
        </p:nvSpPr>
        <p:spPr>
          <a:xfrm>
            <a:off x="294894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Freeform 1372"/>
          <p:cNvSpPr/>
          <p:nvPr/>
        </p:nvSpPr>
        <p:spPr>
          <a:xfrm>
            <a:off x="295021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Freeform 1373"/>
          <p:cNvSpPr/>
          <p:nvPr/>
        </p:nvSpPr>
        <p:spPr>
          <a:xfrm>
            <a:off x="29514800" y="-23939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A00"/>
          </a:solidFill>
          <a:ln w="3175">
            <a:solidFill>
              <a:srgbClr val="CC3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Freeform 1374"/>
          <p:cNvSpPr/>
          <p:nvPr/>
        </p:nvSpPr>
        <p:spPr>
          <a:xfrm>
            <a:off x="295402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300"/>
          </a:solidFill>
          <a:ln w="3175">
            <a:solidFill>
              <a:srgbClr val="CC2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Freeform 1375"/>
          <p:cNvSpPr/>
          <p:nvPr/>
        </p:nvSpPr>
        <p:spPr>
          <a:xfrm>
            <a:off x="295529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1500"/>
          </a:solidFill>
          <a:ln w="3175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Freeform 1376"/>
          <p:cNvSpPr/>
          <p:nvPr/>
        </p:nvSpPr>
        <p:spPr>
          <a:xfrm>
            <a:off x="295656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EC0000"/>
          </a:solidFill>
          <a:ln w="3175">
            <a:solidFill>
              <a:srgbClr val="B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Freeform 1377"/>
          <p:cNvSpPr/>
          <p:nvPr/>
        </p:nvSpPr>
        <p:spPr>
          <a:xfrm>
            <a:off x="295910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2" y="4"/>
                </a:lnTo>
                <a:close/>
              </a:path>
            </a:pathLst>
          </a:custGeom>
          <a:solidFill>
            <a:srgbClr val="B50000"/>
          </a:solidFill>
          <a:ln w="3175">
            <a:solidFill>
              <a:srgbClr val="9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Freeform 1378"/>
          <p:cNvSpPr/>
          <p:nvPr/>
        </p:nvSpPr>
        <p:spPr>
          <a:xfrm>
            <a:off x="290830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Freeform 1379"/>
          <p:cNvSpPr/>
          <p:nvPr/>
        </p:nvSpPr>
        <p:spPr>
          <a:xfrm>
            <a:off x="291084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Freeform 1380"/>
          <p:cNvSpPr/>
          <p:nvPr/>
        </p:nvSpPr>
        <p:spPr>
          <a:xfrm>
            <a:off x="291211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Freeform 1381"/>
          <p:cNvSpPr/>
          <p:nvPr/>
        </p:nvSpPr>
        <p:spPr>
          <a:xfrm>
            <a:off x="291338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Freeform 1382"/>
          <p:cNvSpPr/>
          <p:nvPr/>
        </p:nvSpPr>
        <p:spPr>
          <a:xfrm>
            <a:off x="291592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Freeform 1383"/>
          <p:cNvSpPr/>
          <p:nvPr/>
        </p:nvSpPr>
        <p:spPr>
          <a:xfrm>
            <a:off x="291719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Freeform 1384"/>
          <p:cNvSpPr/>
          <p:nvPr/>
        </p:nvSpPr>
        <p:spPr>
          <a:xfrm>
            <a:off x="291846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Freeform 1385"/>
          <p:cNvSpPr/>
          <p:nvPr/>
        </p:nvSpPr>
        <p:spPr>
          <a:xfrm>
            <a:off x="29197300" y="-23622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Freeform 1386"/>
          <p:cNvSpPr/>
          <p:nvPr/>
        </p:nvSpPr>
        <p:spPr>
          <a:xfrm>
            <a:off x="292227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Freeform 1387"/>
          <p:cNvSpPr/>
          <p:nvPr/>
        </p:nvSpPr>
        <p:spPr>
          <a:xfrm>
            <a:off x="292354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Freeform 1388"/>
          <p:cNvSpPr/>
          <p:nvPr/>
        </p:nvSpPr>
        <p:spPr>
          <a:xfrm>
            <a:off x="292481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Freeform 1389"/>
          <p:cNvSpPr/>
          <p:nvPr/>
        </p:nvSpPr>
        <p:spPr>
          <a:xfrm>
            <a:off x="292735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Freeform 1390"/>
          <p:cNvSpPr/>
          <p:nvPr/>
        </p:nvSpPr>
        <p:spPr>
          <a:xfrm>
            <a:off x="292862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Freeform 1391"/>
          <p:cNvSpPr/>
          <p:nvPr/>
        </p:nvSpPr>
        <p:spPr>
          <a:xfrm>
            <a:off x="292989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Freeform 1392"/>
          <p:cNvSpPr/>
          <p:nvPr/>
        </p:nvSpPr>
        <p:spPr>
          <a:xfrm>
            <a:off x="29324300" y="-2372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E9FF16"/>
          </a:solidFill>
          <a:ln w="3175">
            <a:solidFill>
              <a:srgbClr val="BAC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Freeform 1393"/>
          <p:cNvSpPr/>
          <p:nvPr/>
        </p:nvSpPr>
        <p:spPr>
          <a:xfrm>
            <a:off x="29337000" y="-2376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EC00"/>
          </a:solidFill>
          <a:ln w="3175">
            <a:solidFill>
              <a:srgbClr val="CCB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Freeform 1394"/>
          <p:cNvSpPr/>
          <p:nvPr/>
        </p:nvSpPr>
        <p:spPr>
          <a:xfrm>
            <a:off x="29349700" y="-2379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BB00"/>
          </a:solidFill>
          <a:ln w="3175">
            <a:solidFill>
              <a:srgbClr val="CC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Freeform 1395"/>
          <p:cNvSpPr/>
          <p:nvPr/>
        </p:nvSpPr>
        <p:spPr>
          <a:xfrm>
            <a:off x="29362400" y="-23837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9300"/>
          </a:solidFill>
          <a:ln w="3175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Freeform 1396"/>
          <p:cNvSpPr/>
          <p:nvPr/>
        </p:nvSpPr>
        <p:spPr>
          <a:xfrm>
            <a:off x="293878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FF7F00"/>
          </a:solidFill>
          <a:ln w="3175">
            <a:solidFill>
              <a:srgbClr val="CC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Freeform 1397"/>
          <p:cNvSpPr/>
          <p:nvPr/>
        </p:nvSpPr>
        <p:spPr>
          <a:xfrm>
            <a:off x="294005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Freeform 1398"/>
          <p:cNvSpPr/>
          <p:nvPr/>
        </p:nvSpPr>
        <p:spPr>
          <a:xfrm>
            <a:off x="29413200" y="-23863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Freeform 1399"/>
          <p:cNvSpPr/>
          <p:nvPr/>
        </p:nvSpPr>
        <p:spPr>
          <a:xfrm>
            <a:off x="294386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B00"/>
          </a:solidFill>
          <a:ln w="3175">
            <a:solidFill>
              <a:srgbClr val="CC6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Freeform 1400"/>
          <p:cNvSpPr/>
          <p:nvPr/>
        </p:nvSpPr>
        <p:spPr>
          <a:xfrm>
            <a:off x="294513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7600"/>
          </a:solidFill>
          <a:ln w="3175">
            <a:solidFill>
              <a:srgbClr val="CC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Freeform 1401"/>
          <p:cNvSpPr/>
          <p:nvPr/>
        </p:nvSpPr>
        <p:spPr>
          <a:xfrm>
            <a:off x="294640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Freeform 1402"/>
          <p:cNvSpPr/>
          <p:nvPr/>
        </p:nvSpPr>
        <p:spPr>
          <a:xfrm>
            <a:off x="294894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5800"/>
          </a:solidFill>
          <a:ln w="3175">
            <a:solidFill>
              <a:srgbClr val="CC4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Freeform 1403"/>
          <p:cNvSpPr/>
          <p:nvPr/>
        </p:nvSpPr>
        <p:spPr>
          <a:xfrm>
            <a:off x="295021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Freeform 1404"/>
          <p:cNvSpPr/>
          <p:nvPr/>
        </p:nvSpPr>
        <p:spPr>
          <a:xfrm>
            <a:off x="295148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200"/>
          </a:solidFill>
          <a:ln w="3175">
            <a:solidFill>
              <a:srgbClr val="CC1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Freeform 1405"/>
          <p:cNvSpPr/>
          <p:nvPr/>
        </p:nvSpPr>
        <p:spPr>
          <a:xfrm>
            <a:off x="295402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60000"/>
          </a:solidFill>
          <a:ln w="3175">
            <a:solidFill>
              <a:srgbClr val="C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Freeform 1406"/>
          <p:cNvSpPr/>
          <p:nvPr/>
        </p:nvSpPr>
        <p:spPr>
          <a:xfrm>
            <a:off x="295529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Freeform 1407"/>
          <p:cNvSpPr/>
          <p:nvPr/>
        </p:nvSpPr>
        <p:spPr>
          <a:xfrm>
            <a:off x="290576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Freeform 1408"/>
          <p:cNvSpPr/>
          <p:nvPr/>
        </p:nvSpPr>
        <p:spPr>
          <a:xfrm>
            <a:off x="290703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Freeform 1409"/>
          <p:cNvSpPr/>
          <p:nvPr/>
        </p:nvSpPr>
        <p:spPr>
          <a:xfrm>
            <a:off x="290830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Freeform 1410"/>
          <p:cNvSpPr/>
          <p:nvPr/>
        </p:nvSpPr>
        <p:spPr>
          <a:xfrm>
            <a:off x="29095700" y="-23583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Freeform 1411"/>
          <p:cNvSpPr/>
          <p:nvPr/>
        </p:nvSpPr>
        <p:spPr>
          <a:xfrm>
            <a:off x="291211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Freeform 1412"/>
          <p:cNvSpPr/>
          <p:nvPr/>
        </p:nvSpPr>
        <p:spPr>
          <a:xfrm>
            <a:off x="291338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Freeform 1413"/>
          <p:cNvSpPr/>
          <p:nvPr/>
        </p:nvSpPr>
        <p:spPr>
          <a:xfrm>
            <a:off x="291465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Freeform 1414"/>
          <p:cNvSpPr/>
          <p:nvPr/>
        </p:nvSpPr>
        <p:spPr>
          <a:xfrm>
            <a:off x="291719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Freeform 1415"/>
          <p:cNvSpPr/>
          <p:nvPr/>
        </p:nvSpPr>
        <p:spPr>
          <a:xfrm>
            <a:off x="291846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Freeform 1416"/>
          <p:cNvSpPr/>
          <p:nvPr/>
        </p:nvSpPr>
        <p:spPr>
          <a:xfrm>
            <a:off x="291973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Freeform 1417"/>
          <p:cNvSpPr/>
          <p:nvPr/>
        </p:nvSpPr>
        <p:spPr>
          <a:xfrm>
            <a:off x="292227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Freeform 1418"/>
          <p:cNvSpPr/>
          <p:nvPr/>
        </p:nvSpPr>
        <p:spPr>
          <a:xfrm>
            <a:off x="292354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Freeform 1419"/>
          <p:cNvSpPr/>
          <p:nvPr/>
        </p:nvSpPr>
        <p:spPr>
          <a:xfrm>
            <a:off x="292481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Freeform 1420"/>
          <p:cNvSpPr/>
          <p:nvPr/>
        </p:nvSpPr>
        <p:spPr>
          <a:xfrm>
            <a:off x="29260800" y="-23698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Freeform 1421"/>
          <p:cNvSpPr/>
          <p:nvPr/>
        </p:nvSpPr>
        <p:spPr>
          <a:xfrm>
            <a:off x="29286200" y="-2373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EAFF15"/>
          </a:solidFill>
          <a:ln w="3175">
            <a:solidFill>
              <a:srgbClr val="BBCC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Freeform 1422"/>
          <p:cNvSpPr/>
          <p:nvPr/>
        </p:nvSpPr>
        <p:spPr>
          <a:xfrm>
            <a:off x="29298900" y="-23774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E700"/>
          </a:solidFill>
          <a:ln w="3175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Freeform 1423"/>
          <p:cNvSpPr/>
          <p:nvPr/>
        </p:nvSpPr>
        <p:spPr>
          <a:xfrm>
            <a:off x="29311600" y="-23812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B200"/>
          </a:solidFill>
          <a:ln w="3175">
            <a:solidFill>
              <a:srgbClr val="CC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Freeform 1424"/>
          <p:cNvSpPr/>
          <p:nvPr/>
        </p:nvSpPr>
        <p:spPr>
          <a:xfrm>
            <a:off x="29337000" y="-23837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8E00"/>
          </a:solidFill>
          <a:ln w="3175">
            <a:solidFill>
              <a:srgbClr val="CC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Freeform 1425"/>
          <p:cNvSpPr/>
          <p:nvPr/>
        </p:nvSpPr>
        <p:spPr>
          <a:xfrm>
            <a:off x="293497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Freeform 1426"/>
          <p:cNvSpPr/>
          <p:nvPr/>
        </p:nvSpPr>
        <p:spPr>
          <a:xfrm>
            <a:off x="293624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Freeform 1427"/>
          <p:cNvSpPr/>
          <p:nvPr/>
        </p:nvSpPr>
        <p:spPr>
          <a:xfrm>
            <a:off x="293878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Freeform 1428"/>
          <p:cNvSpPr/>
          <p:nvPr/>
        </p:nvSpPr>
        <p:spPr>
          <a:xfrm>
            <a:off x="294005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Freeform 1429"/>
          <p:cNvSpPr/>
          <p:nvPr/>
        </p:nvSpPr>
        <p:spPr>
          <a:xfrm>
            <a:off x="294132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000"/>
          </a:solidFill>
          <a:ln w="3175">
            <a:solidFill>
              <a:srgbClr val="CC6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Freeform 1430"/>
          <p:cNvSpPr/>
          <p:nvPr/>
        </p:nvSpPr>
        <p:spPr>
          <a:xfrm>
            <a:off x="294386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7900"/>
          </a:solidFill>
          <a:ln w="3175">
            <a:solidFill>
              <a:srgbClr val="CC6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Freeform 1431"/>
          <p:cNvSpPr/>
          <p:nvPr/>
        </p:nvSpPr>
        <p:spPr>
          <a:xfrm>
            <a:off x="294513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Freeform 1432"/>
          <p:cNvSpPr/>
          <p:nvPr/>
        </p:nvSpPr>
        <p:spPr>
          <a:xfrm>
            <a:off x="294640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5100"/>
          </a:solidFill>
          <a:ln w="3175">
            <a:solidFill>
              <a:srgbClr val="CC4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Freeform 1433"/>
          <p:cNvSpPr/>
          <p:nvPr/>
        </p:nvSpPr>
        <p:spPr>
          <a:xfrm>
            <a:off x="29476700" y="-23990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100"/>
          </a:solidFill>
          <a:ln w="3175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Freeform 1434"/>
          <p:cNvSpPr/>
          <p:nvPr/>
        </p:nvSpPr>
        <p:spPr>
          <a:xfrm>
            <a:off x="295021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0400"/>
          </a:solidFill>
          <a:ln w="3175">
            <a:solidFill>
              <a:srgbClr val="CC0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Freeform 1435"/>
          <p:cNvSpPr/>
          <p:nvPr/>
        </p:nvSpPr>
        <p:spPr>
          <a:xfrm>
            <a:off x="29514800" y="-24091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1"/>
                </a:lnTo>
                <a:lnTo>
                  <a:pt x="1" y="0"/>
                </a:lnTo>
                <a:lnTo>
                  <a:pt x="0" y="5"/>
                </a:lnTo>
                <a:lnTo>
                  <a:pt x="3" y="5"/>
                </a:lnTo>
                <a:close/>
              </a:path>
            </a:pathLst>
          </a:custGeom>
          <a:solidFill>
            <a:srgbClr val="C30000"/>
          </a:solidFill>
          <a:ln w="3175">
            <a:solidFill>
              <a:srgbClr val="9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Freeform 1436"/>
          <p:cNvSpPr/>
          <p:nvPr/>
        </p:nvSpPr>
        <p:spPr>
          <a:xfrm>
            <a:off x="290195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Freeform 1437"/>
          <p:cNvSpPr/>
          <p:nvPr/>
        </p:nvSpPr>
        <p:spPr>
          <a:xfrm>
            <a:off x="290322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Freeform 1438"/>
          <p:cNvSpPr/>
          <p:nvPr/>
        </p:nvSpPr>
        <p:spPr>
          <a:xfrm>
            <a:off x="290449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Freeform 1439"/>
          <p:cNvSpPr/>
          <p:nvPr/>
        </p:nvSpPr>
        <p:spPr>
          <a:xfrm>
            <a:off x="290703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Freeform 1440"/>
          <p:cNvSpPr/>
          <p:nvPr/>
        </p:nvSpPr>
        <p:spPr>
          <a:xfrm>
            <a:off x="290830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Freeform 1441"/>
          <p:cNvSpPr/>
          <p:nvPr/>
        </p:nvSpPr>
        <p:spPr>
          <a:xfrm>
            <a:off x="290957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Freeform 1442"/>
          <p:cNvSpPr/>
          <p:nvPr/>
        </p:nvSpPr>
        <p:spPr>
          <a:xfrm>
            <a:off x="291211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Freeform 1443"/>
          <p:cNvSpPr/>
          <p:nvPr/>
        </p:nvSpPr>
        <p:spPr>
          <a:xfrm>
            <a:off x="291338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Freeform 1444"/>
          <p:cNvSpPr/>
          <p:nvPr/>
        </p:nvSpPr>
        <p:spPr>
          <a:xfrm>
            <a:off x="291465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Freeform 1445"/>
          <p:cNvSpPr/>
          <p:nvPr/>
        </p:nvSpPr>
        <p:spPr>
          <a:xfrm>
            <a:off x="29159200" y="-23660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Freeform 1446"/>
          <p:cNvSpPr/>
          <p:nvPr/>
        </p:nvSpPr>
        <p:spPr>
          <a:xfrm>
            <a:off x="291846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Freeform 1447"/>
          <p:cNvSpPr/>
          <p:nvPr/>
        </p:nvSpPr>
        <p:spPr>
          <a:xfrm>
            <a:off x="291973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Freeform 1448"/>
          <p:cNvSpPr/>
          <p:nvPr/>
        </p:nvSpPr>
        <p:spPr>
          <a:xfrm>
            <a:off x="292100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Freeform 1449"/>
          <p:cNvSpPr/>
          <p:nvPr/>
        </p:nvSpPr>
        <p:spPr>
          <a:xfrm>
            <a:off x="292354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Freeform 1450"/>
          <p:cNvSpPr/>
          <p:nvPr/>
        </p:nvSpPr>
        <p:spPr>
          <a:xfrm>
            <a:off x="29248100" y="-2373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CFF13"/>
          </a:solidFill>
          <a:ln w="3175">
            <a:solidFill>
              <a:srgbClr val="BDCC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Freeform 1451"/>
          <p:cNvSpPr/>
          <p:nvPr/>
        </p:nvSpPr>
        <p:spPr>
          <a:xfrm>
            <a:off x="29260800" y="-23787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FFE000"/>
          </a:solidFill>
          <a:ln w="3175">
            <a:solidFill>
              <a:srgbClr val="CC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Freeform 1452"/>
          <p:cNvSpPr/>
          <p:nvPr/>
        </p:nvSpPr>
        <p:spPr>
          <a:xfrm>
            <a:off x="29286200" y="-23825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FFA8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Freeform 1453"/>
          <p:cNvSpPr/>
          <p:nvPr/>
        </p:nvSpPr>
        <p:spPr>
          <a:xfrm>
            <a:off x="292989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C00"/>
          </a:solidFill>
          <a:ln w="3175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Freeform 1454"/>
          <p:cNvSpPr/>
          <p:nvPr/>
        </p:nvSpPr>
        <p:spPr>
          <a:xfrm>
            <a:off x="293116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Freeform 1455"/>
          <p:cNvSpPr/>
          <p:nvPr/>
        </p:nvSpPr>
        <p:spPr>
          <a:xfrm>
            <a:off x="293370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Freeform 1456"/>
          <p:cNvSpPr/>
          <p:nvPr/>
        </p:nvSpPr>
        <p:spPr>
          <a:xfrm>
            <a:off x="293497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Freeform 1457"/>
          <p:cNvSpPr/>
          <p:nvPr/>
        </p:nvSpPr>
        <p:spPr>
          <a:xfrm>
            <a:off x="293624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Freeform 1458"/>
          <p:cNvSpPr/>
          <p:nvPr/>
        </p:nvSpPr>
        <p:spPr>
          <a:xfrm>
            <a:off x="29375100" y="-23901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Freeform 1459"/>
          <p:cNvSpPr/>
          <p:nvPr/>
        </p:nvSpPr>
        <p:spPr>
          <a:xfrm>
            <a:off x="294005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500"/>
          </a:solidFill>
          <a:ln w="3175">
            <a:solidFill>
              <a:srgbClr val="CC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Freeform 1460"/>
          <p:cNvSpPr/>
          <p:nvPr/>
        </p:nvSpPr>
        <p:spPr>
          <a:xfrm>
            <a:off x="294132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B00"/>
          </a:solidFill>
          <a:ln w="3175">
            <a:solidFill>
              <a:srgbClr val="CC6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Freeform 1461"/>
          <p:cNvSpPr/>
          <p:nvPr/>
        </p:nvSpPr>
        <p:spPr>
          <a:xfrm>
            <a:off x="294259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1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6400"/>
          </a:solidFill>
          <a:ln w="3175">
            <a:solidFill>
              <a:srgbClr val="CC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Freeform 1462"/>
          <p:cNvSpPr/>
          <p:nvPr/>
        </p:nvSpPr>
        <p:spPr>
          <a:xfrm>
            <a:off x="294513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2"/>
                </a:lnTo>
                <a:close/>
              </a:path>
            </a:pathLst>
          </a:custGeom>
          <a:solidFill>
            <a:srgbClr val="FF4300"/>
          </a:solidFill>
          <a:ln w="3175">
            <a:solidFill>
              <a:srgbClr val="CC3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Freeform 1463"/>
          <p:cNvSpPr/>
          <p:nvPr/>
        </p:nvSpPr>
        <p:spPr>
          <a:xfrm>
            <a:off x="294640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1400"/>
          </a:solidFill>
          <a:ln w="3175">
            <a:solidFill>
              <a:srgbClr val="CC1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Freeform 1464"/>
          <p:cNvSpPr/>
          <p:nvPr/>
        </p:nvSpPr>
        <p:spPr>
          <a:xfrm>
            <a:off x="29476700" y="-24091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0"/>
                </a:lnTo>
                <a:lnTo>
                  <a:pt x="2" y="0"/>
                </a:lnTo>
                <a:lnTo>
                  <a:pt x="0" y="5"/>
                </a:lnTo>
                <a:lnTo>
                  <a:pt x="3" y="5"/>
                </a:lnTo>
                <a:close/>
              </a:path>
            </a:pathLst>
          </a:custGeom>
          <a:solidFill>
            <a:srgbClr val="CB0000"/>
          </a:solidFill>
          <a:ln w="3175">
            <a:solidFill>
              <a:srgbClr val="A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Freeform 1465"/>
          <p:cNvSpPr/>
          <p:nvPr/>
        </p:nvSpPr>
        <p:spPr>
          <a:xfrm>
            <a:off x="289814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Freeform 1466"/>
          <p:cNvSpPr/>
          <p:nvPr/>
        </p:nvSpPr>
        <p:spPr>
          <a:xfrm>
            <a:off x="289941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Freeform 1467"/>
          <p:cNvSpPr/>
          <p:nvPr/>
        </p:nvSpPr>
        <p:spPr>
          <a:xfrm>
            <a:off x="290195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Freeform 1468"/>
          <p:cNvSpPr/>
          <p:nvPr/>
        </p:nvSpPr>
        <p:spPr>
          <a:xfrm>
            <a:off x="290322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Freeform 1469"/>
          <p:cNvSpPr/>
          <p:nvPr/>
        </p:nvSpPr>
        <p:spPr>
          <a:xfrm>
            <a:off x="290449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Freeform 1470"/>
          <p:cNvSpPr/>
          <p:nvPr/>
        </p:nvSpPr>
        <p:spPr>
          <a:xfrm>
            <a:off x="29057600" y="-23622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Freeform 1471"/>
          <p:cNvSpPr/>
          <p:nvPr/>
        </p:nvSpPr>
        <p:spPr>
          <a:xfrm>
            <a:off x="290830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Freeform 1472"/>
          <p:cNvSpPr/>
          <p:nvPr/>
        </p:nvSpPr>
        <p:spPr>
          <a:xfrm>
            <a:off x="290957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Freeform 1473"/>
          <p:cNvSpPr/>
          <p:nvPr/>
        </p:nvSpPr>
        <p:spPr>
          <a:xfrm>
            <a:off x="291084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Freeform 1474"/>
          <p:cNvSpPr/>
          <p:nvPr/>
        </p:nvSpPr>
        <p:spPr>
          <a:xfrm>
            <a:off x="291338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Freeform 1475"/>
          <p:cNvSpPr/>
          <p:nvPr/>
        </p:nvSpPr>
        <p:spPr>
          <a:xfrm>
            <a:off x="291465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Freeform 1476"/>
          <p:cNvSpPr/>
          <p:nvPr/>
        </p:nvSpPr>
        <p:spPr>
          <a:xfrm>
            <a:off x="291592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Freeform 1477"/>
          <p:cNvSpPr/>
          <p:nvPr/>
        </p:nvSpPr>
        <p:spPr>
          <a:xfrm>
            <a:off x="291846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Freeform 1478"/>
          <p:cNvSpPr/>
          <p:nvPr/>
        </p:nvSpPr>
        <p:spPr>
          <a:xfrm>
            <a:off x="291973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Freeform 1479"/>
          <p:cNvSpPr/>
          <p:nvPr/>
        </p:nvSpPr>
        <p:spPr>
          <a:xfrm>
            <a:off x="29210000" y="-2374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ECFF13"/>
          </a:solidFill>
          <a:ln w="3175">
            <a:solidFill>
              <a:srgbClr val="BDCC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Freeform 1480"/>
          <p:cNvSpPr/>
          <p:nvPr/>
        </p:nvSpPr>
        <p:spPr>
          <a:xfrm>
            <a:off x="29222700" y="-23787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Freeform 1481"/>
          <p:cNvSpPr/>
          <p:nvPr/>
        </p:nvSpPr>
        <p:spPr>
          <a:xfrm>
            <a:off x="292481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9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Freeform 1482"/>
          <p:cNvSpPr/>
          <p:nvPr/>
        </p:nvSpPr>
        <p:spPr>
          <a:xfrm>
            <a:off x="292608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C00"/>
          </a:solidFill>
          <a:ln w="3175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Freeform 1483"/>
          <p:cNvSpPr/>
          <p:nvPr/>
        </p:nvSpPr>
        <p:spPr>
          <a:xfrm>
            <a:off x="29273500" y="-23863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Freeform 1484"/>
          <p:cNvSpPr/>
          <p:nvPr/>
        </p:nvSpPr>
        <p:spPr>
          <a:xfrm>
            <a:off x="292989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Freeform 1485"/>
          <p:cNvSpPr/>
          <p:nvPr/>
        </p:nvSpPr>
        <p:spPr>
          <a:xfrm>
            <a:off x="293116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Freeform 1486"/>
          <p:cNvSpPr/>
          <p:nvPr/>
        </p:nvSpPr>
        <p:spPr>
          <a:xfrm>
            <a:off x="293243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Freeform 1487"/>
          <p:cNvSpPr/>
          <p:nvPr/>
        </p:nvSpPr>
        <p:spPr>
          <a:xfrm>
            <a:off x="293497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Freeform 1488"/>
          <p:cNvSpPr/>
          <p:nvPr/>
        </p:nvSpPr>
        <p:spPr>
          <a:xfrm>
            <a:off x="293624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400"/>
          </a:solidFill>
          <a:ln w="3175">
            <a:solidFill>
              <a:srgbClr val="CC6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Freeform 1489"/>
          <p:cNvSpPr/>
          <p:nvPr/>
        </p:nvSpPr>
        <p:spPr>
          <a:xfrm>
            <a:off x="293751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2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7800"/>
          </a:solidFill>
          <a:ln w="3175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Freeform 1490"/>
          <p:cNvSpPr/>
          <p:nvPr/>
        </p:nvSpPr>
        <p:spPr>
          <a:xfrm>
            <a:off x="29400500" y="-2397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2" y="4"/>
                </a:lnTo>
                <a:close/>
              </a:path>
            </a:pathLst>
          </a:custGeom>
          <a:solidFill>
            <a:srgbClr val="FF6200"/>
          </a:solidFill>
          <a:ln w="3175">
            <a:solidFill>
              <a:srgbClr val="CC4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Freeform 1491"/>
          <p:cNvSpPr/>
          <p:nvPr/>
        </p:nvSpPr>
        <p:spPr>
          <a:xfrm>
            <a:off x="29413200" y="-24003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4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Freeform 1492"/>
          <p:cNvSpPr/>
          <p:nvPr/>
        </p:nvSpPr>
        <p:spPr>
          <a:xfrm>
            <a:off x="29425900" y="-2404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1200"/>
          </a:solidFill>
          <a:ln w="3175">
            <a:solidFill>
              <a:srgbClr val="CC0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Freeform 1493"/>
          <p:cNvSpPr/>
          <p:nvPr/>
        </p:nvSpPr>
        <p:spPr>
          <a:xfrm>
            <a:off x="29438600" y="-241046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3" y="6"/>
                </a:moveTo>
                <a:lnTo>
                  <a:pt x="5" y="1"/>
                </a:lnTo>
                <a:lnTo>
                  <a:pt x="2" y="0"/>
                </a:lnTo>
                <a:lnTo>
                  <a:pt x="0" y="5"/>
                </a:lnTo>
                <a:lnTo>
                  <a:pt x="3" y="6"/>
                </a:lnTo>
                <a:close/>
              </a:path>
            </a:pathLst>
          </a:custGeom>
          <a:solidFill>
            <a:srgbClr val="CA0000"/>
          </a:solidFill>
          <a:ln w="3175">
            <a:solidFill>
              <a:srgbClr val="A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Freeform 1494"/>
          <p:cNvSpPr/>
          <p:nvPr/>
        </p:nvSpPr>
        <p:spPr>
          <a:xfrm>
            <a:off x="289433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Freeform 1495"/>
          <p:cNvSpPr/>
          <p:nvPr/>
        </p:nvSpPr>
        <p:spPr>
          <a:xfrm>
            <a:off x="28956000" y="-23583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Freeform 1496"/>
          <p:cNvSpPr/>
          <p:nvPr/>
        </p:nvSpPr>
        <p:spPr>
          <a:xfrm>
            <a:off x="289814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Freeform 1497"/>
          <p:cNvSpPr/>
          <p:nvPr/>
        </p:nvSpPr>
        <p:spPr>
          <a:xfrm>
            <a:off x="289941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Freeform 1498"/>
          <p:cNvSpPr/>
          <p:nvPr/>
        </p:nvSpPr>
        <p:spPr>
          <a:xfrm>
            <a:off x="290068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Freeform 1499"/>
          <p:cNvSpPr/>
          <p:nvPr/>
        </p:nvSpPr>
        <p:spPr>
          <a:xfrm>
            <a:off x="290322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Freeform 1500"/>
          <p:cNvSpPr/>
          <p:nvPr/>
        </p:nvSpPr>
        <p:spPr>
          <a:xfrm>
            <a:off x="290449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Freeform 1501"/>
          <p:cNvSpPr/>
          <p:nvPr/>
        </p:nvSpPr>
        <p:spPr>
          <a:xfrm>
            <a:off x="290576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Freeform 1502"/>
          <p:cNvSpPr/>
          <p:nvPr/>
        </p:nvSpPr>
        <p:spPr>
          <a:xfrm>
            <a:off x="290830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Freeform 1503"/>
          <p:cNvSpPr/>
          <p:nvPr/>
        </p:nvSpPr>
        <p:spPr>
          <a:xfrm>
            <a:off x="290957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Freeform 1504"/>
          <p:cNvSpPr/>
          <p:nvPr/>
        </p:nvSpPr>
        <p:spPr>
          <a:xfrm>
            <a:off x="291084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Freeform 1505"/>
          <p:cNvSpPr/>
          <p:nvPr/>
        </p:nvSpPr>
        <p:spPr>
          <a:xfrm>
            <a:off x="29121100" y="-23698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Freeform 1506"/>
          <p:cNvSpPr/>
          <p:nvPr/>
        </p:nvSpPr>
        <p:spPr>
          <a:xfrm>
            <a:off x="291465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Freeform 1507"/>
          <p:cNvSpPr/>
          <p:nvPr/>
        </p:nvSpPr>
        <p:spPr>
          <a:xfrm>
            <a:off x="291592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Freeform 1508"/>
          <p:cNvSpPr/>
          <p:nvPr/>
        </p:nvSpPr>
        <p:spPr>
          <a:xfrm>
            <a:off x="29171900" y="-2374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9FF16"/>
          </a:solidFill>
          <a:ln w="3175">
            <a:solidFill>
              <a:srgbClr val="BAC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Freeform 1509"/>
          <p:cNvSpPr/>
          <p:nvPr/>
        </p:nvSpPr>
        <p:spPr>
          <a:xfrm>
            <a:off x="29197300" y="-2378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FEA00"/>
          </a:solidFill>
          <a:ln w="3175">
            <a:solidFill>
              <a:srgbClr val="CCB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Freeform 1510"/>
          <p:cNvSpPr/>
          <p:nvPr/>
        </p:nvSpPr>
        <p:spPr>
          <a:xfrm>
            <a:off x="292100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B900"/>
          </a:solidFill>
          <a:ln w="3175">
            <a:solidFill>
              <a:srgbClr val="CC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Freeform 1511"/>
          <p:cNvSpPr/>
          <p:nvPr/>
        </p:nvSpPr>
        <p:spPr>
          <a:xfrm>
            <a:off x="292227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9400"/>
          </a:solidFill>
          <a:ln w="3175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Freeform 1512"/>
          <p:cNvSpPr/>
          <p:nvPr/>
        </p:nvSpPr>
        <p:spPr>
          <a:xfrm>
            <a:off x="292481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Freeform 1513"/>
          <p:cNvSpPr/>
          <p:nvPr/>
        </p:nvSpPr>
        <p:spPr>
          <a:xfrm>
            <a:off x="292608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Freeform 1514"/>
          <p:cNvSpPr/>
          <p:nvPr/>
        </p:nvSpPr>
        <p:spPr>
          <a:xfrm>
            <a:off x="292735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Freeform 1515"/>
          <p:cNvSpPr/>
          <p:nvPr/>
        </p:nvSpPr>
        <p:spPr>
          <a:xfrm>
            <a:off x="29298900" y="-23914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7B00"/>
          </a:solidFill>
          <a:ln w="3175">
            <a:solidFill>
              <a:srgbClr val="CC6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Freeform 1516"/>
          <p:cNvSpPr/>
          <p:nvPr/>
        </p:nvSpPr>
        <p:spPr>
          <a:xfrm>
            <a:off x="293116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2"/>
                </a:lnTo>
                <a:lnTo>
                  <a:pt x="1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76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Freeform 1517"/>
          <p:cNvSpPr/>
          <p:nvPr/>
        </p:nvSpPr>
        <p:spPr>
          <a:xfrm>
            <a:off x="29324300" y="-23952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4"/>
                </a:lnTo>
                <a:close/>
              </a:path>
            </a:pathLst>
          </a:custGeom>
          <a:solidFill>
            <a:srgbClr val="FF6C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Freeform 1518"/>
          <p:cNvSpPr/>
          <p:nvPr/>
        </p:nvSpPr>
        <p:spPr>
          <a:xfrm>
            <a:off x="29337000" y="-23964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Freeform 1519"/>
          <p:cNvSpPr/>
          <p:nvPr/>
        </p:nvSpPr>
        <p:spPr>
          <a:xfrm>
            <a:off x="293624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400"/>
          </a:solidFill>
          <a:ln w="3175">
            <a:solidFill>
              <a:srgbClr val="CC3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Freeform 1520"/>
          <p:cNvSpPr/>
          <p:nvPr/>
        </p:nvSpPr>
        <p:spPr>
          <a:xfrm>
            <a:off x="29375100" y="-2402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2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2500"/>
          </a:solidFill>
          <a:ln w="3175">
            <a:solidFill>
              <a:srgbClr val="CC1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Freeform 1521"/>
          <p:cNvSpPr/>
          <p:nvPr/>
        </p:nvSpPr>
        <p:spPr>
          <a:xfrm>
            <a:off x="29387800" y="-24066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2"/>
                </a:lnTo>
                <a:lnTo>
                  <a:pt x="2" y="0"/>
                </a:lnTo>
                <a:lnTo>
                  <a:pt x="0" y="3"/>
                </a:lnTo>
                <a:lnTo>
                  <a:pt x="3" y="5"/>
                </a:lnTo>
                <a:close/>
              </a:path>
            </a:pathLst>
          </a:custGeom>
          <a:solidFill>
            <a:srgbClr val="F90000"/>
          </a:solidFill>
          <a:ln w="3175">
            <a:solidFill>
              <a:srgbClr val="C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Freeform 1522"/>
          <p:cNvSpPr/>
          <p:nvPr/>
        </p:nvSpPr>
        <p:spPr>
          <a:xfrm>
            <a:off x="29413200" y="-24104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5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5"/>
                </a:lnTo>
                <a:close/>
              </a:path>
            </a:pathLst>
          </a:custGeom>
          <a:solidFill>
            <a:srgbClr val="BD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Freeform 1523"/>
          <p:cNvSpPr/>
          <p:nvPr/>
        </p:nvSpPr>
        <p:spPr>
          <a:xfrm>
            <a:off x="289052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Freeform 1524"/>
          <p:cNvSpPr/>
          <p:nvPr/>
        </p:nvSpPr>
        <p:spPr>
          <a:xfrm>
            <a:off x="289306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Freeform 1525"/>
          <p:cNvSpPr/>
          <p:nvPr/>
        </p:nvSpPr>
        <p:spPr>
          <a:xfrm>
            <a:off x="289433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Freeform 1526"/>
          <p:cNvSpPr/>
          <p:nvPr/>
        </p:nvSpPr>
        <p:spPr>
          <a:xfrm>
            <a:off x="289560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Freeform 1527"/>
          <p:cNvSpPr/>
          <p:nvPr/>
        </p:nvSpPr>
        <p:spPr>
          <a:xfrm>
            <a:off x="289814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Freeform 1528"/>
          <p:cNvSpPr/>
          <p:nvPr/>
        </p:nvSpPr>
        <p:spPr>
          <a:xfrm>
            <a:off x="289941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Freeform 1529"/>
          <p:cNvSpPr/>
          <p:nvPr/>
        </p:nvSpPr>
        <p:spPr>
          <a:xfrm>
            <a:off x="290068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Freeform 1530"/>
          <p:cNvSpPr/>
          <p:nvPr/>
        </p:nvSpPr>
        <p:spPr>
          <a:xfrm>
            <a:off x="29019500" y="-23647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Freeform 1531"/>
          <p:cNvSpPr/>
          <p:nvPr/>
        </p:nvSpPr>
        <p:spPr>
          <a:xfrm>
            <a:off x="290449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Freeform 1532"/>
          <p:cNvSpPr/>
          <p:nvPr/>
        </p:nvSpPr>
        <p:spPr>
          <a:xfrm>
            <a:off x="290576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Freeform 1533"/>
          <p:cNvSpPr/>
          <p:nvPr/>
        </p:nvSpPr>
        <p:spPr>
          <a:xfrm>
            <a:off x="290703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Freeform 1534"/>
          <p:cNvSpPr/>
          <p:nvPr/>
        </p:nvSpPr>
        <p:spPr>
          <a:xfrm>
            <a:off x="290957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Freeform 1535"/>
          <p:cNvSpPr/>
          <p:nvPr/>
        </p:nvSpPr>
        <p:spPr>
          <a:xfrm>
            <a:off x="291084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Freeform 1536"/>
          <p:cNvSpPr/>
          <p:nvPr/>
        </p:nvSpPr>
        <p:spPr>
          <a:xfrm>
            <a:off x="291211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Freeform 1537"/>
          <p:cNvSpPr/>
          <p:nvPr/>
        </p:nvSpPr>
        <p:spPr>
          <a:xfrm>
            <a:off x="291465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7FF18"/>
          </a:solidFill>
          <a:ln w="3175">
            <a:solidFill>
              <a:srgbClr val="B9C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Freeform 1538"/>
          <p:cNvSpPr/>
          <p:nvPr/>
        </p:nvSpPr>
        <p:spPr>
          <a:xfrm>
            <a:off x="29159200" y="-2378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Freeform 1539"/>
          <p:cNvSpPr/>
          <p:nvPr/>
        </p:nvSpPr>
        <p:spPr>
          <a:xfrm>
            <a:off x="291719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500"/>
          </a:solidFill>
          <a:ln w="3175">
            <a:solidFill>
              <a:srgbClr val="CC9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Freeform 1540"/>
          <p:cNvSpPr/>
          <p:nvPr/>
        </p:nvSpPr>
        <p:spPr>
          <a:xfrm>
            <a:off x="29184600" y="-23850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A000"/>
          </a:solidFill>
          <a:ln w="3175">
            <a:solidFill>
              <a:srgbClr val="CC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Freeform 1541"/>
          <p:cNvSpPr/>
          <p:nvPr/>
        </p:nvSpPr>
        <p:spPr>
          <a:xfrm>
            <a:off x="292100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400"/>
          </a:solidFill>
          <a:ln w="3175">
            <a:solidFill>
              <a:srgbClr val="CC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Freeform 1542"/>
          <p:cNvSpPr/>
          <p:nvPr/>
        </p:nvSpPr>
        <p:spPr>
          <a:xfrm>
            <a:off x="292227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7400"/>
          </a:solidFill>
          <a:ln w="3175">
            <a:solidFill>
              <a:srgbClr val="CC5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Freeform 1543"/>
          <p:cNvSpPr/>
          <p:nvPr/>
        </p:nvSpPr>
        <p:spPr>
          <a:xfrm>
            <a:off x="29235400" y="-23914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2"/>
                </a:lnTo>
                <a:lnTo>
                  <a:pt x="2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Freeform 1544"/>
          <p:cNvSpPr/>
          <p:nvPr/>
        </p:nvSpPr>
        <p:spPr>
          <a:xfrm>
            <a:off x="292608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6700"/>
          </a:solidFill>
          <a:ln w="3175">
            <a:solidFill>
              <a:srgbClr val="CC5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Freeform 1545"/>
          <p:cNvSpPr/>
          <p:nvPr/>
        </p:nvSpPr>
        <p:spPr>
          <a:xfrm>
            <a:off x="292735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5D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Freeform 1546"/>
          <p:cNvSpPr/>
          <p:nvPr/>
        </p:nvSpPr>
        <p:spPr>
          <a:xfrm>
            <a:off x="292862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4F00"/>
          </a:solidFill>
          <a:ln w="3175">
            <a:solidFill>
              <a:srgbClr val="CC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Freeform 1547"/>
          <p:cNvSpPr/>
          <p:nvPr/>
        </p:nvSpPr>
        <p:spPr>
          <a:xfrm>
            <a:off x="293116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3E00"/>
          </a:solidFill>
          <a:ln w="3175">
            <a:solidFill>
              <a:srgbClr val="CC3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Freeform 1548"/>
          <p:cNvSpPr/>
          <p:nvPr/>
        </p:nvSpPr>
        <p:spPr>
          <a:xfrm>
            <a:off x="29324300" y="-2401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4"/>
                </a:lnTo>
                <a:close/>
              </a:path>
            </a:pathLst>
          </a:custGeom>
          <a:solidFill>
            <a:srgbClr val="FF2700"/>
          </a:solidFill>
          <a:ln w="3175">
            <a:solidFill>
              <a:srgbClr val="CC2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Freeform 1549"/>
          <p:cNvSpPr/>
          <p:nvPr/>
        </p:nvSpPr>
        <p:spPr>
          <a:xfrm>
            <a:off x="29337000" y="-2404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4"/>
                </a:lnTo>
                <a:close/>
              </a:path>
            </a:pathLst>
          </a:custGeom>
          <a:solidFill>
            <a:srgbClr val="FF0A00"/>
          </a:solidFill>
          <a:ln w="3175">
            <a:solidFill>
              <a:srgbClr val="CC0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Freeform 1550"/>
          <p:cNvSpPr/>
          <p:nvPr/>
        </p:nvSpPr>
        <p:spPr>
          <a:xfrm>
            <a:off x="293624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E30000"/>
          </a:solidFill>
          <a:ln w="3175">
            <a:solidFill>
              <a:srgbClr val="B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Freeform 1551"/>
          <p:cNvSpPr/>
          <p:nvPr/>
        </p:nvSpPr>
        <p:spPr>
          <a:xfrm>
            <a:off x="29375100" y="-24117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AF0000"/>
          </a:solidFill>
          <a:ln w="3175">
            <a:solidFill>
              <a:srgbClr val="8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Freeform 1552"/>
          <p:cNvSpPr/>
          <p:nvPr/>
        </p:nvSpPr>
        <p:spPr>
          <a:xfrm>
            <a:off x="28867100" y="-23571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Freeform 1553"/>
          <p:cNvSpPr/>
          <p:nvPr/>
        </p:nvSpPr>
        <p:spPr>
          <a:xfrm>
            <a:off x="288925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Freeform 1554"/>
          <p:cNvSpPr/>
          <p:nvPr/>
        </p:nvSpPr>
        <p:spPr>
          <a:xfrm>
            <a:off x="289052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Freeform 1555"/>
          <p:cNvSpPr/>
          <p:nvPr/>
        </p:nvSpPr>
        <p:spPr>
          <a:xfrm>
            <a:off x="28917900" y="-23609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Freeform 1556"/>
          <p:cNvSpPr/>
          <p:nvPr/>
        </p:nvSpPr>
        <p:spPr>
          <a:xfrm>
            <a:off x="289433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Freeform 1557"/>
          <p:cNvSpPr/>
          <p:nvPr/>
        </p:nvSpPr>
        <p:spPr>
          <a:xfrm>
            <a:off x="289560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Freeform 1558"/>
          <p:cNvSpPr/>
          <p:nvPr/>
        </p:nvSpPr>
        <p:spPr>
          <a:xfrm>
            <a:off x="289687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Freeform 1559"/>
          <p:cNvSpPr/>
          <p:nvPr/>
        </p:nvSpPr>
        <p:spPr>
          <a:xfrm>
            <a:off x="289941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Freeform 1560"/>
          <p:cNvSpPr/>
          <p:nvPr/>
        </p:nvSpPr>
        <p:spPr>
          <a:xfrm>
            <a:off x="290068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Freeform 1561"/>
          <p:cNvSpPr/>
          <p:nvPr/>
        </p:nvSpPr>
        <p:spPr>
          <a:xfrm>
            <a:off x="290195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Freeform 1562"/>
          <p:cNvSpPr/>
          <p:nvPr/>
        </p:nvSpPr>
        <p:spPr>
          <a:xfrm>
            <a:off x="290449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Freeform 1563"/>
          <p:cNvSpPr/>
          <p:nvPr/>
        </p:nvSpPr>
        <p:spPr>
          <a:xfrm>
            <a:off x="290576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Freeform 1564"/>
          <p:cNvSpPr/>
          <p:nvPr/>
        </p:nvSpPr>
        <p:spPr>
          <a:xfrm>
            <a:off x="290703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Freeform 1565"/>
          <p:cNvSpPr/>
          <p:nvPr/>
        </p:nvSpPr>
        <p:spPr>
          <a:xfrm>
            <a:off x="29083000" y="-23723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Freeform 1566"/>
          <p:cNvSpPr/>
          <p:nvPr/>
        </p:nvSpPr>
        <p:spPr>
          <a:xfrm>
            <a:off x="291084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Freeform 1567"/>
          <p:cNvSpPr/>
          <p:nvPr/>
        </p:nvSpPr>
        <p:spPr>
          <a:xfrm>
            <a:off x="29121100" y="-2378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6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Freeform 1568"/>
          <p:cNvSpPr/>
          <p:nvPr/>
        </p:nvSpPr>
        <p:spPr>
          <a:xfrm>
            <a:off x="291338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C00"/>
          </a:solidFill>
          <a:ln w="3175">
            <a:solidFill>
              <a:srgbClr val="CCA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Freeform 1569"/>
          <p:cNvSpPr/>
          <p:nvPr/>
        </p:nvSpPr>
        <p:spPr>
          <a:xfrm>
            <a:off x="29159200" y="-2385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A8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Freeform 1570"/>
          <p:cNvSpPr/>
          <p:nvPr/>
        </p:nvSpPr>
        <p:spPr>
          <a:xfrm>
            <a:off x="291719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9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Freeform 1571"/>
          <p:cNvSpPr/>
          <p:nvPr/>
        </p:nvSpPr>
        <p:spPr>
          <a:xfrm>
            <a:off x="291846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Freeform 1572"/>
          <p:cNvSpPr/>
          <p:nvPr/>
        </p:nvSpPr>
        <p:spPr>
          <a:xfrm>
            <a:off x="292100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Freeform 1573"/>
          <p:cNvSpPr/>
          <p:nvPr/>
        </p:nvSpPr>
        <p:spPr>
          <a:xfrm>
            <a:off x="292227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5100"/>
          </a:solidFill>
          <a:ln w="3175">
            <a:solidFill>
              <a:srgbClr val="CC4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Freeform 1574"/>
          <p:cNvSpPr/>
          <p:nvPr/>
        </p:nvSpPr>
        <p:spPr>
          <a:xfrm>
            <a:off x="292354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600"/>
          </a:solidFill>
          <a:ln w="3175">
            <a:solidFill>
              <a:srgbClr val="CC3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Freeform 1575"/>
          <p:cNvSpPr/>
          <p:nvPr/>
        </p:nvSpPr>
        <p:spPr>
          <a:xfrm>
            <a:off x="29260800" y="-2397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3900"/>
          </a:solidFill>
          <a:ln w="3175">
            <a:solidFill>
              <a:srgbClr val="CC2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Freeform 1576"/>
          <p:cNvSpPr/>
          <p:nvPr/>
        </p:nvSpPr>
        <p:spPr>
          <a:xfrm>
            <a:off x="292735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2700"/>
          </a:solidFill>
          <a:ln w="3175">
            <a:solidFill>
              <a:srgbClr val="CC1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Freeform 1577"/>
          <p:cNvSpPr/>
          <p:nvPr/>
        </p:nvSpPr>
        <p:spPr>
          <a:xfrm>
            <a:off x="292862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1200"/>
          </a:solidFill>
          <a:ln w="3175">
            <a:solidFill>
              <a:srgbClr val="CC0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Freeform 1578"/>
          <p:cNvSpPr/>
          <p:nvPr/>
        </p:nvSpPr>
        <p:spPr>
          <a:xfrm>
            <a:off x="29298900" y="-24053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50000"/>
          </a:solidFill>
          <a:ln w="3175">
            <a:solidFill>
              <a:srgbClr val="C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Freeform 1579"/>
          <p:cNvSpPr/>
          <p:nvPr/>
        </p:nvSpPr>
        <p:spPr>
          <a:xfrm>
            <a:off x="29324300" y="-2409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D20000"/>
          </a:solidFill>
          <a:ln w="3175">
            <a:solidFill>
              <a:srgbClr val="A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Freeform 1580"/>
          <p:cNvSpPr/>
          <p:nvPr/>
        </p:nvSpPr>
        <p:spPr>
          <a:xfrm>
            <a:off x="29337000" y="-2413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A40000"/>
          </a:solidFill>
          <a:ln w="3175">
            <a:solidFill>
              <a:srgbClr val="8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Freeform 1581"/>
          <p:cNvSpPr/>
          <p:nvPr/>
        </p:nvSpPr>
        <p:spPr>
          <a:xfrm>
            <a:off x="288417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Freeform 1582"/>
          <p:cNvSpPr/>
          <p:nvPr/>
        </p:nvSpPr>
        <p:spPr>
          <a:xfrm>
            <a:off x="288544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Freeform 1583"/>
          <p:cNvSpPr/>
          <p:nvPr/>
        </p:nvSpPr>
        <p:spPr>
          <a:xfrm>
            <a:off x="288671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Freeform 1584"/>
          <p:cNvSpPr/>
          <p:nvPr/>
        </p:nvSpPr>
        <p:spPr>
          <a:xfrm>
            <a:off x="288925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Freeform 1585"/>
          <p:cNvSpPr/>
          <p:nvPr/>
        </p:nvSpPr>
        <p:spPr>
          <a:xfrm>
            <a:off x="289052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Freeform 1586"/>
          <p:cNvSpPr/>
          <p:nvPr/>
        </p:nvSpPr>
        <p:spPr>
          <a:xfrm>
            <a:off x="289179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Freeform 1587"/>
          <p:cNvSpPr/>
          <p:nvPr/>
        </p:nvSpPr>
        <p:spPr>
          <a:xfrm>
            <a:off x="289433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Freeform 1588"/>
          <p:cNvSpPr/>
          <p:nvPr/>
        </p:nvSpPr>
        <p:spPr>
          <a:xfrm>
            <a:off x="289560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Freeform 1589"/>
          <p:cNvSpPr/>
          <p:nvPr/>
        </p:nvSpPr>
        <p:spPr>
          <a:xfrm>
            <a:off x="289687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Freeform 1590"/>
          <p:cNvSpPr/>
          <p:nvPr/>
        </p:nvSpPr>
        <p:spPr>
          <a:xfrm>
            <a:off x="28981400" y="-23685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Freeform 1591"/>
          <p:cNvSpPr/>
          <p:nvPr/>
        </p:nvSpPr>
        <p:spPr>
          <a:xfrm>
            <a:off x="290068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Freeform 1592"/>
          <p:cNvSpPr/>
          <p:nvPr/>
        </p:nvSpPr>
        <p:spPr>
          <a:xfrm>
            <a:off x="290195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Freeform 1593"/>
          <p:cNvSpPr/>
          <p:nvPr/>
        </p:nvSpPr>
        <p:spPr>
          <a:xfrm>
            <a:off x="290322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Freeform 1594"/>
          <p:cNvSpPr/>
          <p:nvPr/>
        </p:nvSpPr>
        <p:spPr>
          <a:xfrm>
            <a:off x="290576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Freeform 1595"/>
          <p:cNvSpPr/>
          <p:nvPr/>
        </p:nvSpPr>
        <p:spPr>
          <a:xfrm>
            <a:off x="29070300" y="-2376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Freeform 1596"/>
          <p:cNvSpPr/>
          <p:nvPr/>
        </p:nvSpPr>
        <p:spPr>
          <a:xfrm>
            <a:off x="29083000" y="-23799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Freeform 1597"/>
          <p:cNvSpPr/>
          <p:nvPr/>
        </p:nvSpPr>
        <p:spPr>
          <a:xfrm>
            <a:off x="291084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Freeform 1598"/>
          <p:cNvSpPr/>
          <p:nvPr/>
        </p:nvSpPr>
        <p:spPr>
          <a:xfrm>
            <a:off x="29121100" y="-2386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Freeform 1599"/>
          <p:cNvSpPr/>
          <p:nvPr/>
        </p:nvSpPr>
        <p:spPr>
          <a:xfrm>
            <a:off x="29133800" y="-2388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Freeform 1600"/>
          <p:cNvSpPr/>
          <p:nvPr/>
        </p:nvSpPr>
        <p:spPr>
          <a:xfrm>
            <a:off x="29146500" y="-23914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Freeform 1601"/>
          <p:cNvSpPr/>
          <p:nvPr/>
        </p:nvSpPr>
        <p:spPr>
          <a:xfrm>
            <a:off x="291719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54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Freeform 1602"/>
          <p:cNvSpPr/>
          <p:nvPr/>
        </p:nvSpPr>
        <p:spPr>
          <a:xfrm>
            <a:off x="291846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200"/>
          </a:solidFill>
          <a:ln w="3175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Freeform 1603"/>
          <p:cNvSpPr/>
          <p:nvPr/>
        </p:nvSpPr>
        <p:spPr>
          <a:xfrm>
            <a:off x="29197300" y="-23977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3400"/>
          </a:solidFill>
          <a:ln w="3175">
            <a:solidFill>
              <a:srgbClr val="CC2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Freeform 1604"/>
          <p:cNvSpPr/>
          <p:nvPr/>
        </p:nvSpPr>
        <p:spPr>
          <a:xfrm>
            <a:off x="292227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2700"/>
          </a:solidFill>
          <a:ln w="3175">
            <a:solidFill>
              <a:srgbClr val="CC1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Freeform 1605"/>
          <p:cNvSpPr/>
          <p:nvPr/>
        </p:nvSpPr>
        <p:spPr>
          <a:xfrm>
            <a:off x="29235400" y="-2401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1600"/>
          </a:solidFill>
          <a:ln w="3175">
            <a:solidFill>
              <a:srgbClr val="CC1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Freeform 1606"/>
          <p:cNvSpPr/>
          <p:nvPr/>
        </p:nvSpPr>
        <p:spPr>
          <a:xfrm>
            <a:off x="29248100" y="-2404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0100"/>
          </a:solidFill>
          <a:ln w="3175">
            <a:solidFill>
              <a:srgbClr val="CC0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Freeform 1607"/>
          <p:cNvSpPr/>
          <p:nvPr/>
        </p:nvSpPr>
        <p:spPr>
          <a:xfrm>
            <a:off x="29273500" y="-2406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E60000"/>
          </a:solidFill>
          <a:ln w="3175">
            <a:solidFill>
              <a:srgbClr val="B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Freeform 1608"/>
          <p:cNvSpPr/>
          <p:nvPr/>
        </p:nvSpPr>
        <p:spPr>
          <a:xfrm>
            <a:off x="29286200" y="-2410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C50000"/>
          </a:solidFill>
          <a:ln w="3175">
            <a:solidFill>
              <a:srgbClr val="9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Freeform 1609"/>
          <p:cNvSpPr/>
          <p:nvPr/>
        </p:nvSpPr>
        <p:spPr>
          <a:xfrm>
            <a:off x="29298900" y="-2414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9B0000"/>
          </a:solidFill>
          <a:ln w="3175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Freeform 1610"/>
          <p:cNvSpPr/>
          <p:nvPr/>
        </p:nvSpPr>
        <p:spPr>
          <a:xfrm>
            <a:off x="288036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Freeform 1611"/>
          <p:cNvSpPr/>
          <p:nvPr/>
        </p:nvSpPr>
        <p:spPr>
          <a:xfrm>
            <a:off x="288163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Freeform 1612"/>
          <p:cNvSpPr/>
          <p:nvPr/>
        </p:nvSpPr>
        <p:spPr>
          <a:xfrm>
            <a:off x="28829000" y="-23609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Freeform 1613"/>
          <p:cNvSpPr/>
          <p:nvPr/>
        </p:nvSpPr>
        <p:spPr>
          <a:xfrm>
            <a:off x="288544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Freeform 1614"/>
          <p:cNvSpPr/>
          <p:nvPr/>
        </p:nvSpPr>
        <p:spPr>
          <a:xfrm>
            <a:off x="288671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Freeform 1615"/>
          <p:cNvSpPr/>
          <p:nvPr/>
        </p:nvSpPr>
        <p:spPr>
          <a:xfrm>
            <a:off x="28879800" y="-23647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Freeform 1616"/>
          <p:cNvSpPr/>
          <p:nvPr/>
        </p:nvSpPr>
        <p:spPr>
          <a:xfrm>
            <a:off x="289052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Freeform 1617"/>
          <p:cNvSpPr/>
          <p:nvPr/>
        </p:nvSpPr>
        <p:spPr>
          <a:xfrm>
            <a:off x="289179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Freeform 1618"/>
          <p:cNvSpPr/>
          <p:nvPr/>
        </p:nvSpPr>
        <p:spPr>
          <a:xfrm>
            <a:off x="289306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Freeform 1619"/>
          <p:cNvSpPr/>
          <p:nvPr/>
        </p:nvSpPr>
        <p:spPr>
          <a:xfrm>
            <a:off x="289560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Freeform 1620"/>
          <p:cNvSpPr/>
          <p:nvPr/>
        </p:nvSpPr>
        <p:spPr>
          <a:xfrm>
            <a:off x="289687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Freeform 1621"/>
          <p:cNvSpPr/>
          <p:nvPr/>
        </p:nvSpPr>
        <p:spPr>
          <a:xfrm>
            <a:off x="289814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Freeform 1622"/>
          <p:cNvSpPr/>
          <p:nvPr/>
        </p:nvSpPr>
        <p:spPr>
          <a:xfrm>
            <a:off x="290068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Freeform 1623"/>
          <p:cNvSpPr/>
          <p:nvPr/>
        </p:nvSpPr>
        <p:spPr>
          <a:xfrm>
            <a:off x="290195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Freeform 1624"/>
          <p:cNvSpPr/>
          <p:nvPr/>
        </p:nvSpPr>
        <p:spPr>
          <a:xfrm>
            <a:off x="290322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Freeform 1625"/>
          <p:cNvSpPr/>
          <p:nvPr/>
        </p:nvSpPr>
        <p:spPr>
          <a:xfrm>
            <a:off x="29044900" y="-23799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Freeform 1626"/>
          <p:cNvSpPr/>
          <p:nvPr/>
        </p:nvSpPr>
        <p:spPr>
          <a:xfrm>
            <a:off x="29070300" y="-23837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Freeform 1627"/>
          <p:cNvSpPr/>
          <p:nvPr/>
        </p:nvSpPr>
        <p:spPr>
          <a:xfrm>
            <a:off x="29083000" y="-2386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Freeform 1628"/>
          <p:cNvSpPr/>
          <p:nvPr/>
        </p:nvSpPr>
        <p:spPr>
          <a:xfrm>
            <a:off x="290957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Freeform 1629"/>
          <p:cNvSpPr/>
          <p:nvPr/>
        </p:nvSpPr>
        <p:spPr>
          <a:xfrm>
            <a:off x="291211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Freeform 1630"/>
          <p:cNvSpPr/>
          <p:nvPr/>
        </p:nvSpPr>
        <p:spPr>
          <a:xfrm>
            <a:off x="291338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5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Freeform 1631"/>
          <p:cNvSpPr/>
          <p:nvPr/>
        </p:nvSpPr>
        <p:spPr>
          <a:xfrm>
            <a:off x="291465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200"/>
          </a:solidFill>
          <a:ln w="3175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Freeform 1632"/>
          <p:cNvSpPr/>
          <p:nvPr/>
        </p:nvSpPr>
        <p:spPr>
          <a:xfrm>
            <a:off x="29171900" y="-2397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1"/>
                </a:lnTo>
                <a:close/>
              </a:path>
            </a:pathLst>
          </a:custGeom>
          <a:solidFill>
            <a:srgbClr val="FF3500"/>
          </a:solidFill>
          <a:ln w="3175">
            <a:solidFill>
              <a:srgbClr val="CC2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Freeform 1633"/>
          <p:cNvSpPr/>
          <p:nvPr/>
        </p:nvSpPr>
        <p:spPr>
          <a:xfrm>
            <a:off x="29184600" y="-24003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800"/>
          </a:solidFill>
          <a:ln w="3175">
            <a:solidFill>
              <a:srgbClr val="CC2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Freeform 1634"/>
          <p:cNvSpPr/>
          <p:nvPr/>
        </p:nvSpPr>
        <p:spPr>
          <a:xfrm>
            <a:off x="29197300" y="-2401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1700"/>
          </a:solidFill>
          <a:ln w="3175">
            <a:solidFill>
              <a:srgbClr val="CC1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Freeform 1635"/>
          <p:cNvSpPr/>
          <p:nvPr/>
        </p:nvSpPr>
        <p:spPr>
          <a:xfrm>
            <a:off x="292227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Freeform 1636"/>
          <p:cNvSpPr/>
          <p:nvPr/>
        </p:nvSpPr>
        <p:spPr>
          <a:xfrm>
            <a:off x="29235400" y="-2406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60000"/>
          </a:solidFill>
          <a:ln w="3175">
            <a:solidFill>
              <a:srgbClr val="B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Freeform 1637"/>
          <p:cNvSpPr/>
          <p:nvPr/>
        </p:nvSpPr>
        <p:spPr>
          <a:xfrm>
            <a:off x="29248100" y="-2410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C50000"/>
          </a:solidFill>
          <a:ln w="3175">
            <a:solidFill>
              <a:srgbClr val="9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Freeform 1638"/>
          <p:cNvSpPr/>
          <p:nvPr/>
        </p:nvSpPr>
        <p:spPr>
          <a:xfrm>
            <a:off x="29260800" y="-24142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9B0000"/>
          </a:solidFill>
          <a:ln w="3175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Freeform 1639"/>
          <p:cNvSpPr/>
          <p:nvPr/>
        </p:nvSpPr>
        <p:spPr>
          <a:xfrm>
            <a:off x="287655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Freeform 1640"/>
          <p:cNvSpPr/>
          <p:nvPr/>
        </p:nvSpPr>
        <p:spPr>
          <a:xfrm>
            <a:off x="287782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Freeform 1641"/>
          <p:cNvSpPr/>
          <p:nvPr/>
        </p:nvSpPr>
        <p:spPr>
          <a:xfrm>
            <a:off x="288036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Freeform 1642"/>
          <p:cNvSpPr/>
          <p:nvPr/>
        </p:nvSpPr>
        <p:spPr>
          <a:xfrm>
            <a:off x="288163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Freeform 1643"/>
          <p:cNvSpPr/>
          <p:nvPr/>
        </p:nvSpPr>
        <p:spPr>
          <a:xfrm>
            <a:off x="288290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Freeform 1644"/>
          <p:cNvSpPr/>
          <p:nvPr/>
        </p:nvSpPr>
        <p:spPr>
          <a:xfrm>
            <a:off x="288544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Freeform 1645"/>
          <p:cNvSpPr/>
          <p:nvPr/>
        </p:nvSpPr>
        <p:spPr>
          <a:xfrm>
            <a:off x="288671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Freeform 1646"/>
          <p:cNvSpPr/>
          <p:nvPr/>
        </p:nvSpPr>
        <p:spPr>
          <a:xfrm>
            <a:off x="288798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Freeform 1647"/>
          <p:cNvSpPr/>
          <p:nvPr/>
        </p:nvSpPr>
        <p:spPr>
          <a:xfrm>
            <a:off x="289052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Freeform 1648"/>
          <p:cNvSpPr/>
          <p:nvPr/>
        </p:nvSpPr>
        <p:spPr>
          <a:xfrm>
            <a:off x="289179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Freeform 1649"/>
          <p:cNvSpPr/>
          <p:nvPr/>
        </p:nvSpPr>
        <p:spPr>
          <a:xfrm>
            <a:off x="289306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Freeform 1650"/>
          <p:cNvSpPr/>
          <p:nvPr/>
        </p:nvSpPr>
        <p:spPr>
          <a:xfrm>
            <a:off x="28943300" y="-23723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Freeform 1651"/>
          <p:cNvSpPr/>
          <p:nvPr/>
        </p:nvSpPr>
        <p:spPr>
          <a:xfrm>
            <a:off x="289687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Freeform 1652"/>
          <p:cNvSpPr/>
          <p:nvPr/>
        </p:nvSpPr>
        <p:spPr>
          <a:xfrm>
            <a:off x="289814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Freeform 1653"/>
          <p:cNvSpPr/>
          <p:nvPr/>
        </p:nvSpPr>
        <p:spPr>
          <a:xfrm>
            <a:off x="28994100" y="-23774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Freeform 1654"/>
          <p:cNvSpPr/>
          <p:nvPr/>
        </p:nvSpPr>
        <p:spPr>
          <a:xfrm>
            <a:off x="29019500" y="-23812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FFF6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Freeform 1655"/>
          <p:cNvSpPr/>
          <p:nvPr/>
        </p:nvSpPr>
        <p:spPr>
          <a:xfrm>
            <a:off x="29032200" y="-23837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CC00"/>
          </a:solidFill>
          <a:ln w="3175">
            <a:solidFill>
              <a:srgbClr val="CCA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Freeform 1656"/>
          <p:cNvSpPr/>
          <p:nvPr/>
        </p:nvSpPr>
        <p:spPr>
          <a:xfrm>
            <a:off x="29044900" y="-2387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7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Freeform 1657"/>
          <p:cNvSpPr/>
          <p:nvPr/>
        </p:nvSpPr>
        <p:spPr>
          <a:xfrm>
            <a:off x="290703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Freeform 1658"/>
          <p:cNvSpPr/>
          <p:nvPr/>
        </p:nvSpPr>
        <p:spPr>
          <a:xfrm>
            <a:off x="290830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Freeform 1659"/>
          <p:cNvSpPr/>
          <p:nvPr/>
        </p:nvSpPr>
        <p:spPr>
          <a:xfrm>
            <a:off x="290957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Freeform 1660"/>
          <p:cNvSpPr/>
          <p:nvPr/>
        </p:nvSpPr>
        <p:spPr>
          <a:xfrm>
            <a:off x="29121100" y="-2395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5200"/>
          </a:solidFill>
          <a:ln w="3175">
            <a:solidFill>
              <a:srgbClr val="CC4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Freeform 1661"/>
          <p:cNvSpPr/>
          <p:nvPr/>
        </p:nvSpPr>
        <p:spPr>
          <a:xfrm>
            <a:off x="29133800" y="-2397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800"/>
          </a:solidFill>
          <a:ln w="3175">
            <a:solidFill>
              <a:srgbClr val="CC3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Freeform 1662"/>
          <p:cNvSpPr/>
          <p:nvPr/>
        </p:nvSpPr>
        <p:spPr>
          <a:xfrm>
            <a:off x="291465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3A00"/>
          </a:solidFill>
          <a:ln w="3175">
            <a:solidFill>
              <a:srgbClr val="CC2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Freeform 1663"/>
          <p:cNvSpPr/>
          <p:nvPr/>
        </p:nvSpPr>
        <p:spPr>
          <a:xfrm>
            <a:off x="29159200" y="-24015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Freeform 1664"/>
          <p:cNvSpPr/>
          <p:nvPr/>
        </p:nvSpPr>
        <p:spPr>
          <a:xfrm>
            <a:off x="291846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300"/>
          </a:solidFill>
          <a:ln w="3175">
            <a:solidFill>
              <a:srgbClr val="CC0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Freeform 1665"/>
          <p:cNvSpPr/>
          <p:nvPr/>
        </p:nvSpPr>
        <p:spPr>
          <a:xfrm>
            <a:off x="29197300" y="-2406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60000"/>
          </a:solidFill>
          <a:ln w="3175">
            <a:solidFill>
              <a:srgbClr val="C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Freeform 1666"/>
          <p:cNvSpPr/>
          <p:nvPr/>
        </p:nvSpPr>
        <p:spPr>
          <a:xfrm>
            <a:off x="29210000" y="-2410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D3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Freeform 1667"/>
          <p:cNvSpPr/>
          <p:nvPr/>
        </p:nvSpPr>
        <p:spPr>
          <a:xfrm>
            <a:off x="29235400" y="-2414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A50000"/>
          </a:solidFill>
          <a:ln w="3175">
            <a:solidFill>
              <a:srgbClr val="8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Freeform 1668"/>
          <p:cNvSpPr/>
          <p:nvPr/>
        </p:nvSpPr>
        <p:spPr>
          <a:xfrm>
            <a:off x="287274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Freeform 1669"/>
          <p:cNvSpPr/>
          <p:nvPr/>
        </p:nvSpPr>
        <p:spPr>
          <a:xfrm>
            <a:off x="287528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Freeform 1670"/>
          <p:cNvSpPr/>
          <p:nvPr/>
        </p:nvSpPr>
        <p:spPr>
          <a:xfrm>
            <a:off x="287655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Freeform 1671"/>
          <p:cNvSpPr/>
          <p:nvPr/>
        </p:nvSpPr>
        <p:spPr>
          <a:xfrm>
            <a:off x="287782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Freeform 1672"/>
          <p:cNvSpPr/>
          <p:nvPr/>
        </p:nvSpPr>
        <p:spPr>
          <a:xfrm>
            <a:off x="288036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Freeform 1673"/>
          <p:cNvSpPr/>
          <p:nvPr/>
        </p:nvSpPr>
        <p:spPr>
          <a:xfrm>
            <a:off x="288163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Freeform 1674"/>
          <p:cNvSpPr/>
          <p:nvPr/>
        </p:nvSpPr>
        <p:spPr>
          <a:xfrm>
            <a:off x="288290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Freeform 1675"/>
          <p:cNvSpPr/>
          <p:nvPr/>
        </p:nvSpPr>
        <p:spPr>
          <a:xfrm>
            <a:off x="28841700" y="-23685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Freeform 1676"/>
          <p:cNvSpPr/>
          <p:nvPr/>
        </p:nvSpPr>
        <p:spPr>
          <a:xfrm>
            <a:off x="288671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Freeform 1677"/>
          <p:cNvSpPr/>
          <p:nvPr/>
        </p:nvSpPr>
        <p:spPr>
          <a:xfrm>
            <a:off x="288798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Freeform 1678"/>
          <p:cNvSpPr/>
          <p:nvPr/>
        </p:nvSpPr>
        <p:spPr>
          <a:xfrm>
            <a:off x="288925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Freeform 1679"/>
          <p:cNvSpPr/>
          <p:nvPr/>
        </p:nvSpPr>
        <p:spPr>
          <a:xfrm>
            <a:off x="289179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Freeform 1680"/>
          <p:cNvSpPr/>
          <p:nvPr/>
        </p:nvSpPr>
        <p:spPr>
          <a:xfrm>
            <a:off x="289306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Freeform 1681"/>
          <p:cNvSpPr/>
          <p:nvPr/>
        </p:nvSpPr>
        <p:spPr>
          <a:xfrm>
            <a:off x="289433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Freeform 1682"/>
          <p:cNvSpPr/>
          <p:nvPr/>
        </p:nvSpPr>
        <p:spPr>
          <a:xfrm>
            <a:off x="289687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7FF18"/>
          </a:solidFill>
          <a:ln w="3175">
            <a:solidFill>
              <a:srgbClr val="B9C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Freeform 1683"/>
          <p:cNvSpPr/>
          <p:nvPr/>
        </p:nvSpPr>
        <p:spPr>
          <a:xfrm>
            <a:off x="28981400" y="-23812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Freeform 1684"/>
          <p:cNvSpPr/>
          <p:nvPr/>
        </p:nvSpPr>
        <p:spPr>
          <a:xfrm>
            <a:off x="28994100" y="-2385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500"/>
          </a:solidFill>
          <a:ln w="3175">
            <a:solidFill>
              <a:srgbClr val="CC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Freeform 1685"/>
          <p:cNvSpPr/>
          <p:nvPr/>
        </p:nvSpPr>
        <p:spPr>
          <a:xfrm>
            <a:off x="29006800" y="-238887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9F00"/>
          </a:solidFill>
          <a:ln w="3175">
            <a:solidFill>
              <a:srgbClr val="CC7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Freeform 1686"/>
          <p:cNvSpPr/>
          <p:nvPr/>
        </p:nvSpPr>
        <p:spPr>
          <a:xfrm>
            <a:off x="290322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300"/>
          </a:solidFill>
          <a:ln w="3175">
            <a:solidFill>
              <a:srgbClr val="CC6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Freeform 1687"/>
          <p:cNvSpPr/>
          <p:nvPr/>
        </p:nvSpPr>
        <p:spPr>
          <a:xfrm>
            <a:off x="290449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500"/>
          </a:solidFill>
          <a:ln w="3175">
            <a:solidFill>
              <a:srgbClr val="CC5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Freeform 1688"/>
          <p:cNvSpPr/>
          <p:nvPr/>
        </p:nvSpPr>
        <p:spPr>
          <a:xfrm>
            <a:off x="29057600" y="-23939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Freeform 1689"/>
          <p:cNvSpPr/>
          <p:nvPr/>
        </p:nvSpPr>
        <p:spPr>
          <a:xfrm>
            <a:off x="29083000" y="-2395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Freeform 1690"/>
          <p:cNvSpPr/>
          <p:nvPr/>
        </p:nvSpPr>
        <p:spPr>
          <a:xfrm>
            <a:off x="290957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5F00"/>
          </a:solidFill>
          <a:ln w="3175">
            <a:solidFill>
              <a:srgbClr val="CC4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Freeform 1691"/>
          <p:cNvSpPr/>
          <p:nvPr/>
        </p:nvSpPr>
        <p:spPr>
          <a:xfrm>
            <a:off x="291084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100"/>
          </a:solidFill>
          <a:ln w="3175">
            <a:solidFill>
              <a:srgbClr val="CC4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Freeform 1692"/>
          <p:cNvSpPr/>
          <p:nvPr/>
        </p:nvSpPr>
        <p:spPr>
          <a:xfrm>
            <a:off x="29133800" y="-2401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2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2" y="2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Freeform 1693"/>
          <p:cNvSpPr/>
          <p:nvPr/>
        </p:nvSpPr>
        <p:spPr>
          <a:xfrm>
            <a:off x="29146500" y="-2404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Freeform 1694"/>
          <p:cNvSpPr/>
          <p:nvPr/>
        </p:nvSpPr>
        <p:spPr>
          <a:xfrm>
            <a:off x="29159200" y="-2406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2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Freeform 1695"/>
          <p:cNvSpPr/>
          <p:nvPr/>
        </p:nvSpPr>
        <p:spPr>
          <a:xfrm>
            <a:off x="29184600" y="-2410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3"/>
                </a:moveTo>
                <a:lnTo>
                  <a:pt x="4" y="0"/>
                </a:lnTo>
                <a:lnTo>
                  <a:pt x="1" y="1"/>
                </a:lnTo>
                <a:lnTo>
                  <a:pt x="0" y="4"/>
                </a:lnTo>
                <a:lnTo>
                  <a:pt x="2" y="3"/>
                </a:lnTo>
                <a:close/>
              </a:path>
            </a:pathLst>
          </a:custGeom>
          <a:solidFill>
            <a:srgbClr val="E40000"/>
          </a:solidFill>
          <a:ln w="3175">
            <a:solidFill>
              <a:srgbClr val="B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Freeform 1696"/>
          <p:cNvSpPr/>
          <p:nvPr/>
        </p:nvSpPr>
        <p:spPr>
          <a:xfrm>
            <a:off x="29197300" y="-2414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3" y="3"/>
                </a:lnTo>
                <a:close/>
              </a:path>
            </a:pathLst>
          </a:custGeom>
          <a:solidFill>
            <a:srgbClr val="B00000"/>
          </a:solidFill>
          <a:ln w="3175">
            <a:solidFill>
              <a:srgbClr val="8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Freeform 1697"/>
          <p:cNvSpPr/>
          <p:nvPr/>
        </p:nvSpPr>
        <p:spPr>
          <a:xfrm>
            <a:off x="28689300" y="-23609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Freeform 1698"/>
          <p:cNvSpPr/>
          <p:nvPr/>
        </p:nvSpPr>
        <p:spPr>
          <a:xfrm>
            <a:off x="287147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Freeform 1699"/>
          <p:cNvSpPr/>
          <p:nvPr/>
        </p:nvSpPr>
        <p:spPr>
          <a:xfrm>
            <a:off x="287274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Freeform 1700"/>
          <p:cNvSpPr/>
          <p:nvPr/>
        </p:nvSpPr>
        <p:spPr>
          <a:xfrm>
            <a:off x="28740100" y="-23634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Freeform 1701"/>
          <p:cNvSpPr/>
          <p:nvPr/>
        </p:nvSpPr>
        <p:spPr>
          <a:xfrm>
            <a:off x="287655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Freeform 1702"/>
          <p:cNvSpPr/>
          <p:nvPr/>
        </p:nvSpPr>
        <p:spPr>
          <a:xfrm>
            <a:off x="287782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Freeform 1703"/>
          <p:cNvSpPr/>
          <p:nvPr/>
        </p:nvSpPr>
        <p:spPr>
          <a:xfrm>
            <a:off x="287909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Freeform 1704"/>
          <p:cNvSpPr/>
          <p:nvPr/>
        </p:nvSpPr>
        <p:spPr>
          <a:xfrm>
            <a:off x="288163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Freeform 1705"/>
          <p:cNvSpPr/>
          <p:nvPr/>
        </p:nvSpPr>
        <p:spPr>
          <a:xfrm>
            <a:off x="288290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Freeform 1706"/>
          <p:cNvSpPr/>
          <p:nvPr/>
        </p:nvSpPr>
        <p:spPr>
          <a:xfrm>
            <a:off x="288417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Freeform 1707"/>
          <p:cNvSpPr/>
          <p:nvPr/>
        </p:nvSpPr>
        <p:spPr>
          <a:xfrm>
            <a:off x="288671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Freeform 1708"/>
          <p:cNvSpPr/>
          <p:nvPr/>
        </p:nvSpPr>
        <p:spPr>
          <a:xfrm>
            <a:off x="28879800" y="-2373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Freeform 1709"/>
          <p:cNvSpPr/>
          <p:nvPr/>
        </p:nvSpPr>
        <p:spPr>
          <a:xfrm>
            <a:off x="288925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Freeform 1710"/>
          <p:cNvSpPr/>
          <p:nvPr/>
        </p:nvSpPr>
        <p:spPr>
          <a:xfrm>
            <a:off x="28905200" y="-23761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Freeform 1711"/>
          <p:cNvSpPr/>
          <p:nvPr/>
        </p:nvSpPr>
        <p:spPr>
          <a:xfrm>
            <a:off x="28930600" y="-2378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9FF16"/>
          </a:solidFill>
          <a:ln w="3175">
            <a:solidFill>
              <a:srgbClr val="BBCC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Freeform 1712"/>
          <p:cNvSpPr/>
          <p:nvPr/>
        </p:nvSpPr>
        <p:spPr>
          <a:xfrm>
            <a:off x="28943300" y="-23825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EA00"/>
          </a:solidFill>
          <a:ln w="3175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Freeform 1713"/>
          <p:cNvSpPr/>
          <p:nvPr/>
        </p:nvSpPr>
        <p:spPr>
          <a:xfrm>
            <a:off x="28956000" y="-2386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B700"/>
          </a:solidFill>
          <a:ln w="3175">
            <a:solidFill>
              <a:srgbClr val="CC9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Freeform 1714"/>
          <p:cNvSpPr/>
          <p:nvPr/>
        </p:nvSpPr>
        <p:spPr>
          <a:xfrm>
            <a:off x="28981400" y="-2388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9300"/>
          </a:solidFill>
          <a:ln w="3175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Freeform 1715"/>
          <p:cNvSpPr/>
          <p:nvPr/>
        </p:nvSpPr>
        <p:spPr>
          <a:xfrm>
            <a:off x="289941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Freeform 1716"/>
          <p:cNvSpPr/>
          <p:nvPr/>
        </p:nvSpPr>
        <p:spPr>
          <a:xfrm>
            <a:off x="290068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E00"/>
          </a:solidFill>
          <a:ln w="3175">
            <a:solidFill>
              <a:srgbClr val="CC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Freeform 1717"/>
          <p:cNvSpPr/>
          <p:nvPr/>
        </p:nvSpPr>
        <p:spPr>
          <a:xfrm>
            <a:off x="290322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7E00"/>
          </a:solidFill>
          <a:ln w="3175">
            <a:solidFill>
              <a:srgbClr val="CC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Freeform 1718"/>
          <p:cNvSpPr/>
          <p:nvPr/>
        </p:nvSpPr>
        <p:spPr>
          <a:xfrm>
            <a:off x="290449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Freeform 1719"/>
          <p:cNvSpPr/>
          <p:nvPr/>
        </p:nvSpPr>
        <p:spPr>
          <a:xfrm>
            <a:off x="290576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7800"/>
          </a:solidFill>
          <a:ln w="3175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Freeform 1720"/>
          <p:cNvSpPr/>
          <p:nvPr/>
        </p:nvSpPr>
        <p:spPr>
          <a:xfrm>
            <a:off x="29083000" y="-2397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1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2" y="1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Freeform 1721"/>
          <p:cNvSpPr/>
          <p:nvPr/>
        </p:nvSpPr>
        <p:spPr>
          <a:xfrm>
            <a:off x="290957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Freeform 1722"/>
          <p:cNvSpPr/>
          <p:nvPr/>
        </p:nvSpPr>
        <p:spPr>
          <a:xfrm>
            <a:off x="291084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4700"/>
          </a:solidFill>
          <a:ln w="3175">
            <a:solidFill>
              <a:srgbClr val="CC3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Freeform 1723"/>
          <p:cNvSpPr/>
          <p:nvPr/>
        </p:nvSpPr>
        <p:spPr>
          <a:xfrm>
            <a:off x="29121100" y="-24053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2"/>
                </a:moveTo>
                <a:lnTo>
                  <a:pt x="5" y="0"/>
                </a:lnTo>
                <a:lnTo>
                  <a:pt x="2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2800"/>
          </a:solidFill>
          <a:ln w="3175">
            <a:solidFill>
              <a:srgbClr val="CC2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Freeform 1724"/>
          <p:cNvSpPr/>
          <p:nvPr/>
        </p:nvSpPr>
        <p:spPr>
          <a:xfrm>
            <a:off x="29146500" y="-2409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3" y="3"/>
                </a:lnTo>
                <a:close/>
              </a:path>
            </a:pathLst>
          </a:custGeom>
          <a:solidFill>
            <a:srgbClr val="FB0000"/>
          </a:solidFill>
          <a:ln w="3175">
            <a:solidFill>
              <a:srgbClr val="C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Freeform 1725"/>
          <p:cNvSpPr/>
          <p:nvPr/>
        </p:nvSpPr>
        <p:spPr>
          <a:xfrm>
            <a:off x="29159200" y="-2414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BE0000"/>
          </a:solidFill>
          <a:ln w="3175">
            <a:solidFill>
              <a:srgbClr val="9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Freeform 1726"/>
          <p:cNvSpPr/>
          <p:nvPr/>
        </p:nvSpPr>
        <p:spPr>
          <a:xfrm>
            <a:off x="286639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Freeform 1727"/>
          <p:cNvSpPr/>
          <p:nvPr/>
        </p:nvSpPr>
        <p:spPr>
          <a:xfrm>
            <a:off x="286766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Freeform 1728"/>
          <p:cNvSpPr/>
          <p:nvPr/>
        </p:nvSpPr>
        <p:spPr>
          <a:xfrm>
            <a:off x="286893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Freeform 1729"/>
          <p:cNvSpPr/>
          <p:nvPr/>
        </p:nvSpPr>
        <p:spPr>
          <a:xfrm>
            <a:off x="287147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Freeform 1730"/>
          <p:cNvSpPr/>
          <p:nvPr/>
        </p:nvSpPr>
        <p:spPr>
          <a:xfrm>
            <a:off x="287274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Freeform 1731"/>
          <p:cNvSpPr/>
          <p:nvPr/>
        </p:nvSpPr>
        <p:spPr>
          <a:xfrm>
            <a:off x="287401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Freeform 1732"/>
          <p:cNvSpPr/>
          <p:nvPr/>
        </p:nvSpPr>
        <p:spPr>
          <a:xfrm>
            <a:off x="287655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Freeform 1733"/>
          <p:cNvSpPr/>
          <p:nvPr/>
        </p:nvSpPr>
        <p:spPr>
          <a:xfrm>
            <a:off x="287782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Freeform 1734"/>
          <p:cNvSpPr/>
          <p:nvPr/>
        </p:nvSpPr>
        <p:spPr>
          <a:xfrm>
            <a:off x="287909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Freeform 1735"/>
          <p:cNvSpPr/>
          <p:nvPr/>
        </p:nvSpPr>
        <p:spPr>
          <a:xfrm>
            <a:off x="28803600" y="-23710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Freeform 1736"/>
          <p:cNvSpPr/>
          <p:nvPr/>
        </p:nvSpPr>
        <p:spPr>
          <a:xfrm>
            <a:off x="288290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Freeform 1737"/>
          <p:cNvSpPr/>
          <p:nvPr/>
        </p:nvSpPr>
        <p:spPr>
          <a:xfrm>
            <a:off x="288417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Freeform 1738"/>
          <p:cNvSpPr/>
          <p:nvPr/>
        </p:nvSpPr>
        <p:spPr>
          <a:xfrm>
            <a:off x="288544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Freeform 1739"/>
          <p:cNvSpPr/>
          <p:nvPr/>
        </p:nvSpPr>
        <p:spPr>
          <a:xfrm>
            <a:off x="288798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Freeform 1740"/>
          <p:cNvSpPr/>
          <p:nvPr/>
        </p:nvSpPr>
        <p:spPr>
          <a:xfrm>
            <a:off x="28892500" y="-2379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EEFF11"/>
          </a:solidFill>
          <a:ln w="3175">
            <a:solidFill>
              <a:srgbClr val="BECC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Freeform 1741"/>
          <p:cNvSpPr/>
          <p:nvPr/>
        </p:nvSpPr>
        <p:spPr>
          <a:xfrm>
            <a:off x="28905200" y="-23850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2"/>
                </a:lnTo>
                <a:lnTo>
                  <a:pt x="2" y="0"/>
                </a:lnTo>
                <a:lnTo>
                  <a:pt x="0" y="4"/>
                </a:lnTo>
                <a:lnTo>
                  <a:pt x="3" y="5"/>
                </a:lnTo>
                <a:close/>
              </a:path>
            </a:pathLst>
          </a:custGeom>
          <a:solidFill>
            <a:srgbClr val="FFDA00"/>
          </a:solidFill>
          <a:ln w="3175">
            <a:solidFill>
              <a:srgbClr val="CCA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Freeform 1742"/>
          <p:cNvSpPr/>
          <p:nvPr/>
        </p:nvSpPr>
        <p:spPr>
          <a:xfrm>
            <a:off x="28930600" y="-2387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4"/>
                </a:lnTo>
                <a:close/>
              </a:path>
            </a:pathLst>
          </a:custGeom>
          <a:solidFill>
            <a:srgbClr val="FFA600"/>
          </a:solidFill>
          <a:ln w="3175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Freeform 1743"/>
          <p:cNvSpPr/>
          <p:nvPr/>
        </p:nvSpPr>
        <p:spPr>
          <a:xfrm>
            <a:off x="289433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F00"/>
          </a:solidFill>
          <a:ln w="3175">
            <a:solidFill>
              <a:srgbClr val="C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Freeform 1744"/>
          <p:cNvSpPr/>
          <p:nvPr/>
        </p:nvSpPr>
        <p:spPr>
          <a:xfrm>
            <a:off x="289560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Freeform 1745"/>
          <p:cNvSpPr/>
          <p:nvPr/>
        </p:nvSpPr>
        <p:spPr>
          <a:xfrm>
            <a:off x="28968700" y="-23914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Freeform 1746"/>
          <p:cNvSpPr/>
          <p:nvPr/>
        </p:nvSpPr>
        <p:spPr>
          <a:xfrm>
            <a:off x="289941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Freeform 1747"/>
          <p:cNvSpPr/>
          <p:nvPr/>
        </p:nvSpPr>
        <p:spPr>
          <a:xfrm>
            <a:off x="290068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Freeform 1748"/>
          <p:cNvSpPr/>
          <p:nvPr/>
        </p:nvSpPr>
        <p:spPr>
          <a:xfrm>
            <a:off x="29019500" y="-23952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Freeform 1749"/>
          <p:cNvSpPr/>
          <p:nvPr/>
        </p:nvSpPr>
        <p:spPr>
          <a:xfrm>
            <a:off x="29044900" y="-2396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Freeform 1750"/>
          <p:cNvSpPr/>
          <p:nvPr/>
        </p:nvSpPr>
        <p:spPr>
          <a:xfrm>
            <a:off x="290576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2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000"/>
          </a:solidFill>
          <a:ln w="3175">
            <a:solidFill>
              <a:srgbClr val="CC6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Freeform 1751"/>
          <p:cNvSpPr/>
          <p:nvPr/>
        </p:nvSpPr>
        <p:spPr>
          <a:xfrm>
            <a:off x="29070300" y="-2401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2"/>
                </a:moveTo>
                <a:lnTo>
                  <a:pt x="4" y="0"/>
                </a:lnTo>
                <a:lnTo>
                  <a:pt x="2" y="2"/>
                </a:lnTo>
                <a:lnTo>
                  <a:pt x="0" y="4"/>
                </a:lnTo>
                <a:lnTo>
                  <a:pt x="3" y="2"/>
                </a:lnTo>
                <a:close/>
              </a:path>
            </a:pathLst>
          </a:custGeom>
          <a:solidFill>
            <a:srgbClr val="FF70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Freeform 1752"/>
          <p:cNvSpPr/>
          <p:nvPr/>
        </p:nvSpPr>
        <p:spPr>
          <a:xfrm>
            <a:off x="29095700" y="-2404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2"/>
                </a:moveTo>
                <a:lnTo>
                  <a:pt x="4" y="0"/>
                </a:lnTo>
                <a:lnTo>
                  <a:pt x="1" y="1"/>
                </a:lnTo>
                <a:lnTo>
                  <a:pt x="0" y="4"/>
                </a:lnTo>
                <a:lnTo>
                  <a:pt x="2" y="2"/>
                </a:lnTo>
                <a:close/>
              </a:path>
            </a:pathLst>
          </a:custGeom>
          <a:solidFill>
            <a:srgbClr val="FF5000"/>
          </a:solidFill>
          <a:ln w="3175">
            <a:solidFill>
              <a:srgbClr val="CC4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Freeform 1753"/>
          <p:cNvSpPr/>
          <p:nvPr/>
        </p:nvSpPr>
        <p:spPr>
          <a:xfrm>
            <a:off x="29108400" y="-24091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4"/>
                </a:moveTo>
                <a:lnTo>
                  <a:pt x="4" y="0"/>
                </a:lnTo>
                <a:lnTo>
                  <a:pt x="1" y="1"/>
                </a:lnTo>
                <a:lnTo>
                  <a:pt x="0" y="5"/>
                </a:lnTo>
                <a:lnTo>
                  <a:pt x="3" y="4"/>
                </a:lnTo>
                <a:close/>
              </a:path>
            </a:pathLst>
          </a:custGeom>
          <a:solidFill>
            <a:srgbClr val="FF1F00"/>
          </a:solidFill>
          <a:ln w="3175">
            <a:solidFill>
              <a:srgbClr val="CC1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Freeform 1754"/>
          <p:cNvSpPr/>
          <p:nvPr/>
        </p:nvSpPr>
        <p:spPr>
          <a:xfrm>
            <a:off x="29121100" y="-24142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4"/>
                </a:moveTo>
                <a:lnTo>
                  <a:pt x="4" y="0"/>
                </a:lnTo>
                <a:lnTo>
                  <a:pt x="2" y="0"/>
                </a:lnTo>
                <a:lnTo>
                  <a:pt x="0" y="5"/>
                </a:lnTo>
                <a:lnTo>
                  <a:pt x="3" y="4"/>
                </a:lnTo>
                <a:close/>
              </a:path>
            </a:pathLst>
          </a:custGeom>
          <a:solidFill>
            <a:srgbClr val="D10000"/>
          </a:solidFill>
          <a:ln w="3175">
            <a:solidFill>
              <a:srgbClr val="A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Freeform 1755"/>
          <p:cNvSpPr/>
          <p:nvPr/>
        </p:nvSpPr>
        <p:spPr>
          <a:xfrm>
            <a:off x="28625800" y="-23609300"/>
            <a:ext cx="50800" cy="330200"/>
          </a:xfrm>
          <a:custGeom>
            <a:avLst/>
            <a:gdLst/>
            <a:ahLst/>
            <a:cxnLst/>
            <a:rect l="l" t="t" r="r" b="b"/>
            <a:pathLst>
              <a:path w="4" h="26">
                <a:moveTo>
                  <a:pt x="3" y="1"/>
                </a:moveTo>
                <a:lnTo>
                  <a:pt x="4" y="0"/>
                </a:lnTo>
                <a:lnTo>
                  <a:pt x="1" y="16"/>
                </a:lnTo>
                <a:lnTo>
                  <a:pt x="0" y="26"/>
                </a:lnTo>
                <a:lnTo>
                  <a:pt x="3" y="1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Freeform 1756"/>
          <p:cNvSpPr/>
          <p:nvPr/>
        </p:nvSpPr>
        <p:spPr>
          <a:xfrm>
            <a:off x="28638500" y="-236220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7"/>
                </a:lnTo>
                <a:lnTo>
                  <a:pt x="3" y="1"/>
                </a:lnTo>
                <a:close/>
              </a:path>
            </a:pathLst>
          </a:custGeom>
          <a:solidFill>
            <a:srgbClr val="76FF89"/>
          </a:solidFill>
          <a:ln w="3175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Freeform 1757"/>
          <p:cNvSpPr/>
          <p:nvPr/>
        </p:nvSpPr>
        <p:spPr>
          <a:xfrm>
            <a:off x="28651200" y="-23634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Freeform 1758"/>
          <p:cNvSpPr/>
          <p:nvPr/>
        </p:nvSpPr>
        <p:spPr>
          <a:xfrm>
            <a:off x="286766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Freeform 1759"/>
          <p:cNvSpPr/>
          <p:nvPr/>
        </p:nvSpPr>
        <p:spPr>
          <a:xfrm>
            <a:off x="286893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Freeform 1760"/>
          <p:cNvSpPr/>
          <p:nvPr/>
        </p:nvSpPr>
        <p:spPr>
          <a:xfrm>
            <a:off x="28702000" y="-23672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Freeform 1761"/>
          <p:cNvSpPr/>
          <p:nvPr/>
        </p:nvSpPr>
        <p:spPr>
          <a:xfrm>
            <a:off x="287274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Freeform 1762"/>
          <p:cNvSpPr/>
          <p:nvPr/>
        </p:nvSpPr>
        <p:spPr>
          <a:xfrm>
            <a:off x="287401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Freeform 1763"/>
          <p:cNvSpPr/>
          <p:nvPr/>
        </p:nvSpPr>
        <p:spPr>
          <a:xfrm>
            <a:off x="287528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Freeform 1764"/>
          <p:cNvSpPr/>
          <p:nvPr/>
        </p:nvSpPr>
        <p:spPr>
          <a:xfrm>
            <a:off x="287782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Freeform 1765"/>
          <p:cNvSpPr/>
          <p:nvPr/>
        </p:nvSpPr>
        <p:spPr>
          <a:xfrm>
            <a:off x="28790900" y="-2373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Freeform 1766"/>
          <p:cNvSpPr/>
          <p:nvPr/>
        </p:nvSpPr>
        <p:spPr>
          <a:xfrm>
            <a:off x="288036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Freeform 1767"/>
          <p:cNvSpPr/>
          <p:nvPr/>
        </p:nvSpPr>
        <p:spPr>
          <a:xfrm>
            <a:off x="288290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Freeform 1768"/>
          <p:cNvSpPr/>
          <p:nvPr/>
        </p:nvSpPr>
        <p:spPr>
          <a:xfrm>
            <a:off x="288417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Freeform 1769"/>
          <p:cNvSpPr/>
          <p:nvPr/>
        </p:nvSpPr>
        <p:spPr>
          <a:xfrm>
            <a:off x="28854400" y="-23825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2"/>
                </a:lnTo>
                <a:lnTo>
                  <a:pt x="1" y="0"/>
                </a:lnTo>
                <a:lnTo>
                  <a:pt x="0" y="4"/>
                </a:lnTo>
                <a:lnTo>
                  <a:pt x="3" y="5"/>
                </a:lnTo>
                <a:close/>
              </a:path>
            </a:pathLst>
          </a:custGeom>
          <a:solidFill>
            <a:srgbClr val="FCFF03"/>
          </a:solidFill>
          <a:ln w="3175">
            <a:solidFill>
              <a:srgbClr val="CACC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Freeform 1770"/>
          <p:cNvSpPr/>
          <p:nvPr/>
        </p:nvSpPr>
        <p:spPr>
          <a:xfrm>
            <a:off x="28867100" y="-238633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3" y="5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5"/>
                </a:lnTo>
                <a:close/>
              </a:path>
            </a:pathLst>
          </a:custGeom>
          <a:solidFill>
            <a:srgbClr val="FFC200"/>
          </a:solidFill>
          <a:ln w="3175">
            <a:solidFill>
              <a:srgbClr val="CC9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Freeform 1771"/>
          <p:cNvSpPr/>
          <p:nvPr/>
        </p:nvSpPr>
        <p:spPr>
          <a:xfrm>
            <a:off x="288925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9D00"/>
          </a:solidFill>
          <a:ln w="3175">
            <a:solidFill>
              <a:srgbClr val="CC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Freeform 1772"/>
          <p:cNvSpPr/>
          <p:nvPr/>
        </p:nvSpPr>
        <p:spPr>
          <a:xfrm>
            <a:off x="289052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Freeform 1773"/>
          <p:cNvSpPr/>
          <p:nvPr/>
        </p:nvSpPr>
        <p:spPr>
          <a:xfrm>
            <a:off x="289179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Freeform 1774"/>
          <p:cNvSpPr/>
          <p:nvPr/>
        </p:nvSpPr>
        <p:spPr>
          <a:xfrm>
            <a:off x="289433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Freeform 1775"/>
          <p:cNvSpPr/>
          <p:nvPr/>
        </p:nvSpPr>
        <p:spPr>
          <a:xfrm>
            <a:off x="289560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Freeform 1776"/>
          <p:cNvSpPr/>
          <p:nvPr/>
        </p:nvSpPr>
        <p:spPr>
          <a:xfrm>
            <a:off x="289687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Freeform 1777"/>
          <p:cNvSpPr/>
          <p:nvPr/>
        </p:nvSpPr>
        <p:spPr>
          <a:xfrm>
            <a:off x="28994100" y="-2395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Freeform 1778"/>
          <p:cNvSpPr/>
          <p:nvPr/>
        </p:nvSpPr>
        <p:spPr>
          <a:xfrm>
            <a:off x="29006800" y="-2396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1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Freeform 1779"/>
          <p:cNvSpPr/>
          <p:nvPr/>
        </p:nvSpPr>
        <p:spPr>
          <a:xfrm>
            <a:off x="29019500" y="-2396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0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0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Freeform 1780"/>
          <p:cNvSpPr/>
          <p:nvPr/>
        </p:nvSpPr>
        <p:spPr>
          <a:xfrm>
            <a:off x="290449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9300"/>
          </a:solidFill>
          <a:ln w="3175">
            <a:solidFill>
              <a:srgbClr val="CC7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Freeform 1781"/>
          <p:cNvSpPr/>
          <p:nvPr/>
        </p:nvSpPr>
        <p:spPr>
          <a:xfrm>
            <a:off x="29057600" y="-2402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3"/>
                </a:moveTo>
                <a:lnTo>
                  <a:pt x="4" y="0"/>
                </a:lnTo>
                <a:lnTo>
                  <a:pt x="1" y="3"/>
                </a:lnTo>
                <a:lnTo>
                  <a:pt x="0" y="4"/>
                </a:lnTo>
                <a:lnTo>
                  <a:pt x="3" y="3"/>
                </a:lnTo>
                <a:close/>
              </a:path>
            </a:pathLst>
          </a:custGeom>
          <a:solidFill>
            <a:srgbClr val="FF8400"/>
          </a:solidFill>
          <a:ln w="3175">
            <a:solidFill>
              <a:srgbClr val="CC6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Freeform 1782"/>
          <p:cNvSpPr/>
          <p:nvPr/>
        </p:nvSpPr>
        <p:spPr>
          <a:xfrm>
            <a:off x="29070300" y="-24079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3" y="4"/>
                </a:moveTo>
                <a:lnTo>
                  <a:pt x="4" y="0"/>
                </a:lnTo>
                <a:lnTo>
                  <a:pt x="1" y="4"/>
                </a:lnTo>
                <a:lnTo>
                  <a:pt x="0" y="7"/>
                </a:lnTo>
                <a:lnTo>
                  <a:pt x="3" y="4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Freeform 1783"/>
          <p:cNvSpPr/>
          <p:nvPr/>
        </p:nvSpPr>
        <p:spPr>
          <a:xfrm>
            <a:off x="29083000" y="-24142700"/>
            <a:ext cx="63500" cy="114300"/>
          </a:xfrm>
          <a:custGeom>
            <a:avLst/>
            <a:gdLst/>
            <a:ahLst/>
            <a:cxnLst/>
            <a:rect l="l" t="t" r="r" b="b"/>
            <a:pathLst>
              <a:path w="5" h="9">
                <a:moveTo>
                  <a:pt x="3" y="5"/>
                </a:moveTo>
                <a:lnTo>
                  <a:pt x="5" y="0"/>
                </a:lnTo>
                <a:lnTo>
                  <a:pt x="2" y="0"/>
                </a:lnTo>
                <a:lnTo>
                  <a:pt x="0" y="9"/>
                </a:lnTo>
                <a:lnTo>
                  <a:pt x="3" y="5"/>
                </a:lnTo>
                <a:close/>
              </a:path>
            </a:pathLst>
          </a:custGeom>
          <a:solidFill>
            <a:srgbClr val="F40000"/>
          </a:solidFill>
          <a:ln w="3175">
            <a:solidFill>
              <a:srgbClr val="C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Freeform 1784"/>
          <p:cNvSpPr/>
          <p:nvPr/>
        </p:nvSpPr>
        <p:spPr>
          <a:xfrm>
            <a:off x="28587700" y="-23406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3" y="10"/>
                </a:moveTo>
                <a:lnTo>
                  <a:pt x="4" y="0"/>
                </a:lnTo>
                <a:lnTo>
                  <a:pt x="1" y="0"/>
                </a:lnTo>
                <a:lnTo>
                  <a:pt x="0" y="9"/>
                </a:lnTo>
                <a:lnTo>
                  <a:pt x="3" y="10"/>
                </a:lnTo>
                <a:close/>
              </a:path>
            </a:pathLst>
          </a:custGeom>
          <a:solidFill>
            <a:srgbClr val="0000E3"/>
          </a:solidFill>
          <a:ln w="3175">
            <a:solidFill>
              <a:srgbClr val="0000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Freeform 1785"/>
          <p:cNvSpPr/>
          <p:nvPr/>
        </p:nvSpPr>
        <p:spPr>
          <a:xfrm>
            <a:off x="28600400" y="-236347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3" y="18"/>
                </a:moveTo>
                <a:lnTo>
                  <a:pt x="4" y="1"/>
                </a:lnTo>
                <a:lnTo>
                  <a:pt x="2" y="0"/>
                </a:lnTo>
                <a:lnTo>
                  <a:pt x="0" y="18"/>
                </a:lnTo>
                <a:lnTo>
                  <a:pt x="3" y="18"/>
                </a:lnTo>
                <a:close/>
              </a:path>
            </a:pathLst>
          </a:custGeom>
          <a:solidFill>
            <a:srgbClr val="11FFEE"/>
          </a:solidFill>
          <a:ln w="3175">
            <a:solidFill>
              <a:srgbClr val="0DC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Freeform 1786"/>
          <p:cNvSpPr/>
          <p:nvPr/>
        </p:nvSpPr>
        <p:spPr>
          <a:xfrm>
            <a:off x="286258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Freeform 1787"/>
          <p:cNvSpPr/>
          <p:nvPr/>
        </p:nvSpPr>
        <p:spPr>
          <a:xfrm>
            <a:off x="286385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Freeform 1788"/>
          <p:cNvSpPr/>
          <p:nvPr/>
        </p:nvSpPr>
        <p:spPr>
          <a:xfrm>
            <a:off x="286512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Freeform 1789"/>
          <p:cNvSpPr/>
          <p:nvPr/>
        </p:nvSpPr>
        <p:spPr>
          <a:xfrm>
            <a:off x="286766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Freeform 1790"/>
          <p:cNvSpPr/>
          <p:nvPr/>
        </p:nvSpPr>
        <p:spPr>
          <a:xfrm>
            <a:off x="286893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Freeform 1791"/>
          <p:cNvSpPr/>
          <p:nvPr/>
        </p:nvSpPr>
        <p:spPr>
          <a:xfrm>
            <a:off x="287020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Freeform 1792"/>
          <p:cNvSpPr/>
          <p:nvPr/>
        </p:nvSpPr>
        <p:spPr>
          <a:xfrm>
            <a:off x="287274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Freeform 1793"/>
          <p:cNvSpPr/>
          <p:nvPr/>
        </p:nvSpPr>
        <p:spPr>
          <a:xfrm>
            <a:off x="287401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Freeform 1794"/>
          <p:cNvSpPr/>
          <p:nvPr/>
        </p:nvSpPr>
        <p:spPr>
          <a:xfrm>
            <a:off x="287528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Freeform 1795"/>
          <p:cNvSpPr/>
          <p:nvPr/>
        </p:nvSpPr>
        <p:spPr>
          <a:xfrm>
            <a:off x="28765500" y="-23749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Freeform 1796"/>
          <p:cNvSpPr/>
          <p:nvPr/>
        </p:nvSpPr>
        <p:spPr>
          <a:xfrm>
            <a:off x="287909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Freeform 1797"/>
          <p:cNvSpPr/>
          <p:nvPr/>
        </p:nvSpPr>
        <p:spPr>
          <a:xfrm>
            <a:off x="288036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Freeform 1798"/>
          <p:cNvSpPr/>
          <p:nvPr/>
        </p:nvSpPr>
        <p:spPr>
          <a:xfrm>
            <a:off x="28816300" y="-23825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0"/>
                </a:lnTo>
                <a:lnTo>
                  <a:pt x="2" y="3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F0FF0F"/>
          </a:solidFill>
          <a:ln w="3175">
            <a:solidFill>
              <a:srgbClr val="C0CC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Freeform 1799"/>
          <p:cNvSpPr/>
          <p:nvPr/>
        </p:nvSpPr>
        <p:spPr>
          <a:xfrm>
            <a:off x="28841700" y="-23863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3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2" y="3"/>
                </a:lnTo>
                <a:close/>
              </a:path>
            </a:pathLst>
          </a:custGeom>
          <a:solidFill>
            <a:srgbClr val="FFEC00"/>
          </a:solidFill>
          <a:ln w="3175">
            <a:solidFill>
              <a:srgbClr val="CCB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Freeform 1800"/>
          <p:cNvSpPr/>
          <p:nvPr/>
        </p:nvSpPr>
        <p:spPr>
          <a:xfrm>
            <a:off x="28854400" y="-23876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Freeform 1801"/>
          <p:cNvSpPr/>
          <p:nvPr/>
        </p:nvSpPr>
        <p:spPr>
          <a:xfrm>
            <a:off x="28867100" y="-23888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2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Freeform 1802"/>
          <p:cNvSpPr/>
          <p:nvPr/>
        </p:nvSpPr>
        <p:spPr>
          <a:xfrm>
            <a:off x="28892500" y="-23901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1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2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Freeform 1803"/>
          <p:cNvSpPr/>
          <p:nvPr/>
        </p:nvSpPr>
        <p:spPr>
          <a:xfrm>
            <a:off x="28905200" y="-23914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Freeform 1804"/>
          <p:cNvSpPr/>
          <p:nvPr/>
        </p:nvSpPr>
        <p:spPr>
          <a:xfrm>
            <a:off x="28917900" y="-23926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1" y="6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Freeform 1805"/>
          <p:cNvSpPr/>
          <p:nvPr/>
        </p:nvSpPr>
        <p:spPr>
          <a:xfrm>
            <a:off x="28930600" y="-239395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3" y="1"/>
                </a:moveTo>
                <a:lnTo>
                  <a:pt x="5" y="0"/>
                </a:lnTo>
                <a:lnTo>
                  <a:pt x="2" y="6"/>
                </a:lnTo>
                <a:lnTo>
                  <a:pt x="0" y="7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Freeform 1806"/>
          <p:cNvSpPr/>
          <p:nvPr/>
        </p:nvSpPr>
        <p:spPr>
          <a:xfrm>
            <a:off x="28956000" y="-23952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3" y="1"/>
                </a:moveTo>
                <a:lnTo>
                  <a:pt x="4" y="0"/>
                </a:lnTo>
                <a:lnTo>
                  <a:pt x="1" y="6"/>
                </a:lnTo>
                <a:lnTo>
                  <a:pt x="0" y="7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8" name="Freeform 1807"/>
          <p:cNvSpPr/>
          <p:nvPr/>
        </p:nvSpPr>
        <p:spPr>
          <a:xfrm>
            <a:off x="28968700" y="-23952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0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3" y="0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Freeform 1808"/>
          <p:cNvSpPr/>
          <p:nvPr/>
        </p:nvSpPr>
        <p:spPr>
          <a:xfrm>
            <a:off x="28981400" y="-239649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3" y="1"/>
                </a:moveTo>
                <a:lnTo>
                  <a:pt x="5" y="0"/>
                </a:lnTo>
                <a:lnTo>
                  <a:pt x="2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Freeform 1809"/>
          <p:cNvSpPr/>
          <p:nvPr/>
        </p:nvSpPr>
        <p:spPr>
          <a:xfrm>
            <a:off x="29006800" y="-23977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1" name="Freeform 1810"/>
          <p:cNvSpPr/>
          <p:nvPr/>
        </p:nvSpPr>
        <p:spPr>
          <a:xfrm>
            <a:off x="29019500" y="-23990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Freeform 1811"/>
          <p:cNvSpPr/>
          <p:nvPr/>
        </p:nvSpPr>
        <p:spPr>
          <a:xfrm>
            <a:off x="29032200" y="-24028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3" y="3"/>
                </a:moveTo>
                <a:lnTo>
                  <a:pt x="4" y="0"/>
                </a:lnTo>
                <a:lnTo>
                  <a:pt x="2" y="7"/>
                </a:lnTo>
                <a:lnTo>
                  <a:pt x="0" y="8"/>
                </a:lnTo>
                <a:lnTo>
                  <a:pt x="3" y="3"/>
                </a:lnTo>
                <a:close/>
              </a:path>
            </a:pathLst>
          </a:custGeom>
          <a:solidFill>
            <a:srgbClr val="FFD400"/>
          </a:solidFill>
          <a:ln w="3175">
            <a:solidFill>
              <a:srgbClr val="CC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Freeform 1812"/>
          <p:cNvSpPr/>
          <p:nvPr/>
        </p:nvSpPr>
        <p:spPr>
          <a:xfrm>
            <a:off x="29057600" y="-241427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2" y="9"/>
                </a:moveTo>
                <a:lnTo>
                  <a:pt x="4" y="0"/>
                </a:lnTo>
                <a:lnTo>
                  <a:pt x="1" y="15"/>
                </a:lnTo>
                <a:lnTo>
                  <a:pt x="0" y="16"/>
                </a:lnTo>
                <a:lnTo>
                  <a:pt x="2" y="9"/>
                </a:lnTo>
                <a:close/>
              </a:path>
            </a:pathLst>
          </a:custGeom>
          <a:solidFill>
            <a:srgbClr val="FF9800"/>
          </a:solidFill>
          <a:ln w="3175">
            <a:solidFill>
              <a:srgbClr val="CC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4" name="Freeform 1813"/>
          <p:cNvSpPr/>
          <p:nvPr/>
        </p:nvSpPr>
        <p:spPr>
          <a:xfrm>
            <a:off x="28549600" y="-23406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3" y="9"/>
                </a:moveTo>
                <a:lnTo>
                  <a:pt x="4" y="0"/>
                </a:lnTo>
                <a:lnTo>
                  <a:pt x="2" y="2"/>
                </a:lnTo>
                <a:lnTo>
                  <a:pt x="0" y="9"/>
                </a:lnTo>
                <a:lnTo>
                  <a:pt x="3" y="9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Freeform 1814"/>
          <p:cNvSpPr/>
          <p:nvPr/>
        </p:nvSpPr>
        <p:spPr>
          <a:xfrm>
            <a:off x="28575000" y="-23634700"/>
            <a:ext cx="50800" cy="254000"/>
          </a:xfrm>
          <a:custGeom>
            <a:avLst/>
            <a:gdLst/>
            <a:ahLst/>
            <a:cxnLst/>
            <a:rect l="l" t="t" r="r" b="b"/>
            <a:pathLst>
              <a:path w="4" h="20">
                <a:moveTo>
                  <a:pt x="2" y="18"/>
                </a:moveTo>
                <a:lnTo>
                  <a:pt x="4" y="0"/>
                </a:lnTo>
                <a:lnTo>
                  <a:pt x="1" y="0"/>
                </a:lnTo>
                <a:lnTo>
                  <a:pt x="0" y="20"/>
                </a:lnTo>
                <a:lnTo>
                  <a:pt x="2" y="18"/>
                </a:lnTo>
                <a:close/>
              </a:path>
            </a:pathLst>
          </a:custGeom>
          <a:solidFill>
            <a:srgbClr val="00FFFF"/>
          </a:solidFill>
          <a:ln w="3175">
            <a:solidFill>
              <a:srgbClr val="00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Freeform 1815"/>
          <p:cNvSpPr/>
          <p:nvPr/>
        </p:nvSpPr>
        <p:spPr>
          <a:xfrm>
            <a:off x="285877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7" name="Freeform 1816"/>
          <p:cNvSpPr/>
          <p:nvPr/>
        </p:nvSpPr>
        <p:spPr>
          <a:xfrm>
            <a:off x="286004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Freeform 1817"/>
          <p:cNvSpPr/>
          <p:nvPr/>
        </p:nvSpPr>
        <p:spPr>
          <a:xfrm>
            <a:off x="28613100" y="-23672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Freeform 1818"/>
          <p:cNvSpPr/>
          <p:nvPr/>
        </p:nvSpPr>
        <p:spPr>
          <a:xfrm>
            <a:off x="286385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0" name="Freeform 1819"/>
          <p:cNvSpPr/>
          <p:nvPr/>
        </p:nvSpPr>
        <p:spPr>
          <a:xfrm>
            <a:off x="286512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Freeform 1820"/>
          <p:cNvSpPr/>
          <p:nvPr/>
        </p:nvSpPr>
        <p:spPr>
          <a:xfrm>
            <a:off x="28663900" y="-23710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Freeform 1821"/>
          <p:cNvSpPr/>
          <p:nvPr/>
        </p:nvSpPr>
        <p:spPr>
          <a:xfrm>
            <a:off x="286893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3" name="Freeform 1822"/>
          <p:cNvSpPr/>
          <p:nvPr/>
        </p:nvSpPr>
        <p:spPr>
          <a:xfrm>
            <a:off x="28702000" y="-2373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Freeform 1823"/>
          <p:cNvSpPr/>
          <p:nvPr/>
        </p:nvSpPr>
        <p:spPr>
          <a:xfrm>
            <a:off x="287147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Freeform 1824"/>
          <p:cNvSpPr/>
          <p:nvPr/>
        </p:nvSpPr>
        <p:spPr>
          <a:xfrm>
            <a:off x="287401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6" name="Freeform 1825"/>
          <p:cNvSpPr/>
          <p:nvPr/>
        </p:nvSpPr>
        <p:spPr>
          <a:xfrm>
            <a:off x="287528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Freeform 1826"/>
          <p:cNvSpPr/>
          <p:nvPr/>
        </p:nvSpPr>
        <p:spPr>
          <a:xfrm>
            <a:off x="287655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Freeform 1827"/>
          <p:cNvSpPr/>
          <p:nvPr/>
        </p:nvSpPr>
        <p:spPr>
          <a:xfrm>
            <a:off x="287909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9" name="Freeform 1828"/>
          <p:cNvSpPr/>
          <p:nvPr/>
        </p:nvSpPr>
        <p:spPr>
          <a:xfrm>
            <a:off x="288036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Freeform 1829"/>
          <p:cNvSpPr/>
          <p:nvPr/>
        </p:nvSpPr>
        <p:spPr>
          <a:xfrm>
            <a:off x="288163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Freeform 1830"/>
          <p:cNvSpPr/>
          <p:nvPr/>
        </p:nvSpPr>
        <p:spPr>
          <a:xfrm>
            <a:off x="28829000" y="-23825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2" name="Freeform 1831"/>
          <p:cNvSpPr/>
          <p:nvPr/>
        </p:nvSpPr>
        <p:spPr>
          <a:xfrm>
            <a:off x="288544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Freeform 1832"/>
          <p:cNvSpPr/>
          <p:nvPr/>
        </p:nvSpPr>
        <p:spPr>
          <a:xfrm>
            <a:off x="288671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Freeform 1833"/>
          <p:cNvSpPr/>
          <p:nvPr/>
        </p:nvSpPr>
        <p:spPr>
          <a:xfrm>
            <a:off x="288798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5" name="Freeform 1834"/>
          <p:cNvSpPr/>
          <p:nvPr/>
        </p:nvSpPr>
        <p:spPr>
          <a:xfrm>
            <a:off x="289052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Freeform 1835"/>
          <p:cNvSpPr/>
          <p:nvPr/>
        </p:nvSpPr>
        <p:spPr>
          <a:xfrm>
            <a:off x="289179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Freeform 1836"/>
          <p:cNvSpPr/>
          <p:nvPr/>
        </p:nvSpPr>
        <p:spPr>
          <a:xfrm>
            <a:off x="289306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8" name="Freeform 1837"/>
          <p:cNvSpPr/>
          <p:nvPr/>
        </p:nvSpPr>
        <p:spPr>
          <a:xfrm>
            <a:off x="289560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Freeform 1838"/>
          <p:cNvSpPr/>
          <p:nvPr/>
        </p:nvSpPr>
        <p:spPr>
          <a:xfrm>
            <a:off x="289687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Freeform 1839"/>
          <p:cNvSpPr/>
          <p:nvPr/>
        </p:nvSpPr>
        <p:spPr>
          <a:xfrm>
            <a:off x="289814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1" name="Freeform 1840"/>
          <p:cNvSpPr/>
          <p:nvPr/>
        </p:nvSpPr>
        <p:spPr>
          <a:xfrm>
            <a:off x="290068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2" name="Freeform 1841"/>
          <p:cNvSpPr/>
          <p:nvPr/>
        </p:nvSpPr>
        <p:spPr>
          <a:xfrm>
            <a:off x="29019500" y="-2395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Freeform 1842"/>
          <p:cNvSpPr/>
          <p:nvPr/>
        </p:nvSpPr>
        <p:spPr>
          <a:xfrm>
            <a:off x="28511500" y="-23634700"/>
            <a:ext cx="63500" cy="342900"/>
          </a:xfrm>
          <a:custGeom>
            <a:avLst/>
            <a:gdLst/>
            <a:ahLst/>
            <a:cxnLst/>
            <a:rect l="l" t="t" r="r" b="b"/>
            <a:pathLst>
              <a:path w="5" h="27">
                <a:moveTo>
                  <a:pt x="3" y="27"/>
                </a:moveTo>
                <a:lnTo>
                  <a:pt x="5" y="20"/>
                </a:lnTo>
                <a:lnTo>
                  <a:pt x="2" y="0"/>
                </a:lnTo>
                <a:lnTo>
                  <a:pt x="0" y="27"/>
                </a:lnTo>
                <a:lnTo>
                  <a:pt x="3" y="27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4" name="Freeform 1843"/>
          <p:cNvSpPr/>
          <p:nvPr/>
        </p:nvSpPr>
        <p:spPr>
          <a:xfrm>
            <a:off x="28536900" y="-23647400"/>
            <a:ext cx="50800" cy="266700"/>
          </a:xfrm>
          <a:custGeom>
            <a:avLst/>
            <a:gdLst/>
            <a:ahLst/>
            <a:cxnLst/>
            <a:rect l="l" t="t" r="r" b="b"/>
            <a:pathLst>
              <a:path w="4" h="21">
                <a:moveTo>
                  <a:pt x="3" y="2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1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5" name="Freeform 1844"/>
          <p:cNvSpPr/>
          <p:nvPr/>
        </p:nvSpPr>
        <p:spPr>
          <a:xfrm>
            <a:off x="285496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Freeform 1845"/>
          <p:cNvSpPr/>
          <p:nvPr/>
        </p:nvSpPr>
        <p:spPr>
          <a:xfrm>
            <a:off x="285623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7" name="Freeform 1846"/>
          <p:cNvSpPr/>
          <p:nvPr/>
        </p:nvSpPr>
        <p:spPr>
          <a:xfrm>
            <a:off x="285877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8" name="Freeform 1847"/>
          <p:cNvSpPr/>
          <p:nvPr/>
        </p:nvSpPr>
        <p:spPr>
          <a:xfrm>
            <a:off x="286004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Freeform 1848"/>
          <p:cNvSpPr/>
          <p:nvPr/>
        </p:nvSpPr>
        <p:spPr>
          <a:xfrm>
            <a:off x="286131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0" name="Freeform 1849"/>
          <p:cNvSpPr/>
          <p:nvPr/>
        </p:nvSpPr>
        <p:spPr>
          <a:xfrm>
            <a:off x="286385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1" name="Freeform 1850"/>
          <p:cNvSpPr/>
          <p:nvPr/>
        </p:nvSpPr>
        <p:spPr>
          <a:xfrm>
            <a:off x="286512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Freeform 1851"/>
          <p:cNvSpPr/>
          <p:nvPr/>
        </p:nvSpPr>
        <p:spPr>
          <a:xfrm>
            <a:off x="286639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3" name="Freeform 1852"/>
          <p:cNvSpPr/>
          <p:nvPr/>
        </p:nvSpPr>
        <p:spPr>
          <a:xfrm>
            <a:off x="286893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Freeform 1853"/>
          <p:cNvSpPr/>
          <p:nvPr/>
        </p:nvSpPr>
        <p:spPr>
          <a:xfrm>
            <a:off x="287020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Freeform 1854"/>
          <p:cNvSpPr/>
          <p:nvPr/>
        </p:nvSpPr>
        <p:spPr>
          <a:xfrm>
            <a:off x="287147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6" name="Freeform 1855"/>
          <p:cNvSpPr/>
          <p:nvPr/>
        </p:nvSpPr>
        <p:spPr>
          <a:xfrm>
            <a:off x="28727400" y="-23787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7" name="Freeform 1856"/>
          <p:cNvSpPr/>
          <p:nvPr/>
        </p:nvSpPr>
        <p:spPr>
          <a:xfrm>
            <a:off x="287528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Freeform 1857"/>
          <p:cNvSpPr/>
          <p:nvPr/>
        </p:nvSpPr>
        <p:spPr>
          <a:xfrm>
            <a:off x="287655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Freeform 1858"/>
          <p:cNvSpPr/>
          <p:nvPr/>
        </p:nvSpPr>
        <p:spPr>
          <a:xfrm>
            <a:off x="287782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Freeform 1859"/>
          <p:cNvSpPr/>
          <p:nvPr/>
        </p:nvSpPr>
        <p:spPr>
          <a:xfrm>
            <a:off x="288036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Freeform 1860"/>
          <p:cNvSpPr/>
          <p:nvPr/>
        </p:nvSpPr>
        <p:spPr>
          <a:xfrm>
            <a:off x="288163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Freeform 1861"/>
          <p:cNvSpPr/>
          <p:nvPr/>
        </p:nvSpPr>
        <p:spPr>
          <a:xfrm>
            <a:off x="288290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3" name="Freeform 1862"/>
          <p:cNvSpPr/>
          <p:nvPr/>
        </p:nvSpPr>
        <p:spPr>
          <a:xfrm>
            <a:off x="288544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4" name="Freeform 1863"/>
          <p:cNvSpPr/>
          <p:nvPr/>
        </p:nvSpPr>
        <p:spPr>
          <a:xfrm>
            <a:off x="288671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Freeform 1864"/>
          <p:cNvSpPr/>
          <p:nvPr/>
        </p:nvSpPr>
        <p:spPr>
          <a:xfrm>
            <a:off x="288798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6" name="Freeform 1865"/>
          <p:cNvSpPr/>
          <p:nvPr/>
        </p:nvSpPr>
        <p:spPr>
          <a:xfrm>
            <a:off x="289052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7" name="Freeform 1866"/>
          <p:cNvSpPr/>
          <p:nvPr/>
        </p:nvSpPr>
        <p:spPr>
          <a:xfrm>
            <a:off x="289179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Freeform 1867"/>
          <p:cNvSpPr/>
          <p:nvPr/>
        </p:nvSpPr>
        <p:spPr>
          <a:xfrm>
            <a:off x="289306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9" name="Freeform 1868"/>
          <p:cNvSpPr/>
          <p:nvPr/>
        </p:nvSpPr>
        <p:spPr>
          <a:xfrm>
            <a:off x="28943300" y="-23939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0" name="Freeform 1869"/>
          <p:cNvSpPr/>
          <p:nvPr/>
        </p:nvSpPr>
        <p:spPr>
          <a:xfrm>
            <a:off x="28968700" y="-2395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Freeform 1870"/>
          <p:cNvSpPr/>
          <p:nvPr/>
        </p:nvSpPr>
        <p:spPr>
          <a:xfrm>
            <a:off x="289814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Rectangle 1871"/>
          <p:cNvSpPr/>
          <p:nvPr/>
        </p:nvSpPr>
        <p:spPr>
          <a:xfrm>
            <a:off x="8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3" name="Rectangle 1872"/>
          <p:cNvSpPr/>
          <p:nvPr/>
        </p:nvSpPr>
        <p:spPr>
          <a:xfrm>
            <a:off x="288001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4" name="Picture 18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875" name="Picture 18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876" name="TextBox 18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877" name="TextBox 1876"/>
          <p:cNvSpPr txBox="1"/>
          <p:nvPr/>
        </p:nvSpPr>
        <p:spPr>
          <a:xfrm>
            <a:off x="359993" y="9186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78" name="TextBox 1877"/>
          <p:cNvSpPr txBox="1"/>
          <p:nvPr/>
        </p:nvSpPr>
        <p:spPr>
          <a:xfrm>
            <a:off x="4889673" y="3150930"/>
            <a:ext cx="89572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79" name="TextBox 1878"/>
          <p:cNvSpPr txBox="1"/>
          <p:nvPr/>
        </p:nvSpPr>
        <p:spPr>
          <a:xfrm>
            <a:off x="5623441" y="3150706"/>
            <a:ext cx="161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68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770110" y="1790795"/>
            <a:ext cx="958655" cy="1860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444313" y="1980481"/>
            <a:ext cx="958655" cy="1860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216255" y="1790795"/>
            <a:ext cx="553855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535807" y="1852817"/>
            <a:ext cx="553855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855358" y="1914839"/>
            <a:ext cx="553856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174910" y="1976861"/>
            <a:ext cx="553855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770110" y="1790795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444313" y="1980481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2702258" y="1971716"/>
            <a:ext cx="26507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2376460" y="2161403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746775" y="1790795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066327" y="1852817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385879" y="1914839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705430" y="1976861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216255" y="2099676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535807" y="2161698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855358" y="2223720"/>
            <a:ext cx="23336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174910" y="2285742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216255" y="1790795"/>
            <a:ext cx="553855" cy="3224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2174910" y="1976861"/>
            <a:ext cx="553855" cy="3224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770110" y="1790795"/>
            <a:ext cx="958655" cy="1860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216255" y="2113262"/>
            <a:ext cx="958655" cy="1860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70110" y="1145183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444313" y="1334870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746775" y="1145183"/>
            <a:ext cx="23335" cy="1358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2066327" y="1207206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2385879" y="1269228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705430" y="1331250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1216255" y="1145183"/>
            <a:ext cx="553855" cy="3224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770110" y="1145183"/>
            <a:ext cx="958655" cy="1860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770110" y="1145183"/>
            <a:ext cx="0" cy="645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089662" y="1207206"/>
            <a:ext cx="0" cy="645611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409214" y="1269228"/>
            <a:ext cx="0" cy="645611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728765" y="1331250"/>
            <a:ext cx="0" cy="645611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770110" y="1763796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089662" y="1825818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09214" y="1887840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728765" y="1949862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770110" y="1145183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089662" y="1207206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409214" y="1269228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728765" y="1331250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770110" y="1507319"/>
            <a:ext cx="958655" cy="1860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770110" y="1196918"/>
            <a:ext cx="958655" cy="1860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770110" y="1507319"/>
            <a:ext cx="26508" cy="51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770110" y="1196918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 flipV="1">
            <a:off x="2702258" y="1688240"/>
            <a:ext cx="26507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 flipV="1">
            <a:off x="2702258" y="1377840"/>
            <a:ext cx="26507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770110" y="1145183"/>
            <a:ext cx="0" cy="6456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728765" y="1331250"/>
            <a:ext cx="0" cy="6456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216255" y="2086263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535807" y="2148285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855358" y="2210307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174910" y="2272329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216255" y="1829785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216255" y="1519385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216255" y="1467651"/>
            <a:ext cx="0" cy="6456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770110" y="1145183"/>
            <a:ext cx="0" cy="645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444313" y="1334870"/>
            <a:ext cx="0" cy="645611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770110" y="1763796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444313" y="1953482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770110" y="1145183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444313" y="1334870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1216255" y="1507319"/>
            <a:ext cx="553855" cy="3224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1216255" y="1196918"/>
            <a:ext cx="553855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1746775" y="1507319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1746775" y="1196918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1216255" y="1816199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1216255" y="1505799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728765" y="1949862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402968" y="2139549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2705430" y="1693385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2705430" y="1382985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1752600" y="1193800"/>
            <a:ext cx="50800" cy="317500"/>
          </a:xfrm>
          <a:custGeom>
            <a:avLst/>
            <a:gdLst/>
            <a:ahLst/>
            <a:cxnLst/>
            <a:rect l="l" t="t" r="r" b="b"/>
            <a:pathLst>
              <a:path w="4" h="25">
                <a:moveTo>
                  <a:pt x="1" y="0"/>
                </a:moveTo>
                <a:lnTo>
                  <a:pt x="4" y="25"/>
                </a:lnTo>
                <a:lnTo>
                  <a:pt x="2" y="1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6400"/>
          </a:solidFill>
          <a:ln w="3175">
            <a:solidFill>
              <a:srgbClr val="CC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1778000" y="1384300"/>
            <a:ext cx="63500" cy="152400"/>
          </a:xfrm>
          <a:custGeom>
            <a:avLst/>
            <a:gdLst/>
            <a:ahLst/>
            <a:cxnLst/>
            <a:rect l="l" t="t" r="r" b="b"/>
            <a:pathLst>
              <a:path w="5" h="12">
                <a:moveTo>
                  <a:pt x="2" y="10"/>
                </a:moveTo>
                <a:lnTo>
                  <a:pt x="5" y="11"/>
                </a:lnTo>
                <a:lnTo>
                  <a:pt x="3" y="12"/>
                </a:lnTo>
                <a:lnTo>
                  <a:pt x="0" y="0"/>
                </a:lnTo>
                <a:lnTo>
                  <a:pt x="2" y="10"/>
                </a:lnTo>
                <a:close/>
              </a:path>
            </a:pathLst>
          </a:custGeom>
          <a:solidFill>
            <a:srgbClr val="76FF89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18161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18542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8796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19177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1943100" y="1549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19812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0193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0447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0828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1209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1463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1844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2098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2479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2860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3114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349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3749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4130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4511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4765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25146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25400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25781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26162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26416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26797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27200" y="1206500"/>
            <a:ext cx="50800" cy="330200"/>
          </a:xfrm>
          <a:custGeom>
            <a:avLst/>
            <a:gdLst/>
            <a:ahLst/>
            <a:cxnLst/>
            <a:rect l="l" t="t" r="r" b="b"/>
            <a:pathLst>
              <a:path w="4" h="26">
                <a:moveTo>
                  <a:pt x="2" y="0"/>
                </a:moveTo>
                <a:lnTo>
                  <a:pt x="4" y="14"/>
                </a:lnTo>
                <a:lnTo>
                  <a:pt x="3" y="2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6400"/>
          </a:solidFill>
          <a:ln w="3175">
            <a:solidFill>
              <a:srgbClr val="CC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765300" y="13843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0"/>
                </a:moveTo>
                <a:lnTo>
                  <a:pt x="4" y="12"/>
                </a:lnTo>
                <a:lnTo>
                  <a:pt x="3" y="12"/>
                </a:lnTo>
                <a:lnTo>
                  <a:pt x="0" y="12"/>
                </a:lnTo>
                <a:lnTo>
                  <a:pt x="1" y="0"/>
                </a:lnTo>
                <a:close/>
              </a:path>
            </a:pathLst>
          </a:custGeom>
          <a:solidFill>
            <a:srgbClr val="76FF89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8034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288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8669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8923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9304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9685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9939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20320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2057400" y="1587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20955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21336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21590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21971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2222500" y="1612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22606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22987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23241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23622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2387600" y="1651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24257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24638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24892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25273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2552700" y="1676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25908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26289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26543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714500" y="1219200"/>
            <a:ext cx="50800" cy="330200"/>
          </a:xfrm>
          <a:custGeom>
            <a:avLst/>
            <a:gdLst/>
            <a:ahLst/>
            <a:cxnLst/>
            <a:rect l="l" t="t" r="r" b="b"/>
            <a:pathLst>
              <a:path w="4" h="26">
                <a:moveTo>
                  <a:pt x="1" y="0"/>
                </a:moveTo>
                <a:lnTo>
                  <a:pt x="4" y="25"/>
                </a:lnTo>
                <a:lnTo>
                  <a:pt x="2" y="26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A600"/>
          </a:solidFill>
          <a:ln w="3175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739900" y="1536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7780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8161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8415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8796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905000" y="1562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9431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9812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006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0447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070100" y="1600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108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146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171700" y="1625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0"/>
                </a:lnTo>
                <a:lnTo>
                  <a:pt x="3" y="5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1FFFE0"/>
          </a:solidFill>
          <a:ln w="3175">
            <a:solidFill>
              <a:srgbClr val="19CC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2209800" y="1625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1"/>
                </a:lnTo>
                <a:lnTo>
                  <a:pt x="3" y="7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2247900" y="1638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0"/>
                </a:lnTo>
                <a:lnTo>
                  <a:pt x="2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2273300" y="1638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2" y="0"/>
                </a:moveTo>
                <a:lnTo>
                  <a:pt x="4" y="1"/>
                </a:lnTo>
                <a:lnTo>
                  <a:pt x="3" y="7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2311400" y="1651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0"/>
                </a:lnTo>
                <a:lnTo>
                  <a:pt x="2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2336800" y="1651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2" y="0"/>
                </a:moveTo>
                <a:lnTo>
                  <a:pt x="4" y="1"/>
                </a:lnTo>
                <a:lnTo>
                  <a:pt x="3" y="7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2374900" y="1663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0"/>
                </a:lnTo>
                <a:lnTo>
                  <a:pt x="3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2413000" y="16637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1"/>
                </a:lnTo>
                <a:lnTo>
                  <a:pt x="2" y="7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2438400" y="1676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0"/>
                </a:moveTo>
                <a:lnTo>
                  <a:pt x="4" y="0"/>
                </a:lnTo>
                <a:lnTo>
                  <a:pt x="3" y="6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2476500" y="16764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1"/>
                </a:lnTo>
                <a:lnTo>
                  <a:pt x="2" y="7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2501900" y="1689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0"/>
                </a:moveTo>
                <a:lnTo>
                  <a:pt x="4" y="0"/>
                </a:lnTo>
                <a:lnTo>
                  <a:pt x="3" y="6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2540000" y="1689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1"/>
                </a:lnTo>
                <a:lnTo>
                  <a:pt x="3" y="7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2578100" y="1701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0"/>
                </a:lnTo>
                <a:lnTo>
                  <a:pt x="2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2603500" y="17018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2" y="0"/>
                </a:moveTo>
                <a:lnTo>
                  <a:pt x="4" y="1"/>
                </a:lnTo>
                <a:lnTo>
                  <a:pt x="3" y="9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E5FF"/>
          </a:solidFill>
          <a:ln w="3175">
            <a:solidFill>
              <a:srgbClr val="00B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2641600" y="17145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0"/>
                </a:moveTo>
                <a:lnTo>
                  <a:pt x="4" y="0"/>
                </a:lnTo>
                <a:lnTo>
                  <a:pt x="2" y="16"/>
                </a:lnTo>
                <a:lnTo>
                  <a:pt x="0" y="8"/>
                </a:lnTo>
                <a:lnTo>
                  <a:pt x="1" y="0"/>
                </a:lnTo>
                <a:close/>
              </a:path>
            </a:pathLst>
          </a:custGeom>
          <a:solidFill>
            <a:srgbClr val="00AAFF"/>
          </a:solidFill>
          <a:ln w="3175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689100" y="1231900"/>
            <a:ext cx="50800" cy="330200"/>
          </a:xfrm>
          <a:custGeom>
            <a:avLst/>
            <a:gdLst/>
            <a:ahLst/>
            <a:cxnLst/>
            <a:rect l="l" t="t" r="r" b="b"/>
            <a:pathLst>
              <a:path w="4" h="26">
                <a:moveTo>
                  <a:pt x="2" y="0"/>
                </a:moveTo>
                <a:lnTo>
                  <a:pt x="4" y="25"/>
                </a:lnTo>
                <a:lnTo>
                  <a:pt x="3" y="26"/>
                </a:lnTo>
                <a:lnTo>
                  <a:pt x="0" y="25"/>
                </a:lnTo>
                <a:lnTo>
                  <a:pt x="2" y="0"/>
                </a:lnTo>
                <a:close/>
              </a:path>
            </a:pathLst>
          </a:custGeom>
          <a:solidFill>
            <a:srgbClr val="C6FF39"/>
          </a:solidFill>
          <a:ln w="3175">
            <a:solidFill>
              <a:srgbClr val="9FC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7272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7653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7907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18288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18542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8923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1930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19558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19939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193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574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955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1209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159000" y="1625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5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3FFEC"/>
          </a:solidFill>
          <a:ln w="3175">
            <a:solidFill>
              <a:srgbClr val="10CC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184400" y="1676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1"/>
                </a:moveTo>
                <a:lnTo>
                  <a:pt x="5" y="3"/>
                </a:lnTo>
                <a:lnTo>
                  <a:pt x="3" y="3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00D4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2225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B0FF"/>
          </a:solidFill>
          <a:ln w="3175">
            <a:solidFill>
              <a:srgbClr val="008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2606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2860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3241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349500" y="1739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0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3876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24257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24511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24892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2514600" y="1765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2552700" y="1778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2590800" y="17780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0"/>
                </a:moveTo>
                <a:lnTo>
                  <a:pt x="4" y="3"/>
                </a:lnTo>
                <a:lnTo>
                  <a:pt x="2" y="8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70FF"/>
          </a:solidFill>
          <a:ln w="3175">
            <a:solidFill>
              <a:srgbClr val="005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2616200" y="1816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2" y="0"/>
                </a:moveTo>
                <a:lnTo>
                  <a:pt x="4" y="8"/>
                </a:lnTo>
                <a:lnTo>
                  <a:pt x="3" y="10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0006FF"/>
          </a:solidFill>
          <a:ln w="3175">
            <a:solidFill>
              <a:srgbClr val="000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6764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701800" y="1562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739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7780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8034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841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866900" y="1587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05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431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68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066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32000" y="1625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701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1082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133600" y="1638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1FFDE"/>
          </a:solidFill>
          <a:ln w="3175">
            <a:solidFill>
              <a:srgbClr val="1AC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171700" y="167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EBFF"/>
          </a:solidFill>
          <a:ln w="3175">
            <a:solidFill>
              <a:srgbClr val="00B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2098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B9FF"/>
          </a:solidFill>
          <a:ln w="3175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2352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2733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22987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23368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23749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24003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24384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D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2463800" y="1778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5FF"/>
          </a:solidFill>
          <a:ln w="3175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2501900" y="1790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1"/>
                </a:lnTo>
                <a:lnTo>
                  <a:pt x="3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85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2540000" y="1803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2"/>
                </a:lnTo>
                <a:lnTo>
                  <a:pt x="2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65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2565400" y="1828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0"/>
                </a:moveTo>
                <a:lnTo>
                  <a:pt x="4" y="4"/>
                </a:lnTo>
                <a:lnTo>
                  <a:pt x="3" y="6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2603500" y="1879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5"/>
                </a:lnTo>
                <a:lnTo>
                  <a:pt x="2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DE"/>
          </a:solidFill>
          <a:ln w="3175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1651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16891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17272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1752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1790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1816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18542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1892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1917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1955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1981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20193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20574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20828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2120900" y="1651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6FFD9"/>
          </a:solidFill>
          <a:ln w="3175">
            <a:solidFill>
              <a:srgbClr val="1EC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2146300" y="1676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21844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CAFF"/>
          </a:solidFill>
          <a:ln w="3175">
            <a:solidFill>
              <a:srgbClr val="00A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22225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A8FF"/>
          </a:solidFill>
          <a:ln w="3175">
            <a:solidFill>
              <a:srgbClr val="008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22479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9FF"/>
          </a:solidFill>
          <a:ln w="3175">
            <a:solidFill>
              <a:srgbClr val="007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22860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6FF"/>
          </a:solidFill>
          <a:ln w="3175">
            <a:solidFill>
              <a:srgbClr val="007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2311400" y="1778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6FF"/>
          </a:solidFill>
          <a:ln w="3175">
            <a:solidFill>
              <a:srgbClr val="007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23495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23876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2413000" y="179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87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2451100" y="1803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1"/>
                </a:lnTo>
                <a:lnTo>
                  <a:pt x="2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2476500" y="1816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2" y="0"/>
                </a:moveTo>
                <a:lnTo>
                  <a:pt x="5" y="2"/>
                </a:lnTo>
                <a:lnTo>
                  <a:pt x="3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5FFF"/>
          </a:solidFill>
          <a:ln w="3175">
            <a:solidFill>
              <a:srgbClr val="004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2514600" y="1841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3DFF"/>
          </a:solidFill>
          <a:ln w="3175">
            <a:solidFill>
              <a:srgbClr val="003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2552700" y="1866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3"/>
                </a:lnTo>
                <a:lnTo>
                  <a:pt x="2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DFF"/>
          </a:solidFill>
          <a:ln w="3175">
            <a:solidFill>
              <a:srgbClr val="000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2578100" y="1905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0"/>
                </a:moveTo>
                <a:lnTo>
                  <a:pt x="4" y="4"/>
                </a:lnTo>
                <a:lnTo>
                  <a:pt x="3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C6"/>
          </a:solidFill>
          <a:ln w="3175">
            <a:solidFill>
              <a:srgbClr val="0000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1638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1663700" y="1574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17018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17399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1765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18034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1828800" y="1612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18669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19050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19304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1968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1993900" y="1638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20320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20701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20955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8FFD7"/>
          </a:solidFill>
          <a:ln w="3175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2133600" y="168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3FFFC"/>
          </a:solidFill>
          <a:ln w="3175">
            <a:solidFill>
              <a:srgbClr val="03C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2159000" y="17145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D7FF"/>
          </a:solidFill>
          <a:ln w="3175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21971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22352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D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22606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22987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CFF"/>
          </a:solidFill>
          <a:ln w="3175">
            <a:solidFill>
              <a:srgbClr val="007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2336800" y="179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2362200" y="1803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24003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2425700" y="1828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2463800" y="185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4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2501900" y="1866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23FF"/>
          </a:solidFill>
          <a:ln w="3175">
            <a:solidFill>
              <a:srgbClr val="001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2527300" y="1892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3"/>
                </a:lnTo>
                <a:lnTo>
                  <a:pt x="3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2565400" y="1930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4"/>
                </a:lnTo>
                <a:lnTo>
                  <a:pt x="2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B6"/>
          </a:solidFill>
          <a:ln w="3175">
            <a:solidFill>
              <a:srgbClr val="000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16129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16510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1689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17145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17526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17780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1816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18542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18796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19177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19431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19812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20193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20447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20828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2108200" y="168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8FFF7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2146300" y="1727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DE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21844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22098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A2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22479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2273300" y="1803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23114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23495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23749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2413000" y="185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BFF"/>
          </a:solidFill>
          <a:ln w="3175">
            <a:solidFill>
              <a:srgbClr val="003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2438400" y="1866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24765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12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2514600" y="1917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E5"/>
          </a:solidFill>
          <a:ln w="3175">
            <a:solidFill>
              <a:srgbClr val="000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25400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16002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1625600" y="1600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1663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17018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1727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17653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1790700" y="1638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18288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18669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18923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19304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1955800" y="1663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19939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20320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20574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2095500" y="170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7C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2120900" y="1727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21590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2197100" y="1778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22225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22606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22987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23241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23622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5FF"/>
          </a:solidFill>
          <a:ln w="3175">
            <a:solidFill>
              <a:srgbClr val="004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2387600" y="1866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24257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A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24638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9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2489200" y="1930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2527300" y="1968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15748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16129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16510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1676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1714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17399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17780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18161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18415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1879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19050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19431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19812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20066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20447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2070100" y="1714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8C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21082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2146300" y="1765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2171700" y="179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22098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2235200" y="1828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22733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23114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23368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23749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2400300" y="1905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29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2438400" y="191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9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2476500" y="1943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2501900" y="1981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15621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1587500" y="1625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16256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16637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16891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17272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1752600" y="1651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17907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18288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18542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18923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1917700" y="1689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19558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19939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20193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2057400" y="1727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8FFF7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2082800" y="1752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DE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2120900" y="1778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21590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2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21844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22225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2247900" y="1854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1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22860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23241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23495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4AFF"/>
          </a:solidFill>
          <a:ln w="3175">
            <a:solidFill>
              <a:srgbClr val="003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2387600" y="190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24257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11FF"/>
          </a:solidFill>
          <a:ln w="3175">
            <a:solidFill>
              <a:srgbClr val="000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24511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E4"/>
          </a:solidFill>
          <a:ln w="3175">
            <a:solidFill>
              <a:srgbClr val="000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2489200" y="1993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9"/>
          </a:solidFill>
          <a:ln w="3175">
            <a:solidFill>
              <a:srgbClr val="000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15367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Freeform 428"/>
          <p:cNvSpPr/>
          <p:nvPr/>
        </p:nvSpPr>
        <p:spPr>
          <a:xfrm>
            <a:off x="1574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16129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16383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16764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17018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17399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17780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18034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18415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18669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19050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19431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19685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2006600" y="1714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8FFD7"/>
          </a:solidFill>
          <a:ln w="3175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20320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4FFFB"/>
          </a:solidFill>
          <a:ln w="3175">
            <a:solidFill>
              <a:srgbClr val="03C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2070100" y="1765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3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8FF"/>
          </a:solidFill>
          <a:ln w="3175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2108200" y="179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B5FF"/>
          </a:solidFill>
          <a:ln w="3175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21336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DFF"/>
          </a:solidFill>
          <a:ln w="3175">
            <a:solidFill>
              <a:srgbClr val="007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21717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21971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22352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4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22733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A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22987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6C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23368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2362200" y="1917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24003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22FF"/>
          </a:solidFill>
          <a:ln w="3175">
            <a:solidFill>
              <a:srgbClr val="001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2438400" y="196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F3"/>
          </a:solidFill>
          <a:ln w="3175">
            <a:solidFill>
              <a:srgbClr val="000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2463800" y="1993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15240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1549400" y="1651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15875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1625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16510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16891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1714500" y="1676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17526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17907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18161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18542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1879600" y="1714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19177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19558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1981200" y="1727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6FFD9"/>
          </a:solidFill>
          <a:ln w="3175">
            <a:solidFill>
              <a:srgbClr val="1EC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2019300" y="1752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2044700" y="17780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2" y="0"/>
                </a:moveTo>
                <a:lnTo>
                  <a:pt x="5" y="3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CBFF"/>
          </a:solidFill>
          <a:ln w="3175">
            <a:solidFill>
              <a:srgbClr val="00A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20828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9FF"/>
          </a:solidFill>
          <a:ln w="3175">
            <a:solidFill>
              <a:srgbClr val="008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21209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99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21463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6FF"/>
          </a:solidFill>
          <a:ln w="3175">
            <a:solidFill>
              <a:srgbClr val="007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21844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6FF"/>
          </a:solidFill>
          <a:ln w="3175">
            <a:solidFill>
              <a:srgbClr val="007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2209800" y="1866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3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22479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22860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5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23114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23495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23876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BFF"/>
          </a:solidFill>
          <a:ln w="3175">
            <a:solidFill>
              <a:srgbClr val="002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24130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2451100" y="1993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2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14986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15367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15748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Freeform 488"/>
          <p:cNvSpPr/>
          <p:nvPr/>
        </p:nvSpPr>
        <p:spPr>
          <a:xfrm>
            <a:off x="16002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Freeform 489"/>
          <p:cNvSpPr/>
          <p:nvPr/>
        </p:nvSpPr>
        <p:spPr>
          <a:xfrm>
            <a:off x="16383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Freeform 490"/>
          <p:cNvSpPr/>
          <p:nvPr/>
        </p:nvSpPr>
        <p:spPr>
          <a:xfrm>
            <a:off x="16637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Freeform 491"/>
          <p:cNvSpPr/>
          <p:nvPr/>
        </p:nvSpPr>
        <p:spPr>
          <a:xfrm>
            <a:off x="17018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Freeform 492"/>
          <p:cNvSpPr/>
          <p:nvPr/>
        </p:nvSpPr>
        <p:spPr>
          <a:xfrm>
            <a:off x="17399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Freeform 493"/>
          <p:cNvSpPr/>
          <p:nvPr/>
        </p:nvSpPr>
        <p:spPr>
          <a:xfrm>
            <a:off x="17653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Freeform 494"/>
          <p:cNvSpPr/>
          <p:nvPr/>
        </p:nvSpPr>
        <p:spPr>
          <a:xfrm>
            <a:off x="18034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Freeform 495"/>
          <p:cNvSpPr/>
          <p:nvPr/>
        </p:nvSpPr>
        <p:spPr>
          <a:xfrm>
            <a:off x="18288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Freeform 496"/>
          <p:cNvSpPr/>
          <p:nvPr/>
        </p:nvSpPr>
        <p:spPr>
          <a:xfrm>
            <a:off x="18669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Freeform 497"/>
          <p:cNvSpPr/>
          <p:nvPr/>
        </p:nvSpPr>
        <p:spPr>
          <a:xfrm>
            <a:off x="19050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Freeform 498"/>
          <p:cNvSpPr/>
          <p:nvPr/>
        </p:nvSpPr>
        <p:spPr>
          <a:xfrm>
            <a:off x="19304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Freeform 499"/>
          <p:cNvSpPr/>
          <p:nvPr/>
        </p:nvSpPr>
        <p:spPr>
          <a:xfrm>
            <a:off x="19685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3FFDC"/>
          </a:solidFill>
          <a:ln w="3175">
            <a:solidFill>
              <a:srgbClr val="1CC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Freeform 500"/>
          <p:cNvSpPr/>
          <p:nvPr/>
        </p:nvSpPr>
        <p:spPr>
          <a:xfrm>
            <a:off x="1993900" y="1765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Freeform 501"/>
          <p:cNvSpPr/>
          <p:nvPr/>
        </p:nvSpPr>
        <p:spPr>
          <a:xfrm>
            <a:off x="2032000" y="1803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3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Freeform 502"/>
          <p:cNvSpPr/>
          <p:nvPr/>
        </p:nvSpPr>
        <p:spPr>
          <a:xfrm>
            <a:off x="20701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A1FF"/>
          </a:solidFill>
          <a:ln w="3175">
            <a:solidFill>
              <a:srgbClr val="008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Freeform 503"/>
          <p:cNvSpPr/>
          <p:nvPr/>
        </p:nvSpPr>
        <p:spPr>
          <a:xfrm>
            <a:off x="20955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Freeform 504"/>
          <p:cNvSpPr/>
          <p:nvPr/>
        </p:nvSpPr>
        <p:spPr>
          <a:xfrm>
            <a:off x="21336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Freeform 505"/>
          <p:cNvSpPr/>
          <p:nvPr/>
        </p:nvSpPr>
        <p:spPr>
          <a:xfrm>
            <a:off x="21590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Freeform 506"/>
          <p:cNvSpPr/>
          <p:nvPr/>
        </p:nvSpPr>
        <p:spPr>
          <a:xfrm>
            <a:off x="21971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Freeform 507"/>
          <p:cNvSpPr/>
          <p:nvPr/>
        </p:nvSpPr>
        <p:spPr>
          <a:xfrm>
            <a:off x="22352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Freeform 508"/>
          <p:cNvSpPr/>
          <p:nvPr/>
        </p:nvSpPr>
        <p:spPr>
          <a:xfrm>
            <a:off x="22606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9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Freeform 509"/>
          <p:cNvSpPr/>
          <p:nvPr/>
        </p:nvSpPr>
        <p:spPr>
          <a:xfrm>
            <a:off x="2298700" y="189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Freeform 510"/>
          <p:cNvSpPr/>
          <p:nvPr/>
        </p:nvSpPr>
        <p:spPr>
          <a:xfrm>
            <a:off x="2324100" y="1905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Freeform 511"/>
          <p:cNvSpPr/>
          <p:nvPr/>
        </p:nvSpPr>
        <p:spPr>
          <a:xfrm>
            <a:off x="2362200" y="193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56FF"/>
          </a:solidFill>
          <a:ln w="3175">
            <a:solidFill>
              <a:srgbClr val="004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Freeform 512"/>
          <p:cNvSpPr/>
          <p:nvPr/>
        </p:nvSpPr>
        <p:spPr>
          <a:xfrm>
            <a:off x="24003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24FF"/>
          </a:solidFill>
          <a:ln w="3175">
            <a:solidFill>
              <a:srgbClr val="001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Freeform 513"/>
          <p:cNvSpPr/>
          <p:nvPr/>
        </p:nvSpPr>
        <p:spPr>
          <a:xfrm>
            <a:off x="2425700" y="1993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4"/>
                </a:lnTo>
                <a:lnTo>
                  <a:pt x="3" y="5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D5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Freeform 514"/>
          <p:cNvSpPr/>
          <p:nvPr/>
        </p:nvSpPr>
        <p:spPr>
          <a:xfrm>
            <a:off x="14859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Freeform 515"/>
          <p:cNvSpPr/>
          <p:nvPr/>
        </p:nvSpPr>
        <p:spPr>
          <a:xfrm>
            <a:off x="1511300" y="1663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Freeform 516"/>
          <p:cNvSpPr/>
          <p:nvPr/>
        </p:nvSpPr>
        <p:spPr>
          <a:xfrm>
            <a:off x="15494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Freeform 517"/>
          <p:cNvSpPr/>
          <p:nvPr/>
        </p:nvSpPr>
        <p:spPr>
          <a:xfrm>
            <a:off x="15875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Freeform 518"/>
          <p:cNvSpPr/>
          <p:nvPr/>
        </p:nvSpPr>
        <p:spPr>
          <a:xfrm>
            <a:off x="16129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Freeform 519"/>
          <p:cNvSpPr/>
          <p:nvPr/>
        </p:nvSpPr>
        <p:spPr>
          <a:xfrm>
            <a:off x="16510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Freeform 520"/>
          <p:cNvSpPr/>
          <p:nvPr/>
        </p:nvSpPr>
        <p:spPr>
          <a:xfrm>
            <a:off x="1676400" y="1701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Freeform 521"/>
          <p:cNvSpPr/>
          <p:nvPr/>
        </p:nvSpPr>
        <p:spPr>
          <a:xfrm>
            <a:off x="17145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Freeform 522"/>
          <p:cNvSpPr/>
          <p:nvPr/>
        </p:nvSpPr>
        <p:spPr>
          <a:xfrm>
            <a:off x="17526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Freeform 523"/>
          <p:cNvSpPr/>
          <p:nvPr/>
        </p:nvSpPr>
        <p:spPr>
          <a:xfrm>
            <a:off x="17780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Freeform 524"/>
          <p:cNvSpPr/>
          <p:nvPr/>
        </p:nvSpPr>
        <p:spPr>
          <a:xfrm>
            <a:off x="18161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Freeform 525"/>
          <p:cNvSpPr/>
          <p:nvPr/>
        </p:nvSpPr>
        <p:spPr>
          <a:xfrm>
            <a:off x="1841500" y="1739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Freeform 526"/>
          <p:cNvSpPr/>
          <p:nvPr/>
        </p:nvSpPr>
        <p:spPr>
          <a:xfrm>
            <a:off x="18796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Freeform 527"/>
          <p:cNvSpPr/>
          <p:nvPr/>
        </p:nvSpPr>
        <p:spPr>
          <a:xfrm>
            <a:off x="19177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Freeform 528"/>
          <p:cNvSpPr/>
          <p:nvPr/>
        </p:nvSpPr>
        <p:spPr>
          <a:xfrm>
            <a:off x="1943100" y="1752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3FFDC"/>
          </a:solidFill>
          <a:ln w="3175">
            <a:solidFill>
              <a:srgbClr val="1CC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Freeform 529"/>
          <p:cNvSpPr/>
          <p:nvPr/>
        </p:nvSpPr>
        <p:spPr>
          <a:xfrm>
            <a:off x="1981200" y="1778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F1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Freeform 530"/>
          <p:cNvSpPr/>
          <p:nvPr/>
        </p:nvSpPr>
        <p:spPr>
          <a:xfrm>
            <a:off x="2006600" y="1816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BFF"/>
          </a:solidFill>
          <a:ln w="3175">
            <a:solidFill>
              <a:srgbClr val="009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Freeform 531"/>
          <p:cNvSpPr/>
          <p:nvPr/>
        </p:nvSpPr>
        <p:spPr>
          <a:xfrm>
            <a:off x="20447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A0FF"/>
          </a:solidFill>
          <a:ln w="3175">
            <a:solidFill>
              <a:srgbClr val="008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Freeform 532"/>
          <p:cNvSpPr/>
          <p:nvPr/>
        </p:nvSpPr>
        <p:spPr>
          <a:xfrm>
            <a:off x="20828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Freeform 533"/>
          <p:cNvSpPr/>
          <p:nvPr/>
        </p:nvSpPr>
        <p:spPr>
          <a:xfrm>
            <a:off x="21082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Freeform 534"/>
          <p:cNvSpPr/>
          <p:nvPr/>
        </p:nvSpPr>
        <p:spPr>
          <a:xfrm>
            <a:off x="21463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Freeform 535"/>
          <p:cNvSpPr/>
          <p:nvPr/>
        </p:nvSpPr>
        <p:spPr>
          <a:xfrm>
            <a:off x="2171700" y="1879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22098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22479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AFF"/>
          </a:solidFill>
          <a:ln w="3175">
            <a:solidFill>
              <a:srgbClr val="007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22733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2311400" y="1905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7A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Freeform 540"/>
          <p:cNvSpPr/>
          <p:nvPr/>
        </p:nvSpPr>
        <p:spPr>
          <a:xfrm>
            <a:off x="2336800" y="19304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2" y="0"/>
                </a:moveTo>
                <a:lnTo>
                  <a:pt x="5" y="2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Freeform 541"/>
          <p:cNvSpPr/>
          <p:nvPr/>
        </p:nvSpPr>
        <p:spPr>
          <a:xfrm>
            <a:off x="2374900" y="1955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3"/>
                </a:lnTo>
                <a:lnTo>
                  <a:pt x="3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26FF"/>
          </a:solidFill>
          <a:ln w="3175">
            <a:solidFill>
              <a:srgbClr val="001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Freeform 542"/>
          <p:cNvSpPr/>
          <p:nvPr/>
        </p:nvSpPr>
        <p:spPr>
          <a:xfrm>
            <a:off x="2413000" y="1993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5"/>
                </a:lnTo>
                <a:lnTo>
                  <a:pt x="2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Freeform 543"/>
          <p:cNvSpPr/>
          <p:nvPr/>
        </p:nvSpPr>
        <p:spPr>
          <a:xfrm>
            <a:off x="14605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Freeform 544"/>
          <p:cNvSpPr/>
          <p:nvPr/>
        </p:nvSpPr>
        <p:spPr>
          <a:xfrm>
            <a:off x="14986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Freeform 545"/>
          <p:cNvSpPr/>
          <p:nvPr/>
        </p:nvSpPr>
        <p:spPr>
          <a:xfrm>
            <a:off x="15367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Freeform 546"/>
          <p:cNvSpPr/>
          <p:nvPr/>
        </p:nvSpPr>
        <p:spPr>
          <a:xfrm>
            <a:off x="15621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Freeform 547"/>
          <p:cNvSpPr/>
          <p:nvPr/>
        </p:nvSpPr>
        <p:spPr>
          <a:xfrm>
            <a:off x="16002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Freeform 548"/>
          <p:cNvSpPr/>
          <p:nvPr/>
        </p:nvSpPr>
        <p:spPr>
          <a:xfrm>
            <a:off x="16256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Freeform 549"/>
          <p:cNvSpPr/>
          <p:nvPr/>
        </p:nvSpPr>
        <p:spPr>
          <a:xfrm>
            <a:off x="16637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Freeform 550"/>
          <p:cNvSpPr/>
          <p:nvPr/>
        </p:nvSpPr>
        <p:spPr>
          <a:xfrm>
            <a:off x="17018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Freeform 551"/>
          <p:cNvSpPr/>
          <p:nvPr/>
        </p:nvSpPr>
        <p:spPr>
          <a:xfrm>
            <a:off x="17272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Freeform 552"/>
          <p:cNvSpPr/>
          <p:nvPr/>
        </p:nvSpPr>
        <p:spPr>
          <a:xfrm>
            <a:off x="17653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Freeform 553"/>
          <p:cNvSpPr/>
          <p:nvPr/>
        </p:nvSpPr>
        <p:spPr>
          <a:xfrm>
            <a:off x="17907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Freeform 554"/>
          <p:cNvSpPr/>
          <p:nvPr/>
        </p:nvSpPr>
        <p:spPr>
          <a:xfrm>
            <a:off x="18288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Freeform 555"/>
          <p:cNvSpPr/>
          <p:nvPr/>
        </p:nvSpPr>
        <p:spPr>
          <a:xfrm>
            <a:off x="18669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Freeform 556"/>
          <p:cNvSpPr/>
          <p:nvPr/>
        </p:nvSpPr>
        <p:spPr>
          <a:xfrm>
            <a:off x="18923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Freeform 557"/>
          <p:cNvSpPr/>
          <p:nvPr/>
        </p:nvSpPr>
        <p:spPr>
          <a:xfrm>
            <a:off x="1930400" y="1765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5FFDA"/>
          </a:solidFill>
          <a:ln w="3175">
            <a:solidFill>
              <a:srgbClr val="1DCC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Freeform 558"/>
          <p:cNvSpPr/>
          <p:nvPr/>
        </p:nvSpPr>
        <p:spPr>
          <a:xfrm>
            <a:off x="1955800" y="179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Freeform 559"/>
          <p:cNvSpPr/>
          <p:nvPr/>
        </p:nvSpPr>
        <p:spPr>
          <a:xfrm>
            <a:off x="1993900" y="1828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C5FF"/>
          </a:solidFill>
          <a:ln w="3175">
            <a:solidFill>
              <a:srgbClr val="009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Freeform 560"/>
          <p:cNvSpPr/>
          <p:nvPr/>
        </p:nvSpPr>
        <p:spPr>
          <a:xfrm>
            <a:off x="20320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Freeform 561"/>
          <p:cNvSpPr/>
          <p:nvPr/>
        </p:nvSpPr>
        <p:spPr>
          <a:xfrm>
            <a:off x="20574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Freeform 562"/>
          <p:cNvSpPr/>
          <p:nvPr/>
        </p:nvSpPr>
        <p:spPr>
          <a:xfrm>
            <a:off x="20955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Freeform 563"/>
          <p:cNvSpPr/>
          <p:nvPr/>
        </p:nvSpPr>
        <p:spPr>
          <a:xfrm>
            <a:off x="21209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Freeform 564"/>
          <p:cNvSpPr/>
          <p:nvPr/>
        </p:nvSpPr>
        <p:spPr>
          <a:xfrm>
            <a:off x="2159000" y="189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Freeform 565"/>
          <p:cNvSpPr/>
          <p:nvPr/>
        </p:nvSpPr>
        <p:spPr>
          <a:xfrm>
            <a:off x="21971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Freeform 566"/>
          <p:cNvSpPr/>
          <p:nvPr/>
        </p:nvSpPr>
        <p:spPr>
          <a:xfrm>
            <a:off x="2222500" y="190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F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Freeform 567"/>
          <p:cNvSpPr/>
          <p:nvPr/>
        </p:nvSpPr>
        <p:spPr>
          <a:xfrm>
            <a:off x="2260600" y="191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Freeform 568"/>
          <p:cNvSpPr/>
          <p:nvPr/>
        </p:nvSpPr>
        <p:spPr>
          <a:xfrm>
            <a:off x="22860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Freeform 569"/>
          <p:cNvSpPr/>
          <p:nvPr/>
        </p:nvSpPr>
        <p:spPr>
          <a:xfrm>
            <a:off x="23241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7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Freeform 570"/>
          <p:cNvSpPr/>
          <p:nvPr/>
        </p:nvSpPr>
        <p:spPr>
          <a:xfrm>
            <a:off x="2362200" y="1981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Freeform 571"/>
          <p:cNvSpPr/>
          <p:nvPr/>
        </p:nvSpPr>
        <p:spPr>
          <a:xfrm>
            <a:off x="2387600" y="2019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4"/>
                </a:lnTo>
                <a:lnTo>
                  <a:pt x="3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CC"/>
          </a:solidFill>
          <a:ln w="3175">
            <a:solidFill>
              <a:srgbClr val="0000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Freeform 572"/>
          <p:cNvSpPr/>
          <p:nvPr/>
        </p:nvSpPr>
        <p:spPr>
          <a:xfrm>
            <a:off x="14478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Freeform 573"/>
          <p:cNvSpPr/>
          <p:nvPr/>
        </p:nvSpPr>
        <p:spPr>
          <a:xfrm>
            <a:off x="1473200" y="1689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Freeform 574"/>
          <p:cNvSpPr/>
          <p:nvPr/>
        </p:nvSpPr>
        <p:spPr>
          <a:xfrm>
            <a:off x="15113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Freeform 575"/>
          <p:cNvSpPr/>
          <p:nvPr/>
        </p:nvSpPr>
        <p:spPr>
          <a:xfrm>
            <a:off x="15494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Freeform 576"/>
          <p:cNvSpPr/>
          <p:nvPr/>
        </p:nvSpPr>
        <p:spPr>
          <a:xfrm>
            <a:off x="15748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Freeform 577"/>
          <p:cNvSpPr/>
          <p:nvPr/>
        </p:nvSpPr>
        <p:spPr>
          <a:xfrm>
            <a:off x="16129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Freeform 578"/>
          <p:cNvSpPr/>
          <p:nvPr/>
        </p:nvSpPr>
        <p:spPr>
          <a:xfrm>
            <a:off x="1638300" y="1727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Freeform 579"/>
          <p:cNvSpPr/>
          <p:nvPr/>
        </p:nvSpPr>
        <p:spPr>
          <a:xfrm>
            <a:off x="16764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Freeform 580"/>
          <p:cNvSpPr/>
          <p:nvPr/>
        </p:nvSpPr>
        <p:spPr>
          <a:xfrm>
            <a:off x="17145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Freeform 581"/>
          <p:cNvSpPr/>
          <p:nvPr/>
        </p:nvSpPr>
        <p:spPr>
          <a:xfrm>
            <a:off x="17399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Freeform 582"/>
          <p:cNvSpPr/>
          <p:nvPr/>
        </p:nvSpPr>
        <p:spPr>
          <a:xfrm>
            <a:off x="17780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Freeform 583"/>
          <p:cNvSpPr/>
          <p:nvPr/>
        </p:nvSpPr>
        <p:spPr>
          <a:xfrm>
            <a:off x="1803400" y="1752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Freeform 584"/>
          <p:cNvSpPr/>
          <p:nvPr/>
        </p:nvSpPr>
        <p:spPr>
          <a:xfrm>
            <a:off x="18415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Freeform 585"/>
          <p:cNvSpPr/>
          <p:nvPr/>
        </p:nvSpPr>
        <p:spPr>
          <a:xfrm>
            <a:off x="18796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Freeform 586"/>
          <p:cNvSpPr/>
          <p:nvPr/>
        </p:nvSpPr>
        <p:spPr>
          <a:xfrm>
            <a:off x="19050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6FFD9"/>
          </a:solidFill>
          <a:ln w="3175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Freeform 587"/>
          <p:cNvSpPr/>
          <p:nvPr/>
        </p:nvSpPr>
        <p:spPr>
          <a:xfrm>
            <a:off x="1943100" y="1803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Freeform 588"/>
          <p:cNvSpPr/>
          <p:nvPr/>
        </p:nvSpPr>
        <p:spPr>
          <a:xfrm>
            <a:off x="1968500" y="1828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CDFF"/>
          </a:solidFill>
          <a:ln w="3175">
            <a:solidFill>
              <a:srgbClr val="00A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Freeform 589"/>
          <p:cNvSpPr/>
          <p:nvPr/>
        </p:nvSpPr>
        <p:spPr>
          <a:xfrm>
            <a:off x="20066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A9FF"/>
          </a:solidFill>
          <a:ln w="3175">
            <a:solidFill>
              <a:srgbClr val="008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Freeform 590"/>
          <p:cNvSpPr/>
          <p:nvPr/>
        </p:nvSpPr>
        <p:spPr>
          <a:xfrm>
            <a:off x="20447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Freeform 591"/>
          <p:cNvSpPr/>
          <p:nvPr/>
        </p:nvSpPr>
        <p:spPr>
          <a:xfrm>
            <a:off x="2070100" y="189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5FF"/>
          </a:solidFill>
          <a:ln w="3175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Freeform 592"/>
          <p:cNvSpPr/>
          <p:nvPr/>
        </p:nvSpPr>
        <p:spPr>
          <a:xfrm>
            <a:off x="21082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5FF"/>
          </a:solidFill>
          <a:ln w="3175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Freeform 593"/>
          <p:cNvSpPr/>
          <p:nvPr/>
        </p:nvSpPr>
        <p:spPr>
          <a:xfrm>
            <a:off x="2133600" y="1905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0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Freeform 594"/>
          <p:cNvSpPr/>
          <p:nvPr/>
        </p:nvSpPr>
        <p:spPr>
          <a:xfrm>
            <a:off x="21717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Freeform 595"/>
          <p:cNvSpPr/>
          <p:nvPr/>
        </p:nvSpPr>
        <p:spPr>
          <a:xfrm>
            <a:off x="2209800" y="191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82FF"/>
          </a:solidFill>
          <a:ln w="3175">
            <a:solidFill>
              <a:srgbClr val="006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Freeform 596"/>
          <p:cNvSpPr/>
          <p:nvPr/>
        </p:nvSpPr>
        <p:spPr>
          <a:xfrm>
            <a:off x="22352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71FF"/>
          </a:solidFill>
          <a:ln w="3175">
            <a:solidFill>
              <a:srgbClr val="005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Freeform 597"/>
          <p:cNvSpPr/>
          <p:nvPr/>
        </p:nvSpPr>
        <p:spPr>
          <a:xfrm>
            <a:off x="22733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Freeform 598"/>
          <p:cNvSpPr/>
          <p:nvPr/>
        </p:nvSpPr>
        <p:spPr>
          <a:xfrm>
            <a:off x="2298700" y="1968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2" y="0"/>
                </a:moveTo>
                <a:lnTo>
                  <a:pt x="5" y="2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Freeform 599"/>
          <p:cNvSpPr/>
          <p:nvPr/>
        </p:nvSpPr>
        <p:spPr>
          <a:xfrm>
            <a:off x="2336800" y="1993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3"/>
                </a:lnTo>
                <a:lnTo>
                  <a:pt x="3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8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Freeform 600"/>
          <p:cNvSpPr/>
          <p:nvPr/>
        </p:nvSpPr>
        <p:spPr>
          <a:xfrm>
            <a:off x="2374900" y="2032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4"/>
                </a:lnTo>
                <a:lnTo>
                  <a:pt x="2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C3"/>
          </a:solidFill>
          <a:ln w="3175">
            <a:solidFill>
              <a:srgbClr val="000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Freeform 601"/>
          <p:cNvSpPr/>
          <p:nvPr/>
        </p:nvSpPr>
        <p:spPr>
          <a:xfrm>
            <a:off x="14224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Freeform 602"/>
          <p:cNvSpPr/>
          <p:nvPr/>
        </p:nvSpPr>
        <p:spPr>
          <a:xfrm>
            <a:off x="14605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Freeform 603"/>
          <p:cNvSpPr/>
          <p:nvPr/>
        </p:nvSpPr>
        <p:spPr>
          <a:xfrm>
            <a:off x="14986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Freeform 604"/>
          <p:cNvSpPr/>
          <p:nvPr/>
        </p:nvSpPr>
        <p:spPr>
          <a:xfrm>
            <a:off x="15240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Freeform 605"/>
          <p:cNvSpPr/>
          <p:nvPr/>
        </p:nvSpPr>
        <p:spPr>
          <a:xfrm>
            <a:off x="15621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Freeform 606"/>
          <p:cNvSpPr/>
          <p:nvPr/>
        </p:nvSpPr>
        <p:spPr>
          <a:xfrm>
            <a:off x="15875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Freeform 607"/>
          <p:cNvSpPr/>
          <p:nvPr/>
        </p:nvSpPr>
        <p:spPr>
          <a:xfrm>
            <a:off x="16256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Freeform 608"/>
          <p:cNvSpPr/>
          <p:nvPr/>
        </p:nvSpPr>
        <p:spPr>
          <a:xfrm>
            <a:off x="16637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Freeform 609"/>
          <p:cNvSpPr/>
          <p:nvPr/>
        </p:nvSpPr>
        <p:spPr>
          <a:xfrm>
            <a:off x="16891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Freeform 610"/>
          <p:cNvSpPr/>
          <p:nvPr/>
        </p:nvSpPr>
        <p:spPr>
          <a:xfrm>
            <a:off x="17272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Freeform 611"/>
          <p:cNvSpPr/>
          <p:nvPr/>
        </p:nvSpPr>
        <p:spPr>
          <a:xfrm>
            <a:off x="17526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Freeform 612"/>
          <p:cNvSpPr/>
          <p:nvPr/>
        </p:nvSpPr>
        <p:spPr>
          <a:xfrm>
            <a:off x="17907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Freeform 613"/>
          <p:cNvSpPr/>
          <p:nvPr/>
        </p:nvSpPr>
        <p:spPr>
          <a:xfrm>
            <a:off x="18288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Freeform 614"/>
          <p:cNvSpPr/>
          <p:nvPr/>
        </p:nvSpPr>
        <p:spPr>
          <a:xfrm>
            <a:off x="18542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Freeform 615"/>
          <p:cNvSpPr/>
          <p:nvPr/>
        </p:nvSpPr>
        <p:spPr>
          <a:xfrm>
            <a:off x="18923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7FFD8"/>
          </a:solidFill>
          <a:ln w="3175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Freeform 616"/>
          <p:cNvSpPr/>
          <p:nvPr/>
        </p:nvSpPr>
        <p:spPr>
          <a:xfrm>
            <a:off x="1917700" y="1803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Freeform 617"/>
          <p:cNvSpPr/>
          <p:nvPr/>
        </p:nvSpPr>
        <p:spPr>
          <a:xfrm>
            <a:off x="1955800" y="1841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3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Freeform 618"/>
          <p:cNvSpPr/>
          <p:nvPr/>
        </p:nvSpPr>
        <p:spPr>
          <a:xfrm>
            <a:off x="1993900" y="1866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0FF"/>
          </a:solidFill>
          <a:ln w="3175">
            <a:solidFill>
              <a:srgbClr val="008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Freeform 619"/>
          <p:cNvSpPr/>
          <p:nvPr/>
        </p:nvSpPr>
        <p:spPr>
          <a:xfrm>
            <a:off x="20193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9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Freeform 620"/>
          <p:cNvSpPr/>
          <p:nvPr/>
        </p:nvSpPr>
        <p:spPr>
          <a:xfrm>
            <a:off x="2057400" y="190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2FF"/>
          </a:solidFill>
          <a:ln w="3175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Freeform 621"/>
          <p:cNvSpPr/>
          <p:nvPr/>
        </p:nvSpPr>
        <p:spPr>
          <a:xfrm>
            <a:off x="2082800" y="190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Freeform 622"/>
          <p:cNvSpPr/>
          <p:nvPr/>
        </p:nvSpPr>
        <p:spPr>
          <a:xfrm>
            <a:off x="2120900" y="191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Freeform 623"/>
          <p:cNvSpPr/>
          <p:nvPr/>
        </p:nvSpPr>
        <p:spPr>
          <a:xfrm>
            <a:off x="2159000" y="193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Freeform 624"/>
          <p:cNvSpPr/>
          <p:nvPr/>
        </p:nvSpPr>
        <p:spPr>
          <a:xfrm>
            <a:off x="2184400" y="194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Freeform 625"/>
          <p:cNvSpPr/>
          <p:nvPr/>
        </p:nvSpPr>
        <p:spPr>
          <a:xfrm>
            <a:off x="2222500" y="195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4FF"/>
          </a:solidFill>
          <a:ln w="3175">
            <a:solidFill>
              <a:srgbClr val="005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Freeform 626"/>
          <p:cNvSpPr/>
          <p:nvPr/>
        </p:nvSpPr>
        <p:spPr>
          <a:xfrm>
            <a:off x="2247900" y="1968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4CFF"/>
          </a:solidFill>
          <a:ln w="3175">
            <a:solidFill>
              <a:srgbClr val="003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Freeform 627"/>
          <p:cNvSpPr/>
          <p:nvPr/>
        </p:nvSpPr>
        <p:spPr>
          <a:xfrm>
            <a:off x="2286000" y="1993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B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Freeform 628"/>
          <p:cNvSpPr/>
          <p:nvPr/>
        </p:nvSpPr>
        <p:spPr>
          <a:xfrm>
            <a:off x="2324100" y="2019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Freeform 629"/>
          <p:cNvSpPr/>
          <p:nvPr/>
        </p:nvSpPr>
        <p:spPr>
          <a:xfrm>
            <a:off x="2349500" y="2057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Freeform 630"/>
          <p:cNvSpPr/>
          <p:nvPr/>
        </p:nvSpPr>
        <p:spPr>
          <a:xfrm>
            <a:off x="14097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Freeform 631"/>
          <p:cNvSpPr/>
          <p:nvPr/>
        </p:nvSpPr>
        <p:spPr>
          <a:xfrm>
            <a:off x="1435100" y="1714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Freeform 632"/>
          <p:cNvSpPr/>
          <p:nvPr/>
        </p:nvSpPr>
        <p:spPr>
          <a:xfrm>
            <a:off x="14732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Freeform 633"/>
          <p:cNvSpPr/>
          <p:nvPr/>
        </p:nvSpPr>
        <p:spPr>
          <a:xfrm>
            <a:off x="15113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Freeform 634"/>
          <p:cNvSpPr/>
          <p:nvPr/>
        </p:nvSpPr>
        <p:spPr>
          <a:xfrm>
            <a:off x="15367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Freeform 635"/>
          <p:cNvSpPr/>
          <p:nvPr/>
        </p:nvSpPr>
        <p:spPr>
          <a:xfrm>
            <a:off x="15748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Freeform 636"/>
          <p:cNvSpPr/>
          <p:nvPr/>
        </p:nvSpPr>
        <p:spPr>
          <a:xfrm>
            <a:off x="1600200" y="1739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Freeform 637"/>
          <p:cNvSpPr/>
          <p:nvPr/>
        </p:nvSpPr>
        <p:spPr>
          <a:xfrm>
            <a:off x="16383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Freeform 638"/>
          <p:cNvSpPr/>
          <p:nvPr/>
        </p:nvSpPr>
        <p:spPr>
          <a:xfrm>
            <a:off x="16764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Freeform 639"/>
          <p:cNvSpPr/>
          <p:nvPr/>
        </p:nvSpPr>
        <p:spPr>
          <a:xfrm>
            <a:off x="17018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Freeform 640"/>
          <p:cNvSpPr/>
          <p:nvPr/>
        </p:nvSpPr>
        <p:spPr>
          <a:xfrm>
            <a:off x="17399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Freeform 641"/>
          <p:cNvSpPr/>
          <p:nvPr/>
        </p:nvSpPr>
        <p:spPr>
          <a:xfrm>
            <a:off x="1765300" y="1778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Freeform 642"/>
          <p:cNvSpPr/>
          <p:nvPr/>
        </p:nvSpPr>
        <p:spPr>
          <a:xfrm>
            <a:off x="18034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Freeform 643"/>
          <p:cNvSpPr/>
          <p:nvPr/>
        </p:nvSpPr>
        <p:spPr>
          <a:xfrm>
            <a:off x="18415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Freeform 644"/>
          <p:cNvSpPr/>
          <p:nvPr/>
        </p:nvSpPr>
        <p:spPr>
          <a:xfrm>
            <a:off x="18669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28FFD7"/>
          </a:solidFill>
          <a:ln w="3175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Freeform 645"/>
          <p:cNvSpPr/>
          <p:nvPr/>
        </p:nvSpPr>
        <p:spPr>
          <a:xfrm>
            <a:off x="19050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4FFFB"/>
          </a:solidFill>
          <a:ln w="3175">
            <a:solidFill>
              <a:srgbClr val="03C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Freeform 646"/>
          <p:cNvSpPr/>
          <p:nvPr/>
        </p:nvSpPr>
        <p:spPr>
          <a:xfrm>
            <a:off x="1930400" y="1854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D8FF"/>
          </a:solidFill>
          <a:ln w="3175">
            <a:solidFill>
              <a:srgbClr val="00A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Freeform 647"/>
          <p:cNvSpPr/>
          <p:nvPr/>
        </p:nvSpPr>
        <p:spPr>
          <a:xfrm>
            <a:off x="19685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B5FF"/>
          </a:solidFill>
          <a:ln w="3175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Freeform 648"/>
          <p:cNvSpPr/>
          <p:nvPr/>
        </p:nvSpPr>
        <p:spPr>
          <a:xfrm>
            <a:off x="2006600" y="190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Freeform 649"/>
          <p:cNvSpPr/>
          <p:nvPr/>
        </p:nvSpPr>
        <p:spPr>
          <a:xfrm>
            <a:off x="2032000" y="191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Freeform 650"/>
          <p:cNvSpPr/>
          <p:nvPr/>
        </p:nvSpPr>
        <p:spPr>
          <a:xfrm>
            <a:off x="2070100" y="191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Freeform 651"/>
          <p:cNvSpPr/>
          <p:nvPr/>
        </p:nvSpPr>
        <p:spPr>
          <a:xfrm>
            <a:off x="2095500" y="1930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4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Freeform 652"/>
          <p:cNvSpPr/>
          <p:nvPr/>
        </p:nvSpPr>
        <p:spPr>
          <a:xfrm>
            <a:off x="2133600" y="194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A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Freeform 653"/>
          <p:cNvSpPr/>
          <p:nvPr/>
        </p:nvSpPr>
        <p:spPr>
          <a:xfrm>
            <a:off x="2171700" y="195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C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Freeform 654"/>
          <p:cNvSpPr/>
          <p:nvPr/>
        </p:nvSpPr>
        <p:spPr>
          <a:xfrm>
            <a:off x="2197100" y="1968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Freeform 655"/>
          <p:cNvSpPr/>
          <p:nvPr/>
        </p:nvSpPr>
        <p:spPr>
          <a:xfrm>
            <a:off x="2235200" y="1981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Freeform 656"/>
          <p:cNvSpPr/>
          <p:nvPr/>
        </p:nvSpPr>
        <p:spPr>
          <a:xfrm>
            <a:off x="2260600" y="2006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21FF"/>
          </a:solidFill>
          <a:ln w="3175">
            <a:solidFill>
              <a:srgbClr val="001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Freeform 657"/>
          <p:cNvSpPr/>
          <p:nvPr/>
        </p:nvSpPr>
        <p:spPr>
          <a:xfrm>
            <a:off x="2298700" y="2032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F3"/>
          </a:solidFill>
          <a:ln w="3175">
            <a:solidFill>
              <a:srgbClr val="000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Freeform 658"/>
          <p:cNvSpPr/>
          <p:nvPr/>
        </p:nvSpPr>
        <p:spPr>
          <a:xfrm>
            <a:off x="2336800" y="2070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B4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Freeform 659"/>
          <p:cNvSpPr/>
          <p:nvPr/>
        </p:nvSpPr>
        <p:spPr>
          <a:xfrm>
            <a:off x="13843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Freeform 660"/>
          <p:cNvSpPr/>
          <p:nvPr/>
        </p:nvSpPr>
        <p:spPr>
          <a:xfrm>
            <a:off x="14224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Freeform 661"/>
          <p:cNvSpPr/>
          <p:nvPr/>
        </p:nvSpPr>
        <p:spPr>
          <a:xfrm>
            <a:off x="14605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Freeform 662"/>
          <p:cNvSpPr/>
          <p:nvPr/>
        </p:nvSpPr>
        <p:spPr>
          <a:xfrm>
            <a:off x="14859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Freeform 663"/>
          <p:cNvSpPr/>
          <p:nvPr/>
        </p:nvSpPr>
        <p:spPr>
          <a:xfrm>
            <a:off x="15240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Freeform 664"/>
          <p:cNvSpPr/>
          <p:nvPr/>
        </p:nvSpPr>
        <p:spPr>
          <a:xfrm>
            <a:off x="15494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Freeform 665"/>
          <p:cNvSpPr/>
          <p:nvPr/>
        </p:nvSpPr>
        <p:spPr>
          <a:xfrm>
            <a:off x="15875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Freeform 666"/>
          <p:cNvSpPr/>
          <p:nvPr/>
        </p:nvSpPr>
        <p:spPr>
          <a:xfrm>
            <a:off x="16256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Freeform 667"/>
          <p:cNvSpPr/>
          <p:nvPr/>
        </p:nvSpPr>
        <p:spPr>
          <a:xfrm>
            <a:off x="16510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Freeform 668"/>
          <p:cNvSpPr/>
          <p:nvPr/>
        </p:nvSpPr>
        <p:spPr>
          <a:xfrm>
            <a:off x="16891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Freeform 669"/>
          <p:cNvSpPr/>
          <p:nvPr/>
        </p:nvSpPr>
        <p:spPr>
          <a:xfrm>
            <a:off x="17145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Freeform 670"/>
          <p:cNvSpPr/>
          <p:nvPr/>
        </p:nvSpPr>
        <p:spPr>
          <a:xfrm>
            <a:off x="17526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Freeform 671"/>
          <p:cNvSpPr/>
          <p:nvPr/>
        </p:nvSpPr>
        <p:spPr>
          <a:xfrm>
            <a:off x="17907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Freeform 672"/>
          <p:cNvSpPr/>
          <p:nvPr/>
        </p:nvSpPr>
        <p:spPr>
          <a:xfrm>
            <a:off x="18161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Freeform 673"/>
          <p:cNvSpPr/>
          <p:nvPr/>
        </p:nvSpPr>
        <p:spPr>
          <a:xfrm>
            <a:off x="1854200" y="1803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Freeform 674"/>
          <p:cNvSpPr/>
          <p:nvPr/>
        </p:nvSpPr>
        <p:spPr>
          <a:xfrm>
            <a:off x="1879600" y="1828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6FFF9"/>
          </a:solidFill>
          <a:ln w="3175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Freeform 675"/>
          <p:cNvSpPr/>
          <p:nvPr/>
        </p:nvSpPr>
        <p:spPr>
          <a:xfrm>
            <a:off x="1917700" y="185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Freeform 676"/>
          <p:cNvSpPr/>
          <p:nvPr/>
        </p:nvSpPr>
        <p:spPr>
          <a:xfrm>
            <a:off x="1955800" y="187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AFF"/>
          </a:solidFill>
          <a:ln w="3175">
            <a:solidFill>
              <a:srgbClr val="009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Freeform 677"/>
          <p:cNvSpPr/>
          <p:nvPr/>
        </p:nvSpPr>
        <p:spPr>
          <a:xfrm>
            <a:off x="1981200" y="190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0FF"/>
          </a:solidFill>
          <a:ln w="3175">
            <a:solidFill>
              <a:srgbClr val="008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Freeform 678"/>
          <p:cNvSpPr/>
          <p:nvPr/>
        </p:nvSpPr>
        <p:spPr>
          <a:xfrm>
            <a:off x="2019300" y="193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F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Freeform 679"/>
          <p:cNvSpPr/>
          <p:nvPr/>
        </p:nvSpPr>
        <p:spPr>
          <a:xfrm>
            <a:off x="2044700" y="193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84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Freeform 680"/>
          <p:cNvSpPr/>
          <p:nvPr/>
        </p:nvSpPr>
        <p:spPr>
          <a:xfrm>
            <a:off x="2082800" y="194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Freeform 681"/>
          <p:cNvSpPr/>
          <p:nvPr/>
        </p:nvSpPr>
        <p:spPr>
          <a:xfrm>
            <a:off x="2120900" y="195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1FF"/>
          </a:solidFill>
          <a:ln w="3175">
            <a:solidFill>
              <a:srgbClr val="005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Freeform 682"/>
          <p:cNvSpPr/>
          <p:nvPr/>
        </p:nvSpPr>
        <p:spPr>
          <a:xfrm>
            <a:off x="2146300" y="196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4FF"/>
          </a:solidFill>
          <a:ln w="3175">
            <a:solidFill>
              <a:srgbClr val="005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Freeform 683"/>
          <p:cNvSpPr/>
          <p:nvPr/>
        </p:nvSpPr>
        <p:spPr>
          <a:xfrm>
            <a:off x="2184400" y="1981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2FF"/>
          </a:solidFill>
          <a:ln w="3175">
            <a:solidFill>
              <a:srgbClr val="004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Freeform 684"/>
          <p:cNvSpPr/>
          <p:nvPr/>
        </p:nvSpPr>
        <p:spPr>
          <a:xfrm>
            <a:off x="2209800" y="200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Freeform 685"/>
          <p:cNvSpPr/>
          <p:nvPr/>
        </p:nvSpPr>
        <p:spPr>
          <a:xfrm>
            <a:off x="2247900" y="2019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3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Freeform 686"/>
          <p:cNvSpPr/>
          <p:nvPr/>
        </p:nvSpPr>
        <p:spPr>
          <a:xfrm>
            <a:off x="2286000" y="2044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EB"/>
          </a:solidFill>
          <a:ln w="3175">
            <a:solidFill>
              <a:srgbClr val="0000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Freeform 687"/>
          <p:cNvSpPr/>
          <p:nvPr/>
        </p:nvSpPr>
        <p:spPr>
          <a:xfrm>
            <a:off x="2311400" y="2082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3"/>
                </a:lnTo>
                <a:lnTo>
                  <a:pt x="3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Freeform 688"/>
          <p:cNvSpPr/>
          <p:nvPr/>
        </p:nvSpPr>
        <p:spPr>
          <a:xfrm>
            <a:off x="13716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Freeform 689"/>
          <p:cNvSpPr/>
          <p:nvPr/>
        </p:nvSpPr>
        <p:spPr>
          <a:xfrm>
            <a:off x="1397000" y="1739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Freeform 690"/>
          <p:cNvSpPr/>
          <p:nvPr/>
        </p:nvSpPr>
        <p:spPr>
          <a:xfrm>
            <a:off x="14351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Freeform 691"/>
          <p:cNvSpPr/>
          <p:nvPr/>
        </p:nvSpPr>
        <p:spPr>
          <a:xfrm>
            <a:off x="14732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Freeform 692"/>
          <p:cNvSpPr/>
          <p:nvPr/>
        </p:nvSpPr>
        <p:spPr>
          <a:xfrm>
            <a:off x="14986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Freeform 693"/>
          <p:cNvSpPr/>
          <p:nvPr/>
        </p:nvSpPr>
        <p:spPr>
          <a:xfrm>
            <a:off x="15367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Freeform 694"/>
          <p:cNvSpPr/>
          <p:nvPr/>
        </p:nvSpPr>
        <p:spPr>
          <a:xfrm>
            <a:off x="1562100" y="1765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Freeform 695"/>
          <p:cNvSpPr/>
          <p:nvPr/>
        </p:nvSpPr>
        <p:spPr>
          <a:xfrm>
            <a:off x="16002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Freeform 696"/>
          <p:cNvSpPr/>
          <p:nvPr/>
        </p:nvSpPr>
        <p:spPr>
          <a:xfrm>
            <a:off x="16383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Freeform 697"/>
          <p:cNvSpPr/>
          <p:nvPr/>
        </p:nvSpPr>
        <p:spPr>
          <a:xfrm>
            <a:off x="16637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Freeform 698"/>
          <p:cNvSpPr/>
          <p:nvPr/>
        </p:nvSpPr>
        <p:spPr>
          <a:xfrm>
            <a:off x="17018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Freeform 699"/>
          <p:cNvSpPr/>
          <p:nvPr/>
        </p:nvSpPr>
        <p:spPr>
          <a:xfrm>
            <a:off x="1727200" y="1803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Freeform 700"/>
          <p:cNvSpPr/>
          <p:nvPr/>
        </p:nvSpPr>
        <p:spPr>
          <a:xfrm>
            <a:off x="17653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Freeform 701"/>
          <p:cNvSpPr/>
          <p:nvPr/>
        </p:nvSpPr>
        <p:spPr>
          <a:xfrm>
            <a:off x="18034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reeform 702"/>
          <p:cNvSpPr/>
          <p:nvPr/>
        </p:nvSpPr>
        <p:spPr>
          <a:xfrm>
            <a:off x="18288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Freeform 703"/>
          <p:cNvSpPr/>
          <p:nvPr/>
        </p:nvSpPr>
        <p:spPr>
          <a:xfrm>
            <a:off x="1866900" y="1841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8FFF7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Freeform 704"/>
          <p:cNvSpPr/>
          <p:nvPr/>
        </p:nvSpPr>
        <p:spPr>
          <a:xfrm>
            <a:off x="1892300" y="1866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DE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Freeform 705"/>
          <p:cNvSpPr/>
          <p:nvPr/>
        </p:nvSpPr>
        <p:spPr>
          <a:xfrm>
            <a:off x="19304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Freeform 706"/>
          <p:cNvSpPr/>
          <p:nvPr/>
        </p:nvSpPr>
        <p:spPr>
          <a:xfrm>
            <a:off x="1968500" y="191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Freeform 707"/>
          <p:cNvSpPr/>
          <p:nvPr/>
        </p:nvSpPr>
        <p:spPr>
          <a:xfrm>
            <a:off x="19939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Freeform 708"/>
          <p:cNvSpPr/>
          <p:nvPr/>
        </p:nvSpPr>
        <p:spPr>
          <a:xfrm>
            <a:off x="2032000" y="195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Freeform 709"/>
          <p:cNvSpPr/>
          <p:nvPr/>
        </p:nvSpPr>
        <p:spPr>
          <a:xfrm>
            <a:off x="2057400" y="1955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Freeform 710"/>
          <p:cNvSpPr/>
          <p:nvPr/>
        </p:nvSpPr>
        <p:spPr>
          <a:xfrm>
            <a:off x="2095500" y="196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Freeform 711"/>
          <p:cNvSpPr/>
          <p:nvPr/>
        </p:nvSpPr>
        <p:spPr>
          <a:xfrm>
            <a:off x="2133600" y="1981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Freeform 712"/>
          <p:cNvSpPr/>
          <p:nvPr/>
        </p:nvSpPr>
        <p:spPr>
          <a:xfrm>
            <a:off x="2159000" y="1993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4BFF"/>
          </a:solidFill>
          <a:ln w="3175">
            <a:solidFill>
              <a:srgbClr val="003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Freeform 713"/>
          <p:cNvSpPr/>
          <p:nvPr/>
        </p:nvSpPr>
        <p:spPr>
          <a:xfrm>
            <a:off x="2197100" y="2019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reeform 714"/>
          <p:cNvSpPr/>
          <p:nvPr/>
        </p:nvSpPr>
        <p:spPr>
          <a:xfrm>
            <a:off x="2222500" y="20320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2" y="0"/>
                </a:moveTo>
                <a:lnTo>
                  <a:pt x="5" y="3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12FF"/>
          </a:solidFill>
          <a:ln w="3175">
            <a:solidFill>
              <a:srgbClr val="000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Freeform 715"/>
          <p:cNvSpPr/>
          <p:nvPr/>
        </p:nvSpPr>
        <p:spPr>
          <a:xfrm>
            <a:off x="2260600" y="2070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E5"/>
          </a:solidFill>
          <a:ln w="3175">
            <a:solidFill>
              <a:srgbClr val="000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Freeform 716"/>
          <p:cNvSpPr/>
          <p:nvPr/>
        </p:nvSpPr>
        <p:spPr>
          <a:xfrm>
            <a:off x="2298700" y="2095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4"/>
                </a:lnTo>
                <a:lnTo>
                  <a:pt x="2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Freeform 717"/>
          <p:cNvSpPr/>
          <p:nvPr/>
        </p:nvSpPr>
        <p:spPr>
          <a:xfrm>
            <a:off x="13462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Freeform 718"/>
          <p:cNvSpPr/>
          <p:nvPr/>
        </p:nvSpPr>
        <p:spPr>
          <a:xfrm>
            <a:off x="13843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Freeform 719"/>
          <p:cNvSpPr/>
          <p:nvPr/>
        </p:nvSpPr>
        <p:spPr>
          <a:xfrm>
            <a:off x="14224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Freeform 720"/>
          <p:cNvSpPr/>
          <p:nvPr/>
        </p:nvSpPr>
        <p:spPr>
          <a:xfrm>
            <a:off x="14478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Freeform 721"/>
          <p:cNvSpPr/>
          <p:nvPr/>
        </p:nvSpPr>
        <p:spPr>
          <a:xfrm>
            <a:off x="14859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Freeform 722"/>
          <p:cNvSpPr/>
          <p:nvPr/>
        </p:nvSpPr>
        <p:spPr>
          <a:xfrm>
            <a:off x="15113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Freeform 723"/>
          <p:cNvSpPr/>
          <p:nvPr/>
        </p:nvSpPr>
        <p:spPr>
          <a:xfrm>
            <a:off x="15494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Freeform 724"/>
          <p:cNvSpPr/>
          <p:nvPr/>
        </p:nvSpPr>
        <p:spPr>
          <a:xfrm>
            <a:off x="15875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Freeform 725"/>
          <p:cNvSpPr/>
          <p:nvPr/>
        </p:nvSpPr>
        <p:spPr>
          <a:xfrm>
            <a:off x="16129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Freeform 726"/>
          <p:cNvSpPr/>
          <p:nvPr/>
        </p:nvSpPr>
        <p:spPr>
          <a:xfrm>
            <a:off x="16510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Freeform 727"/>
          <p:cNvSpPr/>
          <p:nvPr/>
        </p:nvSpPr>
        <p:spPr>
          <a:xfrm>
            <a:off x="16764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Freeform 728"/>
          <p:cNvSpPr/>
          <p:nvPr/>
        </p:nvSpPr>
        <p:spPr>
          <a:xfrm>
            <a:off x="17145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Freeform 729"/>
          <p:cNvSpPr/>
          <p:nvPr/>
        </p:nvSpPr>
        <p:spPr>
          <a:xfrm>
            <a:off x="17526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Freeform 730"/>
          <p:cNvSpPr/>
          <p:nvPr/>
        </p:nvSpPr>
        <p:spPr>
          <a:xfrm>
            <a:off x="17780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Freeform 731"/>
          <p:cNvSpPr/>
          <p:nvPr/>
        </p:nvSpPr>
        <p:spPr>
          <a:xfrm>
            <a:off x="18161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Freeform 732"/>
          <p:cNvSpPr/>
          <p:nvPr/>
        </p:nvSpPr>
        <p:spPr>
          <a:xfrm>
            <a:off x="1841500" y="185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7C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Freeform 733"/>
          <p:cNvSpPr/>
          <p:nvPr/>
        </p:nvSpPr>
        <p:spPr>
          <a:xfrm>
            <a:off x="1879600" y="187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0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Freeform 734"/>
          <p:cNvSpPr/>
          <p:nvPr/>
        </p:nvSpPr>
        <p:spPr>
          <a:xfrm>
            <a:off x="19177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EFF"/>
          </a:solidFill>
          <a:ln w="3175">
            <a:solidFill>
              <a:srgbClr val="009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Freeform 735"/>
          <p:cNvSpPr/>
          <p:nvPr/>
        </p:nvSpPr>
        <p:spPr>
          <a:xfrm>
            <a:off x="1943100" y="193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Freeform 736"/>
          <p:cNvSpPr/>
          <p:nvPr/>
        </p:nvSpPr>
        <p:spPr>
          <a:xfrm>
            <a:off x="1981200" y="194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Freeform 737"/>
          <p:cNvSpPr/>
          <p:nvPr/>
        </p:nvSpPr>
        <p:spPr>
          <a:xfrm>
            <a:off x="2006600" y="196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Freeform 738"/>
          <p:cNvSpPr/>
          <p:nvPr/>
        </p:nvSpPr>
        <p:spPr>
          <a:xfrm>
            <a:off x="2044700" y="196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71FF"/>
          </a:solidFill>
          <a:ln w="3175">
            <a:solidFill>
              <a:srgbClr val="005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Freeform 739"/>
          <p:cNvSpPr/>
          <p:nvPr/>
        </p:nvSpPr>
        <p:spPr>
          <a:xfrm>
            <a:off x="2082800" y="198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Freeform 740"/>
          <p:cNvSpPr/>
          <p:nvPr/>
        </p:nvSpPr>
        <p:spPr>
          <a:xfrm>
            <a:off x="2108200" y="1993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8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Freeform 741"/>
          <p:cNvSpPr/>
          <p:nvPr/>
        </p:nvSpPr>
        <p:spPr>
          <a:xfrm>
            <a:off x="2146300" y="201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Freeform 742"/>
          <p:cNvSpPr/>
          <p:nvPr/>
        </p:nvSpPr>
        <p:spPr>
          <a:xfrm>
            <a:off x="21717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2DFF"/>
          </a:solidFill>
          <a:ln w="3175">
            <a:solidFill>
              <a:srgbClr val="002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Freeform 743"/>
          <p:cNvSpPr/>
          <p:nvPr/>
        </p:nvSpPr>
        <p:spPr>
          <a:xfrm>
            <a:off x="22098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C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Freeform 744"/>
          <p:cNvSpPr/>
          <p:nvPr/>
        </p:nvSpPr>
        <p:spPr>
          <a:xfrm>
            <a:off x="2247900" y="2082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E0"/>
          </a:solidFill>
          <a:ln w="3175">
            <a:solidFill>
              <a:srgbClr val="000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Freeform 745"/>
          <p:cNvSpPr/>
          <p:nvPr/>
        </p:nvSpPr>
        <p:spPr>
          <a:xfrm>
            <a:off x="2273300" y="2108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4"/>
                </a:lnTo>
                <a:lnTo>
                  <a:pt x="3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Freeform 746"/>
          <p:cNvSpPr/>
          <p:nvPr/>
        </p:nvSpPr>
        <p:spPr>
          <a:xfrm>
            <a:off x="13335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Freeform 747"/>
          <p:cNvSpPr/>
          <p:nvPr/>
        </p:nvSpPr>
        <p:spPr>
          <a:xfrm>
            <a:off x="1358900" y="1752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Freeform 748"/>
          <p:cNvSpPr/>
          <p:nvPr/>
        </p:nvSpPr>
        <p:spPr>
          <a:xfrm>
            <a:off x="13970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Freeform 749"/>
          <p:cNvSpPr/>
          <p:nvPr/>
        </p:nvSpPr>
        <p:spPr>
          <a:xfrm>
            <a:off x="14351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Freeform 750"/>
          <p:cNvSpPr/>
          <p:nvPr/>
        </p:nvSpPr>
        <p:spPr>
          <a:xfrm>
            <a:off x="14605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Freeform 751"/>
          <p:cNvSpPr/>
          <p:nvPr/>
        </p:nvSpPr>
        <p:spPr>
          <a:xfrm>
            <a:off x="14986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Freeform 752"/>
          <p:cNvSpPr/>
          <p:nvPr/>
        </p:nvSpPr>
        <p:spPr>
          <a:xfrm>
            <a:off x="1524000" y="1790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Freeform 753"/>
          <p:cNvSpPr/>
          <p:nvPr/>
        </p:nvSpPr>
        <p:spPr>
          <a:xfrm>
            <a:off x="15621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Freeform 754"/>
          <p:cNvSpPr/>
          <p:nvPr/>
        </p:nvSpPr>
        <p:spPr>
          <a:xfrm>
            <a:off x="16002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Freeform 755"/>
          <p:cNvSpPr/>
          <p:nvPr/>
        </p:nvSpPr>
        <p:spPr>
          <a:xfrm>
            <a:off x="16256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Freeform 756"/>
          <p:cNvSpPr/>
          <p:nvPr/>
        </p:nvSpPr>
        <p:spPr>
          <a:xfrm>
            <a:off x="16637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Freeform 757"/>
          <p:cNvSpPr/>
          <p:nvPr/>
        </p:nvSpPr>
        <p:spPr>
          <a:xfrm>
            <a:off x="1689100" y="1828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Freeform 758"/>
          <p:cNvSpPr/>
          <p:nvPr/>
        </p:nvSpPr>
        <p:spPr>
          <a:xfrm>
            <a:off x="17272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Freeform 759"/>
          <p:cNvSpPr/>
          <p:nvPr/>
        </p:nvSpPr>
        <p:spPr>
          <a:xfrm>
            <a:off x="17653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Freeform 760"/>
          <p:cNvSpPr/>
          <p:nvPr/>
        </p:nvSpPr>
        <p:spPr>
          <a:xfrm>
            <a:off x="17907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Freeform 761"/>
          <p:cNvSpPr/>
          <p:nvPr/>
        </p:nvSpPr>
        <p:spPr>
          <a:xfrm>
            <a:off x="1828800" y="1854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8C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Freeform 762"/>
          <p:cNvSpPr/>
          <p:nvPr/>
        </p:nvSpPr>
        <p:spPr>
          <a:xfrm>
            <a:off x="1854200" y="1892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Freeform 763"/>
          <p:cNvSpPr/>
          <p:nvPr/>
        </p:nvSpPr>
        <p:spPr>
          <a:xfrm>
            <a:off x="1892300" y="191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Freeform 764"/>
          <p:cNvSpPr/>
          <p:nvPr/>
        </p:nvSpPr>
        <p:spPr>
          <a:xfrm>
            <a:off x="1930400" y="194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Freeform 765"/>
          <p:cNvSpPr/>
          <p:nvPr/>
        </p:nvSpPr>
        <p:spPr>
          <a:xfrm>
            <a:off x="1955800" y="195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Freeform 766"/>
          <p:cNvSpPr/>
          <p:nvPr/>
        </p:nvSpPr>
        <p:spPr>
          <a:xfrm>
            <a:off x="1993900" y="196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Freeform 767"/>
          <p:cNvSpPr/>
          <p:nvPr/>
        </p:nvSpPr>
        <p:spPr>
          <a:xfrm>
            <a:off x="2019300" y="1993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Freeform 768"/>
          <p:cNvSpPr/>
          <p:nvPr/>
        </p:nvSpPr>
        <p:spPr>
          <a:xfrm>
            <a:off x="2057400" y="199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Freeform 769"/>
          <p:cNvSpPr/>
          <p:nvPr/>
        </p:nvSpPr>
        <p:spPr>
          <a:xfrm>
            <a:off x="2095500" y="2006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Freeform 770"/>
          <p:cNvSpPr/>
          <p:nvPr/>
        </p:nvSpPr>
        <p:spPr>
          <a:xfrm>
            <a:off x="2120900" y="203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Freeform 771"/>
          <p:cNvSpPr/>
          <p:nvPr/>
        </p:nvSpPr>
        <p:spPr>
          <a:xfrm>
            <a:off x="2159000" y="2044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9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Freeform 772"/>
          <p:cNvSpPr/>
          <p:nvPr/>
        </p:nvSpPr>
        <p:spPr>
          <a:xfrm>
            <a:off x="2184400" y="2070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9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Freeform 773"/>
          <p:cNvSpPr/>
          <p:nvPr/>
        </p:nvSpPr>
        <p:spPr>
          <a:xfrm>
            <a:off x="2222500" y="209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Freeform 774"/>
          <p:cNvSpPr/>
          <p:nvPr/>
        </p:nvSpPr>
        <p:spPr>
          <a:xfrm>
            <a:off x="2260600" y="2120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4"/>
                </a:lnTo>
                <a:lnTo>
                  <a:pt x="2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Freeform 775"/>
          <p:cNvSpPr/>
          <p:nvPr/>
        </p:nvSpPr>
        <p:spPr>
          <a:xfrm>
            <a:off x="13081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Freeform 776"/>
          <p:cNvSpPr/>
          <p:nvPr/>
        </p:nvSpPr>
        <p:spPr>
          <a:xfrm>
            <a:off x="13462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Freeform 777"/>
          <p:cNvSpPr/>
          <p:nvPr/>
        </p:nvSpPr>
        <p:spPr>
          <a:xfrm>
            <a:off x="1371600" y="1778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Freeform 778"/>
          <p:cNvSpPr/>
          <p:nvPr/>
        </p:nvSpPr>
        <p:spPr>
          <a:xfrm>
            <a:off x="14097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Freeform 779"/>
          <p:cNvSpPr/>
          <p:nvPr/>
        </p:nvSpPr>
        <p:spPr>
          <a:xfrm>
            <a:off x="14478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Freeform 780"/>
          <p:cNvSpPr/>
          <p:nvPr/>
        </p:nvSpPr>
        <p:spPr>
          <a:xfrm>
            <a:off x="14732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Freeform 781"/>
          <p:cNvSpPr/>
          <p:nvPr/>
        </p:nvSpPr>
        <p:spPr>
          <a:xfrm>
            <a:off x="15113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Freeform 782"/>
          <p:cNvSpPr/>
          <p:nvPr/>
        </p:nvSpPr>
        <p:spPr>
          <a:xfrm>
            <a:off x="15494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Freeform 783"/>
          <p:cNvSpPr/>
          <p:nvPr/>
        </p:nvSpPr>
        <p:spPr>
          <a:xfrm>
            <a:off x="15748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Freeform 784"/>
          <p:cNvSpPr/>
          <p:nvPr/>
        </p:nvSpPr>
        <p:spPr>
          <a:xfrm>
            <a:off x="16129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Freeform 785"/>
          <p:cNvSpPr/>
          <p:nvPr/>
        </p:nvSpPr>
        <p:spPr>
          <a:xfrm>
            <a:off x="16383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Freeform 786"/>
          <p:cNvSpPr/>
          <p:nvPr/>
        </p:nvSpPr>
        <p:spPr>
          <a:xfrm>
            <a:off x="16764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Freeform 787"/>
          <p:cNvSpPr/>
          <p:nvPr/>
        </p:nvSpPr>
        <p:spPr>
          <a:xfrm>
            <a:off x="17145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Freeform 788"/>
          <p:cNvSpPr/>
          <p:nvPr/>
        </p:nvSpPr>
        <p:spPr>
          <a:xfrm>
            <a:off x="17399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Freeform 789"/>
          <p:cNvSpPr/>
          <p:nvPr/>
        </p:nvSpPr>
        <p:spPr>
          <a:xfrm>
            <a:off x="17780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Freeform 790"/>
          <p:cNvSpPr/>
          <p:nvPr/>
        </p:nvSpPr>
        <p:spPr>
          <a:xfrm>
            <a:off x="1803400" y="1866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AFFF5"/>
          </a:solidFill>
          <a:ln w="3175">
            <a:solidFill>
              <a:srgbClr val="08C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Freeform 791"/>
          <p:cNvSpPr/>
          <p:nvPr/>
        </p:nvSpPr>
        <p:spPr>
          <a:xfrm>
            <a:off x="18415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Freeform 792"/>
          <p:cNvSpPr/>
          <p:nvPr/>
        </p:nvSpPr>
        <p:spPr>
          <a:xfrm>
            <a:off x="1879600" y="193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Freeform 793"/>
          <p:cNvSpPr/>
          <p:nvPr/>
        </p:nvSpPr>
        <p:spPr>
          <a:xfrm>
            <a:off x="1905000" y="1943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Freeform 794"/>
          <p:cNvSpPr/>
          <p:nvPr/>
        </p:nvSpPr>
        <p:spPr>
          <a:xfrm>
            <a:off x="1943100" y="196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Freeform 795"/>
          <p:cNvSpPr/>
          <p:nvPr/>
        </p:nvSpPr>
        <p:spPr>
          <a:xfrm>
            <a:off x="1968500" y="198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Freeform 796"/>
          <p:cNvSpPr/>
          <p:nvPr/>
        </p:nvSpPr>
        <p:spPr>
          <a:xfrm>
            <a:off x="2006600" y="199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Freeform 797"/>
          <p:cNvSpPr/>
          <p:nvPr/>
        </p:nvSpPr>
        <p:spPr>
          <a:xfrm>
            <a:off x="2044700" y="200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1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Freeform 798"/>
          <p:cNvSpPr/>
          <p:nvPr/>
        </p:nvSpPr>
        <p:spPr>
          <a:xfrm>
            <a:off x="2070100" y="2019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2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Freeform 799"/>
          <p:cNvSpPr/>
          <p:nvPr/>
        </p:nvSpPr>
        <p:spPr>
          <a:xfrm>
            <a:off x="2108200" y="204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Freeform 800"/>
          <p:cNvSpPr/>
          <p:nvPr/>
        </p:nvSpPr>
        <p:spPr>
          <a:xfrm>
            <a:off x="21336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27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Freeform 801"/>
          <p:cNvSpPr/>
          <p:nvPr/>
        </p:nvSpPr>
        <p:spPr>
          <a:xfrm>
            <a:off x="2171700" y="2082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7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Freeform 802"/>
          <p:cNvSpPr/>
          <p:nvPr/>
        </p:nvSpPr>
        <p:spPr>
          <a:xfrm>
            <a:off x="2209800" y="210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Freeform 803"/>
          <p:cNvSpPr/>
          <p:nvPr/>
        </p:nvSpPr>
        <p:spPr>
          <a:xfrm>
            <a:off x="2235200" y="2133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4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Freeform 804"/>
          <p:cNvSpPr/>
          <p:nvPr/>
        </p:nvSpPr>
        <p:spPr>
          <a:xfrm>
            <a:off x="12954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Freeform 805"/>
          <p:cNvSpPr/>
          <p:nvPr/>
        </p:nvSpPr>
        <p:spPr>
          <a:xfrm>
            <a:off x="13208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Freeform 806"/>
          <p:cNvSpPr/>
          <p:nvPr/>
        </p:nvSpPr>
        <p:spPr>
          <a:xfrm>
            <a:off x="13589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Freeform 807"/>
          <p:cNvSpPr/>
          <p:nvPr/>
        </p:nvSpPr>
        <p:spPr>
          <a:xfrm>
            <a:off x="13970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Freeform 808"/>
          <p:cNvSpPr/>
          <p:nvPr/>
        </p:nvSpPr>
        <p:spPr>
          <a:xfrm>
            <a:off x="14224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Freeform 809"/>
          <p:cNvSpPr/>
          <p:nvPr/>
        </p:nvSpPr>
        <p:spPr>
          <a:xfrm>
            <a:off x="14605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Freeform 810"/>
          <p:cNvSpPr/>
          <p:nvPr/>
        </p:nvSpPr>
        <p:spPr>
          <a:xfrm>
            <a:off x="1485900" y="1816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Freeform 811"/>
          <p:cNvSpPr/>
          <p:nvPr/>
        </p:nvSpPr>
        <p:spPr>
          <a:xfrm>
            <a:off x="15240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Freeform 812"/>
          <p:cNvSpPr/>
          <p:nvPr/>
        </p:nvSpPr>
        <p:spPr>
          <a:xfrm>
            <a:off x="15621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Freeform 813"/>
          <p:cNvSpPr/>
          <p:nvPr/>
        </p:nvSpPr>
        <p:spPr>
          <a:xfrm>
            <a:off x="15875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Freeform 814"/>
          <p:cNvSpPr/>
          <p:nvPr/>
        </p:nvSpPr>
        <p:spPr>
          <a:xfrm>
            <a:off x="16256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Freeform 815"/>
          <p:cNvSpPr/>
          <p:nvPr/>
        </p:nvSpPr>
        <p:spPr>
          <a:xfrm>
            <a:off x="1651000" y="1841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Freeform 816"/>
          <p:cNvSpPr/>
          <p:nvPr/>
        </p:nvSpPr>
        <p:spPr>
          <a:xfrm>
            <a:off x="16891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Freeform 817"/>
          <p:cNvSpPr/>
          <p:nvPr/>
        </p:nvSpPr>
        <p:spPr>
          <a:xfrm>
            <a:off x="17272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Freeform 818"/>
          <p:cNvSpPr/>
          <p:nvPr/>
        </p:nvSpPr>
        <p:spPr>
          <a:xfrm>
            <a:off x="17526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Freeform 819"/>
          <p:cNvSpPr/>
          <p:nvPr/>
        </p:nvSpPr>
        <p:spPr>
          <a:xfrm>
            <a:off x="1790700" y="187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AFFF5"/>
          </a:solidFill>
          <a:ln w="3175">
            <a:solidFill>
              <a:srgbClr val="08C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Freeform 820"/>
          <p:cNvSpPr/>
          <p:nvPr/>
        </p:nvSpPr>
        <p:spPr>
          <a:xfrm>
            <a:off x="1816100" y="1905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Freeform 821"/>
          <p:cNvSpPr/>
          <p:nvPr/>
        </p:nvSpPr>
        <p:spPr>
          <a:xfrm>
            <a:off x="1854200" y="194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Freeform 822"/>
          <p:cNvSpPr/>
          <p:nvPr/>
        </p:nvSpPr>
        <p:spPr>
          <a:xfrm>
            <a:off x="18923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Freeform 823"/>
          <p:cNvSpPr/>
          <p:nvPr/>
        </p:nvSpPr>
        <p:spPr>
          <a:xfrm>
            <a:off x="1917700" y="198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Freeform 824"/>
          <p:cNvSpPr/>
          <p:nvPr/>
        </p:nvSpPr>
        <p:spPr>
          <a:xfrm>
            <a:off x="1955800" y="199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Freeform 825"/>
          <p:cNvSpPr/>
          <p:nvPr/>
        </p:nvSpPr>
        <p:spPr>
          <a:xfrm>
            <a:off x="1981200" y="2006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Freeform 826"/>
          <p:cNvSpPr/>
          <p:nvPr/>
        </p:nvSpPr>
        <p:spPr>
          <a:xfrm>
            <a:off x="2019300" y="201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1FF"/>
          </a:solidFill>
          <a:ln w="3175">
            <a:solidFill>
              <a:srgbClr val="004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Freeform 827"/>
          <p:cNvSpPr/>
          <p:nvPr/>
        </p:nvSpPr>
        <p:spPr>
          <a:xfrm>
            <a:off x="2057400" y="203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Freeform 828"/>
          <p:cNvSpPr/>
          <p:nvPr/>
        </p:nvSpPr>
        <p:spPr>
          <a:xfrm>
            <a:off x="2082800" y="205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Freeform 829"/>
          <p:cNvSpPr/>
          <p:nvPr/>
        </p:nvSpPr>
        <p:spPr>
          <a:xfrm>
            <a:off x="2120900" y="207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Freeform 830"/>
          <p:cNvSpPr/>
          <p:nvPr/>
        </p:nvSpPr>
        <p:spPr>
          <a:xfrm>
            <a:off x="2146300" y="2095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7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Freeform 831"/>
          <p:cNvSpPr/>
          <p:nvPr/>
        </p:nvSpPr>
        <p:spPr>
          <a:xfrm>
            <a:off x="2184400" y="212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Freeform 832"/>
          <p:cNvSpPr/>
          <p:nvPr/>
        </p:nvSpPr>
        <p:spPr>
          <a:xfrm>
            <a:off x="2222500" y="2146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Freeform 833"/>
          <p:cNvSpPr/>
          <p:nvPr/>
        </p:nvSpPr>
        <p:spPr>
          <a:xfrm>
            <a:off x="12700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Freeform 834"/>
          <p:cNvSpPr/>
          <p:nvPr/>
        </p:nvSpPr>
        <p:spPr>
          <a:xfrm>
            <a:off x="13081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Freeform 835"/>
          <p:cNvSpPr/>
          <p:nvPr/>
        </p:nvSpPr>
        <p:spPr>
          <a:xfrm>
            <a:off x="1333500" y="1803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Freeform 836"/>
          <p:cNvSpPr/>
          <p:nvPr/>
        </p:nvSpPr>
        <p:spPr>
          <a:xfrm>
            <a:off x="13716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Freeform 837"/>
          <p:cNvSpPr/>
          <p:nvPr/>
        </p:nvSpPr>
        <p:spPr>
          <a:xfrm>
            <a:off x="14097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Freeform 838"/>
          <p:cNvSpPr/>
          <p:nvPr/>
        </p:nvSpPr>
        <p:spPr>
          <a:xfrm>
            <a:off x="14351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Freeform 839"/>
          <p:cNvSpPr/>
          <p:nvPr/>
        </p:nvSpPr>
        <p:spPr>
          <a:xfrm>
            <a:off x="14732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Freeform 840"/>
          <p:cNvSpPr/>
          <p:nvPr/>
        </p:nvSpPr>
        <p:spPr>
          <a:xfrm>
            <a:off x="15113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Freeform 841"/>
          <p:cNvSpPr/>
          <p:nvPr/>
        </p:nvSpPr>
        <p:spPr>
          <a:xfrm>
            <a:off x="15367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Freeform 842"/>
          <p:cNvSpPr/>
          <p:nvPr/>
        </p:nvSpPr>
        <p:spPr>
          <a:xfrm>
            <a:off x="15748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Freeform 843"/>
          <p:cNvSpPr/>
          <p:nvPr/>
        </p:nvSpPr>
        <p:spPr>
          <a:xfrm>
            <a:off x="16002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Freeform 844"/>
          <p:cNvSpPr/>
          <p:nvPr/>
        </p:nvSpPr>
        <p:spPr>
          <a:xfrm>
            <a:off x="16383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Freeform 845"/>
          <p:cNvSpPr/>
          <p:nvPr/>
        </p:nvSpPr>
        <p:spPr>
          <a:xfrm>
            <a:off x="16764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Freeform 846"/>
          <p:cNvSpPr/>
          <p:nvPr/>
        </p:nvSpPr>
        <p:spPr>
          <a:xfrm>
            <a:off x="17018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Freeform 847"/>
          <p:cNvSpPr/>
          <p:nvPr/>
        </p:nvSpPr>
        <p:spPr>
          <a:xfrm>
            <a:off x="17399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Freeform 848"/>
          <p:cNvSpPr/>
          <p:nvPr/>
        </p:nvSpPr>
        <p:spPr>
          <a:xfrm>
            <a:off x="17653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7C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Freeform 849"/>
          <p:cNvSpPr/>
          <p:nvPr/>
        </p:nvSpPr>
        <p:spPr>
          <a:xfrm>
            <a:off x="1803400" y="191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Freeform 850"/>
          <p:cNvSpPr/>
          <p:nvPr/>
        </p:nvSpPr>
        <p:spPr>
          <a:xfrm>
            <a:off x="1841500" y="1943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Freeform 851"/>
          <p:cNvSpPr/>
          <p:nvPr/>
        </p:nvSpPr>
        <p:spPr>
          <a:xfrm>
            <a:off x="1866900" y="1968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Freeform 852"/>
          <p:cNvSpPr/>
          <p:nvPr/>
        </p:nvSpPr>
        <p:spPr>
          <a:xfrm>
            <a:off x="1905000" y="199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Freeform 853"/>
          <p:cNvSpPr/>
          <p:nvPr/>
        </p:nvSpPr>
        <p:spPr>
          <a:xfrm>
            <a:off x="1930400" y="200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Freeform 854"/>
          <p:cNvSpPr/>
          <p:nvPr/>
        </p:nvSpPr>
        <p:spPr>
          <a:xfrm>
            <a:off x="1968500" y="201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Freeform 855"/>
          <p:cNvSpPr/>
          <p:nvPr/>
        </p:nvSpPr>
        <p:spPr>
          <a:xfrm>
            <a:off x="2006600" y="203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Freeform 856"/>
          <p:cNvSpPr/>
          <p:nvPr/>
        </p:nvSpPr>
        <p:spPr>
          <a:xfrm>
            <a:off x="2032000" y="204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5FF"/>
          </a:solidFill>
          <a:ln w="3175">
            <a:solidFill>
              <a:srgbClr val="004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Freeform 857"/>
          <p:cNvSpPr/>
          <p:nvPr/>
        </p:nvSpPr>
        <p:spPr>
          <a:xfrm>
            <a:off x="2070100" y="205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Freeform 858"/>
          <p:cNvSpPr/>
          <p:nvPr/>
        </p:nvSpPr>
        <p:spPr>
          <a:xfrm>
            <a:off x="2095500" y="208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2AFF"/>
          </a:solidFill>
          <a:ln w="3175">
            <a:solidFill>
              <a:srgbClr val="002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reeform 859"/>
          <p:cNvSpPr/>
          <p:nvPr/>
        </p:nvSpPr>
        <p:spPr>
          <a:xfrm>
            <a:off x="2133600" y="209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reeform 860"/>
          <p:cNvSpPr/>
          <p:nvPr/>
        </p:nvSpPr>
        <p:spPr>
          <a:xfrm>
            <a:off x="2171700" y="2120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Freeform 861"/>
          <p:cNvSpPr/>
          <p:nvPr/>
        </p:nvSpPr>
        <p:spPr>
          <a:xfrm>
            <a:off x="2197100" y="2159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Freeform 862"/>
          <p:cNvSpPr/>
          <p:nvPr/>
        </p:nvSpPr>
        <p:spPr>
          <a:xfrm>
            <a:off x="12573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Freeform 863"/>
          <p:cNvSpPr/>
          <p:nvPr/>
        </p:nvSpPr>
        <p:spPr>
          <a:xfrm>
            <a:off x="12827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Freeform 864"/>
          <p:cNvSpPr/>
          <p:nvPr/>
        </p:nvSpPr>
        <p:spPr>
          <a:xfrm>
            <a:off x="13208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Freeform 865"/>
          <p:cNvSpPr/>
          <p:nvPr/>
        </p:nvSpPr>
        <p:spPr>
          <a:xfrm>
            <a:off x="13589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Freeform 866"/>
          <p:cNvSpPr/>
          <p:nvPr/>
        </p:nvSpPr>
        <p:spPr>
          <a:xfrm>
            <a:off x="13843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Freeform 867"/>
          <p:cNvSpPr/>
          <p:nvPr/>
        </p:nvSpPr>
        <p:spPr>
          <a:xfrm>
            <a:off x="14224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Freeform 868"/>
          <p:cNvSpPr/>
          <p:nvPr/>
        </p:nvSpPr>
        <p:spPr>
          <a:xfrm>
            <a:off x="1447800" y="1828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Freeform 869"/>
          <p:cNvSpPr/>
          <p:nvPr/>
        </p:nvSpPr>
        <p:spPr>
          <a:xfrm>
            <a:off x="14859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Freeform 870"/>
          <p:cNvSpPr/>
          <p:nvPr/>
        </p:nvSpPr>
        <p:spPr>
          <a:xfrm>
            <a:off x="15240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Freeform 871"/>
          <p:cNvSpPr/>
          <p:nvPr/>
        </p:nvSpPr>
        <p:spPr>
          <a:xfrm>
            <a:off x="15494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Freeform 872"/>
          <p:cNvSpPr/>
          <p:nvPr/>
        </p:nvSpPr>
        <p:spPr>
          <a:xfrm>
            <a:off x="15875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Freeform 873"/>
          <p:cNvSpPr/>
          <p:nvPr/>
        </p:nvSpPr>
        <p:spPr>
          <a:xfrm>
            <a:off x="1612900" y="1866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Freeform 874"/>
          <p:cNvSpPr/>
          <p:nvPr/>
        </p:nvSpPr>
        <p:spPr>
          <a:xfrm>
            <a:off x="16510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Freeform 875"/>
          <p:cNvSpPr/>
          <p:nvPr/>
        </p:nvSpPr>
        <p:spPr>
          <a:xfrm>
            <a:off x="16891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Freeform 876"/>
          <p:cNvSpPr/>
          <p:nvPr/>
        </p:nvSpPr>
        <p:spPr>
          <a:xfrm>
            <a:off x="17145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Freeform 877"/>
          <p:cNvSpPr/>
          <p:nvPr/>
        </p:nvSpPr>
        <p:spPr>
          <a:xfrm>
            <a:off x="17526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7C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Freeform 878"/>
          <p:cNvSpPr/>
          <p:nvPr/>
        </p:nvSpPr>
        <p:spPr>
          <a:xfrm>
            <a:off x="1778000" y="1930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0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Freeform 879"/>
          <p:cNvSpPr/>
          <p:nvPr/>
        </p:nvSpPr>
        <p:spPr>
          <a:xfrm>
            <a:off x="18161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EFF"/>
          </a:solidFill>
          <a:ln w="3175">
            <a:solidFill>
              <a:srgbClr val="009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Freeform 880"/>
          <p:cNvSpPr/>
          <p:nvPr/>
        </p:nvSpPr>
        <p:spPr>
          <a:xfrm>
            <a:off x="1854200" y="198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Freeform 881"/>
          <p:cNvSpPr/>
          <p:nvPr/>
        </p:nvSpPr>
        <p:spPr>
          <a:xfrm>
            <a:off x="1879600" y="200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Freeform 882"/>
          <p:cNvSpPr/>
          <p:nvPr/>
        </p:nvSpPr>
        <p:spPr>
          <a:xfrm>
            <a:off x="1917700" y="201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Freeform 883"/>
          <p:cNvSpPr/>
          <p:nvPr/>
        </p:nvSpPr>
        <p:spPr>
          <a:xfrm>
            <a:off x="1943100" y="2032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2FF"/>
          </a:solidFill>
          <a:ln w="3175">
            <a:solidFill>
              <a:srgbClr val="005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Freeform 884"/>
          <p:cNvSpPr/>
          <p:nvPr/>
        </p:nvSpPr>
        <p:spPr>
          <a:xfrm>
            <a:off x="1981200" y="204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Freeform 885"/>
          <p:cNvSpPr/>
          <p:nvPr/>
        </p:nvSpPr>
        <p:spPr>
          <a:xfrm>
            <a:off x="2019300" y="205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Freeform 886"/>
          <p:cNvSpPr/>
          <p:nvPr/>
        </p:nvSpPr>
        <p:spPr>
          <a:xfrm>
            <a:off x="2044700" y="207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Freeform 887"/>
          <p:cNvSpPr/>
          <p:nvPr/>
        </p:nvSpPr>
        <p:spPr>
          <a:xfrm>
            <a:off x="2082800" y="2082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Freeform 888"/>
          <p:cNvSpPr/>
          <p:nvPr/>
        </p:nvSpPr>
        <p:spPr>
          <a:xfrm>
            <a:off x="2108200" y="2108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EFF"/>
          </a:solidFill>
          <a:ln w="3175">
            <a:solidFill>
              <a:srgbClr val="000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Freeform 889"/>
          <p:cNvSpPr/>
          <p:nvPr/>
        </p:nvSpPr>
        <p:spPr>
          <a:xfrm>
            <a:off x="2146300" y="213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E1"/>
          </a:solidFill>
          <a:ln w="3175">
            <a:solidFill>
              <a:srgbClr val="0000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Freeform 890"/>
          <p:cNvSpPr/>
          <p:nvPr/>
        </p:nvSpPr>
        <p:spPr>
          <a:xfrm>
            <a:off x="2184400" y="2171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Freeform 891"/>
          <p:cNvSpPr/>
          <p:nvPr/>
        </p:nvSpPr>
        <p:spPr>
          <a:xfrm>
            <a:off x="12319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Freeform 892"/>
          <p:cNvSpPr/>
          <p:nvPr/>
        </p:nvSpPr>
        <p:spPr>
          <a:xfrm>
            <a:off x="12700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Freeform 893"/>
          <p:cNvSpPr/>
          <p:nvPr/>
        </p:nvSpPr>
        <p:spPr>
          <a:xfrm>
            <a:off x="1295400" y="1816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Freeform 894"/>
          <p:cNvSpPr/>
          <p:nvPr/>
        </p:nvSpPr>
        <p:spPr>
          <a:xfrm>
            <a:off x="13335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Freeform 895"/>
          <p:cNvSpPr/>
          <p:nvPr/>
        </p:nvSpPr>
        <p:spPr>
          <a:xfrm>
            <a:off x="13716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Freeform 896"/>
          <p:cNvSpPr/>
          <p:nvPr/>
        </p:nvSpPr>
        <p:spPr>
          <a:xfrm>
            <a:off x="13970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Freeform 897"/>
          <p:cNvSpPr/>
          <p:nvPr/>
        </p:nvSpPr>
        <p:spPr>
          <a:xfrm>
            <a:off x="14351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Freeform 898"/>
          <p:cNvSpPr/>
          <p:nvPr/>
        </p:nvSpPr>
        <p:spPr>
          <a:xfrm>
            <a:off x="1460500" y="1854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Freeform 899"/>
          <p:cNvSpPr/>
          <p:nvPr/>
        </p:nvSpPr>
        <p:spPr>
          <a:xfrm>
            <a:off x="14986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Freeform 900"/>
          <p:cNvSpPr/>
          <p:nvPr/>
        </p:nvSpPr>
        <p:spPr>
          <a:xfrm>
            <a:off x="15367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Freeform 901"/>
          <p:cNvSpPr/>
          <p:nvPr/>
        </p:nvSpPr>
        <p:spPr>
          <a:xfrm>
            <a:off x="15621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Freeform 902"/>
          <p:cNvSpPr/>
          <p:nvPr/>
        </p:nvSpPr>
        <p:spPr>
          <a:xfrm>
            <a:off x="16002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Freeform 903"/>
          <p:cNvSpPr/>
          <p:nvPr/>
        </p:nvSpPr>
        <p:spPr>
          <a:xfrm>
            <a:off x="16383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Freeform 904"/>
          <p:cNvSpPr/>
          <p:nvPr/>
        </p:nvSpPr>
        <p:spPr>
          <a:xfrm>
            <a:off x="1663700" y="189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Freeform 905"/>
          <p:cNvSpPr/>
          <p:nvPr/>
        </p:nvSpPr>
        <p:spPr>
          <a:xfrm>
            <a:off x="17018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reeform 906"/>
          <p:cNvSpPr/>
          <p:nvPr/>
        </p:nvSpPr>
        <p:spPr>
          <a:xfrm>
            <a:off x="1727200" y="191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7FFF8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Freeform 907"/>
          <p:cNvSpPr/>
          <p:nvPr/>
        </p:nvSpPr>
        <p:spPr>
          <a:xfrm>
            <a:off x="1765300" y="1943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EFF"/>
          </a:solidFill>
          <a:ln w="3175">
            <a:solidFill>
              <a:srgbClr val="00B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Freeform 908"/>
          <p:cNvSpPr/>
          <p:nvPr/>
        </p:nvSpPr>
        <p:spPr>
          <a:xfrm>
            <a:off x="1803400" y="1968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reeform 909"/>
          <p:cNvSpPr/>
          <p:nvPr/>
        </p:nvSpPr>
        <p:spPr>
          <a:xfrm>
            <a:off x="1828800" y="199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2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Freeform 910"/>
          <p:cNvSpPr/>
          <p:nvPr/>
        </p:nvSpPr>
        <p:spPr>
          <a:xfrm>
            <a:off x="1866900" y="2006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Freeform 911"/>
          <p:cNvSpPr/>
          <p:nvPr/>
        </p:nvSpPr>
        <p:spPr>
          <a:xfrm>
            <a:off x="1892300" y="203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reeform 912"/>
          <p:cNvSpPr/>
          <p:nvPr/>
        </p:nvSpPr>
        <p:spPr>
          <a:xfrm>
            <a:off x="1930400" y="204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Freeform 913"/>
          <p:cNvSpPr/>
          <p:nvPr/>
        </p:nvSpPr>
        <p:spPr>
          <a:xfrm>
            <a:off x="1968500" y="205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C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Freeform 914"/>
          <p:cNvSpPr/>
          <p:nvPr/>
        </p:nvSpPr>
        <p:spPr>
          <a:xfrm>
            <a:off x="1993900" y="207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5EFF"/>
          </a:solidFill>
          <a:ln w="3175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Freeform 915"/>
          <p:cNvSpPr/>
          <p:nvPr/>
        </p:nvSpPr>
        <p:spPr>
          <a:xfrm>
            <a:off x="2032000" y="208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CFF"/>
          </a:solidFill>
          <a:ln w="3175">
            <a:solidFill>
              <a:srgbClr val="003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Freeform 916"/>
          <p:cNvSpPr/>
          <p:nvPr/>
        </p:nvSpPr>
        <p:spPr>
          <a:xfrm>
            <a:off x="2057400" y="209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34FF"/>
          </a:solidFill>
          <a:ln w="3175">
            <a:solidFill>
              <a:srgbClr val="002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Freeform 917"/>
          <p:cNvSpPr/>
          <p:nvPr/>
        </p:nvSpPr>
        <p:spPr>
          <a:xfrm>
            <a:off x="2095500" y="212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Freeform 918"/>
          <p:cNvSpPr/>
          <p:nvPr/>
        </p:nvSpPr>
        <p:spPr>
          <a:xfrm>
            <a:off x="2133600" y="214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E6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Freeform 919"/>
          <p:cNvSpPr/>
          <p:nvPr/>
        </p:nvSpPr>
        <p:spPr>
          <a:xfrm>
            <a:off x="2159000" y="2171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4"/>
                </a:lnTo>
                <a:lnTo>
                  <a:pt x="3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Freeform 920"/>
          <p:cNvSpPr/>
          <p:nvPr/>
        </p:nvSpPr>
        <p:spPr>
          <a:xfrm>
            <a:off x="12192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Freeform 921"/>
          <p:cNvSpPr/>
          <p:nvPr/>
        </p:nvSpPr>
        <p:spPr>
          <a:xfrm>
            <a:off x="12446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Freeform 922"/>
          <p:cNvSpPr/>
          <p:nvPr/>
        </p:nvSpPr>
        <p:spPr>
          <a:xfrm>
            <a:off x="12827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Freeform 923"/>
          <p:cNvSpPr/>
          <p:nvPr/>
        </p:nvSpPr>
        <p:spPr>
          <a:xfrm>
            <a:off x="13208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Freeform 924"/>
          <p:cNvSpPr/>
          <p:nvPr/>
        </p:nvSpPr>
        <p:spPr>
          <a:xfrm>
            <a:off x="13462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Freeform 925"/>
          <p:cNvSpPr/>
          <p:nvPr/>
        </p:nvSpPr>
        <p:spPr>
          <a:xfrm>
            <a:off x="13843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Freeform 926"/>
          <p:cNvSpPr/>
          <p:nvPr/>
        </p:nvSpPr>
        <p:spPr>
          <a:xfrm>
            <a:off x="14097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Freeform 927"/>
          <p:cNvSpPr/>
          <p:nvPr/>
        </p:nvSpPr>
        <p:spPr>
          <a:xfrm>
            <a:off x="14478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Freeform 928"/>
          <p:cNvSpPr/>
          <p:nvPr/>
        </p:nvSpPr>
        <p:spPr>
          <a:xfrm>
            <a:off x="14859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Freeform 929"/>
          <p:cNvSpPr/>
          <p:nvPr/>
        </p:nvSpPr>
        <p:spPr>
          <a:xfrm>
            <a:off x="15113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Freeform 930"/>
          <p:cNvSpPr/>
          <p:nvPr/>
        </p:nvSpPr>
        <p:spPr>
          <a:xfrm>
            <a:off x="15494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Freeform 931"/>
          <p:cNvSpPr/>
          <p:nvPr/>
        </p:nvSpPr>
        <p:spPr>
          <a:xfrm>
            <a:off x="1574800" y="1892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Freeform 932"/>
          <p:cNvSpPr/>
          <p:nvPr/>
        </p:nvSpPr>
        <p:spPr>
          <a:xfrm>
            <a:off x="16129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Freeform 933"/>
          <p:cNvSpPr/>
          <p:nvPr/>
        </p:nvSpPr>
        <p:spPr>
          <a:xfrm>
            <a:off x="1651000" y="190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Freeform 934"/>
          <p:cNvSpPr/>
          <p:nvPr/>
        </p:nvSpPr>
        <p:spPr>
          <a:xfrm>
            <a:off x="16764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Freeform 935"/>
          <p:cNvSpPr/>
          <p:nvPr/>
        </p:nvSpPr>
        <p:spPr>
          <a:xfrm>
            <a:off x="17145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6FFF9"/>
          </a:solidFill>
          <a:ln w="3175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Freeform 936"/>
          <p:cNvSpPr/>
          <p:nvPr/>
        </p:nvSpPr>
        <p:spPr>
          <a:xfrm>
            <a:off x="1739900" y="1955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Freeform 937"/>
          <p:cNvSpPr/>
          <p:nvPr/>
        </p:nvSpPr>
        <p:spPr>
          <a:xfrm>
            <a:off x="1778000" y="1981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9FF"/>
          </a:solidFill>
          <a:ln w="3175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Freeform 938"/>
          <p:cNvSpPr/>
          <p:nvPr/>
        </p:nvSpPr>
        <p:spPr>
          <a:xfrm>
            <a:off x="1816100" y="200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0FF"/>
          </a:solidFill>
          <a:ln w="3175">
            <a:solidFill>
              <a:srgbClr val="008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Freeform 939"/>
          <p:cNvSpPr/>
          <p:nvPr/>
        </p:nvSpPr>
        <p:spPr>
          <a:xfrm>
            <a:off x="1841500" y="201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F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Freeform 940"/>
          <p:cNvSpPr/>
          <p:nvPr/>
        </p:nvSpPr>
        <p:spPr>
          <a:xfrm>
            <a:off x="1879600" y="204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Freeform 941"/>
          <p:cNvSpPr/>
          <p:nvPr/>
        </p:nvSpPr>
        <p:spPr>
          <a:xfrm>
            <a:off x="1905000" y="2044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E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Freeform 942"/>
          <p:cNvSpPr/>
          <p:nvPr/>
        </p:nvSpPr>
        <p:spPr>
          <a:xfrm>
            <a:off x="1943100" y="205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3FF"/>
          </a:solidFill>
          <a:ln w="3175">
            <a:solidFill>
              <a:srgbClr val="005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Freeform 943"/>
          <p:cNvSpPr/>
          <p:nvPr/>
        </p:nvSpPr>
        <p:spPr>
          <a:xfrm>
            <a:off x="1981200" y="207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5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Freeform 944"/>
          <p:cNvSpPr/>
          <p:nvPr/>
        </p:nvSpPr>
        <p:spPr>
          <a:xfrm>
            <a:off x="2006600" y="208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Freeform 945"/>
          <p:cNvSpPr/>
          <p:nvPr/>
        </p:nvSpPr>
        <p:spPr>
          <a:xfrm>
            <a:off x="2044700" y="210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3BFF"/>
          </a:solidFill>
          <a:ln w="3175">
            <a:solidFill>
              <a:srgbClr val="002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Freeform 946"/>
          <p:cNvSpPr/>
          <p:nvPr/>
        </p:nvSpPr>
        <p:spPr>
          <a:xfrm>
            <a:off x="2070100" y="2120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1AFF"/>
          </a:solidFill>
          <a:ln w="3175">
            <a:solidFill>
              <a:srgbClr val="001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Freeform 947"/>
          <p:cNvSpPr/>
          <p:nvPr/>
        </p:nvSpPr>
        <p:spPr>
          <a:xfrm>
            <a:off x="2108200" y="2146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ED"/>
          </a:solidFill>
          <a:ln w="3175">
            <a:solidFill>
              <a:srgbClr val="000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Freeform 948"/>
          <p:cNvSpPr/>
          <p:nvPr/>
        </p:nvSpPr>
        <p:spPr>
          <a:xfrm>
            <a:off x="2146300" y="2184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0" name="Connector 949"/>
          <p:cNvCxnSpPr/>
          <p:nvPr/>
        </p:nvCxnSpPr>
        <p:spPr>
          <a:xfrm flipV="1">
            <a:off x="28517477" y="-23584648"/>
            <a:ext cx="480877" cy="34134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 flipV="1">
            <a:off x="28760297" y="-23547175"/>
            <a:ext cx="480876" cy="34134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 flipV="1">
            <a:off x="29003113" y="-23509701"/>
            <a:ext cx="480876" cy="34134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 flipV="1">
            <a:off x="29245932" y="-23472227"/>
            <a:ext cx="480876" cy="34134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 flipV="1">
            <a:off x="29488748" y="-23434754"/>
            <a:ext cx="480880" cy="34135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>
            <a:off x="28517477" y="-23243300"/>
            <a:ext cx="1031978" cy="1592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>
            <a:off x="28838063" y="-23470866"/>
            <a:ext cx="1031977" cy="1592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7" name="Connector 956"/>
          <p:cNvCxnSpPr/>
          <p:nvPr/>
        </p:nvCxnSpPr>
        <p:spPr>
          <a:xfrm flipV="1">
            <a:off x="28517477" y="-23258929"/>
            <a:ext cx="22018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8" name="Connector 957"/>
          <p:cNvCxnSpPr/>
          <p:nvPr/>
        </p:nvCxnSpPr>
        <p:spPr>
          <a:xfrm flipV="1">
            <a:off x="28760297" y="-23221455"/>
            <a:ext cx="22014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9" name="Connector 958"/>
          <p:cNvCxnSpPr/>
          <p:nvPr/>
        </p:nvCxnSpPr>
        <p:spPr>
          <a:xfrm flipV="1">
            <a:off x="29003113" y="-23183981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0" name="Connector 959"/>
          <p:cNvCxnSpPr/>
          <p:nvPr/>
        </p:nvCxnSpPr>
        <p:spPr>
          <a:xfrm flipV="1">
            <a:off x="29245932" y="-23146508"/>
            <a:ext cx="22017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1" name="Connector 960"/>
          <p:cNvCxnSpPr/>
          <p:nvPr/>
        </p:nvCxnSpPr>
        <p:spPr>
          <a:xfrm flipV="1">
            <a:off x="29488748" y="-23109032"/>
            <a:ext cx="22018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2" name="Connector 961"/>
          <p:cNvCxnSpPr/>
          <p:nvPr/>
        </p:nvCxnSpPr>
        <p:spPr>
          <a:xfrm flipH="1">
            <a:off x="28976336" y="-23584648"/>
            <a:ext cx="22018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3" name="Connector 962"/>
          <p:cNvCxnSpPr/>
          <p:nvPr/>
        </p:nvCxnSpPr>
        <p:spPr>
          <a:xfrm flipH="1">
            <a:off x="29219156" y="-23547175"/>
            <a:ext cx="22017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 flipH="1">
            <a:off x="29461975" y="-23509701"/>
            <a:ext cx="22014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5" name="Connector 964"/>
          <p:cNvCxnSpPr/>
          <p:nvPr/>
        </p:nvCxnSpPr>
        <p:spPr>
          <a:xfrm flipH="1">
            <a:off x="29704791" y="-23472227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6" name="Connector 965"/>
          <p:cNvCxnSpPr/>
          <p:nvPr/>
        </p:nvCxnSpPr>
        <p:spPr>
          <a:xfrm flipH="1">
            <a:off x="29947610" y="-23434754"/>
            <a:ext cx="22018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7" name="Connector 966"/>
          <p:cNvCxnSpPr/>
          <p:nvPr/>
        </p:nvCxnSpPr>
        <p:spPr>
          <a:xfrm>
            <a:off x="28517477" y="-23243300"/>
            <a:ext cx="26684" cy="411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8" name="Connector 967"/>
          <p:cNvCxnSpPr/>
          <p:nvPr/>
        </p:nvCxnSpPr>
        <p:spPr>
          <a:xfrm>
            <a:off x="28838063" y="-23470866"/>
            <a:ext cx="26683" cy="411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9" name="Connector 968"/>
          <p:cNvCxnSpPr/>
          <p:nvPr/>
        </p:nvCxnSpPr>
        <p:spPr>
          <a:xfrm flipH="1" flipV="1">
            <a:off x="29522768" y="-23088155"/>
            <a:ext cx="26687" cy="412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0" name="Connector 969"/>
          <p:cNvCxnSpPr/>
          <p:nvPr/>
        </p:nvCxnSpPr>
        <p:spPr>
          <a:xfrm flipH="1" flipV="1">
            <a:off x="29843353" y="-23315721"/>
            <a:ext cx="26687" cy="412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1" name="Connector 970"/>
          <p:cNvCxnSpPr/>
          <p:nvPr/>
        </p:nvCxnSpPr>
        <p:spPr>
          <a:xfrm>
            <a:off x="28517477" y="-23243300"/>
            <a:ext cx="1031978" cy="1592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2" name="Connector 971"/>
          <p:cNvCxnSpPr/>
          <p:nvPr/>
        </p:nvCxnSpPr>
        <p:spPr>
          <a:xfrm>
            <a:off x="28998354" y="-23584648"/>
            <a:ext cx="1031977" cy="15926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3" name="Connector 972"/>
          <p:cNvCxnSpPr/>
          <p:nvPr/>
        </p:nvCxnSpPr>
        <p:spPr>
          <a:xfrm flipV="1">
            <a:off x="28517477" y="-23584648"/>
            <a:ext cx="480877" cy="3413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4" name="Connector 973"/>
          <p:cNvCxnSpPr/>
          <p:nvPr/>
        </p:nvCxnSpPr>
        <p:spPr>
          <a:xfrm flipV="1">
            <a:off x="29549455" y="-23425385"/>
            <a:ext cx="480876" cy="34135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 flipH="1">
            <a:off x="28976336" y="-24240873"/>
            <a:ext cx="22018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 flipH="1">
            <a:off x="29219156" y="-24203400"/>
            <a:ext cx="22017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 flipH="1">
            <a:off x="29461975" y="-24165926"/>
            <a:ext cx="22014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 flipH="1">
            <a:off x="29704791" y="-24128452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H="1">
            <a:off x="29947610" y="-24090979"/>
            <a:ext cx="22018" cy="156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>
            <a:off x="28517477" y="-23899525"/>
            <a:ext cx="26684" cy="411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>
            <a:off x="28838063" y="-24127091"/>
            <a:ext cx="26683" cy="411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>
            <a:off x="28998354" y="-24240873"/>
            <a:ext cx="1031977" cy="1592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 flipV="1">
            <a:off x="28517477" y="-24240873"/>
            <a:ext cx="480877" cy="3413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 flipV="1">
            <a:off x="28517477" y="-23899525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 flipV="1">
            <a:off x="28838063" y="-24127091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 flipV="1">
            <a:off x="28517477" y="-23270300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 flipV="1">
            <a:off x="28838063" y="-23497864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28517477" y="-23899525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28838063" y="-24127091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 flipV="1">
            <a:off x="28517477" y="-23637177"/>
            <a:ext cx="480877" cy="34135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 flipV="1">
            <a:off x="28517477" y="-23961332"/>
            <a:ext cx="480877" cy="34134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 flipV="1">
            <a:off x="28517477" y="-23311456"/>
            <a:ext cx="22018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V="1">
            <a:off x="28517477" y="-23635613"/>
            <a:ext cx="22018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 flipH="1">
            <a:off x="28976336" y="-23637177"/>
            <a:ext cx="22018" cy="1563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 flipH="1">
            <a:off x="28976336" y="-23961332"/>
            <a:ext cx="22018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 flipV="1">
            <a:off x="28517477" y="-23899525"/>
            <a:ext cx="0" cy="6562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 flipV="1">
            <a:off x="28998354" y="-24240873"/>
            <a:ext cx="0" cy="6562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 flipV="1">
            <a:off x="29549455" y="-23111035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 flipV="1">
            <a:off x="29870040" y="-23338601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 flipH="1">
            <a:off x="30008314" y="-23477912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 flipH="1">
            <a:off x="30008314" y="-23802068"/>
            <a:ext cx="22017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 flipV="1">
            <a:off x="30030331" y="-24081609"/>
            <a:ext cx="0" cy="6562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 flipV="1">
            <a:off x="28517477" y="-23270300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V="1">
            <a:off x="28760297" y="-23232825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V="1">
            <a:off x="29003113" y="-23195351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 flipV="1">
            <a:off x="29245932" y="-23157877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 flipV="1">
            <a:off x="29488748" y="-23120404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28517477" y="-23295827"/>
            <a:ext cx="26684" cy="411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>
            <a:off x="28517477" y="-23619984"/>
            <a:ext cx="26684" cy="411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 flipV="1">
            <a:off x="28998354" y="-24240873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 flipV="1">
            <a:off x="29241173" y="-24203400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 flipV="1">
            <a:off x="29483989" y="-24165926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 flipV="1">
            <a:off x="29726808" y="-24128452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V="1">
            <a:off x="29969628" y="-24090979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V="1">
            <a:off x="28998354" y="-23611648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V="1">
            <a:off x="29241173" y="-23574175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 flipV="1">
            <a:off x="29483989" y="-23536701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V="1">
            <a:off x="29726808" y="-23499226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V="1">
            <a:off x="29969628" y="-23461752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>
            <a:off x="28998354" y="-24240873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>
            <a:off x="29241173" y="-24203400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>
            <a:off x="29483989" y="-24165926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>
            <a:off x="29726808" y="-24128452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>
            <a:off x="29969628" y="-24090979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>
            <a:off x="28998354" y="-23637177"/>
            <a:ext cx="1031977" cy="1592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>
            <a:off x="28998354" y="-23961332"/>
            <a:ext cx="1031977" cy="15926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>
            <a:off x="28998354" y="-23637177"/>
            <a:ext cx="26686" cy="411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>
            <a:off x="28998354" y="-23961332"/>
            <a:ext cx="26686" cy="411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 flipH="1" flipV="1">
            <a:off x="30003647" y="-23482030"/>
            <a:ext cx="26684" cy="411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 flipH="1" flipV="1">
            <a:off x="30003647" y="-23806187"/>
            <a:ext cx="26684" cy="411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1" name="Freeform 1030"/>
          <p:cNvSpPr/>
          <p:nvPr/>
        </p:nvSpPr>
        <p:spPr>
          <a:xfrm>
            <a:off x="29514800" y="-2348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Freeform 1031"/>
          <p:cNvSpPr/>
          <p:nvPr/>
        </p:nvSpPr>
        <p:spPr>
          <a:xfrm>
            <a:off x="29527500" y="-2349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Freeform 1032"/>
          <p:cNvSpPr/>
          <p:nvPr/>
        </p:nvSpPr>
        <p:spPr>
          <a:xfrm>
            <a:off x="29552900" y="-2350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Freeform 1033"/>
          <p:cNvSpPr/>
          <p:nvPr/>
        </p:nvSpPr>
        <p:spPr>
          <a:xfrm>
            <a:off x="295656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Freeform 1034"/>
          <p:cNvSpPr/>
          <p:nvPr/>
        </p:nvSpPr>
        <p:spPr>
          <a:xfrm>
            <a:off x="295783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Freeform 1035"/>
          <p:cNvSpPr/>
          <p:nvPr/>
        </p:nvSpPr>
        <p:spPr>
          <a:xfrm>
            <a:off x="29591000" y="-23533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Freeform 1036"/>
          <p:cNvSpPr/>
          <p:nvPr/>
        </p:nvSpPr>
        <p:spPr>
          <a:xfrm>
            <a:off x="296164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Freeform 1037"/>
          <p:cNvSpPr/>
          <p:nvPr/>
        </p:nvSpPr>
        <p:spPr>
          <a:xfrm>
            <a:off x="296291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Freeform 1038"/>
          <p:cNvSpPr/>
          <p:nvPr/>
        </p:nvSpPr>
        <p:spPr>
          <a:xfrm>
            <a:off x="296418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Freeform 1039"/>
          <p:cNvSpPr/>
          <p:nvPr/>
        </p:nvSpPr>
        <p:spPr>
          <a:xfrm>
            <a:off x="296672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Freeform 1040"/>
          <p:cNvSpPr/>
          <p:nvPr/>
        </p:nvSpPr>
        <p:spPr>
          <a:xfrm>
            <a:off x="296799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Freeform 1041"/>
          <p:cNvSpPr/>
          <p:nvPr/>
        </p:nvSpPr>
        <p:spPr>
          <a:xfrm>
            <a:off x="296926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Freeform 1042"/>
          <p:cNvSpPr/>
          <p:nvPr/>
        </p:nvSpPr>
        <p:spPr>
          <a:xfrm>
            <a:off x="297180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Freeform 1043"/>
          <p:cNvSpPr/>
          <p:nvPr/>
        </p:nvSpPr>
        <p:spPr>
          <a:xfrm>
            <a:off x="297307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Freeform 1044"/>
          <p:cNvSpPr/>
          <p:nvPr/>
        </p:nvSpPr>
        <p:spPr>
          <a:xfrm>
            <a:off x="29743400" y="-23660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Freeform 1045"/>
          <p:cNvSpPr/>
          <p:nvPr/>
        </p:nvSpPr>
        <p:spPr>
          <a:xfrm>
            <a:off x="29768800" y="-23698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FFF400"/>
          </a:solidFill>
          <a:ln w="3175">
            <a:solidFill>
              <a:srgbClr val="CCC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Freeform 1046"/>
          <p:cNvSpPr/>
          <p:nvPr/>
        </p:nvSpPr>
        <p:spPr>
          <a:xfrm>
            <a:off x="29781500" y="-2372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C900"/>
          </a:solidFill>
          <a:ln w="3175">
            <a:solidFill>
              <a:srgbClr val="C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Freeform 1047"/>
          <p:cNvSpPr/>
          <p:nvPr/>
        </p:nvSpPr>
        <p:spPr>
          <a:xfrm>
            <a:off x="297942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A400"/>
          </a:solidFill>
          <a:ln w="3175">
            <a:solidFill>
              <a:srgbClr val="CC8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Freeform 1048"/>
          <p:cNvSpPr/>
          <p:nvPr/>
        </p:nvSpPr>
        <p:spPr>
          <a:xfrm>
            <a:off x="29806900" y="-23787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8600"/>
          </a:solidFill>
          <a:ln w="3175">
            <a:solidFill>
              <a:srgbClr val="CC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Freeform 1049"/>
          <p:cNvSpPr/>
          <p:nvPr/>
        </p:nvSpPr>
        <p:spPr>
          <a:xfrm>
            <a:off x="298323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7100"/>
          </a:solidFill>
          <a:ln w="3175">
            <a:solidFill>
              <a:srgbClr val="CC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Freeform 1050"/>
          <p:cNvSpPr/>
          <p:nvPr/>
        </p:nvSpPr>
        <p:spPr>
          <a:xfrm>
            <a:off x="298450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700"/>
          </a:solidFill>
          <a:ln w="3175">
            <a:solidFill>
              <a:srgbClr val="CC5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Freeform 1051"/>
          <p:cNvSpPr/>
          <p:nvPr/>
        </p:nvSpPr>
        <p:spPr>
          <a:xfrm>
            <a:off x="298577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5F00"/>
          </a:solidFill>
          <a:ln w="3175">
            <a:solidFill>
              <a:srgbClr val="CC4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Freeform 1052"/>
          <p:cNvSpPr/>
          <p:nvPr/>
        </p:nvSpPr>
        <p:spPr>
          <a:xfrm>
            <a:off x="298831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5400"/>
          </a:solidFill>
          <a:ln w="3175">
            <a:solidFill>
              <a:srgbClr val="CC4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Freeform 1053"/>
          <p:cNvSpPr/>
          <p:nvPr/>
        </p:nvSpPr>
        <p:spPr>
          <a:xfrm>
            <a:off x="29895800" y="-2387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600"/>
          </a:solidFill>
          <a:ln w="3175">
            <a:solidFill>
              <a:srgbClr val="CC3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Freeform 1054"/>
          <p:cNvSpPr/>
          <p:nvPr/>
        </p:nvSpPr>
        <p:spPr>
          <a:xfrm>
            <a:off x="299085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3500"/>
          </a:solidFill>
          <a:ln w="3175">
            <a:solidFill>
              <a:srgbClr val="CC2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Freeform 1055"/>
          <p:cNvSpPr/>
          <p:nvPr/>
        </p:nvSpPr>
        <p:spPr>
          <a:xfrm>
            <a:off x="299339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1F00"/>
          </a:solidFill>
          <a:ln w="3175">
            <a:solidFill>
              <a:srgbClr val="CC1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Freeform 1056"/>
          <p:cNvSpPr/>
          <p:nvPr/>
        </p:nvSpPr>
        <p:spPr>
          <a:xfrm>
            <a:off x="299466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Freeform 1057"/>
          <p:cNvSpPr/>
          <p:nvPr/>
        </p:nvSpPr>
        <p:spPr>
          <a:xfrm>
            <a:off x="29959300" y="-2399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DC0000"/>
          </a:solidFill>
          <a:ln w="3175">
            <a:solidFill>
              <a:srgbClr val="B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Freeform 1058"/>
          <p:cNvSpPr/>
          <p:nvPr/>
        </p:nvSpPr>
        <p:spPr>
          <a:xfrm>
            <a:off x="29972000" y="-240284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AB0000"/>
          </a:solidFill>
          <a:ln w="3175">
            <a:solidFill>
              <a:srgbClr val="8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Freeform 1059"/>
          <p:cNvSpPr/>
          <p:nvPr/>
        </p:nvSpPr>
        <p:spPr>
          <a:xfrm>
            <a:off x="29476700" y="-2348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Freeform 1060"/>
          <p:cNvSpPr/>
          <p:nvPr/>
        </p:nvSpPr>
        <p:spPr>
          <a:xfrm>
            <a:off x="29489400" y="-23495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Freeform 1061"/>
          <p:cNvSpPr/>
          <p:nvPr/>
        </p:nvSpPr>
        <p:spPr>
          <a:xfrm>
            <a:off x="295148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Freeform 1062"/>
          <p:cNvSpPr/>
          <p:nvPr/>
        </p:nvSpPr>
        <p:spPr>
          <a:xfrm>
            <a:off x="295275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Freeform 1063"/>
          <p:cNvSpPr/>
          <p:nvPr/>
        </p:nvSpPr>
        <p:spPr>
          <a:xfrm>
            <a:off x="295402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Freeform 1064"/>
          <p:cNvSpPr/>
          <p:nvPr/>
        </p:nvSpPr>
        <p:spPr>
          <a:xfrm>
            <a:off x="295656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Freeform 1065"/>
          <p:cNvSpPr/>
          <p:nvPr/>
        </p:nvSpPr>
        <p:spPr>
          <a:xfrm>
            <a:off x="295783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Freeform 1066"/>
          <p:cNvSpPr/>
          <p:nvPr/>
        </p:nvSpPr>
        <p:spPr>
          <a:xfrm>
            <a:off x="295910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Freeform 1067"/>
          <p:cNvSpPr/>
          <p:nvPr/>
        </p:nvSpPr>
        <p:spPr>
          <a:xfrm>
            <a:off x="296164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Freeform 1068"/>
          <p:cNvSpPr/>
          <p:nvPr/>
        </p:nvSpPr>
        <p:spPr>
          <a:xfrm>
            <a:off x="296291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Freeform 1069"/>
          <p:cNvSpPr/>
          <p:nvPr/>
        </p:nvSpPr>
        <p:spPr>
          <a:xfrm>
            <a:off x="296418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Freeform 1070"/>
          <p:cNvSpPr/>
          <p:nvPr/>
        </p:nvSpPr>
        <p:spPr>
          <a:xfrm>
            <a:off x="29654500" y="-23609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Freeform 1071"/>
          <p:cNvSpPr/>
          <p:nvPr/>
        </p:nvSpPr>
        <p:spPr>
          <a:xfrm>
            <a:off x="296799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Freeform 1072"/>
          <p:cNvSpPr/>
          <p:nvPr/>
        </p:nvSpPr>
        <p:spPr>
          <a:xfrm>
            <a:off x="296926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Freeform 1073"/>
          <p:cNvSpPr/>
          <p:nvPr/>
        </p:nvSpPr>
        <p:spPr>
          <a:xfrm>
            <a:off x="29705300" y="-23660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Freeform 1074"/>
          <p:cNvSpPr/>
          <p:nvPr/>
        </p:nvSpPr>
        <p:spPr>
          <a:xfrm>
            <a:off x="29730700" y="-2369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6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Freeform 1075"/>
          <p:cNvSpPr/>
          <p:nvPr/>
        </p:nvSpPr>
        <p:spPr>
          <a:xfrm>
            <a:off x="297434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CC00"/>
          </a:solidFill>
          <a:ln w="3175">
            <a:solidFill>
              <a:srgbClr val="CCA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Freeform 1076"/>
          <p:cNvSpPr/>
          <p:nvPr/>
        </p:nvSpPr>
        <p:spPr>
          <a:xfrm>
            <a:off x="29756100" y="-2376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7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Freeform 1077"/>
          <p:cNvSpPr/>
          <p:nvPr/>
        </p:nvSpPr>
        <p:spPr>
          <a:xfrm>
            <a:off x="29781500" y="-2378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89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Freeform 1078"/>
          <p:cNvSpPr/>
          <p:nvPr/>
        </p:nvSpPr>
        <p:spPr>
          <a:xfrm>
            <a:off x="297942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Freeform 1079"/>
          <p:cNvSpPr/>
          <p:nvPr/>
        </p:nvSpPr>
        <p:spPr>
          <a:xfrm>
            <a:off x="298069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Freeform 1080"/>
          <p:cNvSpPr/>
          <p:nvPr/>
        </p:nvSpPr>
        <p:spPr>
          <a:xfrm>
            <a:off x="298323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54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Freeform 1081"/>
          <p:cNvSpPr/>
          <p:nvPr/>
        </p:nvSpPr>
        <p:spPr>
          <a:xfrm>
            <a:off x="298450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4A00"/>
          </a:solidFill>
          <a:ln w="3175">
            <a:solidFill>
              <a:srgbClr val="CC3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Freeform 1082"/>
          <p:cNvSpPr/>
          <p:nvPr/>
        </p:nvSpPr>
        <p:spPr>
          <a:xfrm>
            <a:off x="29857700" y="-2388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3C00"/>
          </a:solidFill>
          <a:ln w="3175">
            <a:solidFill>
              <a:srgbClr val="CC3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Freeform 1083"/>
          <p:cNvSpPr/>
          <p:nvPr/>
        </p:nvSpPr>
        <p:spPr>
          <a:xfrm>
            <a:off x="29870400" y="-23901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Freeform 1084"/>
          <p:cNvSpPr/>
          <p:nvPr/>
        </p:nvSpPr>
        <p:spPr>
          <a:xfrm>
            <a:off x="298958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500"/>
          </a:solidFill>
          <a:ln w="3175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Freeform 1085"/>
          <p:cNvSpPr/>
          <p:nvPr/>
        </p:nvSpPr>
        <p:spPr>
          <a:xfrm>
            <a:off x="299085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80000"/>
          </a:solidFill>
          <a:ln w="3175">
            <a:solidFill>
              <a:srgbClr val="C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Freeform 1086"/>
          <p:cNvSpPr/>
          <p:nvPr/>
        </p:nvSpPr>
        <p:spPr>
          <a:xfrm>
            <a:off x="299212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D50000"/>
          </a:solidFill>
          <a:ln w="3175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Freeform 1087"/>
          <p:cNvSpPr/>
          <p:nvPr/>
        </p:nvSpPr>
        <p:spPr>
          <a:xfrm>
            <a:off x="299466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A60000"/>
          </a:solidFill>
          <a:ln w="3175">
            <a:solidFill>
              <a:srgbClr val="8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Freeform 1088"/>
          <p:cNvSpPr/>
          <p:nvPr/>
        </p:nvSpPr>
        <p:spPr>
          <a:xfrm>
            <a:off x="29438600" y="-2349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Freeform 1089"/>
          <p:cNvSpPr/>
          <p:nvPr/>
        </p:nvSpPr>
        <p:spPr>
          <a:xfrm>
            <a:off x="29464000" y="-2349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Freeform 1090"/>
          <p:cNvSpPr/>
          <p:nvPr/>
        </p:nvSpPr>
        <p:spPr>
          <a:xfrm>
            <a:off x="294767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Freeform 1091"/>
          <p:cNvSpPr/>
          <p:nvPr/>
        </p:nvSpPr>
        <p:spPr>
          <a:xfrm>
            <a:off x="294894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Freeform 1092"/>
          <p:cNvSpPr/>
          <p:nvPr/>
        </p:nvSpPr>
        <p:spPr>
          <a:xfrm>
            <a:off x="295148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Freeform 1093"/>
          <p:cNvSpPr/>
          <p:nvPr/>
        </p:nvSpPr>
        <p:spPr>
          <a:xfrm>
            <a:off x="295275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Freeform 1094"/>
          <p:cNvSpPr/>
          <p:nvPr/>
        </p:nvSpPr>
        <p:spPr>
          <a:xfrm>
            <a:off x="295402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Freeform 1095"/>
          <p:cNvSpPr/>
          <p:nvPr/>
        </p:nvSpPr>
        <p:spPr>
          <a:xfrm>
            <a:off x="29552900" y="-23571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Freeform 1096"/>
          <p:cNvSpPr/>
          <p:nvPr/>
        </p:nvSpPr>
        <p:spPr>
          <a:xfrm>
            <a:off x="295783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Freeform 1097"/>
          <p:cNvSpPr/>
          <p:nvPr/>
        </p:nvSpPr>
        <p:spPr>
          <a:xfrm>
            <a:off x="295910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Freeform 1098"/>
          <p:cNvSpPr/>
          <p:nvPr/>
        </p:nvSpPr>
        <p:spPr>
          <a:xfrm>
            <a:off x="296037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Freeform 1099"/>
          <p:cNvSpPr/>
          <p:nvPr/>
        </p:nvSpPr>
        <p:spPr>
          <a:xfrm>
            <a:off x="296291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Freeform 1100"/>
          <p:cNvSpPr/>
          <p:nvPr/>
        </p:nvSpPr>
        <p:spPr>
          <a:xfrm>
            <a:off x="296418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Freeform 1101"/>
          <p:cNvSpPr/>
          <p:nvPr/>
        </p:nvSpPr>
        <p:spPr>
          <a:xfrm>
            <a:off x="296545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Freeform 1102"/>
          <p:cNvSpPr/>
          <p:nvPr/>
        </p:nvSpPr>
        <p:spPr>
          <a:xfrm>
            <a:off x="296799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Freeform 1103"/>
          <p:cNvSpPr/>
          <p:nvPr/>
        </p:nvSpPr>
        <p:spPr>
          <a:xfrm>
            <a:off x="29692600" y="-2369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7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Freeform 1104"/>
          <p:cNvSpPr/>
          <p:nvPr/>
        </p:nvSpPr>
        <p:spPr>
          <a:xfrm>
            <a:off x="29705300" y="-2373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E00"/>
          </a:solidFill>
          <a:ln w="3175">
            <a:solidFill>
              <a:srgbClr val="CCA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Freeform 1105"/>
          <p:cNvSpPr/>
          <p:nvPr/>
        </p:nvSpPr>
        <p:spPr>
          <a:xfrm>
            <a:off x="29730700" y="-2376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A9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Freeform 1106"/>
          <p:cNvSpPr/>
          <p:nvPr/>
        </p:nvSpPr>
        <p:spPr>
          <a:xfrm>
            <a:off x="297434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Freeform 1107"/>
          <p:cNvSpPr/>
          <p:nvPr/>
        </p:nvSpPr>
        <p:spPr>
          <a:xfrm>
            <a:off x="297561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Freeform 1108"/>
          <p:cNvSpPr/>
          <p:nvPr/>
        </p:nvSpPr>
        <p:spPr>
          <a:xfrm>
            <a:off x="29768800" y="-23837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800"/>
          </a:solidFill>
          <a:ln w="3175">
            <a:solidFill>
              <a:srgbClr val="CC4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Freeform 1109"/>
          <p:cNvSpPr/>
          <p:nvPr/>
        </p:nvSpPr>
        <p:spPr>
          <a:xfrm>
            <a:off x="29794200" y="-2386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B00"/>
          </a:solidFill>
          <a:ln w="3175">
            <a:solidFill>
              <a:srgbClr val="CC3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Freeform 1110"/>
          <p:cNvSpPr/>
          <p:nvPr/>
        </p:nvSpPr>
        <p:spPr>
          <a:xfrm>
            <a:off x="298069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Freeform 1111"/>
          <p:cNvSpPr/>
          <p:nvPr/>
        </p:nvSpPr>
        <p:spPr>
          <a:xfrm>
            <a:off x="298196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3300"/>
          </a:solidFill>
          <a:ln w="3175">
            <a:solidFill>
              <a:srgbClr val="CC2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Freeform 1112"/>
          <p:cNvSpPr/>
          <p:nvPr/>
        </p:nvSpPr>
        <p:spPr>
          <a:xfrm>
            <a:off x="298450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2200"/>
          </a:solidFill>
          <a:ln w="3175">
            <a:solidFill>
              <a:srgbClr val="CC1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Freeform 1113"/>
          <p:cNvSpPr/>
          <p:nvPr/>
        </p:nvSpPr>
        <p:spPr>
          <a:xfrm>
            <a:off x="298577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Freeform 1114"/>
          <p:cNvSpPr/>
          <p:nvPr/>
        </p:nvSpPr>
        <p:spPr>
          <a:xfrm>
            <a:off x="298704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00000"/>
          </a:solidFill>
          <a:ln w="3175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Freeform 1115"/>
          <p:cNvSpPr/>
          <p:nvPr/>
        </p:nvSpPr>
        <p:spPr>
          <a:xfrm>
            <a:off x="298958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CE0000"/>
          </a:solidFill>
          <a:ln w="3175">
            <a:solidFill>
              <a:srgbClr val="A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Freeform 1116"/>
          <p:cNvSpPr/>
          <p:nvPr/>
        </p:nvSpPr>
        <p:spPr>
          <a:xfrm>
            <a:off x="29908500" y="-2404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A10000"/>
          </a:solidFill>
          <a:ln w="3175">
            <a:solidFill>
              <a:srgbClr val="8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Freeform 1117"/>
          <p:cNvSpPr/>
          <p:nvPr/>
        </p:nvSpPr>
        <p:spPr>
          <a:xfrm>
            <a:off x="29413200" y="-2349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Freeform 1118"/>
          <p:cNvSpPr/>
          <p:nvPr/>
        </p:nvSpPr>
        <p:spPr>
          <a:xfrm>
            <a:off x="294259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Freeform 1119"/>
          <p:cNvSpPr/>
          <p:nvPr/>
        </p:nvSpPr>
        <p:spPr>
          <a:xfrm>
            <a:off x="29438600" y="-2352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Freeform 1120"/>
          <p:cNvSpPr/>
          <p:nvPr/>
        </p:nvSpPr>
        <p:spPr>
          <a:xfrm>
            <a:off x="29451300" y="-23533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Freeform 1121"/>
          <p:cNvSpPr/>
          <p:nvPr/>
        </p:nvSpPr>
        <p:spPr>
          <a:xfrm>
            <a:off x="294767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Freeform 1122"/>
          <p:cNvSpPr/>
          <p:nvPr/>
        </p:nvSpPr>
        <p:spPr>
          <a:xfrm>
            <a:off x="294894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Freeform 1123"/>
          <p:cNvSpPr/>
          <p:nvPr/>
        </p:nvSpPr>
        <p:spPr>
          <a:xfrm>
            <a:off x="295021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Freeform 1124"/>
          <p:cNvSpPr/>
          <p:nvPr/>
        </p:nvSpPr>
        <p:spPr>
          <a:xfrm>
            <a:off x="295275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Freeform 1125"/>
          <p:cNvSpPr/>
          <p:nvPr/>
        </p:nvSpPr>
        <p:spPr>
          <a:xfrm>
            <a:off x="295402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Freeform 1126"/>
          <p:cNvSpPr/>
          <p:nvPr/>
        </p:nvSpPr>
        <p:spPr>
          <a:xfrm>
            <a:off x="295529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Freeform 1127"/>
          <p:cNvSpPr/>
          <p:nvPr/>
        </p:nvSpPr>
        <p:spPr>
          <a:xfrm>
            <a:off x="295783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Freeform 1128"/>
          <p:cNvSpPr/>
          <p:nvPr/>
        </p:nvSpPr>
        <p:spPr>
          <a:xfrm>
            <a:off x="295910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Freeform 1129"/>
          <p:cNvSpPr/>
          <p:nvPr/>
        </p:nvSpPr>
        <p:spPr>
          <a:xfrm>
            <a:off x="296037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Freeform 1130"/>
          <p:cNvSpPr/>
          <p:nvPr/>
        </p:nvSpPr>
        <p:spPr>
          <a:xfrm>
            <a:off x="29616400" y="-23647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Freeform 1131"/>
          <p:cNvSpPr/>
          <p:nvPr/>
        </p:nvSpPr>
        <p:spPr>
          <a:xfrm>
            <a:off x="296418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Freeform 1132"/>
          <p:cNvSpPr/>
          <p:nvPr/>
        </p:nvSpPr>
        <p:spPr>
          <a:xfrm>
            <a:off x="29654500" y="-23710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Freeform 1133"/>
          <p:cNvSpPr/>
          <p:nvPr/>
        </p:nvSpPr>
        <p:spPr>
          <a:xfrm>
            <a:off x="29667200" y="-23736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Freeform 1134"/>
          <p:cNvSpPr/>
          <p:nvPr/>
        </p:nvSpPr>
        <p:spPr>
          <a:xfrm>
            <a:off x="29692600" y="-23774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Freeform 1135"/>
          <p:cNvSpPr/>
          <p:nvPr/>
        </p:nvSpPr>
        <p:spPr>
          <a:xfrm>
            <a:off x="29705300" y="-2379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Freeform 1136"/>
          <p:cNvSpPr/>
          <p:nvPr/>
        </p:nvSpPr>
        <p:spPr>
          <a:xfrm>
            <a:off x="297180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Freeform 1137"/>
          <p:cNvSpPr/>
          <p:nvPr/>
        </p:nvSpPr>
        <p:spPr>
          <a:xfrm>
            <a:off x="29743400" y="-2385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55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Freeform 1138"/>
          <p:cNvSpPr/>
          <p:nvPr/>
        </p:nvSpPr>
        <p:spPr>
          <a:xfrm>
            <a:off x="297561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4400"/>
          </a:solidFill>
          <a:ln w="3175">
            <a:solidFill>
              <a:srgbClr val="CC3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Freeform 1139"/>
          <p:cNvSpPr/>
          <p:nvPr/>
        </p:nvSpPr>
        <p:spPr>
          <a:xfrm>
            <a:off x="297688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800"/>
          </a:solidFill>
          <a:ln w="3175">
            <a:solidFill>
              <a:srgbClr val="CC2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Freeform 1140"/>
          <p:cNvSpPr/>
          <p:nvPr/>
        </p:nvSpPr>
        <p:spPr>
          <a:xfrm>
            <a:off x="297942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Freeform 1141"/>
          <p:cNvSpPr/>
          <p:nvPr/>
        </p:nvSpPr>
        <p:spPr>
          <a:xfrm>
            <a:off x="298069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A00"/>
          </a:solidFill>
          <a:ln w="3175">
            <a:solidFill>
              <a:srgbClr val="CC1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Freeform 1142"/>
          <p:cNvSpPr/>
          <p:nvPr/>
        </p:nvSpPr>
        <p:spPr>
          <a:xfrm>
            <a:off x="298196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0500"/>
          </a:solidFill>
          <a:ln w="3175">
            <a:solidFill>
              <a:srgbClr val="CC0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Freeform 1143"/>
          <p:cNvSpPr/>
          <p:nvPr/>
        </p:nvSpPr>
        <p:spPr>
          <a:xfrm>
            <a:off x="29832300" y="-23977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90000"/>
          </a:solidFill>
          <a:ln w="3175">
            <a:solidFill>
              <a:srgbClr val="B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Freeform 1144"/>
          <p:cNvSpPr/>
          <p:nvPr/>
        </p:nvSpPr>
        <p:spPr>
          <a:xfrm>
            <a:off x="29857700" y="-2401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Freeform 1145"/>
          <p:cNvSpPr/>
          <p:nvPr/>
        </p:nvSpPr>
        <p:spPr>
          <a:xfrm>
            <a:off x="29870400" y="-2404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9D0000"/>
          </a:solidFill>
          <a:ln w="3175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Freeform 1146"/>
          <p:cNvSpPr/>
          <p:nvPr/>
        </p:nvSpPr>
        <p:spPr>
          <a:xfrm>
            <a:off x="29375100" y="-2349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Freeform 1147"/>
          <p:cNvSpPr/>
          <p:nvPr/>
        </p:nvSpPr>
        <p:spPr>
          <a:xfrm>
            <a:off x="293878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Freeform 1148"/>
          <p:cNvSpPr/>
          <p:nvPr/>
        </p:nvSpPr>
        <p:spPr>
          <a:xfrm>
            <a:off x="294005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Freeform 1149"/>
          <p:cNvSpPr/>
          <p:nvPr/>
        </p:nvSpPr>
        <p:spPr>
          <a:xfrm>
            <a:off x="294259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Freeform 1150"/>
          <p:cNvSpPr/>
          <p:nvPr/>
        </p:nvSpPr>
        <p:spPr>
          <a:xfrm>
            <a:off x="294386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Freeform 1151"/>
          <p:cNvSpPr/>
          <p:nvPr/>
        </p:nvSpPr>
        <p:spPr>
          <a:xfrm>
            <a:off x="294513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Freeform 1152"/>
          <p:cNvSpPr/>
          <p:nvPr/>
        </p:nvSpPr>
        <p:spPr>
          <a:xfrm>
            <a:off x="294767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Freeform 1153"/>
          <p:cNvSpPr/>
          <p:nvPr/>
        </p:nvSpPr>
        <p:spPr>
          <a:xfrm>
            <a:off x="294894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Freeform 1154"/>
          <p:cNvSpPr/>
          <p:nvPr/>
        </p:nvSpPr>
        <p:spPr>
          <a:xfrm>
            <a:off x="295021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Freeform 1155"/>
          <p:cNvSpPr/>
          <p:nvPr/>
        </p:nvSpPr>
        <p:spPr>
          <a:xfrm>
            <a:off x="29514800" y="-23609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Freeform 1156"/>
          <p:cNvSpPr/>
          <p:nvPr/>
        </p:nvSpPr>
        <p:spPr>
          <a:xfrm>
            <a:off x="295402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Freeform 1157"/>
          <p:cNvSpPr/>
          <p:nvPr/>
        </p:nvSpPr>
        <p:spPr>
          <a:xfrm>
            <a:off x="295529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Freeform 1158"/>
          <p:cNvSpPr/>
          <p:nvPr/>
        </p:nvSpPr>
        <p:spPr>
          <a:xfrm>
            <a:off x="295656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Freeform 1159"/>
          <p:cNvSpPr/>
          <p:nvPr/>
        </p:nvSpPr>
        <p:spPr>
          <a:xfrm>
            <a:off x="295910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Freeform 1160"/>
          <p:cNvSpPr/>
          <p:nvPr/>
        </p:nvSpPr>
        <p:spPr>
          <a:xfrm>
            <a:off x="296037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Freeform 1161"/>
          <p:cNvSpPr/>
          <p:nvPr/>
        </p:nvSpPr>
        <p:spPr>
          <a:xfrm>
            <a:off x="29616400" y="-2371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Freeform 1162"/>
          <p:cNvSpPr/>
          <p:nvPr/>
        </p:nvSpPr>
        <p:spPr>
          <a:xfrm>
            <a:off x="29641800" y="-2374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Freeform 1163"/>
          <p:cNvSpPr/>
          <p:nvPr/>
        </p:nvSpPr>
        <p:spPr>
          <a:xfrm>
            <a:off x="29654500" y="-23774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Freeform 1164"/>
          <p:cNvSpPr/>
          <p:nvPr/>
        </p:nvSpPr>
        <p:spPr>
          <a:xfrm>
            <a:off x="296672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Freeform 1165"/>
          <p:cNvSpPr/>
          <p:nvPr/>
        </p:nvSpPr>
        <p:spPr>
          <a:xfrm>
            <a:off x="296926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Freeform 1166"/>
          <p:cNvSpPr/>
          <p:nvPr/>
        </p:nvSpPr>
        <p:spPr>
          <a:xfrm>
            <a:off x="297053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300"/>
          </a:solidFill>
          <a:ln w="3175">
            <a:solidFill>
              <a:srgbClr val="CC4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Freeform 1167"/>
          <p:cNvSpPr/>
          <p:nvPr/>
        </p:nvSpPr>
        <p:spPr>
          <a:xfrm>
            <a:off x="297180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F00"/>
          </a:solidFill>
          <a:ln w="3175">
            <a:solidFill>
              <a:srgbClr val="CC3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Freeform 1168"/>
          <p:cNvSpPr/>
          <p:nvPr/>
        </p:nvSpPr>
        <p:spPr>
          <a:xfrm>
            <a:off x="29730700" y="-23888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3100"/>
          </a:solidFill>
          <a:ln w="3175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Freeform 1169"/>
          <p:cNvSpPr/>
          <p:nvPr/>
        </p:nvSpPr>
        <p:spPr>
          <a:xfrm>
            <a:off x="297561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300"/>
          </a:solidFill>
          <a:ln w="3175">
            <a:solidFill>
              <a:srgbClr val="CC1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Freeform 1170"/>
          <p:cNvSpPr/>
          <p:nvPr/>
        </p:nvSpPr>
        <p:spPr>
          <a:xfrm>
            <a:off x="297688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1200"/>
          </a:solidFill>
          <a:ln w="3175">
            <a:solidFill>
              <a:srgbClr val="CC0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Freeform 1171"/>
          <p:cNvSpPr/>
          <p:nvPr/>
        </p:nvSpPr>
        <p:spPr>
          <a:xfrm>
            <a:off x="297815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C0000"/>
          </a:solidFill>
          <a:ln w="3175">
            <a:solidFill>
              <a:srgbClr val="C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Freeform 1172"/>
          <p:cNvSpPr/>
          <p:nvPr/>
        </p:nvSpPr>
        <p:spPr>
          <a:xfrm>
            <a:off x="298069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E20000"/>
          </a:solidFill>
          <a:ln w="3175">
            <a:solidFill>
              <a:srgbClr val="B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Freeform 1173"/>
          <p:cNvSpPr/>
          <p:nvPr/>
        </p:nvSpPr>
        <p:spPr>
          <a:xfrm>
            <a:off x="29819600" y="-2401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C20000"/>
          </a:solidFill>
          <a:ln w="3175">
            <a:solidFill>
              <a:srgbClr val="9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Freeform 1174"/>
          <p:cNvSpPr/>
          <p:nvPr/>
        </p:nvSpPr>
        <p:spPr>
          <a:xfrm>
            <a:off x="29832300" y="-2405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99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Freeform 1175"/>
          <p:cNvSpPr/>
          <p:nvPr/>
        </p:nvSpPr>
        <p:spPr>
          <a:xfrm>
            <a:off x="29337000" y="-2350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Freeform 1176"/>
          <p:cNvSpPr/>
          <p:nvPr/>
        </p:nvSpPr>
        <p:spPr>
          <a:xfrm>
            <a:off x="29349700" y="-2352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Freeform 1177"/>
          <p:cNvSpPr/>
          <p:nvPr/>
        </p:nvSpPr>
        <p:spPr>
          <a:xfrm>
            <a:off x="293751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Freeform 1178"/>
          <p:cNvSpPr/>
          <p:nvPr/>
        </p:nvSpPr>
        <p:spPr>
          <a:xfrm>
            <a:off x="293878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Freeform 1179"/>
          <p:cNvSpPr/>
          <p:nvPr/>
        </p:nvSpPr>
        <p:spPr>
          <a:xfrm>
            <a:off x="294005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Freeform 1180"/>
          <p:cNvSpPr/>
          <p:nvPr/>
        </p:nvSpPr>
        <p:spPr>
          <a:xfrm>
            <a:off x="29413200" y="-23558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Freeform 1181"/>
          <p:cNvSpPr/>
          <p:nvPr/>
        </p:nvSpPr>
        <p:spPr>
          <a:xfrm>
            <a:off x="294386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Freeform 1182"/>
          <p:cNvSpPr/>
          <p:nvPr/>
        </p:nvSpPr>
        <p:spPr>
          <a:xfrm>
            <a:off x="294513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Freeform 1183"/>
          <p:cNvSpPr/>
          <p:nvPr/>
        </p:nvSpPr>
        <p:spPr>
          <a:xfrm>
            <a:off x="294640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Freeform 1184"/>
          <p:cNvSpPr/>
          <p:nvPr/>
        </p:nvSpPr>
        <p:spPr>
          <a:xfrm>
            <a:off x="294894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Freeform 1185"/>
          <p:cNvSpPr/>
          <p:nvPr/>
        </p:nvSpPr>
        <p:spPr>
          <a:xfrm>
            <a:off x="295021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Freeform 1186"/>
          <p:cNvSpPr/>
          <p:nvPr/>
        </p:nvSpPr>
        <p:spPr>
          <a:xfrm>
            <a:off x="295148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Freeform 1187"/>
          <p:cNvSpPr/>
          <p:nvPr/>
        </p:nvSpPr>
        <p:spPr>
          <a:xfrm>
            <a:off x="295402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Freeform 1188"/>
          <p:cNvSpPr/>
          <p:nvPr/>
        </p:nvSpPr>
        <p:spPr>
          <a:xfrm>
            <a:off x="295529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Freeform 1189"/>
          <p:cNvSpPr/>
          <p:nvPr/>
        </p:nvSpPr>
        <p:spPr>
          <a:xfrm>
            <a:off x="29565600" y="-2368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Freeform 1190"/>
          <p:cNvSpPr/>
          <p:nvPr/>
        </p:nvSpPr>
        <p:spPr>
          <a:xfrm>
            <a:off x="29591000" y="-2371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Freeform 1191"/>
          <p:cNvSpPr/>
          <p:nvPr/>
        </p:nvSpPr>
        <p:spPr>
          <a:xfrm>
            <a:off x="29603700" y="-2374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Freeform 1192"/>
          <p:cNvSpPr/>
          <p:nvPr/>
        </p:nvSpPr>
        <p:spPr>
          <a:xfrm>
            <a:off x="296164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Freeform 1193"/>
          <p:cNvSpPr/>
          <p:nvPr/>
        </p:nvSpPr>
        <p:spPr>
          <a:xfrm>
            <a:off x="29629100" y="-238125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Freeform 1194"/>
          <p:cNvSpPr/>
          <p:nvPr/>
        </p:nvSpPr>
        <p:spPr>
          <a:xfrm>
            <a:off x="29654500" y="-23837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Freeform 1195"/>
          <p:cNvSpPr/>
          <p:nvPr/>
        </p:nvSpPr>
        <p:spPr>
          <a:xfrm>
            <a:off x="29667200" y="-2386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5300"/>
          </a:solidFill>
          <a:ln w="3175">
            <a:solidFill>
              <a:srgbClr val="CC4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Freeform 1196"/>
          <p:cNvSpPr/>
          <p:nvPr/>
        </p:nvSpPr>
        <p:spPr>
          <a:xfrm>
            <a:off x="296799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3E00"/>
          </a:solidFill>
          <a:ln w="3175">
            <a:solidFill>
              <a:srgbClr val="CC3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Freeform 1197"/>
          <p:cNvSpPr/>
          <p:nvPr/>
        </p:nvSpPr>
        <p:spPr>
          <a:xfrm>
            <a:off x="297053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3000"/>
          </a:solidFill>
          <a:ln w="3175">
            <a:solidFill>
              <a:srgbClr val="CC2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Freeform 1198"/>
          <p:cNvSpPr/>
          <p:nvPr/>
        </p:nvSpPr>
        <p:spPr>
          <a:xfrm>
            <a:off x="297180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2200"/>
          </a:solidFill>
          <a:ln w="3175">
            <a:solidFill>
              <a:srgbClr val="CC1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Freeform 1199"/>
          <p:cNvSpPr/>
          <p:nvPr/>
        </p:nvSpPr>
        <p:spPr>
          <a:xfrm>
            <a:off x="297307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100"/>
          </a:solidFill>
          <a:ln w="3175">
            <a:solidFill>
              <a:srgbClr val="CC0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Freeform 1200"/>
          <p:cNvSpPr/>
          <p:nvPr/>
        </p:nvSpPr>
        <p:spPr>
          <a:xfrm>
            <a:off x="297561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C0000"/>
          </a:solidFill>
          <a:ln w="3175">
            <a:solidFill>
              <a:srgbClr val="C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Freeform 1201"/>
          <p:cNvSpPr/>
          <p:nvPr/>
        </p:nvSpPr>
        <p:spPr>
          <a:xfrm>
            <a:off x="297688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20000"/>
          </a:solidFill>
          <a:ln w="3175">
            <a:solidFill>
              <a:srgbClr val="B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Freeform 1202"/>
          <p:cNvSpPr/>
          <p:nvPr/>
        </p:nvSpPr>
        <p:spPr>
          <a:xfrm>
            <a:off x="29781500" y="-2401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C10000"/>
          </a:solidFill>
          <a:ln w="3175">
            <a:solidFill>
              <a:srgbClr val="9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Freeform 1203"/>
          <p:cNvSpPr/>
          <p:nvPr/>
        </p:nvSpPr>
        <p:spPr>
          <a:xfrm>
            <a:off x="29794200" y="-24053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99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Freeform 1204"/>
          <p:cNvSpPr/>
          <p:nvPr/>
        </p:nvSpPr>
        <p:spPr>
          <a:xfrm>
            <a:off x="29298900" y="-2350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Freeform 1205"/>
          <p:cNvSpPr/>
          <p:nvPr/>
        </p:nvSpPr>
        <p:spPr>
          <a:xfrm>
            <a:off x="29311600" y="-23520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Freeform 1206"/>
          <p:cNvSpPr/>
          <p:nvPr/>
        </p:nvSpPr>
        <p:spPr>
          <a:xfrm>
            <a:off x="293370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Freeform 1207"/>
          <p:cNvSpPr/>
          <p:nvPr/>
        </p:nvSpPr>
        <p:spPr>
          <a:xfrm>
            <a:off x="293497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Freeform 1208"/>
          <p:cNvSpPr/>
          <p:nvPr/>
        </p:nvSpPr>
        <p:spPr>
          <a:xfrm>
            <a:off x="293624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Freeform 1209"/>
          <p:cNvSpPr/>
          <p:nvPr/>
        </p:nvSpPr>
        <p:spPr>
          <a:xfrm>
            <a:off x="293878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Freeform 1210"/>
          <p:cNvSpPr/>
          <p:nvPr/>
        </p:nvSpPr>
        <p:spPr>
          <a:xfrm>
            <a:off x="294005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Freeform 1211"/>
          <p:cNvSpPr/>
          <p:nvPr/>
        </p:nvSpPr>
        <p:spPr>
          <a:xfrm>
            <a:off x="294132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Freeform 1212"/>
          <p:cNvSpPr/>
          <p:nvPr/>
        </p:nvSpPr>
        <p:spPr>
          <a:xfrm>
            <a:off x="294386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Freeform 1213"/>
          <p:cNvSpPr/>
          <p:nvPr/>
        </p:nvSpPr>
        <p:spPr>
          <a:xfrm>
            <a:off x="294513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Freeform 1214"/>
          <p:cNvSpPr/>
          <p:nvPr/>
        </p:nvSpPr>
        <p:spPr>
          <a:xfrm>
            <a:off x="294640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Freeform 1215"/>
          <p:cNvSpPr/>
          <p:nvPr/>
        </p:nvSpPr>
        <p:spPr>
          <a:xfrm>
            <a:off x="29476700" y="-23634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Freeform 1216"/>
          <p:cNvSpPr/>
          <p:nvPr/>
        </p:nvSpPr>
        <p:spPr>
          <a:xfrm>
            <a:off x="295021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Freeform 1217"/>
          <p:cNvSpPr/>
          <p:nvPr/>
        </p:nvSpPr>
        <p:spPr>
          <a:xfrm>
            <a:off x="295148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Freeform 1218"/>
          <p:cNvSpPr/>
          <p:nvPr/>
        </p:nvSpPr>
        <p:spPr>
          <a:xfrm>
            <a:off x="29527500" y="-23685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Freeform 1219"/>
          <p:cNvSpPr/>
          <p:nvPr/>
        </p:nvSpPr>
        <p:spPr>
          <a:xfrm>
            <a:off x="29552900" y="-2372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Freeform 1220"/>
          <p:cNvSpPr/>
          <p:nvPr/>
        </p:nvSpPr>
        <p:spPr>
          <a:xfrm>
            <a:off x="29565600" y="-23761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Freeform 1221"/>
          <p:cNvSpPr/>
          <p:nvPr/>
        </p:nvSpPr>
        <p:spPr>
          <a:xfrm>
            <a:off x="29578300" y="-2378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Freeform 1222"/>
          <p:cNvSpPr/>
          <p:nvPr/>
        </p:nvSpPr>
        <p:spPr>
          <a:xfrm>
            <a:off x="29603700" y="-23812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Freeform 1223"/>
          <p:cNvSpPr/>
          <p:nvPr/>
        </p:nvSpPr>
        <p:spPr>
          <a:xfrm>
            <a:off x="296164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Freeform 1224"/>
          <p:cNvSpPr/>
          <p:nvPr/>
        </p:nvSpPr>
        <p:spPr>
          <a:xfrm>
            <a:off x="296291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400"/>
          </a:solidFill>
          <a:ln w="3175">
            <a:solidFill>
              <a:srgbClr val="CC4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Freeform 1225"/>
          <p:cNvSpPr/>
          <p:nvPr/>
        </p:nvSpPr>
        <p:spPr>
          <a:xfrm>
            <a:off x="296545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4200"/>
          </a:solidFill>
          <a:ln w="3175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Freeform 1226"/>
          <p:cNvSpPr/>
          <p:nvPr/>
        </p:nvSpPr>
        <p:spPr>
          <a:xfrm>
            <a:off x="296672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600"/>
          </a:solidFill>
          <a:ln w="3175">
            <a:solidFill>
              <a:srgbClr val="CC2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Freeform 1227"/>
          <p:cNvSpPr/>
          <p:nvPr/>
        </p:nvSpPr>
        <p:spPr>
          <a:xfrm>
            <a:off x="296799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Freeform 1228"/>
          <p:cNvSpPr/>
          <p:nvPr/>
        </p:nvSpPr>
        <p:spPr>
          <a:xfrm>
            <a:off x="29692600" y="-23939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800"/>
          </a:solidFill>
          <a:ln w="3175">
            <a:solidFill>
              <a:srgbClr val="CC1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Freeform 1229"/>
          <p:cNvSpPr/>
          <p:nvPr/>
        </p:nvSpPr>
        <p:spPr>
          <a:xfrm>
            <a:off x="297180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03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Freeform 1230"/>
          <p:cNvSpPr/>
          <p:nvPr/>
        </p:nvSpPr>
        <p:spPr>
          <a:xfrm>
            <a:off x="297307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70000"/>
          </a:solidFill>
          <a:ln w="3175">
            <a:solidFill>
              <a:srgbClr val="B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Freeform 1231"/>
          <p:cNvSpPr/>
          <p:nvPr/>
        </p:nvSpPr>
        <p:spPr>
          <a:xfrm>
            <a:off x="297434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C60000"/>
          </a:solidFill>
          <a:ln w="3175">
            <a:solidFill>
              <a:srgbClr val="9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Freeform 1232"/>
          <p:cNvSpPr/>
          <p:nvPr/>
        </p:nvSpPr>
        <p:spPr>
          <a:xfrm>
            <a:off x="29768800" y="-24066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Freeform 1233"/>
          <p:cNvSpPr/>
          <p:nvPr/>
        </p:nvSpPr>
        <p:spPr>
          <a:xfrm>
            <a:off x="29260800" y="-2352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Freeform 1234"/>
          <p:cNvSpPr/>
          <p:nvPr/>
        </p:nvSpPr>
        <p:spPr>
          <a:xfrm>
            <a:off x="292862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Freeform 1235"/>
          <p:cNvSpPr/>
          <p:nvPr/>
        </p:nvSpPr>
        <p:spPr>
          <a:xfrm>
            <a:off x="292989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Freeform 1236"/>
          <p:cNvSpPr/>
          <p:nvPr/>
        </p:nvSpPr>
        <p:spPr>
          <a:xfrm>
            <a:off x="293116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Freeform 1237"/>
          <p:cNvSpPr/>
          <p:nvPr/>
        </p:nvSpPr>
        <p:spPr>
          <a:xfrm>
            <a:off x="293370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Freeform 1238"/>
          <p:cNvSpPr/>
          <p:nvPr/>
        </p:nvSpPr>
        <p:spPr>
          <a:xfrm>
            <a:off x="293497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Freeform 1239"/>
          <p:cNvSpPr/>
          <p:nvPr/>
        </p:nvSpPr>
        <p:spPr>
          <a:xfrm>
            <a:off x="293624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Freeform 1240"/>
          <p:cNvSpPr/>
          <p:nvPr/>
        </p:nvSpPr>
        <p:spPr>
          <a:xfrm>
            <a:off x="29375100" y="-23596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Freeform 1241"/>
          <p:cNvSpPr/>
          <p:nvPr/>
        </p:nvSpPr>
        <p:spPr>
          <a:xfrm>
            <a:off x="294005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Freeform 1242"/>
          <p:cNvSpPr/>
          <p:nvPr/>
        </p:nvSpPr>
        <p:spPr>
          <a:xfrm>
            <a:off x="294132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Freeform 1243"/>
          <p:cNvSpPr/>
          <p:nvPr/>
        </p:nvSpPr>
        <p:spPr>
          <a:xfrm>
            <a:off x="294259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Freeform 1244"/>
          <p:cNvSpPr/>
          <p:nvPr/>
        </p:nvSpPr>
        <p:spPr>
          <a:xfrm>
            <a:off x="294513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Freeform 1245"/>
          <p:cNvSpPr/>
          <p:nvPr/>
        </p:nvSpPr>
        <p:spPr>
          <a:xfrm>
            <a:off x="294640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Freeform 1246"/>
          <p:cNvSpPr/>
          <p:nvPr/>
        </p:nvSpPr>
        <p:spPr>
          <a:xfrm>
            <a:off x="294767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Freeform 1247"/>
          <p:cNvSpPr/>
          <p:nvPr/>
        </p:nvSpPr>
        <p:spPr>
          <a:xfrm>
            <a:off x="29502100" y="-2369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Freeform 1248"/>
          <p:cNvSpPr/>
          <p:nvPr/>
        </p:nvSpPr>
        <p:spPr>
          <a:xfrm>
            <a:off x="29514800" y="-2372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F7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Freeform 1249"/>
          <p:cNvSpPr/>
          <p:nvPr/>
        </p:nvSpPr>
        <p:spPr>
          <a:xfrm>
            <a:off x="29527500" y="-2376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E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Freeform 1250"/>
          <p:cNvSpPr/>
          <p:nvPr/>
        </p:nvSpPr>
        <p:spPr>
          <a:xfrm>
            <a:off x="295529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Freeform 1251"/>
          <p:cNvSpPr/>
          <p:nvPr/>
        </p:nvSpPr>
        <p:spPr>
          <a:xfrm>
            <a:off x="295656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Freeform 1252"/>
          <p:cNvSpPr/>
          <p:nvPr/>
        </p:nvSpPr>
        <p:spPr>
          <a:xfrm>
            <a:off x="29578300" y="-2385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Freeform 1253"/>
          <p:cNvSpPr/>
          <p:nvPr/>
        </p:nvSpPr>
        <p:spPr>
          <a:xfrm>
            <a:off x="29591000" y="-23863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5700"/>
          </a:solidFill>
          <a:ln w="3175">
            <a:solidFill>
              <a:srgbClr val="CC4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Freeform 1254"/>
          <p:cNvSpPr/>
          <p:nvPr/>
        </p:nvSpPr>
        <p:spPr>
          <a:xfrm>
            <a:off x="296164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4900"/>
          </a:solidFill>
          <a:ln w="3175">
            <a:solidFill>
              <a:srgbClr val="CC3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Freeform 1255"/>
          <p:cNvSpPr/>
          <p:nvPr/>
        </p:nvSpPr>
        <p:spPr>
          <a:xfrm>
            <a:off x="296291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F00"/>
          </a:solidFill>
          <a:ln w="3175">
            <a:solidFill>
              <a:srgbClr val="CC3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Freeform 1256"/>
          <p:cNvSpPr/>
          <p:nvPr/>
        </p:nvSpPr>
        <p:spPr>
          <a:xfrm>
            <a:off x="296418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3100"/>
          </a:solidFill>
          <a:ln w="3175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Freeform 1257"/>
          <p:cNvSpPr/>
          <p:nvPr/>
        </p:nvSpPr>
        <p:spPr>
          <a:xfrm>
            <a:off x="296672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2000"/>
          </a:solidFill>
          <a:ln w="3175">
            <a:solidFill>
              <a:srgbClr val="CC1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Freeform 1258"/>
          <p:cNvSpPr/>
          <p:nvPr/>
        </p:nvSpPr>
        <p:spPr>
          <a:xfrm>
            <a:off x="296799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0B00"/>
          </a:solidFill>
          <a:ln w="3175">
            <a:solidFill>
              <a:srgbClr val="CC0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Freeform 1259"/>
          <p:cNvSpPr/>
          <p:nvPr/>
        </p:nvSpPr>
        <p:spPr>
          <a:xfrm>
            <a:off x="296926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F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Freeform 1260"/>
          <p:cNvSpPr/>
          <p:nvPr/>
        </p:nvSpPr>
        <p:spPr>
          <a:xfrm>
            <a:off x="297180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CC0000"/>
          </a:solidFill>
          <a:ln w="3175">
            <a:solidFill>
              <a:srgbClr val="A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Freeform 1261"/>
          <p:cNvSpPr/>
          <p:nvPr/>
        </p:nvSpPr>
        <p:spPr>
          <a:xfrm>
            <a:off x="29730700" y="-2406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A0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Freeform 1262"/>
          <p:cNvSpPr/>
          <p:nvPr/>
        </p:nvSpPr>
        <p:spPr>
          <a:xfrm>
            <a:off x="29235400" y="-23520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Freeform 1263"/>
          <p:cNvSpPr/>
          <p:nvPr/>
        </p:nvSpPr>
        <p:spPr>
          <a:xfrm>
            <a:off x="292481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Freeform 1264"/>
          <p:cNvSpPr/>
          <p:nvPr/>
        </p:nvSpPr>
        <p:spPr>
          <a:xfrm>
            <a:off x="292608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Freeform 1265"/>
          <p:cNvSpPr/>
          <p:nvPr/>
        </p:nvSpPr>
        <p:spPr>
          <a:xfrm>
            <a:off x="29273500" y="-23558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Freeform 1266"/>
          <p:cNvSpPr/>
          <p:nvPr/>
        </p:nvSpPr>
        <p:spPr>
          <a:xfrm>
            <a:off x="292989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Freeform 1267"/>
          <p:cNvSpPr/>
          <p:nvPr/>
        </p:nvSpPr>
        <p:spPr>
          <a:xfrm>
            <a:off x="293116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Freeform 1268"/>
          <p:cNvSpPr/>
          <p:nvPr/>
        </p:nvSpPr>
        <p:spPr>
          <a:xfrm>
            <a:off x="293243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Freeform 1269"/>
          <p:cNvSpPr/>
          <p:nvPr/>
        </p:nvSpPr>
        <p:spPr>
          <a:xfrm>
            <a:off x="293497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Freeform 1270"/>
          <p:cNvSpPr/>
          <p:nvPr/>
        </p:nvSpPr>
        <p:spPr>
          <a:xfrm>
            <a:off x="293624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Freeform 1271"/>
          <p:cNvSpPr/>
          <p:nvPr/>
        </p:nvSpPr>
        <p:spPr>
          <a:xfrm>
            <a:off x="293751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Freeform 1272"/>
          <p:cNvSpPr/>
          <p:nvPr/>
        </p:nvSpPr>
        <p:spPr>
          <a:xfrm>
            <a:off x="294005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Freeform 1273"/>
          <p:cNvSpPr/>
          <p:nvPr/>
        </p:nvSpPr>
        <p:spPr>
          <a:xfrm>
            <a:off x="294132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Freeform 1274"/>
          <p:cNvSpPr/>
          <p:nvPr/>
        </p:nvSpPr>
        <p:spPr>
          <a:xfrm>
            <a:off x="294259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Freeform 1275"/>
          <p:cNvSpPr/>
          <p:nvPr/>
        </p:nvSpPr>
        <p:spPr>
          <a:xfrm>
            <a:off x="29438600" y="-23672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Freeform 1276"/>
          <p:cNvSpPr/>
          <p:nvPr/>
        </p:nvSpPr>
        <p:spPr>
          <a:xfrm>
            <a:off x="294640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Freeform 1277"/>
          <p:cNvSpPr/>
          <p:nvPr/>
        </p:nvSpPr>
        <p:spPr>
          <a:xfrm>
            <a:off x="29476700" y="-2373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6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Freeform 1278"/>
          <p:cNvSpPr/>
          <p:nvPr/>
        </p:nvSpPr>
        <p:spPr>
          <a:xfrm>
            <a:off x="29489400" y="-237744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CC00"/>
          </a:solidFill>
          <a:ln w="3175">
            <a:solidFill>
              <a:srgbClr val="CCA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Freeform 1279"/>
          <p:cNvSpPr/>
          <p:nvPr/>
        </p:nvSpPr>
        <p:spPr>
          <a:xfrm>
            <a:off x="29514800" y="-2379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8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Freeform 1280"/>
          <p:cNvSpPr/>
          <p:nvPr/>
        </p:nvSpPr>
        <p:spPr>
          <a:xfrm>
            <a:off x="295275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89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Freeform 1281"/>
          <p:cNvSpPr/>
          <p:nvPr/>
        </p:nvSpPr>
        <p:spPr>
          <a:xfrm>
            <a:off x="295402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E00"/>
          </a:solidFill>
          <a:ln w="3175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Freeform 1282"/>
          <p:cNvSpPr/>
          <p:nvPr/>
        </p:nvSpPr>
        <p:spPr>
          <a:xfrm>
            <a:off x="295656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Freeform 1283"/>
          <p:cNvSpPr/>
          <p:nvPr/>
        </p:nvSpPr>
        <p:spPr>
          <a:xfrm>
            <a:off x="295783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5200"/>
          </a:solidFill>
          <a:ln w="3175">
            <a:solidFill>
              <a:srgbClr val="CC4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Freeform 1284"/>
          <p:cNvSpPr/>
          <p:nvPr/>
        </p:nvSpPr>
        <p:spPr>
          <a:xfrm>
            <a:off x="295910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800"/>
          </a:solidFill>
          <a:ln w="3175">
            <a:solidFill>
              <a:srgbClr val="CC3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Freeform 1285"/>
          <p:cNvSpPr/>
          <p:nvPr/>
        </p:nvSpPr>
        <p:spPr>
          <a:xfrm>
            <a:off x="296164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3A00"/>
          </a:solidFill>
          <a:ln w="3175">
            <a:solidFill>
              <a:srgbClr val="CC2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Freeform 1286"/>
          <p:cNvSpPr/>
          <p:nvPr/>
        </p:nvSpPr>
        <p:spPr>
          <a:xfrm>
            <a:off x="296291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Freeform 1287"/>
          <p:cNvSpPr/>
          <p:nvPr/>
        </p:nvSpPr>
        <p:spPr>
          <a:xfrm>
            <a:off x="296418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300"/>
          </a:solidFill>
          <a:ln w="3175">
            <a:solidFill>
              <a:srgbClr val="CC0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Freeform 1288"/>
          <p:cNvSpPr/>
          <p:nvPr/>
        </p:nvSpPr>
        <p:spPr>
          <a:xfrm>
            <a:off x="29654500" y="-23990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60000"/>
          </a:solidFill>
          <a:ln w="3175">
            <a:solidFill>
              <a:srgbClr val="C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Freeform 1289"/>
          <p:cNvSpPr/>
          <p:nvPr/>
        </p:nvSpPr>
        <p:spPr>
          <a:xfrm>
            <a:off x="296799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D3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Freeform 1290"/>
          <p:cNvSpPr/>
          <p:nvPr/>
        </p:nvSpPr>
        <p:spPr>
          <a:xfrm>
            <a:off x="29692600" y="-2406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A50000"/>
          </a:solidFill>
          <a:ln w="3175">
            <a:solidFill>
              <a:srgbClr val="8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Freeform 1291"/>
          <p:cNvSpPr/>
          <p:nvPr/>
        </p:nvSpPr>
        <p:spPr>
          <a:xfrm>
            <a:off x="29197300" y="-2353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Freeform 1292"/>
          <p:cNvSpPr/>
          <p:nvPr/>
        </p:nvSpPr>
        <p:spPr>
          <a:xfrm>
            <a:off x="292100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Freeform 1293"/>
          <p:cNvSpPr/>
          <p:nvPr/>
        </p:nvSpPr>
        <p:spPr>
          <a:xfrm>
            <a:off x="292227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Freeform 1294"/>
          <p:cNvSpPr/>
          <p:nvPr/>
        </p:nvSpPr>
        <p:spPr>
          <a:xfrm>
            <a:off x="292481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Freeform 1295"/>
          <p:cNvSpPr/>
          <p:nvPr/>
        </p:nvSpPr>
        <p:spPr>
          <a:xfrm>
            <a:off x="292608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Freeform 1296"/>
          <p:cNvSpPr/>
          <p:nvPr/>
        </p:nvSpPr>
        <p:spPr>
          <a:xfrm>
            <a:off x="292735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Freeform 1297"/>
          <p:cNvSpPr/>
          <p:nvPr/>
        </p:nvSpPr>
        <p:spPr>
          <a:xfrm>
            <a:off x="292989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Freeform 1298"/>
          <p:cNvSpPr/>
          <p:nvPr/>
        </p:nvSpPr>
        <p:spPr>
          <a:xfrm>
            <a:off x="293116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Freeform 1299"/>
          <p:cNvSpPr/>
          <p:nvPr/>
        </p:nvSpPr>
        <p:spPr>
          <a:xfrm>
            <a:off x="293243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Freeform 1300"/>
          <p:cNvSpPr/>
          <p:nvPr/>
        </p:nvSpPr>
        <p:spPr>
          <a:xfrm>
            <a:off x="29337000" y="-23634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Freeform 1301"/>
          <p:cNvSpPr/>
          <p:nvPr/>
        </p:nvSpPr>
        <p:spPr>
          <a:xfrm>
            <a:off x="293624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Freeform 1302"/>
          <p:cNvSpPr/>
          <p:nvPr/>
        </p:nvSpPr>
        <p:spPr>
          <a:xfrm>
            <a:off x="293751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Freeform 1303"/>
          <p:cNvSpPr/>
          <p:nvPr/>
        </p:nvSpPr>
        <p:spPr>
          <a:xfrm>
            <a:off x="293878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Freeform 1304"/>
          <p:cNvSpPr/>
          <p:nvPr/>
        </p:nvSpPr>
        <p:spPr>
          <a:xfrm>
            <a:off x="294132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Freeform 1305"/>
          <p:cNvSpPr/>
          <p:nvPr/>
        </p:nvSpPr>
        <p:spPr>
          <a:xfrm>
            <a:off x="29425900" y="-2371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Freeform 1306"/>
          <p:cNvSpPr/>
          <p:nvPr/>
        </p:nvSpPr>
        <p:spPr>
          <a:xfrm>
            <a:off x="29438600" y="-2373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F400"/>
          </a:solidFill>
          <a:ln w="3175">
            <a:solidFill>
              <a:srgbClr val="CC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Freeform 1307"/>
          <p:cNvSpPr/>
          <p:nvPr/>
        </p:nvSpPr>
        <p:spPr>
          <a:xfrm>
            <a:off x="29464000" y="-23774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FC900"/>
          </a:solidFill>
          <a:ln w="3175">
            <a:solidFill>
              <a:srgbClr val="CCA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Freeform 1308"/>
          <p:cNvSpPr/>
          <p:nvPr/>
        </p:nvSpPr>
        <p:spPr>
          <a:xfrm>
            <a:off x="294767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A500"/>
          </a:solidFill>
          <a:ln w="3175">
            <a:solidFill>
              <a:srgbClr val="CC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Freeform 1309"/>
          <p:cNvSpPr/>
          <p:nvPr/>
        </p:nvSpPr>
        <p:spPr>
          <a:xfrm>
            <a:off x="29489400" y="-23837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Freeform 1310"/>
          <p:cNvSpPr/>
          <p:nvPr/>
        </p:nvSpPr>
        <p:spPr>
          <a:xfrm>
            <a:off x="295148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7100"/>
          </a:solidFill>
          <a:ln w="3175">
            <a:solidFill>
              <a:srgbClr val="CC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Freeform 1311"/>
          <p:cNvSpPr/>
          <p:nvPr/>
        </p:nvSpPr>
        <p:spPr>
          <a:xfrm>
            <a:off x="295275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6400"/>
          </a:solidFill>
          <a:ln w="3175">
            <a:solidFill>
              <a:srgbClr val="CC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Freeform 1312"/>
          <p:cNvSpPr/>
          <p:nvPr/>
        </p:nvSpPr>
        <p:spPr>
          <a:xfrm>
            <a:off x="295402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Freeform 1313"/>
          <p:cNvSpPr/>
          <p:nvPr/>
        </p:nvSpPr>
        <p:spPr>
          <a:xfrm>
            <a:off x="29552900" y="-23901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100"/>
          </a:solidFill>
          <a:ln w="3175">
            <a:solidFill>
              <a:srgbClr val="CC4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Freeform 1314"/>
          <p:cNvSpPr/>
          <p:nvPr/>
        </p:nvSpPr>
        <p:spPr>
          <a:xfrm>
            <a:off x="295783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4400"/>
          </a:solidFill>
          <a:ln w="3175">
            <a:solidFill>
              <a:srgbClr val="CC3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Freeform 1315"/>
          <p:cNvSpPr/>
          <p:nvPr/>
        </p:nvSpPr>
        <p:spPr>
          <a:xfrm>
            <a:off x="295910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300"/>
          </a:solidFill>
          <a:ln w="3175">
            <a:solidFill>
              <a:srgbClr val="CC2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Freeform 1316"/>
          <p:cNvSpPr/>
          <p:nvPr/>
        </p:nvSpPr>
        <p:spPr>
          <a:xfrm>
            <a:off x="296037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D00"/>
          </a:solidFill>
          <a:ln w="3175">
            <a:solidFill>
              <a:srgbClr val="CC1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Freeform 1317"/>
          <p:cNvSpPr/>
          <p:nvPr/>
        </p:nvSpPr>
        <p:spPr>
          <a:xfrm>
            <a:off x="296291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0000"/>
          </a:solidFill>
          <a:ln w="3175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Freeform 1318"/>
          <p:cNvSpPr/>
          <p:nvPr/>
        </p:nvSpPr>
        <p:spPr>
          <a:xfrm>
            <a:off x="296418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DA0000"/>
          </a:solidFill>
          <a:ln w="3175">
            <a:solidFill>
              <a:srgbClr val="A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Freeform 1319"/>
          <p:cNvSpPr/>
          <p:nvPr/>
        </p:nvSpPr>
        <p:spPr>
          <a:xfrm>
            <a:off x="296545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AA0000"/>
          </a:solidFill>
          <a:ln w="3175">
            <a:solidFill>
              <a:srgbClr val="8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Freeform 1320"/>
          <p:cNvSpPr/>
          <p:nvPr/>
        </p:nvSpPr>
        <p:spPr>
          <a:xfrm>
            <a:off x="291592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Freeform 1321"/>
          <p:cNvSpPr/>
          <p:nvPr/>
        </p:nvSpPr>
        <p:spPr>
          <a:xfrm>
            <a:off x="291719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Freeform 1322"/>
          <p:cNvSpPr/>
          <p:nvPr/>
        </p:nvSpPr>
        <p:spPr>
          <a:xfrm>
            <a:off x="291973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Freeform 1323"/>
          <p:cNvSpPr/>
          <p:nvPr/>
        </p:nvSpPr>
        <p:spPr>
          <a:xfrm>
            <a:off x="292100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Freeform 1324"/>
          <p:cNvSpPr/>
          <p:nvPr/>
        </p:nvSpPr>
        <p:spPr>
          <a:xfrm>
            <a:off x="292227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Freeform 1325"/>
          <p:cNvSpPr/>
          <p:nvPr/>
        </p:nvSpPr>
        <p:spPr>
          <a:xfrm>
            <a:off x="29235400" y="-23596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Freeform 1326"/>
          <p:cNvSpPr/>
          <p:nvPr/>
        </p:nvSpPr>
        <p:spPr>
          <a:xfrm>
            <a:off x="292608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Freeform 1327"/>
          <p:cNvSpPr/>
          <p:nvPr/>
        </p:nvSpPr>
        <p:spPr>
          <a:xfrm>
            <a:off x="292735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Freeform 1328"/>
          <p:cNvSpPr/>
          <p:nvPr/>
        </p:nvSpPr>
        <p:spPr>
          <a:xfrm>
            <a:off x="292862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Freeform 1329"/>
          <p:cNvSpPr/>
          <p:nvPr/>
        </p:nvSpPr>
        <p:spPr>
          <a:xfrm>
            <a:off x="293116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Freeform 1330"/>
          <p:cNvSpPr/>
          <p:nvPr/>
        </p:nvSpPr>
        <p:spPr>
          <a:xfrm>
            <a:off x="293243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Freeform 1331"/>
          <p:cNvSpPr/>
          <p:nvPr/>
        </p:nvSpPr>
        <p:spPr>
          <a:xfrm>
            <a:off x="293370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Freeform 1332"/>
          <p:cNvSpPr/>
          <p:nvPr/>
        </p:nvSpPr>
        <p:spPr>
          <a:xfrm>
            <a:off x="293624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Freeform 1333"/>
          <p:cNvSpPr/>
          <p:nvPr/>
        </p:nvSpPr>
        <p:spPr>
          <a:xfrm>
            <a:off x="293751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Freeform 1334"/>
          <p:cNvSpPr/>
          <p:nvPr/>
        </p:nvSpPr>
        <p:spPr>
          <a:xfrm>
            <a:off x="293878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7FF18"/>
          </a:solidFill>
          <a:ln w="3175">
            <a:solidFill>
              <a:srgbClr val="B9C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Freeform 1335"/>
          <p:cNvSpPr/>
          <p:nvPr/>
        </p:nvSpPr>
        <p:spPr>
          <a:xfrm>
            <a:off x="29400500" y="-23749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Freeform 1336"/>
          <p:cNvSpPr/>
          <p:nvPr/>
        </p:nvSpPr>
        <p:spPr>
          <a:xfrm>
            <a:off x="29425900" y="-23787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C600"/>
          </a:solidFill>
          <a:ln w="3175">
            <a:solidFill>
              <a:srgbClr val="CC9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Freeform 1337"/>
          <p:cNvSpPr/>
          <p:nvPr/>
        </p:nvSpPr>
        <p:spPr>
          <a:xfrm>
            <a:off x="29438600" y="-23812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000"/>
          </a:solidFill>
          <a:ln w="3175">
            <a:solidFill>
              <a:srgbClr val="CC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Freeform 1338"/>
          <p:cNvSpPr/>
          <p:nvPr/>
        </p:nvSpPr>
        <p:spPr>
          <a:xfrm>
            <a:off x="29451300" y="-23837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8300"/>
          </a:solidFill>
          <a:ln w="3175">
            <a:solidFill>
              <a:srgbClr val="CC6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Freeform 1339"/>
          <p:cNvSpPr/>
          <p:nvPr/>
        </p:nvSpPr>
        <p:spPr>
          <a:xfrm>
            <a:off x="294767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400"/>
          </a:solidFill>
          <a:ln w="3175">
            <a:solidFill>
              <a:srgbClr val="CC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Freeform 1340"/>
          <p:cNvSpPr/>
          <p:nvPr/>
        </p:nvSpPr>
        <p:spPr>
          <a:xfrm>
            <a:off x="294894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6E00"/>
          </a:solidFill>
          <a:ln w="3175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Freeform 1341"/>
          <p:cNvSpPr/>
          <p:nvPr/>
        </p:nvSpPr>
        <p:spPr>
          <a:xfrm>
            <a:off x="295021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6700"/>
          </a:solidFill>
          <a:ln w="3175">
            <a:solidFill>
              <a:srgbClr val="CC5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Freeform 1342"/>
          <p:cNvSpPr/>
          <p:nvPr/>
        </p:nvSpPr>
        <p:spPr>
          <a:xfrm>
            <a:off x="295275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5D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Freeform 1343"/>
          <p:cNvSpPr/>
          <p:nvPr/>
        </p:nvSpPr>
        <p:spPr>
          <a:xfrm>
            <a:off x="295402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4F00"/>
          </a:solidFill>
          <a:ln w="3175">
            <a:solidFill>
              <a:srgbClr val="CC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Freeform 1344"/>
          <p:cNvSpPr/>
          <p:nvPr/>
        </p:nvSpPr>
        <p:spPr>
          <a:xfrm>
            <a:off x="295529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E00"/>
          </a:solidFill>
          <a:ln w="3175">
            <a:solidFill>
              <a:srgbClr val="CC3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Freeform 1345"/>
          <p:cNvSpPr/>
          <p:nvPr/>
        </p:nvSpPr>
        <p:spPr>
          <a:xfrm>
            <a:off x="295783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2700"/>
          </a:solidFill>
          <a:ln w="3175">
            <a:solidFill>
              <a:srgbClr val="CC1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Freeform 1346"/>
          <p:cNvSpPr/>
          <p:nvPr/>
        </p:nvSpPr>
        <p:spPr>
          <a:xfrm>
            <a:off x="295910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0A00"/>
          </a:solidFill>
          <a:ln w="3175">
            <a:solidFill>
              <a:srgbClr val="CC0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Freeform 1347"/>
          <p:cNvSpPr/>
          <p:nvPr/>
        </p:nvSpPr>
        <p:spPr>
          <a:xfrm>
            <a:off x="296037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20000"/>
          </a:solidFill>
          <a:ln w="3175">
            <a:solidFill>
              <a:srgbClr val="B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Freeform 1348"/>
          <p:cNvSpPr/>
          <p:nvPr/>
        </p:nvSpPr>
        <p:spPr>
          <a:xfrm>
            <a:off x="29616400" y="-240792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0"/>
                </a:lnTo>
                <a:lnTo>
                  <a:pt x="2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AF0000"/>
          </a:solidFill>
          <a:ln w="3175">
            <a:solidFill>
              <a:srgbClr val="8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Freeform 1349"/>
          <p:cNvSpPr/>
          <p:nvPr/>
        </p:nvSpPr>
        <p:spPr>
          <a:xfrm>
            <a:off x="29121100" y="-23533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Freeform 1350"/>
          <p:cNvSpPr/>
          <p:nvPr/>
        </p:nvSpPr>
        <p:spPr>
          <a:xfrm>
            <a:off x="29133800" y="-23545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Freeform 1351"/>
          <p:cNvSpPr/>
          <p:nvPr/>
        </p:nvSpPr>
        <p:spPr>
          <a:xfrm>
            <a:off x="291592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Freeform 1352"/>
          <p:cNvSpPr/>
          <p:nvPr/>
        </p:nvSpPr>
        <p:spPr>
          <a:xfrm>
            <a:off x="291719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Freeform 1353"/>
          <p:cNvSpPr/>
          <p:nvPr/>
        </p:nvSpPr>
        <p:spPr>
          <a:xfrm>
            <a:off x="291846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Freeform 1354"/>
          <p:cNvSpPr/>
          <p:nvPr/>
        </p:nvSpPr>
        <p:spPr>
          <a:xfrm>
            <a:off x="292100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Freeform 1355"/>
          <p:cNvSpPr/>
          <p:nvPr/>
        </p:nvSpPr>
        <p:spPr>
          <a:xfrm>
            <a:off x="292227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Freeform 1356"/>
          <p:cNvSpPr/>
          <p:nvPr/>
        </p:nvSpPr>
        <p:spPr>
          <a:xfrm>
            <a:off x="292354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Freeform 1357"/>
          <p:cNvSpPr/>
          <p:nvPr/>
        </p:nvSpPr>
        <p:spPr>
          <a:xfrm>
            <a:off x="292608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Freeform 1358"/>
          <p:cNvSpPr/>
          <p:nvPr/>
        </p:nvSpPr>
        <p:spPr>
          <a:xfrm>
            <a:off x="292735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Freeform 1359"/>
          <p:cNvSpPr/>
          <p:nvPr/>
        </p:nvSpPr>
        <p:spPr>
          <a:xfrm>
            <a:off x="292862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Freeform 1360"/>
          <p:cNvSpPr/>
          <p:nvPr/>
        </p:nvSpPr>
        <p:spPr>
          <a:xfrm>
            <a:off x="29298900" y="-23672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Freeform 1361"/>
          <p:cNvSpPr/>
          <p:nvPr/>
        </p:nvSpPr>
        <p:spPr>
          <a:xfrm>
            <a:off x="293243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Freeform 1362"/>
          <p:cNvSpPr/>
          <p:nvPr/>
        </p:nvSpPr>
        <p:spPr>
          <a:xfrm>
            <a:off x="293370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Freeform 1363"/>
          <p:cNvSpPr/>
          <p:nvPr/>
        </p:nvSpPr>
        <p:spPr>
          <a:xfrm>
            <a:off x="29349700" y="-2372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E8FF17"/>
          </a:solidFill>
          <a:ln w="3175">
            <a:solidFill>
              <a:srgbClr val="B9C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Freeform 1364"/>
          <p:cNvSpPr/>
          <p:nvPr/>
        </p:nvSpPr>
        <p:spPr>
          <a:xfrm>
            <a:off x="29375100" y="-23761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FFEF00"/>
          </a:solidFill>
          <a:ln w="3175">
            <a:solidFill>
              <a:srgbClr val="CC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Freeform 1365"/>
          <p:cNvSpPr/>
          <p:nvPr/>
        </p:nvSpPr>
        <p:spPr>
          <a:xfrm>
            <a:off x="29387800" y="-2378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C100"/>
          </a:solidFill>
          <a:ln w="3175">
            <a:solidFill>
              <a:srgbClr val="CC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Freeform 1366"/>
          <p:cNvSpPr/>
          <p:nvPr/>
        </p:nvSpPr>
        <p:spPr>
          <a:xfrm>
            <a:off x="294005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9A00"/>
          </a:solidFill>
          <a:ln w="3175">
            <a:solidFill>
              <a:srgbClr val="CC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Freeform 1367"/>
          <p:cNvSpPr/>
          <p:nvPr/>
        </p:nvSpPr>
        <p:spPr>
          <a:xfrm>
            <a:off x="294259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8000"/>
          </a:solidFill>
          <a:ln w="3175">
            <a:solidFill>
              <a:srgbClr val="CC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Freeform 1368"/>
          <p:cNvSpPr/>
          <p:nvPr/>
        </p:nvSpPr>
        <p:spPr>
          <a:xfrm>
            <a:off x="294386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Freeform 1369"/>
          <p:cNvSpPr/>
          <p:nvPr/>
        </p:nvSpPr>
        <p:spPr>
          <a:xfrm>
            <a:off x="294513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6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Freeform 1370"/>
          <p:cNvSpPr/>
          <p:nvPr/>
        </p:nvSpPr>
        <p:spPr>
          <a:xfrm>
            <a:off x="294767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7200"/>
          </a:solidFill>
          <a:ln w="3175">
            <a:solidFill>
              <a:srgbClr val="CC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Freeform 1371"/>
          <p:cNvSpPr/>
          <p:nvPr/>
        </p:nvSpPr>
        <p:spPr>
          <a:xfrm>
            <a:off x="294894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Freeform 1372"/>
          <p:cNvSpPr/>
          <p:nvPr/>
        </p:nvSpPr>
        <p:spPr>
          <a:xfrm>
            <a:off x="295021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Freeform 1373"/>
          <p:cNvSpPr/>
          <p:nvPr/>
        </p:nvSpPr>
        <p:spPr>
          <a:xfrm>
            <a:off x="29514800" y="-23939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A00"/>
          </a:solidFill>
          <a:ln w="3175">
            <a:solidFill>
              <a:srgbClr val="CC3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Freeform 1374"/>
          <p:cNvSpPr/>
          <p:nvPr/>
        </p:nvSpPr>
        <p:spPr>
          <a:xfrm>
            <a:off x="295402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300"/>
          </a:solidFill>
          <a:ln w="3175">
            <a:solidFill>
              <a:srgbClr val="CC2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Freeform 1375"/>
          <p:cNvSpPr/>
          <p:nvPr/>
        </p:nvSpPr>
        <p:spPr>
          <a:xfrm>
            <a:off x="295529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1500"/>
          </a:solidFill>
          <a:ln w="3175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Freeform 1376"/>
          <p:cNvSpPr/>
          <p:nvPr/>
        </p:nvSpPr>
        <p:spPr>
          <a:xfrm>
            <a:off x="295656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EC0000"/>
          </a:solidFill>
          <a:ln w="3175">
            <a:solidFill>
              <a:srgbClr val="B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Freeform 1377"/>
          <p:cNvSpPr/>
          <p:nvPr/>
        </p:nvSpPr>
        <p:spPr>
          <a:xfrm>
            <a:off x="295910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2" y="4"/>
                </a:lnTo>
                <a:close/>
              </a:path>
            </a:pathLst>
          </a:custGeom>
          <a:solidFill>
            <a:srgbClr val="B50000"/>
          </a:solidFill>
          <a:ln w="3175">
            <a:solidFill>
              <a:srgbClr val="9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Freeform 1378"/>
          <p:cNvSpPr/>
          <p:nvPr/>
        </p:nvSpPr>
        <p:spPr>
          <a:xfrm>
            <a:off x="29083000" y="-2354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Freeform 1379"/>
          <p:cNvSpPr/>
          <p:nvPr/>
        </p:nvSpPr>
        <p:spPr>
          <a:xfrm>
            <a:off x="291084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Freeform 1380"/>
          <p:cNvSpPr/>
          <p:nvPr/>
        </p:nvSpPr>
        <p:spPr>
          <a:xfrm>
            <a:off x="291211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Freeform 1381"/>
          <p:cNvSpPr/>
          <p:nvPr/>
        </p:nvSpPr>
        <p:spPr>
          <a:xfrm>
            <a:off x="291338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Freeform 1382"/>
          <p:cNvSpPr/>
          <p:nvPr/>
        </p:nvSpPr>
        <p:spPr>
          <a:xfrm>
            <a:off x="291592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Freeform 1383"/>
          <p:cNvSpPr/>
          <p:nvPr/>
        </p:nvSpPr>
        <p:spPr>
          <a:xfrm>
            <a:off x="291719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Freeform 1384"/>
          <p:cNvSpPr/>
          <p:nvPr/>
        </p:nvSpPr>
        <p:spPr>
          <a:xfrm>
            <a:off x="291846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Freeform 1385"/>
          <p:cNvSpPr/>
          <p:nvPr/>
        </p:nvSpPr>
        <p:spPr>
          <a:xfrm>
            <a:off x="29197300" y="-23622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Freeform 1386"/>
          <p:cNvSpPr/>
          <p:nvPr/>
        </p:nvSpPr>
        <p:spPr>
          <a:xfrm>
            <a:off x="292227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Freeform 1387"/>
          <p:cNvSpPr/>
          <p:nvPr/>
        </p:nvSpPr>
        <p:spPr>
          <a:xfrm>
            <a:off x="292354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Freeform 1388"/>
          <p:cNvSpPr/>
          <p:nvPr/>
        </p:nvSpPr>
        <p:spPr>
          <a:xfrm>
            <a:off x="292481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Freeform 1389"/>
          <p:cNvSpPr/>
          <p:nvPr/>
        </p:nvSpPr>
        <p:spPr>
          <a:xfrm>
            <a:off x="292735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Freeform 1390"/>
          <p:cNvSpPr/>
          <p:nvPr/>
        </p:nvSpPr>
        <p:spPr>
          <a:xfrm>
            <a:off x="292862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Freeform 1391"/>
          <p:cNvSpPr/>
          <p:nvPr/>
        </p:nvSpPr>
        <p:spPr>
          <a:xfrm>
            <a:off x="292989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Freeform 1392"/>
          <p:cNvSpPr/>
          <p:nvPr/>
        </p:nvSpPr>
        <p:spPr>
          <a:xfrm>
            <a:off x="29324300" y="-2372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E9FF16"/>
          </a:solidFill>
          <a:ln w="3175">
            <a:solidFill>
              <a:srgbClr val="BAC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Freeform 1393"/>
          <p:cNvSpPr/>
          <p:nvPr/>
        </p:nvSpPr>
        <p:spPr>
          <a:xfrm>
            <a:off x="29337000" y="-2376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EC00"/>
          </a:solidFill>
          <a:ln w="3175">
            <a:solidFill>
              <a:srgbClr val="CCB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Freeform 1394"/>
          <p:cNvSpPr/>
          <p:nvPr/>
        </p:nvSpPr>
        <p:spPr>
          <a:xfrm>
            <a:off x="29349700" y="-2379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BB00"/>
          </a:solidFill>
          <a:ln w="3175">
            <a:solidFill>
              <a:srgbClr val="CC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Freeform 1395"/>
          <p:cNvSpPr/>
          <p:nvPr/>
        </p:nvSpPr>
        <p:spPr>
          <a:xfrm>
            <a:off x="29362400" y="-23837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9300"/>
          </a:solidFill>
          <a:ln w="3175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Freeform 1396"/>
          <p:cNvSpPr/>
          <p:nvPr/>
        </p:nvSpPr>
        <p:spPr>
          <a:xfrm>
            <a:off x="293878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FF7F00"/>
          </a:solidFill>
          <a:ln w="3175">
            <a:solidFill>
              <a:srgbClr val="CC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Freeform 1397"/>
          <p:cNvSpPr/>
          <p:nvPr/>
        </p:nvSpPr>
        <p:spPr>
          <a:xfrm>
            <a:off x="294005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Freeform 1398"/>
          <p:cNvSpPr/>
          <p:nvPr/>
        </p:nvSpPr>
        <p:spPr>
          <a:xfrm>
            <a:off x="29413200" y="-23863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Freeform 1399"/>
          <p:cNvSpPr/>
          <p:nvPr/>
        </p:nvSpPr>
        <p:spPr>
          <a:xfrm>
            <a:off x="294386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B00"/>
          </a:solidFill>
          <a:ln w="3175">
            <a:solidFill>
              <a:srgbClr val="CC6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Freeform 1400"/>
          <p:cNvSpPr/>
          <p:nvPr/>
        </p:nvSpPr>
        <p:spPr>
          <a:xfrm>
            <a:off x="294513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7600"/>
          </a:solidFill>
          <a:ln w="3175">
            <a:solidFill>
              <a:srgbClr val="CC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Freeform 1401"/>
          <p:cNvSpPr/>
          <p:nvPr/>
        </p:nvSpPr>
        <p:spPr>
          <a:xfrm>
            <a:off x="294640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Freeform 1402"/>
          <p:cNvSpPr/>
          <p:nvPr/>
        </p:nvSpPr>
        <p:spPr>
          <a:xfrm>
            <a:off x="294894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5800"/>
          </a:solidFill>
          <a:ln w="3175">
            <a:solidFill>
              <a:srgbClr val="CC4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Freeform 1403"/>
          <p:cNvSpPr/>
          <p:nvPr/>
        </p:nvSpPr>
        <p:spPr>
          <a:xfrm>
            <a:off x="295021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Freeform 1404"/>
          <p:cNvSpPr/>
          <p:nvPr/>
        </p:nvSpPr>
        <p:spPr>
          <a:xfrm>
            <a:off x="295148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200"/>
          </a:solidFill>
          <a:ln w="3175">
            <a:solidFill>
              <a:srgbClr val="CC1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Freeform 1405"/>
          <p:cNvSpPr/>
          <p:nvPr/>
        </p:nvSpPr>
        <p:spPr>
          <a:xfrm>
            <a:off x="295402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60000"/>
          </a:solidFill>
          <a:ln w="3175">
            <a:solidFill>
              <a:srgbClr val="C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Freeform 1406"/>
          <p:cNvSpPr/>
          <p:nvPr/>
        </p:nvSpPr>
        <p:spPr>
          <a:xfrm>
            <a:off x="295529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Freeform 1407"/>
          <p:cNvSpPr/>
          <p:nvPr/>
        </p:nvSpPr>
        <p:spPr>
          <a:xfrm>
            <a:off x="29057600" y="-2354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Freeform 1408"/>
          <p:cNvSpPr/>
          <p:nvPr/>
        </p:nvSpPr>
        <p:spPr>
          <a:xfrm>
            <a:off x="290703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Freeform 1409"/>
          <p:cNvSpPr/>
          <p:nvPr/>
        </p:nvSpPr>
        <p:spPr>
          <a:xfrm>
            <a:off x="290830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Freeform 1410"/>
          <p:cNvSpPr/>
          <p:nvPr/>
        </p:nvSpPr>
        <p:spPr>
          <a:xfrm>
            <a:off x="29095700" y="-23583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Freeform 1411"/>
          <p:cNvSpPr/>
          <p:nvPr/>
        </p:nvSpPr>
        <p:spPr>
          <a:xfrm>
            <a:off x="291211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Freeform 1412"/>
          <p:cNvSpPr/>
          <p:nvPr/>
        </p:nvSpPr>
        <p:spPr>
          <a:xfrm>
            <a:off x="291338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Freeform 1413"/>
          <p:cNvSpPr/>
          <p:nvPr/>
        </p:nvSpPr>
        <p:spPr>
          <a:xfrm>
            <a:off x="291465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Freeform 1414"/>
          <p:cNvSpPr/>
          <p:nvPr/>
        </p:nvSpPr>
        <p:spPr>
          <a:xfrm>
            <a:off x="291719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Freeform 1415"/>
          <p:cNvSpPr/>
          <p:nvPr/>
        </p:nvSpPr>
        <p:spPr>
          <a:xfrm>
            <a:off x="291846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Freeform 1416"/>
          <p:cNvSpPr/>
          <p:nvPr/>
        </p:nvSpPr>
        <p:spPr>
          <a:xfrm>
            <a:off x="291973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Freeform 1417"/>
          <p:cNvSpPr/>
          <p:nvPr/>
        </p:nvSpPr>
        <p:spPr>
          <a:xfrm>
            <a:off x="292227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Freeform 1418"/>
          <p:cNvSpPr/>
          <p:nvPr/>
        </p:nvSpPr>
        <p:spPr>
          <a:xfrm>
            <a:off x="292354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Freeform 1419"/>
          <p:cNvSpPr/>
          <p:nvPr/>
        </p:nvSpPr>
        <p:spPr>
          <a:xfrm>
            <a:off x="292481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Freeform 1420"/>
          <p:cNvSpPr/>
          <p:nvPr/>
        </p:nvSpPr>
        <p:spPr>
          <a:xfrm>
            <a:off x="29260800" y="-23698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Freeform 1421"/>
          <p:cNvSpPr/>
          <p:nvPr/>
        </p:nvSpPr>
        <p:spPr>
          <a:xfrm>
            <a:off x="29286200" y="-2373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EAFF15"/>
          </a:solidFill>
          <a:ln w="3175">
            <a:solidFill>
              <a:srgbClr val="BBCC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Freeform 1422"/>
          <p:cNvSpPr/>
          <p:nvPr/>
        </p:nvSpPr>
        <p:spPr>
          <a:xfrm>
            <a:off x="29298900" y="-23774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E700"/>
          </a:solidFill>
          <a:ln w="3175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Freeform 1423"/>
          <p:cNvSpPr/>
          <p:nvPr/>
        </p:nvSpPr>
        <p:spPr>
          <a:xfrm>
            <a:off x="29311600" y="-23812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B200"/>
          </a:solidFill>
          <a:ln w="3175">
            <a:solidFill>
              <a:srgbClr val="CC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Freeform 1424"/>
          <p:cNvSpPr/>
          <p:nvPr/>
        </p:nvSpPr>
        <p:spPr>
          <a:xfrm>
            <a:off x="29337000" y="-23837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8E00"/>
          </a:solidFill>
          <a:ln w="3175">
            <a:solidFill>
              <a:srgbClr val="CC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Freeform 1425"/>
          <p:cNvSpPr/>
          <p:nvPr/>
        </p:nvSpPr>
        <p:spPr>
          <a:xfrm>
            <a:off x="293497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Freeform 1426"/>
          <p:cNvSpPr/>
          <p:nvPr/>
        </p:nvSpPr>
        <p:spPr>
          <a:xfrm>
            <a:off x="293624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Freeform 1427"/>
          <p:cNvSpPr/>
          <p:nvPr/>
        </p:nvSpPr>
        <p:spPr>
          <a:xfrm>
            <a:off x="293878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Freeform 1428"/>
          <p:cNvSpPr/>
          <p:nvPr/>
        </p:nvSpPr>
        <p:spPr>
          <a:xfrm>
            <a:off x="294005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Freeform 1429"/>
          <p:cNvSpPr/>
          <p:nvPr/>
        </p:nvSpPr>
        <p:spPr>
          <a:xfrm>
            <a:off x="294132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000"/>
          </a:solidFill>
          <a:ln w="3175">
            <a:solidFill>
              <a:srgbClr val="CC6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Freeform 1430"/>
          <p:cNvSpPr/>
          <p:nvPr/>
        </p:nvSpPr>
        <p:spPr>
          <a:xfrm>
            <a:off x="294386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7900"/>
          </a:solidFill>
          <a:ln w="3175">
            <a:solidFill>
              <a:srgbClr val="CC6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Freeform 1431"/>
          <p:cNvSpPr/>
          <p:nvPr/>
        </p:nvSpPr>
        <p:spPr>
          <a:xfrm>
            <a:off x="294513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Freeform 1432"/>
          <p:cNvSpPr/>
          <p:nvPr/>
        </p:nvSpPr>
        <p:spPr>
          <a:xfrm>
            <a:off x="294640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5100"/>
          </a:solidFill>
          <a:ln w="3175">
            <a:solidFill>
              <a:srgbClr val="CC4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Freeform 1433"/>
          <p:cNvSpPr/>
          <p:nvPr/>
        </p:nvSpPr>
        <p:spPr>
          <a:xfrm>
            <a:off x="29476700" y="-23990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100"/>
          </a:solidFill>
          <a:ln w="3175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Freeform 1434"/>
          <p:cNvSpPr/>
          <p:nvPr/>
        </p:nvSpPr>
        <p:spPr>
          <a:xfrm>
            <a:off x="295021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0400"/>
          </a:solidFill>
          <a:ln w="3175">
            <a:solidFill>
              <a:srgbClr val="CC0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Freeform 1435"/>
          <p:cNvSpPr/>
          <p:nvPr/>
        </p:nvSpPr>
        <p:spPr>
          <a:xfrm>
            <a:off x="29514800" y="-24091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1"/>
                </a:lnTo>
                <a:lnTo>
                  <a:pt x="1" y="0"/>
                </a:lnTo>
                <a:lnTo>
                  <a:pt x="0" y="5"/>
                </a:lnTo>
                <a:lnTo>
                  <a:pt x="3" y="5"/>
                </a:lnTo>
                <a:close/>
              </a:path>
            </a:pathLst>
          </a:custGeom>
          <a:solidFill>
            <a:srgbClr val="C30000"/>
          </a:solidFill>
          <a:ln w="3175">
            <a:solidFill>
              <a:srgbClr val="9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Freeform 1436"/>
          <p:cNvSpPr/>
          <p:nvPr/>
        </p:nvSpPr>
        <p:spPr>
          <a:xfrm>
            <a:off x="29019500" y="-2355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Freeform 1437"/>
          <p:cNvSpPr/>
          <p:nvPr/>
        </p:nvSpPr>
        <p:spPr>
          <a:xfrm>
            <a:off x="290322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Freeform 1438"/>
          <p:cNvSpPr/>
          <p:nvPr/>
        </p:nvSpPr>
        <p:spPr>
          <a:xfrm>
            <a:off x="29044900" y="-2358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Freeform 1439"/>
          <p:cNvSpPr/>
          <p:nvPr/>
        </p:nvSpPr>
        <p:spPr>
          <a:xfrm>
            <a:off x="290703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Freeform 1440"/>
          <p:cNvSpPr/>
          <p:nvPr/>
        </p:nvSpPr>
        <p:spPr>
          <a:xfrm>
            <a:off x="290830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Freeform 1441"/>
          <p:cNvSpPr/>
          <p:nvPr/>
        </p:nvSpPr>
        <p:spPr>
          <a:xfrm>
            <a:off x="290957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Freeform 1442"/>
          <p:cNvSpPr/>
          <p:nvPr/>
        </p:nvSpPr>
        <p:spPr>
          <a:xfrm>
            <a:off x="291211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Freeform 1443"/>
          <p:cNvSpPr/>
          <p:nvPr/>
        </p:nvSpPr>
        <p:spPr>
          <a:xfrm>
            <a:off x="291338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Freeform 1444"/>
          <p:cNvSpPr/>
          <p:nvPr/>
        </p:nvSpPr>
        <p:spPr>
          <a:xfrm>
            <a:off x="291465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Freeform 1445"/>
          <p:cNvSpPr/>
          <p:nvPr/>
        </p:nvSpPr>
        <p:spPr>
          <a:xfrm>
            <a:off x="29159200" y="-23660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Freeform 1446"/>
          <p:cNvSpPr/>
          <p:nvPr/>
        </p:nvSpPr>
        <p:spPr>
          <a:xfrm>
            <a:off x="291846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Freeform 1447"/>
          <p:cNvSpPr/>
          <p:nvPr/>
        </p:nvSpPr>
        <p:spPr>
          <a:xfrm>
            <a:off x="291973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Freeform 1448"/>
          <p:cNvSpPr/>
          <p:nvPr/>
        </p:nvSpPr>
        <p:spPr>
          <a:xfrm>
            <a:off x="292100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Freeform 1449"/>
          <p:cNvSpPr/>
          <p:nvPr/>
        </p:nvSpPr>
        <p:spPr>
          <a:xfrm>
            <a:off x="292354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Freeform 1450"/>
          <p:cNvSpPr/>
          <p:nvPr/>
        </p:nvSpPr>
        <p:spPr>
          <a:xfrm>
            <a:off x="29248100" y="-2373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CFF13"/>
          </a:solidFill>
          <a:ln w="3175">
            <a:solidFill>
              <a:srgbClr val="BDCC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Freeform 1451"/>
          <p:cNvSpPr/>
          <p:nvPr/>
        </p:nvSpPr>
        <p:spPr>
          <a:xfrm>
            <a:off x="29260800" y="-23787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FFE000"/>
          </a:solidFill>
          <a:ln w="3175">
            <a:solidFill>
              <a:srgbClr val="CC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Freeform 1452"/>
          <p:cNvSpPr/>
          <p:nvPr/>
        </p:nvSpPr>
        <p:spPr>
          <a:xfrm>
            <a:off x="29286200" y="-23825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FFA8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Freeform 1453"/>
          <p:cNvSpPr/>
          <p:nvPr/>
        </p:nvSpPr>
        <p:spPr>
          <a:xfrm>
            <a:off x="292989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C00"/>
          </a:solidFill>
          <a:ln w="3175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Freeform 1454"/>
          <p:cNvSpPr/>
          <p:nvPr/>
        </p:nvSpPr>
        <p:spPr>
          <a:xfrm>
            <a:off x="293116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Freeform 1455"/>
          <p:cNvSpPr/>
          <p:nvPr/>
        </p:nvSpPr>
        <p:spPr>
          <a:xfrm>
            <a:off x="293370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Freeform 1456"/>
          <p:cNvSpPr/>
          <p:nvPr/>
        </p:nvSpPr>
        <p:spPr>
          <a:xfrm>
            <a:off x="293497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Freeform 1457"/>
          <p:cNvSpPr/>
          <p:nvPr/>
        </p:nvSpPr>
        <p:spPr>
          <a:xfrm>
            <a:off x="293624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Freeform 1458"/>
          <p:cNvSpPr/>
          <p:nvPr/>
        </p:nvSpPr>
        <p:spPr>
          <a:xfrm>
            <a:off x="29375100" y="-23901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Freeform 1459"/>
          <p:cNvSpPr/>
          <p:nvPr/>
        </p:nvSpPr>
        <p:spPr>
          <a:xfrm>
            <a:off x="294005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500"/>
          </a:solidFill>
          <a:ln w="3175">
            <a:solidFill>
              <a:srgbClr val="CC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Freeform 1460"/>
          <p:cNvSpPr/>
          <p:nvPr/>
        </p:nvSpPr>
        <p:spPr>
          <a:xfrm>
            <a:off x="294132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B00"/>
          </a:solidFill>
          <a:ln w="3175">
            <a:solidFill>
              <a:srgbClr val="CC6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Freeform 1461"/>
          <p:cNvSpPr/>
          <p:nvPr/>
        </p:nvSpPr>
        <p:spPr>
          <a:xfrm>
            <a:off x="294259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1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6400"/>
          </a:solidFill>
          <a:ln w="3175">
            <a:solidFill>
              <a:srgbClr val="CC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Freeform 1462"/>
          <p:cNvSpPr/>
          <p:nvPr/>
        </p:nvSpPr>
        <p:spPr>
          <a:xfrm>
            <a:off x="294513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2"/>
                </a:lnTo>
                <a:close/>
              </a:path>
            </a:pathLst>
          </a:custGeom>
          <a:solidFill>
            <a:srgbClr val="FF4300"/>
          </a:solidFill>
          <a:ln w="3175">
            <a:solidFill>
              <a:srgbClr val="CC3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Freeform 1463"/>
          <p:cNvSpPr/>
          <p:nvPr/>
        </p:nvSpPr>
        <p:spPr>
          <a:xfrm>
            <a:off x="294640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1400"/>
          </a:solidFill>
          <a:ln w="3175">
            <a:solidFill>
              <a:srgbClr val="CC1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Freeform 1464"/>
          <p:cNvSpPr/>
          <p:nvPr/>
        </p:nvSpPr>
        <p:spPr>
          <a:xfrm>
            <a:off x="29476700" y="-24091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0"/>
                </a:lnTo>
                <a:lnTo>
                  <a:pt x="2" y="0"/>
                </a:lnTo>
                <a:lnTo>
                  <a:pt x="0" y="5"/>
                </a:lnTo>
                <a:lnTo>
                  <a:pt x="3" y="5"/>
                </a:lnTo>
                <a:close/>
              </a:path>
            </a:pathLst>
          </a:custGeom>
          <a:solidFill>
            <a:srgbClr val="CB0000"/>
          </a:solidFill>
          <a:ln w="3175">
            <a:solidFill>
              <a:srgbClr val="A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Freeform 1465"/>
          <p:cNvSpPr/>
          <p:nvPr/>
        </p:nvSpPr>
        <p:spPr>
          <a:xfrm>
            <a:off x="28981400" y="-23558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Freeform 1466"/>
          <p:cNvSpPr/>
          <p:nvPr/>
        </p:nvSpPr>
        <p:spPr>
          <a:xfrm>
            <a:off x="289941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Freeform 1467"/>
          <p:cNvSpPr/>
          <p:nvPr/>
        </p:nvSpPr>
        <p:spPr>
          <a:xfrm>
            <a:off x="290195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Freeform 1468"/>
          <p:cNvSpPr/>
          <p:nvPr/>
        </p:nvSpPr>
        <p:spPr>
          <a:xfrm>
            <a:off x="290322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Freeform 1469"/>
          <p:cNvSpPr/>
          <p:nvPr/>
        </p:nvSpPr>
        <p:spPr>
          <a:xfrm>
            <a:off x="290449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Freeform 1470"/>
          <p:cNvSpPr/>
          <p:nvPr/>
        </p:nvSpPr>
        <p:spPr>
          <a:xfrm>
            <a:off x="29057600" y="-23622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Freeform 1471"/>
          <p:cNvSpPr/>
          <p:nvPr/>
        </p:nvSpPr>
        <p:spPr>
          <a:xfrm>
            <a:off x="290830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Freeform 1472"/>
          <p:cNvSpPr/>
          <p:nvPr/>
        </p:nvSpPr>
        <p:spPr>
          <a:xfrm>
            <a:off x="290957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Freeform 1473"/>
          <p:cNvSpPr/>
          <p:nvPr/>
        </p:nvSpPr>
        <p:spPr>
          <a:xfrm>
            <a:off x="291084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Freeform 1474"/>
          <p:cNvSpPr/>
          <p:nvPr/>
        </p:nvSpPr>
        <p:spPr>
          <a:xfrm>
            <a:off x="291338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Freeform 1475"/>
          <p:cNvSpPr/>
          <p:nvPr/>
        </p:nvSpPr>
        <p:spPr>
          <a:xfrm>
            <a:off x="291465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Freeform 1476"/>
          <p:cNvSpPr/>
          <p:nvPr/>
        </p:nvSpPr>
        <p:spPr>
          <a:xfrm>
            <a:off x="291592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Freeform 1477"/>
          <p:cNvSpPr/>
          <p:nvPr/>
        </p:nvSpPr>
        <p:spPr>
          <a:xfrm>
            <a:off x="291846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Freeform 1478"/>
          <p:cNvSpPr/>
          <p:nvPr/>
        </p:nvSpPr>
        <p:spPr>
          <a:xfrm>
            <a:off x="291973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Freeform 1479"/>
          <p:cNvSpPr/>
          <p:nvPr/>
        </p:nvSpPr>
        <p:spPr>
          <a:xfrm>
            <a:off x="29210000" y="-2374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ECFF13"/>
          </a:solidFill>
          <a:ln w="3175">
            <a:solidFill>
              <a:srgbClr val="BDCC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Freeform 1480"/>
          <p:cNvSpPr/>
          <p:nvPr/>
        </p:nvSpPr>
        <p:spPr>
          <a:xfrm>
            <a:off x="29222700" y="-23787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Freeform 1481"/>
          <p:cNvSpPr/>
          <p:nvPr/>
        </p:nvSpPr>
        <p:spPr>
          <a:xfrm>
            <a:off x="292481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9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Freeform 1482"/>
          <p:cNvSpPr/>
          <p:nvPr/>
        </p:nvSpPr>
        <p:spPr>
          <a:xfrm>
            <a:off x="292608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C00"/>
          </a:solidFill>
          <a:ln w="3175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Freeform 1483"/>
          <p:cNvSpPr/>
          <p:nvPr/>
        </p:nvSpPr>
        <p:spPr>
          <a:xfrm>
            <a:off x="29273500" y="-23863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Freeform 1484"/>
          <p:cNvSpPr/>
          <p:nvPr/>
        </p:nvSpPr>
        <p:spPr>
          <a:xfrm>
            <a:off x="292989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Freeform 1485"/>
          <p:cNvSpPr/>
          <p:nvPr/>
        </p:nvSpPr>
        <p:spPr>
          <a:xfrm>
            <a:off x="293116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Freeform 1486"/>
          <p:cNvSpPr/>
          <p:nvPr/>
        </p:nvSpPr>
        <p:spPr>
          <a:xfrm>
            <a:off x="293243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Freeform 1487"/>
          <p:cNvSpPr/>
          <p:nvPr/>
        </p:nvSpPr>
        <p:spPr>
          <a:xfrm>
            <a:off x="293497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Freeform 1488"/>
          <p:cNvSpPr/>
          <p:nvPr/>
        </p:nvSpPr>
        <p:spPr>
          <a:xfrm>
            <a:off x="293624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400"/>
          </a:solidFill>
          <a:ln w="3175">
            <a:solidFill>
              <a:srgbClr val="CC6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Freeform 1489"/>
          <p:cNvSpPr/>
          <p:nvPr/>
        </p:nvSpPr>
        <p:spPr>
          <a:xfrm>
            <a:off x="293751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2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7800"/>
          </a:solidFill>
          <a:ln w="3175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Freeform 1490"/>
          <p:cNvSpPr/>
          <p:nvPr/>
        </p:nvSpPr>
        <p:spPr>
          <a:xfrm>
            <a:off x="29400500" y="-2397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2" y="4"/>
                </a:lnTo>
                <a:close/>
              </a:path>
            </a:pathLst>
          </a:custGeom>
          <a:solidFill>
            <a:srgbClr val="FF6200"/>
          </a:solidFill>
          <a:ln w="3175">
            <a:solidFill>
              <a:srgbClr val="CC4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Freeform 1491"/>
          <p:cNvSpPr/>
          <p:nvPr/>
        </p:nvSpPr>
        <p:spPr>
          <a:xfrm>
            <a:off x="29413200" y="-24003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4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Freeform 1492"/>
          <p:cNvSpPr/>
          <p:nvPr/>
        </p:nvSpPr>
        <p:spPr>
          <a:xfrm>
            <a:off x="29425900" y="-2404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1200"/>
          </a:solidFill>
          <a:ln w="3175">
            <a:solidFill>
              <a:srgbClr val="CC0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Freeform 1493"/>
          <p:cNvSpPr/>
          <p:nvPr/>
        </p:nvSpPr>
        <p:spPr>
          <a:xfrm>
            <a:off x="29438600" y="-241046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3" y="6"/>
                </a:moveTo>
                <a:lnTo>
                  <a:pt x="5" y="1"/>
                </a:lnTo>
                <a:lnTo>
                  <a:pt x="2" y="0"/>
                </a:lnTo>
                <a:lnTo>
                  <a:pt x="0" y="5"/>
                </a:lnTo>
                <a:lnTo>
                  <a:pt x="3" y="6"/>
                </a:lnTo>
                <a:close/>
              </a:path>
            </a:pathLst>
          </a:custGeom>
          <a:solidFill>
            <a:srgbClr val="CA0000"/>
          </a:solidFill>
          <a:ln w="3175">
            <a:solidFill>
              <a:srgbClr val="A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Freeform 1494"/>
          <p:cNvSpPr/>
          <p:nvPr/>
        </p:nvSpPr>
        <p:spPr>
          <a:xfrm>
            <a:off x="28943300" y="-2357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Freeform 1495"/>
          <p:cNvSpPr/>
          <p:nvPr/>
        </p:nvSpPr>
        <p:spPr>
          <a:xfrm>
            <a:off x="28956000" y="-23583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Freeform 1496"/>
          <p:cNvSpPr/>
          <p:nvPr/>
        </p:nvSpPr>
        <p:spPr>
          <a:xfrm>
            <a:off x="289814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Freeform 1497"/>
          <p:cNvSpPr/>
          <p:nvPr/>
        </p:nvSpPr>
        <p:spPr>
          <a:xfrm>
            <a:off x="289941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Freeform 1498"/>
          <p:cNvSpPr/>
          <p:nvPr/>
        </p:nvSpPr>
        <p:spPr>
          <a:xfrm>
            <a:off x="290068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Freeform 1499"/>
          <p:cNvSpPr/>
          <p:nvPr/>
        </p:nvSpPr>
        <p:spPr>
          <a:xfrm>
            <a:off x="290322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Freeform 1500"/>
          <p:cNvSpPr/>
          <p:nvPr/>
        </p:nvSpPr>
        <p:spPr>
          <a:xfrm>
            <a:off x="290449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Freeform 1501"/>
          <p:cNvSpPr/>
          <p:nvPr/>
        </p:nvSpPr>
        <p:spPr>
          <a:xfrm>
            <a:off x="290576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Freeform 1502"/>
          <p:cNvSpPr/>
          <p:nvPr/>
        </p:nvSpPr>
        <p:spPr>
          <a:xfrm>
            <a:off x="290830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Freeform 1503"/>
          <p:cNvSpPr/>
          <p:nvPr/>
        </p:nvSpPr>
        <p:spPr>
          <a:xfrm>
            <a:off x="290957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Freeform 1504"/>
          <p:cNvSpPr/>
          <p:nvPr/>
        </p:nvSpPr>
        <p:spPr>
          <a:xfrm>
            <a:off x="291084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Freeform 1505"/>
          <p:cNvSpPr/>
          <p:nvPr/>
        </p:nvSpPr>
        <p:spPr>
          <a:xfrm>
            <a:off x="29121100" y="-23698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Freeform 1506"/>
          <p:cNvSpPr/>
          <p:nvPr/>
        </p:nvSpPr>
        <p:spPr>
          <a:xfrm>
            <a:off x="291465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Freeform 1507"/>
          <p:cNvSpPr/>
          <p:nvPr/>
        </p:nvSpPr>
        <p:spPr>
          <a:xfrm>
            <a:off x="291592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Freeform 1508"/>
          <p:cNvSpPr/>
          <p:nvPr/>
        </p:nvSpPr>
        <p:spPr>
          <a:xfrm>
            <a:off x="29171900" y="-2374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9FF16"/>
          </a:solidFill>
          <a:ln w="3175">
            <a:solidFill>
              <a:srgbClr val="BAC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Freeform 1509"/>
          <p:cNvSpPr/>
          <p:nvPr/>
        </p:nvSpPr>
        <p:spPr>
          <a:xfrm>
            <a:off x="29197300" y="-2378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FEA00"/>
          </a:solidFill>
          <a:ln w="3175">
            <a:solidFill>
              <a:srgbClr val="CCB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Freeform 1510"/>
          <p:cNvSpPr/>
          <p:nvPr/>
        </p:nvSpPr>
        <p:spPr>
          <a:xfrm>
            <a:off x="292100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B900"/>
          </a:solidFill>
          <a:ln w="3175">
            <a:solidFill>
              <a:srgbClr val="CC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Freeform 1511"/>
          <p:cNvSpPr/>
          <p:nvPr/>
        </p:nvSpPr>
        <p:spPr>
          <a:xfrm>
            <a:off x="292227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9400"/>
          </a:solidFill>
          <a:ln w="3175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Freeform 1512"/>
          <p:cNvSpPr/>
          <p:nvPr/>
        </p:nvSpPr>
        <p:spPr>
          <a:xfrm>
            <a:off x="292481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Freeform 1513"/>
          <p:cNvSpPr/>
          <p:nvPr/>
        </p:nvSpPr>
        <p:spPr>
          <a:xfrm>
            <a:off x="292608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Freeform 1514"/>
          <p:cNvSpPr/>
          <p:nvPr/>
        </p:nvSpPr>
        <p:spPr>
          <a:xfrm>
            <a:off x="292735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Freeform 1515"/>
          <p:cNvSpPr/>
          <p:nvPr/>
        </p:nvSpPr>
        <p:spPr>
          <a:xfrm>
            <a:off x="29298900" y="-23914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7B00"/>
          </a:solidFill>
          <a:ln w="3175">
            <a:solidFill>
              <a:srgbClr val="CC6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Freeform 1516"/>
          <p:cNvSpPr/>
          <p:nvPr/>
        </p:nvSpPr>
        <p:spPr>
          <a:xfrm>
            <a:off x="293116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2"/>
                </a:lnTo>
                <a:lnTo>
                  <a:pt x="1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76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Freeform 1517"/>
          <p:cNvSpPr/>
          <p:nvPr/>
        </p:nvSpPr>
        <p:spPr>
          <a:xfrm>
            <a:off x="29324300" y="-23952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4"/>
                </a:lnTo>
                <a:close/>
              </a:path>
            </a:pathLst>
          </a:custGeom>
          <a:solidFill>
            <a:srgbClr val="FF6C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Freeform 1518"/>
          <p:cNvSpPr/>
          <p:nvPr/>
        </p:nvSpPr>
        <p:spPr>
          <a:xfrm>
            <a:off x="29337000" y="-23964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Freeform 1519"/>
          <p:cNvSpPr/>
          <p:nvPr/>
        </p:nvSpPr>
        <p:spPr>
          <a:xfrm>
            <a:off x="293624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400"/>
          </a:solidFill>
          <a:ln w="3175">
            <a:solidFill>
              <a:srgbClr val="CC3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Freeform 1520"/>
          <p:cNvSpPr/>
          <p:nvPr/>
        </p:nvSpPr>
        <p:spPr>
          <a:xfrm>
            <a:off x="29375100" y="-2402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2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2500"/>
          </a:solidFill>
          <a:ln w="3175">
            <a:solidFill>
              <a:srgbClr val="CC1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Freeform 1521"/>
          <p:cNvSpPr/>
          <p:nvPr/>
        </p:nvSpPr>
        <p:spPr>
          <a:xfrm>
            <a:off x="29387800" y="-24066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2"/>
                </a:lnTo>
                <a:lnTo>
                  <a:pt x="2" y="0"/>
                </a:lnTo>
                <a:lnTo>
                  <a:pt x="0" y="3"/>
                </a:lnTo>
                <a:lnTo>
                  <a:pt x="3" y="5"/>
                </a:lnTo>
                <a:close/>
              </a:path>
            </a:pathLst>
          </a:custGeom>
          <a:solidFill>
            <a:srgbClr val="F90000"/>
          </a:solidFill>
          <a:ln w="3175">
            <a:solidFill>
              <a:srgbClr val="C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Freeform 1522"/>
          <p:cNvSpPr/>
          <p:nvPr/>
        </p:nvSpPr>
        <p:spPr>
          <a:xfrm>
            <a:off x="29413200" y="-24104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5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5"/>
                </a:lnTo>
                <a:close/>
              </a:path>
            </a:pathLst>
          </a:custGeom>
          <a:solidFill>
            <a:srgbClr val="BD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Freeform 1523"/>
          <p:cNvSpPr/>
          <p:nvPr/>
        </p:nvSpPr>
        <p:spPr>
          <a:xfrm>
            <a:off x="28905200" y="-23571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Freeform 1524"/>
          <p:cNvSpPr/>
          <p:nvPr/>
        </p:nvSpPr>
        <p:spPr>
          <a:xfrm>
            <a:off x="289306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Freeform 1525"/>
          <p:cNvSpPr/>
          <p:nvPr/>
        </p:nvSpPr>
        <p:spPr>
          <a:xfrm>
            <a:off x="289433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Freeform 1526"/>
          <p:cNvSpPr/>
          <p:nvPr/>
        </p:nvSpPr>
        <p:spPr>
          <a:xfrm>
            <a:off x="289560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Freeform 1527"/>
          <p:cNvSpPr/>
          <p:nvPr/>
        </p:nvSpPr>
        <p:spPr>
          <a:xfrm>
            <a:off x="289814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Freeform 1528"/>
          <p:cNvSpPr/>
          <p:nvPr/>
        </p:nvSpPr>
        <p:spPr>
          <a:xfrm>
            <a:off x="289941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Freeform 1529"/>
          <p:cNvSpPr/>
          <p:nvPr/>
        </p:nvSpPr>
        <p:spPr>
          <a:xfrm>
            <a:off x="290068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Freeform 1530"/>
          <p:cNvSpPr/>
          <p:nvPr/>
        </p:nvSpPr>
        <p:spPr>
          <a:xfrm>
            <a:off x="29019500" y="-23647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Freeform 1531"/>
          <p:cNvSpPr/>
          <p:nvPr/>
        </p:nvSpPr>
        <p:spPr>
          <a:xfrm>
            <a:off x="290449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Freeform 1532"/>
          <p:cNvSpPr/>
          <p:nvPr/>
        </p:nvSpPr>
        <p:spPr>
          <a:xfrm>
            <a:off x="290576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Freeform 1533"/>
          <p:cNvSpPr/>
          <p:nvPr/>
        </p:nvSpPr>
        <p:spPr>
          <a:xfrm>
            <a:off x="290703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Freeform 1534"/>
          <p:cNvSpPr/>
          <p:nvPr/>
        </p:nvSpPr>
        <p:spPr>
          <a:xfrm>
            <a:off x="290957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Freeform 1535"/>
          <p:cNvSpPr/>
          <p:nvPr/>
        </p:nvSpPr>
        <p:spPr>
          <a:xfrm>
            <a:off x="291084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Freeform 1536"/>
          <p:cNvSpPr/>
          <p:nvPr/>
        </p:nvSpPr>
        <p:spPr>
          <a:xfrm>
            <a:off x="291211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Freeform 1537"/>
          <p:cNvSpPr/>
          <p:nvPr/>
        </p:nvSpPr>
        <p:spPr>
          <a:xfrm>
            <a:off x="291465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7FF18"/>
          </a:solidFill>
          <a:ln w="3175">
            <a:solidFill>
              <a:srgbClr val="B9C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Freeform 1538"/>
          <p:cNvSpPr/>
          <p:nvPr/>
        </p:nvSpPr>
        <p:spPr>
          <a:xfrm>
            <a:off x="29159200" y="-2378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Freeform 1539"/>
          <p:cNvSpPr/>
          <p:nvPr/>
        </p:nvSpPr>
        <p:spPr>
          <a:xfrm>
            <a:off x="291719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500"/>
          </a:solidFill>
          <a:ln w="3175">
            <a:solidFill>
              <a:srgbClr val="CC9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Freeform 1540"/>
          <p:cNvSpPr/>
          <p:nvPr/>
        </p:nvSpPr>
        <p:spPr>
          <a:xfrm>
            <a:off x="29184600" y="-23850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A000"/>
          </a:solidFill>
          <a:ln w="3175">
            <a:solidFill>
              <a:srgbClr val="CC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Freeform 1541"/>
          <p:cNvSpPr/>
          <p:nvPr/>
        </p:nvSpPr>
        <p:spPr>
          <a:xfrm>
            <a:off x="292100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400"/>
          </a:solidFill>
          <a:ln w="3175">
            <a:solidFill>
              <a:srgbClr val="CC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Freeform 1542"/>
          <p:cNvSpPr/>
          <p:nvPr/>
        </p:nvSpPr>
        <p:spPr>
          <a:xfrm>
            <a:off x="292227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7400"/>
          </a:solidFill>
          <a:ln w="3175">
            <a:solidFill>
              <a:srgbClr val="CC5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Freeform 1543"/>
          <p:cNvSpPr/>
          <p:nvPr/>
        </p:nvSpPr>
        <p:spPr>
          <a:xfrm>
            <a:off x="29235400" y="-23914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2"/>
                </a:lnTo>
                <a:lnTo>
                  <a:pt x="2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Freeform 1544"/>
          <p:cNvSpPr/>
          <p:nvPr/>
        </p:nvSpPr>
        <p:spPr>
          <a:xfrm>
            <a:off x="292608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6700"/>
          </a:solidFill>
          <a:ln w="3175">
            <a:solidFill>
              <a:srgbClr val="CC5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Freeform 1545"/>
          <p:cNvSpPr/>
          <p:nvPr/>
        </p:nvSpPr>
        <p:spPr>
          <a:xfrm>
            <a:off x="292735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5D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Freeform 1546"/>
          <p:cNvSpPr/>
          <p:nvPr/>
        </p:nvSpPr>
        <p:spPr>
          <a:xfrm>
            <a:off x="292862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4F00"/>
          </a:solidFill>
          <a:ln w="3175">
            <a:solidFill>
              <a:srgbClr val="CC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Freeform 1547"/>
          <p:cNvSpPr/>
          <p:nvPr/>
        </p:nvSpPr>
        <p:spPr>
          <a:xfrm>
            <a:off x="293116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3E00"/>
          </a:solidFill>
          <a:ln w="3175">
            <a:solidFill>
              <a:srgbClr val="CC3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Freeform 1548"/>
          <p:cNvSpPr/>
          <p:nvPr/>
        </p:nvSpPr>
        <p:spPr>
          <a:xfrm>
            <a:off x="29324300" y="-2401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4"/>
                </a:lnTo>
                <a:close/>
              </a:path>
            </a:pathLst>
          </a:custGeom>
          <a:solidFill>
            <a:srgbClr val="FF2700"/>
          </a:solidFill>
          <a:ln w="3175">
            <a:solidFill>
              <a:srgbClr val="CC2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Freeform 1549"/>
          <p:cNvSpPr/>
          <p:nvPr/>
        </p:nvSpPr>
        <p:spPr>
          <a:xfrm>
            <a:off x="29337000" y="-2404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4"/>
                </a:lnTo>
                <a:close/>
              </a:path>
            </a:pathLst>
          </a:custGeom>
          <a:solidFill>
            <a:srgbClr val="FF0A00"/>
          </a:solidFill>
          <a:ln w="3175">
            <a:solidFill>
              <a:srgbClr val="CC0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Freeform 1550"/>
          <p:cNvSpPr/>
          <p:nvPr/>
        </p:nvSpPr>
        <p:spPr>
          <a:xfrm>
            <a:off x="293624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E30000"/>
          </a:solidFill>
          <a:ln w="3175">
            <a:solidFill>
              <a:srgbClr val="B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Freeform 1551"/>
          <p:cNvSpPr/>
          <p:nvPr/>
        </p:nvSpPr>
        <p:spPr>
          <a:xfrm>
            <a:off x="29375100" y="-24117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AF0000"/>
          </a:solidFill>
          <a:ln w="3175">
            <a:solidFill>
              <a:srgbClr val="8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Freeform 1552"/>
          <p:cNvSpPr/>
          <p:nvPr/>
        </p:nvSpPr>
        <p:spPr>
          <a:xfrm>
            <a:off x="28867100" y="-23571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Freeform 1553"/>
          <p:cNvSpPr/>
          <p:nvPr/>
        </p:nvSpPr>
        <p:spPr>
          <a:xfrm>
            <a:off x="288925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Freeform 1554"/>
          <p:cNvSpPr/>
          <p:nvPr/>
        </p:nvSpPr>
        <p:spPr>
          <a:xfrm>
            <a:off x="289052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Freeform 1555"/>
          <p:cNvSpPr/>
          <p:nvPr/>
        </p:nvSpPr>
        <p:spPr>
          <a:xfrm>
            <a:off x="28917900" y="-23609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Freeform 1556"/>
          <p:cNvSpPr/>
          <p:nvPr/>
        </p:nvSpPr>
        <p:spPr>
          <a:xfrm>
            <a:off x="289433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Freeform 1557"/>
          <p:cNvSpPr/>
          <p:nvPr/>
        </p:nvSpPr>
        <p:spPr>
          <a:xfrm>
            <a:off x="289560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Freeform 1558"/>
          <p:cNvSpPr/>
          <p:nvPr/>
        </p:nvSpPr>
        <p:spPr>
          <a:xfrm>
            <a:off x="289687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Freeform 1559"/>
          <p:cNvSpPr/>
          <p:nvPr/>
        </p:nvSpPr>
        <p:spPr>
          <a:xfrm>
            <a:off x="289941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Freeform 1560"/>
          <p:cNvSpPr/>
          <p:nvPr/>
        </p:nvSpPr>
        <p:spPr>
          <a:xfrm>
            <a:off x="290068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Freeform 1561"/>
          <p:cNvSpPr/>
          <p:nvPr/>
        </p:nvSpPr>
        <p:spPr>
          <a:xfrm>
            <a:off x="290195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Freeform 1562"/>
          <p:cNvSpPr/>
          <p:nvPr/>
        </p:nvSpPr>
        <p:spPr>
          <a:xfrm>
            <a:off x="290449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Freeform 1563"/>
          <p:cNvSpPr/>
          <p:nvPr/>
        </p:nvSpPr>
        <p:spPr>
          <a:xfrm>
            <a:off x="290576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Freeform 1564"/>
          <p:cNvSpPr/>
          <p:nvPr/>
        </p:nvSpPr>
        <p:spPr>
          <a:xfrm>
            <a:off x="290703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Freeform 1565"/>
          <p:cNvSpPr/>
          <p:nvPr/>
        </p:nvSpPr>
        <p:spPr>
          <a:xfrm>
            <a:off x="29083000" y="-23723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Freeform 1566"/>
          <p:cNvSpPr/>
          <p:nvPr/>
        </p:nvSpPr>
        <p:spPr>
          <a:xfrm>
            <a:off x="291084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Freeform 1567"/>
          <p:cNvSpPr/>
          <p:nvPr/>
        </p:nvSpPr>
        <p:spPr>
          <a:xfrm>
            <a:off x="29121100" y="-2378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6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Freeform 1568"/>
          <p:cNvSpPr/>
          <p:nvPr/>
        </p:nvSpPr>
        <p:spPr>
          <a:xfrm>
            <a:off x="291338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C00"/>
          </a:solidFill>
          <a:ln w="3175">
            <a:solidFill>
              <a:srgbClr val="CCA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Freeform 1569"/>
          <p:cNvSpPr/>
          <p:nvPr/>
        </p:nvSpPr>
        <p:spPr>
          <a:xfrm>
            <a:off x="29159200" y="-2385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A8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Freeform 1570"/>
          <p:cNvSpPr/>
          <p:nvPr/>
        </p:nvSpPr>
        <p:spPr>
          <a:xfrm>
            <a:off x="291719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9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Freeform 1571"/>
          <p:cNvSpPr/>
          <p:nvPr/>
        </p:nvSpPr>
        <p:spPr>
          <a:xfrm>
            <a:off x="291846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Freeform 1572"/>
          <p:cNvSpPr/>
          <p:nvPr/>
        </p:nvSpPr>
        <p:spPr>
          <a:xfrm>
            <a:off x="292100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Freeform 1573"/>
          <p:cNvSpPr/>
          <p:nvPr/>
        </p:nvSpPr>
        <p:spPr>
          <a:xfrm>
            <a:off x="292227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5100"/>
          </a:solidFill>
          <a:ln w="3175">
            <a:solidFill>
              <a:srgbClr val="CC4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Freeform 1574"/>
          <p:cNvSpPr/>
          <p:nvPr/>
        </p:nvSpPr>
        <p:spPr>
          <a:xfrm>
            <a:off x="292354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600"/>
          </a:solidFill>
          <a:ln w="3175">
            <a:solidFill>
              <a:srgbClr val="CC3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Freeform 1575"/>
          <p:cNvSpPr/>
          <p:nvPr/>
        </p:nvSpPr>
        <p:spPr>
          <a:xfrm>
            <a:off x="29260800" y="-2397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3900"/>
          </a:solidFill>
          <a:ln w="3175">
            <a:solidFill>
              <a:srgbClr val="CC2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Freeform 1576"/>
          <p:cNvSpPr/>
          <p:nvPr/>
        </p:nvSpPr>
        <p:spPr>
          <a:xfrm>
            <a:off x="292735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2700"/>
          </a:solidFill>
          <a:ln w="3175">
            <a:solidFill>
              <a:srgbClr val="CC1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Freeform 1577"/>
          <p:cNvSpPr/>
          <p:nvPr/>
        </p:nvSpPr>
        <p:spPr>
          <a:xfrm>
            <a:off x="292862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1200"/>
          </a:solidFill>
          <a:ln w="3175">
            <a:solidFill>
              <a:srgbClr val="CC0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Freeform 1578"/>
          <p:cNvSpPr/>
          <p:nvPr/>
        </p:nvSpPr>
        <p:spPr>
          <a:xfrm>
            <a:off x="29298900" y="-24053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50000"/>
          </a:solidFill>
          <a:ln w="3175">
            <a:solidFill>
              <a:srgbClr val="C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Freeform 1579"/>
          <p:cNvSpPr/>
          <p:nvPr/>
        </p:nvSpPr>
        <p:spPr>
          <a:xfrm>
            <a:off x="29324300" y="-2409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D20000"/>
          </a:solidFill>
          <a:ln w="3175">
            <a:solidFill>
              <a:srgbClr val="A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Freeform 1580"/>
          <p:cNvSpPr/>
          <p:nvPr/>
        </p:nvSpPr>
        <p:spPr>
          <a:xfrm>
            <a:off x="29337000" y="-2413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A40000"/>
          </a:solidFill>
          <a:ln w="3175">
            <a:solidFill>
              <a:srgbClr val="8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Freeform 1581"/>
          <p:cNvSpPr/>
          <p:nvPr/>
        </p:nvSpPr>
        <p:spPr>
          <a:xfrm>
            <a:off x="288417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Freeform 1582"/>
          <p:cNvSpPr/>
          <p:nvPr/>
        </p:nvSpPr>
        <p:spPr>
          <a:xfrm>
            <a:off x="288544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Freeform 1583"/>
          <p:cNvSpPr/>
          <p:nvPr/>
        </p:nvSpPr>
        <p:spPr>
          <a:xfrm>
            <a:off x="288671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Freeform 1584"/>
          <p:cNvSpPr/>
          <p:nvPr/>
        </p:nvSpPr>
        <p:spPr>
          <a:xfrm>
            <a:off x="288925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Freeform 1585"/>
          <p:cNvSpPr/>
          <p:nvPr/>
        </p:nvSpPr>
        <p:spPr>
          <a:xfrm>
            <a:off x="289052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Freeform 1586"/>
          <p:cNvSpPr/>
          <p:nvPr/>
        </p:nvSpPr>
        <p:spPr>
          <a:xfrm>
            <a:off x="289179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Freeform 1587"/>
          <p:cNvSpPr/>
          <p:nvPr/>
        </p:nvSpPr>
        <p:spPr>
          <a:xfrm>
            <a:off x="289433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Freeform 1588"/>
          <p:cNvSpPr/>
          <p:nvPr/>
        </p:nvSpPr>
        <p:spPr>
          <a:xfrm>
            <a:off x="289560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Freeform 1589"/>
          <p:cNvSpPr/>
          <p:nvPr/>
        </p:nvSpPr>
        <p:spPr>
          <a:xfrm>
            <a:off x="289687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Freeform 1590"/>
          <p:cNvSpPr/>
          <p:nvPr/>
        </p:nvSpPr>
        <p:spPr>
          <a:xfrm>
            <a:off x="28981400" y="-23685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Freeform 1591"/>
          <p:cNvSpPr/>
          <p:nvPr/>
        </p:nvSpPr>
        <p:spPr>
          <a:xfrm>
            <a:off x="290068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Freeform 1592"/>
          <p:cNvSpPr/>
          <p:nvPr/>
        </p:nvSpPr>
        <p:spPr>
          <a:xfrm>
            <a:off x="290195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Freeform 1593"/>
          <p:cNvSpPr/>
          <p:nvPr/>
        </p:nvSpPr>
        <p:spPr>
          <a:xfrm>
            <a:off x="290322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Freeform 1594"/>
          <p:cNvSpPr/>
          <p:nvPr/>
        </p:nvSpPr>
        <p:spPr>
          <a:xfrm>
            <a:off x="290576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Freeform 1595"/>
          <p:cNvSpPr/>
          <p:nvPr/>
        </p:nvSpPr>
        <p:spPr>
          <a:xfrm>
            <a:off x="29070300" y="-2376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Freeform 1596"/>
          <p:cNvSpPr/>
          <p:nvPr/>
        </p:nvSpPr>
        <p:spPr>
          <a:xfrm>
            <a:off x="29083000" y="-23799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Freeform 1597"/>
          <p:cNvSpPr/>
          <p:nvPr/>
        </p:nvSpPr>
        <p:spPr>
          <a:xfrm>
            <a:off x="291084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Freeform 1598"/>
          <p:cNvSpPr/>
          <p:nvPr/>
        </p:nvSpPr>
        <p:spPr>
          <a:xfrm>
            <a:off x="29121100" y="-2386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Freeform 1599"/>
          <p:cNvSpPr/>
          <p:nvPr/>
        </p:nvSpPr>
        <p:spPr>
          <a:xfrm>
            <a:off x="29133800" y="-2388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Freeform 1600"/>
          <p:cNvSpPr/>
          <p:nvPr/>
        </p:nvSpPr>
        <p:spPr>
          <a:xfrm>
            <a:off x="29146500" y="-23914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Freeform 1601"/>
          <p:cNvSpPr/>
          <p:nvPr/>
        </p:nvSpPr>
        <p:spPr>
          <a:xfrm>
            <a:off x="291719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54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Freeform 1602"/>
          <p:cNvSpPr/>
          <p:nvPr/>
        </p:nvSpPr>
        <p:spPr>
          <a:xfrm>
            <a:off x="291846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200"/>
          </a:solidFill>
          <a:ln w="3175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Freeform 1603"/>
          <p:cNvSpPr/>
          <p:nvPr/>
        </p:nvSpPr>
        <p:spPr>
          <a:xfrm>
            <a:off x="29197300" y="-23977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3400"/>
          </a:solidFill>
          <a:ln w="3175">
            <a:solidFill>
              <a:srgbClr val="CC2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Freeform 1604"/>
          <p:cNvSpPr/>
          <p:nvPr/>
        </p:nvSpPr>
        <p:spPr>
          <a:xfrm>
            <a:off x="292227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2700"/>
          </a:solidFill>
          <a:ln w="3175">
            <a:solidFill>
              <a:srgbClr val="CC1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Freeform 1605"/>
          <p:cNvSpPr/>
          <p:nvPr/>
        </p:nvSpPr>
        <p:spPr>
          <a:xfrm>
            <a:off x="29235400" y="-2401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1600"/>
          </a:solidFill>
          <a:ln w="3175">
            <a:solidFill>
              <a:srgbClr val="CC1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Freeform 1606"/>
          <p:cNvSpPr/>
          <p:nvPr/>
        </p:nvSpPr>
        <p:spPr>
          <a:xfrm>
            <a:off x="29248100" y="-2404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0100"/>
          </a:solidFill>
          <a:ln w="3175">
            <a:solidFill>
              <a:srgbClr val="CC0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Freeform 1607"/>
          <p:cNvSpPr/>
          <p:nvPr/>
        </p:nvSpPr>
        <p:spPr>
          <a:xfrm>
            <a:off x="29273500" y="-2406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E60000"/>
          </a:solidFill>
          <a:ln w="3175">
            <a:solidFill>
              <a:srgbClr val="B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Freeform 1608"/>
          <p:cNvSpPr/>
          <p:nvPr/>
        </p:nvSpPr>
        <p:spPr>
          <a:xfrm>
            <a:off x="29286200" y="-2410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C50000"/>
          </a:solidFill>
          <a:ln w="3175">
            <a:solidFill>
              <a:srgbClr val="9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Freeform 1609"/>
          <p:cNvSpPr/>
          <p:nvPr/>
        </p:nvSpPr>
        <p:spPr>
          <a:xfrm>
            <a:off x="29298900" y="-2414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9B0000"/>
          </a:solidFill>
          <a:ln w="3175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Freeform 1610"/>
          <p:cNvSpPr/>
          <p:nvPr/>
        </p:nvSpPr>
        <p:spPr>
          <a:xfrm>
            <a:off x="28803600" y="-2358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Freeform 1611"/>
          <p:cNvSpPr/>
          <p:nvPr/>
        </p:nvSpPr>
        <p:spPr>
          <a:xfrm>
            <a:off x="288163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Freeform 1612"/>
          <p:cNvSpPr/>
          <p:nvPr/>
        </p:nvSpPr>
        <p:spPr>
          <a:xfrm>
            <a:off x="28829000" y="-23609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Freeform 1613"/>
          <p:cNvSpPr/>
          <p:nvPr/>
        </p:nvSpPr>
        <p:spPr>
          <a:xfrm>
            <a:off x="288544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Freeform 1614"/>
          <p:cNvSpPr/>
          <p:nvPr/>
        </p:nvSpPr>
        <p:spPr>
          <a:xfrm>
            <a:off x="288671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Freeform 1615"/>
          <p:cNvSpPr/>
          <p:nvPr/>
        </p:nvSpPr>
        <p:spPr>
          <a:xfrm>
            <a:off x="28879800" y="-23647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Freeform 1616"/>
          <p:cNvSpPr/>
          <p:nvPr/>
        </p:nvSpPr>
        <p:spPr>
          <a:xfrm>
            <a:off x="289052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Freeform 1617"/>
          <p:cNvSpPr/>
          <p:nvPr/>
        </p:nvSpPr>
        <p:spPr>
          <a:xfrm>
            <a:off x="289179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Freeform 1618"/>
          <p:cNvSpPr/>
          <p:nvPr/>
        </p:nvSpPr>
        <p:spPr>
          <a:xfrm>
            <a:off x="289306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Freeform 1619"/>
          <p:cNvSpPr/>
          <p:nvPr/>
        </p:nvSpPr>
        <p:spPr>
          <a:xfrm>
            <a:off x="289560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Freeform 1620"/>
          <p:cNvSpPr/>
          <p:nvPr/>
        </p:nvSpPr>
        <p:spPr>
          <a:xfrm>
            <a:off x="289687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Freeform 1621"/>
          <p:cNvSpPr/>
          <p:nvPr/>
        </p:nvSpPr>
        <p:spPr>
          <a:xfrm>
            <a:off x="289814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Freeform 1622"/>
          <p:cNvSpPr/>
          <p:nvPr/>
        </p:nvSpPr>
        <p:spPr>
          <a:xfrm>
            <a:off x="290068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Freeform 1623"/>
          <p:cNvSpPr/>
          <p:nvPr/>
        </p:nvSpPr>
        <p:spPr>
          <a:xfrm>
            <a:off x="290195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Freeform 1624"/>
          <p:cNvSpPr/>
          <p:nvPr/>
        </p:nvSpPr>
        <p:spPr>
          <a:xfrm>
            <a:off x="290322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Freeform 1625"/>
          <p:cNvSpPr/>
          <p:nvPr/>
        </p:nvSpPr>
        <p:spPr>
          <a:xfrm>
            <a:off x="29044900" y="-23799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Freeform 1626"/>
          <p:cNvSpPr/>
          <p:nvPr/>
        </p:nvSpPr>
        <p:spPr>
          <a:xfrm>
            <a:off x="29070300" y="-23837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Freeform 1627"/>
          <p:cNvSpPr/>
          <p:nvPr/>
        </p:nvSpPr>
        <p:spPr>
          <a:xfrm>
            <a:off x="29083000" y="-2386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Freeform 1628"/>
          <p:cNvSpPr/>
          <p:nvPr/>
        </p:nvSpPr>
        <p:spPr>
          <a:xfrm>
            <a:off x="290957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Freeform 1629"/>
          <p:cNvSpPr/>
          <p:nvPr/>
        </p:nvSpPr>
        <p:spPr>
          <a:xfrm>
            <a:off x="291211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Freeform 1630"/>
          <p:cNvSpPr/>
          <p:nvPr/>
        </p:nvSpPr>
        <p:spPr>
          <a:xfrm>
            <a:off x="291338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5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Freeform 1631"/>
          <p:cNvSpPr/>
          <p:nvPr/>
        </p:nvSpPr>
        <p:spPr>
          <a:xfrm>
            <a:off x="291465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200"/>
          </a:solidFill>
          <a:ln w="3175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Freeform 1632"/>
          <p:cNvSpPr/>
          <p:nvPr/>
        </p:nvSpPr>
        <p:spPr>
          <a:xfrm>
            <a:off x="29171900" y="-2397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1"/>
                </a:lnTo>
                <a:close/>
              </a:path>
            </a:pathLst>
          </a:custGeom>
          <a:solidFill>
            <a:srgbClr val="FF3500"/>
          </a:solidFill>
          <a:ln w="3175">
            <a:solidFill>
              <a:srgbClr val="CC2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Freeform 1633"/>
          <p:cNvSpPr/>
          <p:nvPr/>
        </p:nvSpPr>
        <p:spPr>
          <a:xfrm>
            <a:off x="29184600" y="-24003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800"/>
          </a:solidFill>
          <a:ln w="3175">
            <a:solidFill>
              <a:srgbClr val="CC2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Freeform 1634"/>
          <p:cNvSpPr/>
          <p:nvPr/>
        </p:nvSpPr>
        <p:spPr>
          <a:xfrm>
            <a:off x="29197300" y="-2401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1700"/>
          </a:solidFill>
          <a:ln w="3175">
            <a:solidFill>
              <a:srgbClr val="CC1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Freeform 1635"/>
          <p:cNvSpPr/>
          <p:nvPr/>
        </p:nvSpPr>
        <p:spPr>
          <a:xfrm>
            <a:off x="292227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Freeform 1636"/>
          <p:cNvSpPr/>
          <p:nvPr/>
        </p:nvSpPr>
        <p:spPr>
          <a:xfrm>
            <a:off x="29235400" y="-2406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60000"/>
          </a:solidFill>
          <a:ln w="3175">
            <a:solidFill>
              <a:srgbClr val="B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Freeform 1637"/>
          <p:cNvSpPr/>
          <p:nvPr/>
        </p:nvSpPr>
        <p:spPr>
          <a:xfrm>
            <a:off x="29248100" y="-2410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C50000"/>
          </a:solidFill>
          <a:ln w="3175">
            <a:solidFill>
              <a:srgbClr val="9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Freeform 1638"/>
          <p:cNvSpPr/>
          <p:nvPr/>
        </p:nvSpPr>
        <p:spPr>
          <a:xfrm>
            <a:off x="29260800" y="-24142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9B0000"/>
          </a:solidFill>
          <a:ln w="3175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Freeform 1639"/>
          <p:cNvSpPr/>
          <p:nvPr/>
        </p:nvSpPr>
        <p:spPr>
          <a:xfrm>
            <a:off x="28765500" y="-2359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Freeform 1640"/>
          <p:cNvSpPr/>
          <p:nvPr/>
        </p:nvSpPr>
        <p:spPr>
          <a:xfrm>
            <a:off x="28778200" y="-2360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Freeform 1641"/>
          <p:cNvSpPr/>
          <p:nvPr/>
        </p:nvSpPr>
        <p:spPr>
          <a:xfrm>
            <a:off x="288036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Freeform 1642"/>
          <p:cNvSpPr/>
          <p:nvPr/>
        </p:nvSpPr>
        <p:spPr>
          <a:xfrm>
            <a:off x="28816300" y="-2363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Freeform 1643"/>
          <p:cNvSpPr/>
          <p:nvPr/>
        </p:nvSpPr>
        <p:spPr>
          <a:xfrm>
            <a:off x="288290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Freeform 1644"/>
          <p:cNvSpPr/>
          <p:nvPr/>
        </p:nvSpPr>
        <p:spPr>
          <a:xfrm>
            <a:off x="288544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Freeform 1645"/>
          <p:cNvSpPr/>
          <p:nvPr/>
        </p:nvSpPr>
        <p:spPr>
          <a:xfrm>
            <a:off x="288671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Freeform 1646"/>
          <p:cNvSpPr/>
          <p:nvPr/>
        </p:nvSpPr>
        <p:spPr>
          <a:xfrm>
            <a:off x="288798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Freeform 1647"/>
          <p:cNvSpPr/>
          <p:nvPr/>
        </p:nvSpPr>
        <p:spPr>
          <a:xfrm>
            <a:off x="289052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Freeform 1648"/>
          <p:cNvSpPr/>
          <p:nvPr/>
        </p:nvSpPr>
        <p:spPr>
          <a:xfrm>
            <a:off x="289179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Freeform 1649"/>
          <p:cNvSpPr/>
          <p:nvPr/>
        </p:nvSpPr>
        <p:spPr>
          <a:xfrm>
            <a:off x="289306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Freeform 1650"/>
          <p:cNvSpPr/>
          <p:nvPr/>
        </p:nvSpPr>
        <p:spPr>
          <a:xfrm>
            <a:off x="28943300" y="-23723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Freeform 1651"/>
          <p:cNvSpPr/>
          <p:nvPr/>
        </p:nvSpPr>
        <p:spPr>
          <a:xfrm>
            <a:off x="289687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Freeform 1652"/>
          <p:cNvSpPr/>
          <p:nvPr/>
        </p:nvSpPr>
        <p:spPr>
          <a:xfrm>
            <a:off x="289814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Freeform 1653"/>
          <p:cNvSpPr/>
          <p:nvPr/>
        </p:nvSpPr>
        <p:spPr>
          <a:xfrm>
            <a:off x="28994100" y="-23774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Freeform 1654"/>
          <p:cNvSpPr/>
          <p:nvPr/>
        </p:nvSpPr>
        <p:spPr>
          <a:xfrm>
            <a:off x="29019500" y="-23812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FFF6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Freeform 1655"/>
          <p:cNvSpPr/>
          <p:nvPr/>
        </p:nvSpPr>
        <p:spPr>
          <a:xfrm>
            <a:off x="29032200" y="-23837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CC00"/>
          </a:solidFill>
          <a:ln w="3175">
            <a:solidFill>
              <a:srgbClr val="CCA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Freeform 1656"/>
          <p:cNvSpPr/>
          <p:nvPr/>
        </p:nvSpPr>
        <p:spPr>
          <a:xfrm>
            <a:off x="29044900" y="-2387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7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Freeform 1657"/>
          <p:cNvSpPr/>
          <p:nvPr/>
        </p:nvSpPr>
        <p:spPr>
          <a:xfrm>
            <a:off x="290703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Freeform 1658"/>
          <p:cNvSpPr/>
          <p:nvPr/>
        </p:nvSpPr>
        <p:spPr>
          <a:xfrm>
            <a:off x="290830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Freeform 1659"/>
          <p:cNvSpPr/>
          <p:nvPr/>
        </p:nvSpPr>
        <p:spPr>
          <a:xfrm>
            <a:off x="29095700" y="-2393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Freeform 1660"/>
          <p:cNvSpPr/>
          <p:nvPr/>
        </p:nvSpPr>
        <p:spPr>
          <a:xfrm>
            <a:off x="29121100" y="-2395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5200"/>
          </a:solidFill>
          <a:ln w="3175">
            <a:solidFill>
              <a:srgbClr val="CC4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Freeform 1661"/>
          <p:cNvSpPr/>
          <p:nvPr/>
        </p:nvSpPr>
        <p:spPr>
          <a:xfrm>
            <a:off x="29133800" y="-2397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800"/>
          </a:solidFill>
          <a:ln w="3175">
            <a:solidFill>
              <a:srgbClr val="CC3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Freeform 1662"/>
          <p:cNvSpPr/>
          <p:nvPr/>
        </p:nvSpPr>
        <p:spPr>
          <a:xfrm>
            <a:off x="291465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3A00"/>
          </a:solidFill>
          <a:ln w="3175">
            <a:solidFill>
              <a:srgbClr val="CC2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Freeform 1663"/>
          <p:cNvSpPr/>
          <p:nvPr/>
        </p:nvSpPr>
        <p:spPr>
          <a:xfrm>
            <a:off x="29159200" y="-24015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Freeform 1664"/>
          <p:cNvSpPr/>
          <p:nvPr/>
        </p:nvSpPr>
        <p:spPr>
          <a:xfrm>
            <a:off x="291846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300"/>
          </a:solidFill>
          <a:ln w="3175">
            <a:solidFill>
              <a:srgbClr val="CC0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Freeform 1665"/>
          <p:cNvSpPr/>
          <p:nvPr/>
        </p:nvSpPr>
        <p:spPr>
          <a:xfrm>
            <a:off x="29197300" y="-2406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60000"/>
          </a:solidFill>
          <a:ln w="3175">
            <a:solidFill>
              <a:srgbClr val="C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Freeform 1666"/>
          <p:cNvSpPr/>
          <p:nvPr/>
        </p:nvSpPr>
        <p:spPr>
          <a:xfrm>
            <a:off x="29210000" y="-2410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D3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Freeform 1667"/>
          <p:cNvSpPr/>
          <p:nvPr/>
        </p:nvSpPr>
        <p:spPr>
          <a:xfrm>
            <a:off x="29235400" y="-2414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A50000"/>
          </a:solidFill>
          <a:ln w="3175">
            <a:solidFill>
              <a:srgbClr val="8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Freeform 1668"/>
          <p:cNvSpPr/>
          <p:nvPr/>
        </p:nvSpPr>
        <p:spPr>
          <a:xfrm>
            <a:off x="28727400" y="-2359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Freeform 1669"/>
          <p:cNvSpPr/>
          <p:nvPr/>
        </p:nvSpPr>
        <p:spPr>
          <a:xfrm>
            <a:off x="287528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Freeform 1670"/>
          <p:cNvSpPr/>
          <p:nvPr/>
        </p:nvSpPr>
        <p:spPr>
          <a:xfrm>
            <a:off x="287655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Freeform 1671"/>
          <p:cNvSpPr/>
          <p:nvPr/>
        </p:nvSpPr>
        <p:spPr>
          <a:xfrm>
            <a:off x="287782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Freeform 1672"/>
          <p:cNvSpPr/>
          <p:nvPr/>
        </p:nvSpPr>
        <p:spPr>
          <a:xfrm>
            <a:off x="288036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Freeform 1673"/>
          <p:cNvSpPr/>
          <p:nvPr/>
        </p:nvSpPr>
        <p:spPr>
          <a:xfrm>
            <a:off x="288163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Freeform 1674"/>
          <p:cNvSpPr/>
          <p:nvPr/>
        </p:nvSpPr>
        <p:spPr>
          <a:xfrm>
            <a:off x="288290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Freeform 1675"/>
          <p:cNvSpPr/>
          <p:nvPr/>
        </p:nvSpPr>
        <p:spPr>
          <a:xfrm>
            <a:off x="28841700" y="-23685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Freeform 1676"/>
          <p:cNvSpPr/>
          <p:nvPr/>
        </p:nvSpPr>
        <p:spPr>
          <a:xfrm>
            <a:off x="288671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Freeform 1677"/>
          <p:cNvSpPr/>
          <p:nvPr/>
        </p:nvSpPr>
        <p:spPr>
          <a:xfrm>
            <a:off x="28879800" y="-2371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Freeform 1678"/>
          <p:cNvSpPr/>
          <p:nvPr/>
        </p:nvSpPr>
        <p:spPr>
          <a:xfrm>
            <a:off x="288925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Freeform 1679"/>
          <p:cNvSpPr/>
          <p:nvPr/>
        </p:nvSpPr>
        <p:spPr>
          <a:xfrm>
            <a:off x="289179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Freeform 1680"/>
          <p:cNvSpPr/>
          <p:nvPr/>
        </p:nvSpPr>
        <p:spPr>
          <a:xfrm>
            <a:off x="289306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Freeform 1681"/>
          <p:cNvSpPr/>
          <p:nvPr/>
        </p:nvSpPr>
        <p:spPr>
          <a:xfrm>
            <a:off x="289433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Freeform 1682"/>
          <p:cNvSpPr/>
          <p:nvPr/>
        </p:nvSpPr>
        <p:spPr>
          <a:xfrm>
            <a:off x="289687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7FF18"/>
          </a:solidFill>
          <a:ln w="3175">
            <a:solidFill>
              <a:srgbClr val="B9C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Freeform 1683"/>
          <p:cNvSpPr/>
          <p:nvPr/>
        </p:nvSpPr>
        <p:spPr>
          <a:xfrm>
            <a:off x="28981400" y="-23812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Freeform 1684"/>
          <p:cNvSpPr/>
          <p:nvPr/>
        </p:nvSpPr>
        <p:spPr>
          <a:xfrm>
            <a:off x="28994100" y="-2385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500"/>
          </a:solidFill>
          <a:ln w="3175">
            <a:solidFill>
              <a:srgbClr val="CC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Freeform 1685"/>
          <p:cNvSpPr/>
          <p:nvPr/>
        </p:nvSpPr>
        <p:spPr>
          <a:xfrm>
            <a:off x="29006800" y="-238887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9F00"/>
          </a:solidFill>
          <a:ln w="3175">
            <a:solidFill>
              <a:srgbClr val="CC7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Freeform 1686"/>
          <p:cNvSpPr/>
          <p:nvPr/>
        </p:nvSpPr>
        <p:spPr>
          <a:xfrm>
            <a:off x="290322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300"/>
          </a:solidFill>
          <a:ln w="3175">
            <a:solidFill>
              <a:srgbClr val="CC6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Freeform 1687"/>
          <p:cNvSpPr/>
          <p:nvPr/>
        </p:nvSpPr>
        <p:spPr>
          <a:xfrm>
            <a:off x="290449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500"/>
          </a:solidFill>
          <a:ln w="3175">
            <a:solidFill>
              <a:srgbClr val="CC5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Freeform 1688"/>
          <p:cNvSpPr/>
          <p:nvPr/>
        </p:nvSpPr>
        <p:spPr>
          <a:xfrm>
            <a:off x="29057600" y="-23939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Freeform 1689"/>
          <p:cNvSpPr/>
          <p:nvPr/>
        </p:nvSpPr>
        <p:spPr>
          <a:xfrm>
            <a:off x="29083000" y="-2395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Freeform 1690"/>
          <p:cNvSpPr/>
          <p:nvPr/>
        </p:nvSpPr>
        <p:spPr>
          <a:xfrm>
            <a:off x="290957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5F00"/>
          </a:solidFill>
          <a:ln w="3175">
            <a:solidFill>
              <a:srgbClr val="CC4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Freeform 1691"/>
          <p:cNvSpPr/>
          <p:nvPr/>
        </p:nvSpPr>
        <p:spPr>
          <a:xfrm>
            <a:off x="291084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100"/>
          </a:solidFill>
          <a:ln w="3175">
            <a:solidFill>
              <a:srgbClr val="CC4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Freeform 1692"/>
          <p:cNvSpPr/>
          <p:nvPr/>
        </p:nvSpPr>
        <p:spPr>
          <a:xfrm>
            <a:off x="29133800" y="-2401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2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2" y="2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Freeform 1693"/>
          <p:cNvSpPr/>
          <p:nvPr/>
        </p:nvSpPr>
        <p:spPr>
          <a:xfrm>
            <a:off x="29146500" y="-2404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Freeform 1694"/>
          <p:cNvSpPr/>
          <p:nvPr/>
        </p:nvSpPr>
        <p:spPr>
          <a:xfrm>
            <a:off x="29159200" y="-2406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2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Freeform 1695"/>
          <p:cNvSpPr/>
          <p:nvPr/>
        </p:nvSpPr>
        <p:spPr>
          <a:xfrm>
            <a:off x="29184600" y="-2410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3"/>
                </a:moveTo>
                <a:lnTo>
                  <a:pt x="4" y="0"/>
                </a:lnTo>
                <a:lnTo>
                  <a:pt x="1" y="1"/>
                </a:lnTo>
                <a:lnTo>
                  <a:pt x="0" y="4"/>
                </a:lnTo>
                <a:lnTo>
                  <a:pt x="2" y="3"/>
                </a:lnTo>
                <a:close/>
              </a:path>
            </a:pathLst>
          </a:custGeom>
          <a:solidFill>
            <a:srgbClr val="E40000"/>
          </a:solidFill>
          <a:ln w="3175">
            <a:solidFill>
              <a:srgbClr val="B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Freeform 1696"/>
          <p:cNvSpPr/>
          <p:nvPr/>
        </p:nvSpPr>
        <p:spPr>
          <a:xfrm>
            <a:off x="29197300" y="-2414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3" y="3"/>
                </a:lnTo>
                <a:close/>
              </a:path>
            </a:pathLst>
          </a:custGeom>
          <a:solidFill>
            <a:srgbClr val="B00000"/>
          </a:solidFill>
          <a:ln w="3175">
            <a:solidFill>
              <a:srgbClr val="8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Freeform 1697"/>
          <p:cNvSpPr/>
          <p:nvPr/>
        </p:nvSpPr>
        <p:spPr>
          <a:xfrm>
            <a:off x="28689300" y="-23609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Freeform 1698"/>
          <p:cNvSpPr/>
          <p:nvPr/>
        </p:nvSpPr>
        <p:spPr>
          <a:xfrm>
            <a:off x="28714700" y="-2362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Freeform 1699"/>
          <p:cNvSpPr/>
          <p:nvPr/>
        </p:nvSpPr>
        <p:spPr>
          <a:xfrm>
            <a:off x="287274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Freeform 1700"/>
          <p:cNvSpPr/>
          <p:nvPr/>
        </p:nvSpPr>
        <p:spPr>
          <a:xfrm>
            <a:off x="28740100" y="-23634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Freeform 1701"/>
          <p:cNvSpPr/>
          <p:nvPr/>
        </p:nvSpPr>
        <p:spPr>
          <a:xfrm>
            <a:off x="287655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Freeform 1702"/>
          <p:cNvSpPr/>
          <p:nvPr/>
        </p:nvSpPr>
        <p:spPr>
          <a:xfrm>
            <a:off x="287782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Freeform 1703"/>
          <p:cNvSpPr/>
          <p:nvPr/>
        </p:nvSpPr>
        <p:spPr>
          <a:xfrm>
            <a:off x="287909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Freeform 1704"/>
          <p:cNvSpPr/>
          <p:nvPr/>
        </p:nvSpPr>
        <p:spPr>
          <a:xfrm>
            <a:off x="288163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Freeform 1705"/>
          <p:cNvSpPr/>
          <p:nvPr/>
        </p:nvSpPr>
        <p:spPr>
          <a:xfrm>
            <a:off x="288290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Freeform 1706"/>
          <p:cNvSpPr/>
          <p:nvPr/>
        </p:nvSpPr>
        <p:spPr>
          <a:xfrm>
            <a:off x="288417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Freeform 1707"/>
          <p:cNvSpPr/>
          <p:nvPr/>
        </p:nvSpPr>
        <p:spPr>
          <a:xfrm>
            <a:off x="288671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Freeform 1708"/>
          <p:cNvSpPr/>
          <p:nvPr/>
        </p:nvSpPr>
        <p:spPr>
          <a:xfrm>
            <a:off x="28879800" y="-2373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Freeform 1709"/>
          <p:cNvSpPr/>
          <p:nvPr/>
        </p:nvSpPr>
        <p:spPr>
          <a:xfrm>
            <a:off x="288925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Freeform 1710"/>
          <p:cNvSpPr/>
          <p:nvPr/>
        </p:nvSpPr>
        <p:spPr>
          <a:xfrm>
            <a:off x="28905200" y="-23761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Freeform 1711"/>
          <p:cNvSpPr/>
          <p:nvPr/>
        </p:nvSpPr>
        <p:spPr>
          <a:xfrm>
            <a:off x="28930600" y="-2378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9FF16"/>
          </a:solidFill>
          <a:ln w="3175">
            <a:solidFill>
              <a:srgbClr val="BBCC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Freeform 1712"/>
          <p:cNvSpPr/>
          <p:nvPr/>
        </p:nvSpPr>
        <p:spPr>
          <a:xfrm>
            <a:off x="28943300" y="-23825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EA00"/>
          </a:solidFill>
          <a:ln w="3175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Freeform 1713"/>
          <p:cNvSpPr/>
          <p:nvPr/>
        </p:nvSpPr>
        <p:spPr>
          <a:xfrm>
            <a:off x="28956000" y="-2386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B700"/>
          </a:solidFill>
          <a:ln w="3175">
            <a:solidFill>
              <a:srgbClr val="CC9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Freeform 1714"/>
          <p:cNvSpPr/>
          <p:nvPr/>
        </p:nvSpPr>
        <p:spPr>
          <a:xfrm>
            <a:off x="28981400" y="-2388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9300"/>
          </a:solidFill>
          <a:ln w="3175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Freeform 1715"/>
          <p:cNvSpPr/>
          <p:nvPr/>
        </p:nvSpPr>
        <p:spPr>
          <a:xfrm>
            <a:off x="289941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Freeform 1716"/>
          <p:cNvSpPr/>
          <p:nvPr/>
        </p:nvSpPr>
        <p:spPr>
          <a:xfrm>
            <a:off x="290068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E00"/>
          </a:solidFill>
          <a:ln w="3175">
            <a:solidFill>
              <a:srgbClr val="CC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Freeform 1717"/>
          <p:cNvSpPr/>
          <p:nvPr/>
        </p:nvSpPr>
        <p:spPr>
          <a:xfrm>
            <a:off x="290322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7E00"/>
          </a:solidFill>
          <a:ln w="3175">
            <a:solidFill>
              <a:srgbClr val="CC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Freeform 1718"/>
          <p:cNvSpPr/>
          <p:nvPr/>
        </p:nvSpPr>
        <p:spPr>
          <a:xfrm>
            <a:off x="290449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Freeform 1719"/>
          <p:cNvSpPr/>
          <p:nvPr/>
        </p:nvSpPr>
        <p:spPr>
          <a:xfrm>
            <a:off x="290576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7800"/>
          </a:solidFill>
          <a:ln w="3175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Freeform 1720"/>
          <p:cNvSpPr/>
          <p:nvPr/>
        </p:nvSpPr>
        <p:spPr>
          <a:xfrm>
            <a:off x="29083000" y="-2397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1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2" y="1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Freeform 1721"/>
          <p:cNvSpPr/>
          <p:nvPr/>
        </p:nvSpPr>
        <p:spPr>
          <a:xfrm>
            <a:off x="290957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Freeform 1722"/>
          <p:cNvSpPr/>
          <p:nvPr/>
        </p:nvSpPr>
        <p:spPr>
          <a:xfrm>
            <a:off x="291084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4700"/>
          </a:solidFill>
          <a:ln w="3175">
            <a:solidFill>
              <a:srgbClr val="CC3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Freeform 1723"/>
          <p:cNvSpPr/>
          <p:nvPr/>
        </p:nvSpPr>
        <p:spPr>
          <a:xfrm>
            <a:off x="29121100" y="-24053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2"/>
                </a:moveTo>
                <a:lnTo>
                  <a:pt x="5" y="0"/>
                </a:lnTo>
                <a:lnTo>
                  <a:pt x="2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2800"/>
          </a:solidFill>
          <a:ln w="3175">
            <a:solidFill>
              <a:srgbClr val="CC2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Freeform 1724"/>
          <p:cNvSpPr/>
          <p:nvPr/>
        </p:nvSpPr>
        <p:spPr>
          <a:xfrm>
            <a:off x="29146500" y="-2409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3" y="3"/>
                </a:lnTo>
                <a:close/>
              </a:path>
            </a:pathLst>
          </a:custGeom>
          <a:solidFill>
            <a:srgbClr val="FB0000"/>
          </a:solidFill>
          <a:ln w="3175">
            <a:solidFill>
              <a:srgbClr val="C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Freeform 1725"/>
          <p:cNvSpPr/>
          <p:nvPr/>
        </p:nvSpPr>
        <p:spPr>
          <a:xfrm>
            <a:off x="29159200" y="-2414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BE0000"/>
          </a:solidFill>
          <a:ln w="3175">
            <a:solidFill>
              <a:srgbClr val="9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Freeform 1726"/>
          <p:cNvSpPr/>
          <p:nvPr/>
        </p:nvSpPr>
        <p:spPr>
          <a:xfrm>
            <a:off x="28663900" y="-2360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Freeform 1727"/>
          <p:cNvSpPr/>
          <p:nvPr/>
        </p:nvSpPr>
        <p:spPr>
          <a:xfrm>
            <a:off x="28676600" y="-2362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Freeform 1728"/>
          <p:cNvSpPr/>
          <p:nvPr/>
        </p:nvSpPr>
        <p:spPr>
          <a:xfrm>
            <a:off x="28689300" y="-2363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Freeform 1729"/>
          <p:cNvSpPr/>
          <p:nvPr/>
        </p:nvSpPr>
        <p:spPr>
          <a:xfrm>
            <a:off x="287147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Freeform 1730"/>
          <p:cNvSpPr/>
          <p:nvPr/>
        </p:nvSpPr>
        <p:spPr>
          <a:xfrm>
            <a:off x="287274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Freeform 1731"/>
          <p:cNvSpPr/>
          <p:nvPr/>
        </p:nvSpPr>
        <p:spPr>
          <a:xfrm>
            <a:off x="287401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Freeform 1732"/>
          <p:cNvSpPr/>
          <p:nvPr/>
        </p:nvSpPr>
        <p:spPr>
          <a:xfrm>
            <a:off x="287655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Freeform 1733"/>
          <p:cNvSpPr/>
          <p:nvPr/>
        </p:nvSpPr>
        <p:spPr>
          <a:xfrm>
            <a:off x="28778200" y="-2369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Freeform 1734"/>
          <p:cNvSpPr/>
          <p:nvPr/>
        </p:nvSpPr>
        <p:spPr>
          <a:xfrm>
            <a:off x="287909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Freeform 1735"/>
          <p:cNvSpPr/>
          <p:nvPr/>
        </p:nvSpPr>
        <p:spPr>
          <a:xfrm>
            <a:off x="28803600" y="-23710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Freeform 1736"/>
          <p:cNvSpPr/>
          <p:nvPr/>
        </p:nvSpPr>
        <p:spPr>
          <a:xfrm>
            <a:off x="288290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Freeform 1737"/>
          <p:cNvSpPr/>
          <p:nvPr/>
        </p:nvSpPr>
        <p:spPr>
          <a:xfrm>
            <a:off x="288417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Freeform 1738"/>
          <p:cNvSpPr/>
          <p:nvPr/>
        </p:nvSpPr>
        <p:spPr>
          <a:xfrm>
            <a:off x="288544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Freeform 1739"/>
          <p:cNvSpPr/>
          <p:nvPr/>
        </p:nvSpPr>
        <p:spPr>
          <a:xfrm>
            <a:off x="288798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Freeform 1740"/>
          <p:cNvSpPr/>
          <p:nvPr/>
        </p:nvSpPr>
        <p:spPr>
          <a:xfrm>
            <a:off x="28892500" y="-2379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EEFF11"/>
          </a:solidFill>
          <a:ln w="3175">
            <a:solidFill>
              <a:srgbClr val="BECC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Freeform 1741"/>
          <p:cNvSpPr/>
          <p:nvPr/>
        </p:nvSpPr>
        <p:spPr>
          <a:xfrm>
            <a:off x="28905200" y="-23850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2"/>
                </a:lnTo>
                <a:lnTo>
                  <a:pt x="2" y="0"/>
                </a:lnTo>
                <a:lnTo>
                  <a:pt x="0" y="4"/>
                </a:lnTo>
                <a:lnTo>
                  <a:pt x="3" y="5"/>
                </a:lnTo>
                <a:close/>
              </a:path>
            </a:pathLst>
          </a:custGeom>
          <a:solidFill>
            <a:srgbClr val="FFDA00"/>
          </a:solidFill>
          <a:ln w="3175">
            <a:solidFill>
              <a:srgbClr val="CCA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Freeform 1742"/>
          <p:cNvSpPr/>
          <p:nvPr/>
        </p:nvSpPr>
        <p:spPr>
          <a:xfrm>
            <a:off x="28930600" y="-2387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4"/>
                </a:lnTo>
                <a:close/>
              </a:path>
            </a:pathLst>
          </a:custGeom>
          <a:solidFill>
            <a:srgbClr val="FFA600"/>
          </a:solidFill>
          <a:ln w="3175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Freeform 1743"/>
          <p:cNvSpPr/>
          <p:nvPr/>
        </p:nvSpPr>
        <p:spPr>
          <a:xfrm>
            <a:off x="289433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F00"/>
          </a:solidFill>
          <a:ln w="3175">
            <a:solidFill>
              <a:srgbClr val="C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Freeform 1744"/>
          <p:cNvSpPr/>
          <p:nvPr/>
        </p:nvSpPr>
        <p:spPr>
          <a:xfrm>
            <a:off x="289560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Freeform 1745"/>
          <p:cNvSpPr/>
          <p:nvPr/>
        </p:nvSpPr>
        <p:spPr>
          <a:xfrm>
            <a:off x="28968700" y="-23914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Freeform 1746"/>
          <p:cNvSpPr/>
          <p:nvPr/>
        </p:nvSpPr>
        <p:spPr>
          <a:xfrm>
            <a:off x="289941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Freeform 1747"/>
          <p:cNvSpPr/>
          <p:nvPr/>
        </p:nvSpPr>
        <p:spPr>
          <a:xfrm>
            <a:off x="290068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Freeform 1748"/>
          <p:cNvSpPr/>
          <p:nvPr/>
        </p:nvSpPr>
        <p:spPr>
          <a:xfrm>
            <a:off x="29019500" y="-23952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Freeform 1749"/>
          <p:cNvSpPr/>
          <p:nvPr/>
        </p:nvSpPr>
        <p:spPr>
          <a:xfrm>
            <a:off x="29044900" y="-2396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Freeform 1750"/>
          <p:cNvSpPr/>
          <p:nvPr/>
        </p:nvSpPr>
        <p:spPr>
          <a:xfrm>
            <a:off x="290576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2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000"/>
          </a:solidFill>
          <a:ln w="3175">
            <a:solidFill>
              <a:srgbClr val="CC6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Freeform 1751"/>
          <p:cNvSpPr/>
          <p:nvPr/>
        </p:nvSpPr>
        <p:spPr>
          <a:xfrm>
            <a:off x="29070300" y="-2401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2"/>
                </a:moveTo>
                <a:lnTo>
                  <a:pt x="4" y="0"/>
                </a:lnTo>
                <a:lnTo>
                  <a:pt x="2" y="2"/>
                </a:lnTo>
                <a:lnTo>
                  <a:pt x="0" y="4"/>
                </a:lnTo>
                <a:lnTo>
                  <a:pt x="3" y="2"/>
                </a:lnTo>
                <a:close/>
              </a:path>
            </a:pathLst>
          </a:custGeom>
          <a:solidFill>
            <a:srgbClr val="FF70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Freeform 1752"/>
          <p:cNvSpPr/>
          <p:nvPr/>
        </p:nvSpPr>
        <p:spPr>
          <a:xfrm>
            <a:off x="29095700" y="-2404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2"/>
                </a:moveTo>
                <a:lnTo>
                  <a:pt x="4" y="0"/>
                </a:lnTo>
                <a:lnTo>
                  <a:pt x="1" y="1"/>
                </a:lnTo>
                <a:lnTo>
                  <a:pt x="0" y="4"/>
                </a:lnTo>
                <a:lnTo>
                  <a:pt x="2" y="2"/>
                </a:lnTo>
                <a:close/>
              </a:path>
            </a:pathLst>
          </a:custGeom>
          <a:solidFill>
            <a:srgbClr val="FF5000"/>
          </a:solidFill>
          <a:ln w="3175">
            <a:solidFill>
              <a:srgbClr val="CC4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Freeform 1753"/>
          <p:cNvSpPr/>
          <p:nvPr/>
        </p:nvSpPr>
        <p:spPr>
          <a:xfrm>
            <a:off x="29108400" y="-24091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4"/>
                </a:moveTo>
                <a:lnTo>
                  <a:pt x="4" y="0"/>
                </a:lnTo>
                <a:lnTo>
                  <a:pt x="1" y="1"/>
                </a:lnTo>
                <a:lnTo>
                  <a:pt x="0" y="5"/>
                </a:lnTo>
                <a:lnTo>
                  <a:pt x="3" y="4"/>
                </a:lnTo>
                <a:close/>
              </a:path>
            </a:pathLst>
          </a:custGeom>
          <a:solidFill>
            <a:srgbClr val="FF1F00"/>
          </a:solidFill>
          <a:ln w="3175">
            <a:solidFill>
              <a:srgbClr val="CC1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Freeform 1754"/>
          <p:cNvSpPr/>
          <p:nvPr/>
        </p:nvSpPr>
        <p:spPr>
          <a:xfrm>
            <a:off x="29121100" y="-24142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4"/>
                </a:moveTo>
                <a:lnTo>
                  <a:pt x="4" y="0"/>
                </a:lnTo>
                <a:lnTo>
                  <a:pt x="2" y="0"/>
                </a:lnTo>
                <a:lnTo>
                  <a:pt x="0" y="5"/>
                </a:lnTo>
                <a:lnTo>
                  <a:pt x="3" y="4"/>
                </a:lnTo>
                <a:close/>
              </a:path>
            </a:pathLst>
          </a:custGeom>
          <a:solidFill>
            <a:srgbClr val="D10000"/>
          </a:solidFill>
          <a:ln w="3175">
            <a:solidFill>
              <a:srgbClr val="A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Freeform 1755"/>
          <p:cNvSpPr/>
          <p:nvPr/>
        </p:nvSpPr>
        <p:spPr>
          <a:xfrm>
            <a:off x="28625800" y="-23609300"/>
            <a:ext cx="50800" cy="330200"/>
          </a:xfrm>
          <a:custGeom>
            <a:avLst/>
            <a:gdLst/>
            <a:ahLst/>
            <a:cxnLst/>
            <a:rect l="l" t="t" r="r" b="b"/>
            <a:pathLst>
              <a:path w="4" h="26">
                <a:moveTo>
                  <a:pt x="3" y="1"/>
                </a:moveTo>
                <a:lnTo>
                  <a:pt x="4" y="0"/>
                </a:lnTo>
                <a:lnTo>
                  <a:pt x="1" y="16"/>
                </a:lnTo>
                <a:lnTo>
                  <a:pt x="0" y="26"/>
                </a:lnTo>
                <a:lnTo>
                  <a:pt x="3" y="1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Freeform 1756"/>
          <p:cNvSpPr/>
          <p:nvPr/>
        </p:nvSpPr>
        <p:spPr>
          <a:xfrm>
            <a:off x="28638500" y="-236220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7"/>
                </a:lnTo>
                <a:lnTo>
                  <a:pt x="3" y="1"/>
                </a:lnTo>
                <a:close/>
              </a:path>
            </a:pathLst>
          </a:custGeom>
          <a:solidFill>
            <a:srgbClr val="76FF89"/>
          </a:solidFill>
          <a:ln w="3175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Freeform 1757"/>
          <p:cNvSpPr/>
          <p:nvPr/>
        </p:nvSpPr>
        <p:spPr>
          <a:xfrm>
            <a:off x="28651200" y="-23634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Freeform 1758"/>
          <p:cNvSpPr/>
          <p:nvPr/>
        </p:nvSpPr>
        <p:spPr>
          <a:xfrm>
            <a:off x="286766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Freeform 1759"/>
          <p:cNvSpPr/>
          <p:nvPr/>
        </p:nvSpPr>
        <p:spPr>
          <a:xfrm>
            <a:off x="286893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Freeform 1760"/>
          <p:cNvSpPr/>
          <p:nvPr/>
        </p:nvSpPr>
        <p:spPr>
          <a:xfrm>
            <a:off x="28702000" y="-23672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Freeform 1761"/>
          <p:cNvSpPr/>
          <p:nvPr/>
        </p:nvSpPr>
        <p:spPr>
          <a:xfrm>
            <a:off x="287274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Freeform 1762"/>
          <p:cNvSpPr/>
          <p:nvPr/>
        </p:nvSpPr>
        <p:spPr>
          <a:xfrm>
            <a:off x="287401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Freeform 1763"/>
          <p:cNvSpPr/>
          <p:nvPr/>
        </p:nvSpPr>
        <p:spPr>
          <a:xfrm>
            <a:off x="287528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Freeform 1764"/>
          <p:cNvSpPr/>
          <p:nvPr/>
        </p:nvSpPr>
        <p:spPr>
          <a:xfrm>
            <a:off x="287782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Freeform 1765"/>
          <p:cNvSpPr/>
          <p:nvPr/>
        </p:nvSpPr>
        <p:spPr>
          <a:xfrm>
            <a:off x="28790900" y="-2373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Freeform 1766"/>
          <p:cNvSpPr/>
          <p:nvPr/>
        </p:nvSpPr>
        <p:spPr>
          <a:xfrm>
            <a:off x="288036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Freeform 1767"/>
          <p:cNvSpPr/>
          <p:nvPr/>
        </p:nvSpPr>
        <p:spPr>
          <a:xfrm>
            <a:off x="288290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Freeform 1768"/>
          <p:cNvSpPr/>
          <p:nvPr/>
        </p:nvSpPr>
        <p:spPr>
          <a:xfrm>
            <a:off x="288417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Freeform 1769"/>
          <p:cNvSpPr/>
          <p:nvPr/>
        </p:nvSpPr>
        <p:spPr>
          <a:xfrm>
            <a:off x="28854400" y="-23825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2"/>
                </a:lnTo>
                <a:lnTo>
                  <a:pt x="1" y="0"/>
                </a:lnTo>
                <a:lnTo>
                  <a:pt x="0" y="4"/>
                </a:lnTo>
                <a:lnTo>
                  <a:pt x="3" y="5"/>
                </a:lnTo>
                <a:close/>
              </a:path>
            </a:pathLst>
          </a:custGeom>
          <a:solidFill>
            <a:srgbClr val="FCFF03"/>
          </a:solidFill>
          <a:ln w="3175">
            <a:solidFill>
              <a:srgbClr val="CACC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Freeform 1770"/>
          <p:cNvSpPr/>
          <p:nvPr/>
        </p:nvSpPr>
        <p:spPr>
          <a:xfrm>
            <a:off x="28867100" y="-238633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3" y="5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5"/>
                </a:lnTo>
                <a:close/>
              </a:path>
            </a:pathLst>
          </a:custGeom>
          <a:solidFill>
            <a:srgbClr val="FFC200"/>
          </a:solidFill>
          <a:ln w="3175">
            <a:solidFill>
              <a:srgbClr val="CC9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Freeform 1771"/>
          <p:cNvSpPr/>
          <p:nvPr/>
        </p:nvSpPr>
        <p:spPr>
          <a:xfrm>
            <a:off x="288925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9D00"/>
          </a:solidFill>
          <a:ln w="3175">
            <a:solidFill>
              <a:srgbClr val="CC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Freeform 1772"/>
          <p:cNvSpPr/>
          <p:nvPr/>
        </p:nvSpPr>
        <p:spPr>
          <a:xfrm>
            <a:off x="289052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Freeform 1773"/>
          <p:cNvSpPr/>
          <p:nvPr/>
        </p:nvSpPr>
        <p:spPr>
          <a:xfrm>
            <a:off x="289179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Freeform 1774"/>
          <p:cNvSpPr/>
          <p:nvPr/>
        </p:nvSpPr>
        <p:spPr>
          <a:xfrm>
            <a:off x="289433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Freeform 1775"/>
          <p:cNvSpPr/>
          <p:nvPr/>
        </p:nvSpPr>
        <p:spPr>
          <a:xfrm>
            <a:off x="289560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Freeform 1776"/>
          <p:cNvSpPr/>
          <p:nvPr/>
        </p:nvSpPr>
        <p:spPr>
          <a:xfrm>
            <a:off x="289687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Freeform 1777"/>
          <p:cNvSpPr/>
          <p:nvPr/>
        </p:nvSpPr>
        <p:spPr>
          <a:xfrm>
            <a:off x="28994100" y="-2395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Freeform 1778"/>
          <p:cNvSpPr/>
          <p:nvPr/>
        </p:nvSpPr>
        <p:spPr>
          <a:xfrm>
            <a:off x="29006800" y="-2396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1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Freeform 1779"/>
          <p:cNvSpPr/>
          <p:nvPr/>
        </p:nvSpPr>
        <p:spPr>
          <a:xfrm>
            <a:off x="29019500" y="-2396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0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0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Freeform 1780"/>
          <p:cNvSpPr/>
          <p:nvPr/>
        </p:nvSpPr>
        <p:spPr>
          <a:xfrm>
            <a:off x="290449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9300"/>
          </a:solidFill>
          <a:ln w="3175">
            <a:solidFill>
              <a:srgbClr val="CC7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Freeform 1781"/>
          <p:cNvSpPr/>
          <p:nvPr/>
        </p:nvSpPr>
        <p:spPr>
          <a:xfrm>
            <a:off x="29057600" y="-2402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3"/>
                </a:moveTo>
                <a:lnTo>
                  <a:pt x="4" y="0"/>
                </a:lnTo>
                <a:lnTo>
                  <a:pt x="1" y="3"/>
                </a:lnTo>
                <a:lnTo>
                  <a:pt x="0" y="4"/>
                </a:lnTo>
                <a:lnTo>
                  <a:pt x="3" y="3"/>
                </a:lnTo>
                <a:close/>
              </a:path>
            </a:pathLst>
          </a:custGeom>
          <a:solidFill>
            <a:srgbClr val="FF8400"/>
          </a:solidFill>
          <a:ln w="3175">
            <a:solidFill>
              <a:srgbClr val="CC6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Freeform 1782"/>
          <p:cNvSpPr/>
          <p:nvPr/>
        </p:nvSpPr>
        <p:spPr>
          <a:xfrm>
            <a:off x="29070300" y="-24079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3" y="4"/>
                </a:moveTo>
                <a:lnTo>
                  <a:pt x="4" y="0"/>
                </a:lnTo>
                <a:lnTo>
                  <a:pt x="1" y="4"/>
                </a:lnTo>
                <a:lnTo>
                  <a:pt x="0" y="7"/>
                </a:lnTo>
                <a:lnTo>
                  <a:pt x="3" y="4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Freeform 1783"/>
          <p:cNvSpPr/>
          <p:nvPr/>
        </p:nvSpPr>
        <p:spPr>
          <a:xfrm>
            <a:off x="29083000" y="-24142700"/>
            <a:ext cx="63500" cy="114300"/>
          </a:xfrm>
          <a:custGeom>
            <a:avLst/>
            <a:gdLst/>
            <a:ahLst/>
            <a:cxnLst/>
            <a:rect l="l" t="t" r="r" b="b"/>
            <a:pathLst>
              <a:path w="5" h="9">
                <a:moveTo>
                  <a:pt x="3" y="5"/>
                </a:moveTo>
                <a:lnTo>
                  <a:pt x="5" y="0"/>
                </a:lnTo>
                <a:lnTo>
                  <a:pt x="2" y="0"/>
                </a:lnTo>
                <a:lnTo>
                  <a:pt x="0" y="9"/>
                </a:lnTo>
                <a:lnTo>
                  <a:pt x="3" y="5"/>
                </a:lnTo>
                <a:close/>
              </a:path>
            </a:pathLst>
          </a:custGeom>
          <a:solidFill>
            <a:srgbClr val="F40000"/>
          </a:solidFill>
          <a:ln w="3175">
            <a:solidFill>
              <a:srgbClr val="C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Freeform 1784"/>
          <p:cNvSpPr/>
          <p:nvPr/>
        </p:nvSpPr>
        <p:spPr>
          <a:xfrm>
            <a:off x="28587700" y="-23406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3" y="10"/>
                </a:moveTo>
                <a:lnTo>
                  <a:pt x="4" y="0"/>
                </a:lnTo>
                <a:lnTo>
                  <a:pt x="1" y="0"/>
                </a:lnTo>
                <a:lnTo>
                  <a:pt x="0" y="9"/>
                </a:lnTo>
                <a:lnTo>
                  <a:pt x="3" y="10"/>
                </a:lnTo>
                <a:close/>
              </a:path>
            </a:pathLst>
          </a:custGeom>
          <a:solidFill>
            <a:srgbClr val="0000E3"/>
          </a:solidFill>
          <a:ln w="3175">
            <a:solidFill>
              <a:srgbClr val="0000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Freeform 1785"/>
          <p:cNvSpPr/>
          <p:nvPr/>
        </p:nvSpPr>
        <p:spPr>
          <a:xfrm>
            <a:off x="28600400" y="-236347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3" y="18"/>
                </a:moveTo>
                <a:lnTo>
                  <a:pt x="4" y="1"/>
                </a:lnTo>
                <a:lnTo>
                  <a:pt x="2" y="0"/>
                </a:lnTo>
                <a:lnTo>
                  <a:pt x="0" y="18"/>
                </a:lnTo>
                <a:lnTo>
                  <a:pt x="3" y="18"/>
                </a:lnTo>
                <a:close/>
              </a:path>
            </a:pathLst>
          </a:custGeom>
          <a:solidFill>
            <a:srgbClr val="11FFEE"/>
          </a:solidFill>
          <a:ln w="3175">
            <a:solidFill>
              <a:srgbClr val="0DC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Freeform 1786"/>
          <p:cNvSpPr/>
          <p:nvPr/>
        </p:nvSpPr>
        <p:spPr>
          <a:xfrm>
            <a:off x="28625800" y="-2364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Freeform 1787"/>
          <p:cNvSpPr/>
          <p:nvPr/>
        </p:nvSpPr>
        <p:spPr>
          <a:xfrm>
            <a:off x="286385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Freeform 1788"/>
          <p:cNvSpPr/>
          <p:nvPr/>
        </p:nvSpPr>
        <p:spPr>
          <a:xfrm>
            <a:off x="286512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Freeform 1789"/>
          <p:cNvSpPr/>
          <p:nvPr/>
        </p:nvSpPr>
        <p:spPr>
          <a:xfrm>
            <a:off x="28676600" y="-2368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Freeform 1790"/>
          <p:cNvSpPr/>
          <p:nvPr/>
        </p:nvSpPr>
        <p:spPr>
          <a:xfrm>
            <a:off x="286893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Freeform 1791"/>
          <p:cNvSpPr/>
          <p:nvPr/>
        </p:nvSpPr>
        <p:spPr>
          <a:xfrm>
            <a:off x="287020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Freeform 1792"/>
          <p:cNvSpPr/>
          <p:nvPr/>
        </p:nvSpPr>
        <p:spPr>
          <a:xfrm>
            <a:off x="287274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Freeform 1793"/>
          <p:cNvSpPr/>
          <p:nvPr/>
        </p:nvSpPr>
        <p:spPr>
          <a:xfrm>
            <a:off x="287401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Freeform 1794"/>
          <p:cNvSpPr/>
          <p:nvPr/>
        </p:nvSpPr>
        <p:spPr>
          <a:xfrm>
            <a:off x="287528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Freeform 1795"/>
          <p:cNvSpPr/>
          <p:nvPr/>
        </p:nvSpPr>
        <p:spPr>
          <a:xfrm>
            <a:off x="28765500" y="-23749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Freeform 1796"/>
          <p:cNvSpPr/>
          <p:nvPr/>
        </p:nvSpPr>
        <p:spPr>
          <a:xfrm>
            <a:off x="287909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Freeform 1797"/>
          <p:cNvSpPr/>
          <p:nvPr/>
        </p:nvSpPr>
        <p:spPr>
          <a:xfrm>
            <a:off x="288036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Freeform 1798"/>
          <p:cNvSpPr/>
          <p:nvPr/>
        </p:nvSpPr>
        <p:spPr>
          <a:xfrm>
            <a:off x="28816300" y="-23825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0"/>
                </a:lnTo>
                <a:lnTo>
                  <a:pt x="2" y="3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F0FF0F"/>
          </a:solidFill>
          <a:ln w="3175">
            <a:solidFill>
              <a:srgbClr val="C0CC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Freeform 1799"/>
          <p:cNvSpPr/>
          <p:nvPr/>
        </p:nvSpPr>
        <p:spPr>
          <a:xfrm>
            <a:off x="28841700" y="-23863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3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2" y="3"/>
                </a:lnTo>
                <a:close/>
              </a:path>
            </a:pathLst>
          </a:custGeom>
          <a:solidFill>
            <a:srgbClr val="FFEC00"/>
          </a:solidFill>
          <a:ln w="3175">
            <a:solidFill>
              <a:srgbClr val="CCB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Freeform 1800"/>
          <p:cNvSpPr/>
          <p:nvPr/>
        </p:nvSpPr>
        <p:spPr>
          <a:xfrm>
            <a:off x="28854400" y="-23876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Freeform 1801"/>
          <p:cNvSpPr/>
          <p:nvPr/>
        </p:nvSpPr>
        <p:spPr>
          <a:xfrm>
            <a:off x="28867100" y="-23888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2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Freeform 1802"/>
          <p:cNvSpPr/>
          <p:nvPr/>
        </p:nvSpPr>
        <p:spPr>
          <a:xfrm>
            <a:off x="28892500" y="-23901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1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2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Freeform 1803"/>
          <p:cNvSpPr/>
          <p:nvPr/>
        </p:nvSpPr>
        <p:spPr>
          <a:xfrm>
            <a:off x="28905200" y="-23914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Freeform 1804"/>
          <p:cNvSpPr/>
          <p:nvPr/>
        </p:nvSpPr>
        <p:spPr>
          <a:xfrm>
            <a:off x="28917900" y="-23926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1" y="6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Freeform 1805"/>
          <p:cNvSpPr/>
          <p:nvPr/>
        </p:nvSpPr>
        <p:spPr>
          <a:xfrm>
            <a:off x="28930600" y="-239395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3" y="1"/>
                </a:moveTo>
                <a:lnTo>
                  <a:pt x="5" y="0"/>
                </a:lnTo>
                <a:lnTo>
                  <a:pt x="2" y="6"/>
                </a:lnTo>
                <a:lnTo>
                  <a:pt x="0" y="7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Freeform 1806"/>
          <p:cNvSpPr/>
          <p:nvPr/>
        </p:nvSpPr>
        <p:spPr>
          <a:xfrm>
            <a:off x="28956000" y="-23952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3" y="1"/>
                </a:moveTo>
                <a:lnTo>
                  <a:pt x="4" y="0"/>
                </a:lnTo>
                <a:lnTo>
                  <a:pt x="1" y="6"/>
                </a:lnTo>
                <a:lnTo>
                  <a:pt x="0" y="7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8" name="Freeform 1807"/>
          <p:cNvSpPr/>
          <p:nvPr/>
        </p:nvSpPr>
        <p:spPr>
          <a:xfrm>
            <a:off x="28968700" y="-23952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0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3" y="0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Freeform 1808"/>
          <p:cNvSpPr/>
          <p:nvPr/>
        </p:nvSpPr>
        <p:spPr>
          <a:xfrm>
            <a:off x="28981400" y="-239649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3" y="1"/>
                </a:moveTo>
                <a:lnTo>
                  <a:pt x="5" y="0"/>
                </a:lnTo>
                <a:lnTo>
                  <a:pt x="2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Freeform 1809"/>
          <p:cNvSpPr/>
          <p:nvPr/>
        </p:nvSpPr>
        <p:spPr>
          <a:xfrm>
            <a:off x="29006800" y="-23977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1" name="Freeform 1810"/>
          <p:cNvSpPr/>
          <p:nvPr/>
        </p:nvSpPr>
        <p:spPr>
          <a:xfrm>
            <a:off x="29019500" y="-23990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Freeform 1811"/>
          <p:cNvSpPr/>
          <p:nvPr/>
        </p:nvSpPr>
        <p:spPr>
          <a:xfrm>
            <a:off x="29032200" y="-24028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3" y="3"/>
                </a:moveTo>
                <a:lnTo>
                  <a:pt x="4" y="0"/>
                </a:lnTo>
                <a:lnTo>
                  <a:pt x="2" y="7"/>
                </a:lnTo>
                <a:lnTo>
                  <a:pt x="0" y="8"/>
                </a:lnTo>
                <a:lnTo>
                  <a:pt x="3" y="3"/>
                </a:lnTo>
                <a:close/>
              </a:path>
            </a:pathLst>
          </a:custGeom>
          <a:solidFill>
            <a:srgbClr val="FFD400"/>
          </a:solidFill>
          <a:ln w="3175">
            <a:solidFill>
              <a:srgbClr val="CC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Freeform 1812"/>
          <p:cNvSpPr/>
          <p:nvPr/>
        </p:nvSpPr>
        <p:spPr>
          <a:xfrm>
            <a:off x="29057600" y="-241427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2" y="9"/>
                </a:moveTo>
                <a:lnTo>
                  <a:pt x="4" y="0"/>
                </a:lnTo>
                <a:lnTo>
                  <a:pt x="1" y="15"/>
                </a:lnTo>
                <a:lnTo>
                  <a:pt x="0" y="16"/>
                </a:lnTo>
                <a:lnTo>
                  <a:pt x="2" y="9"/>
                </a:lnTo>
                <a:close/>
              </a:path>
            </a:pathLst>
          </a:custGeom>
          <a:solidFill>
            <a:srgbClr val="FF9800"/>
          </a:solidFill>
          <a:ln w="3175">
            <a:solidFill>
              <a:srgbClr val="CC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4" name="Freeform 1813"/>
          <p:cNvSpPr/>
          <p:nvPr/>
        </p:nvSpPr>
        <p:spPr>
          <a:xfrm>
            <a:off x="28549600" y="-23406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3" y="9"/>
                </a:moveTo>
                <a:lnTo>
                  <a:pt x="4" y="0"/>
                </a:lnTo>
                <a:lnTo>
                  <a:pt x="2" y="2"/>
                </a:lnTo>
                <a:lnTo>
                  <a:pt x="0" y="9"/>
                </a:lnTo>
                <a:lnTo>
                  <a:pt x="3" y="9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Freeform 1814"/>
          <p:cNvSpPr/>
          <p:nvPr/>
        </p:nvSpPr>
        <p:spPr>
          <a:xfrm>
            <a:off x="28575000" y="-23634700"/>
            <a:ext cx="50800" cy="254000"/>
          </a:xfrm>
          <a:custGeom>
            <a:avLst/>
            <a:gdLst/>
            <a:ahLst/>
            <a:cxnLst/>
            <a:rect l="l" t="t" r="r" b="b"/>
            <a:pathLst>
              <a:path w="4" h="20">
                <a:moveTo>
                  <a:pt x="2" y="18"/>
                </a:moveTo>
                <a:lnTo>
                  <a:pt x="4" y="0"/>
                </a:lnTo>
                <a:lnTo>
                  <a:pt x="1" y="0"/>
                </a:lnTo>
                <a:lnTo>
                  <a:pt x="0" y="20"/>
                </a:lnTo>
                <a:lnTo>
                  <a:pt x="2" y="18"/>
                </a:lnTo>
                <a:close/>
              </a:path>
            </a:pathLst>
          </a:custGeom>
          <a:solidFill>
            <a:srgbClr val="00FFFF"/>
          </a:solidFill>
          <a:ln w="3175">
            <a:solidFill>
              <a:srgbClr val="00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Freeform 1815"/>
          <p:cNvSpPr/>
          <p:nvPr/>
        </p:nvSpPr>
        <p:spPr>
          <a:xfrm>
            <a:off x="28587700" y="-2364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7" name="Freeform 1816"/>
          <p:cNvSpPr/>
          <p:nvPr/>
        </p:nvSpPr>
        <p:spPr>
          <a:xfrm>
            <a:off x="28600400" y="-2366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Freeform 1817"/>
          <p:cNvSpPr/>
          <p:nvPr/>
        </p:nvSpPr>
        <p:spPr>
          <a:xfrm>
            <a:off x="28613100" y="-23672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Freeform 1818"/>
          <p:cNvSpPr/>
          <p:nvPr/>
        </p:nvSpPr>
        <p:spPr>
          <a:xfrm>
            <a:off x="286385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0" name="Freeform 1819"/>
          <p:cNvSpPr/>
          <p:nvPr/>
        </p:nvSpPr>
        <p:spPr>
          <a:xfrm>
            <a:off x="286512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Freeform 1820"/>
          <p:cNvSpPr/>
          <p:nvPr/>
        </p:nvSpPr>
        <p:spPr>
          <a:xfrm>
            <a:off x="28663900" y="-23710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Freeform 1821"/>
          <p:cNvSpPr/>
          <p:nvPr/>
        </p:nvSpPr>
        <p:spPr>
          <a:xfrm>
            <a:off x="28689300" y="-2372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3" name="Freeform 1822"/>
          <p:cNvSpPr/>
          <p:nvPr/>
        </p:nvSpPr>
        <p:spPr>
          <a:xfrm>
            <a:off x="28702000" y="-2373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Freeform 1823"/>
          <p:cNvSpPr/>
          <p:nvPr/>
        </p:nvSpPr>
        <p:spPr>
          <a:xfrm>
            <a:off x="28714700" y="-2374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Freeform 1824"/>
          <p:cNvSpPr/>
          <p:nvPr/>
        </p:nvSpPr>
        <p:spPr>
          <a:xfrm>
            <a:off x="287401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6" name="Freeform 1825"/>
          <p:cNvSpPr/>
          <p:nvPr/>
        </p:nvSpPr>
        <p:spPr>
          <a:xfrm>
            <a:off x="287528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Freeform 1826"/>
          <p:cNvSpPr/>
          <p:nvPr/>
        </p:nvSpPr>
        <p:spPr>
          <a:xfrm>
            <a:off x="287655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Freeform 1827"/>
          <p:cNvSpPr/>
          <p:nvPr/>
        </p:nvSpPr>
        <p:spPr>
          <a:xfrm>
            <a:off x="287909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9" name="Freeform 1828"/>
          <p:cNvSpPr/>
          <p:nvPr/>
        </p:nvSpPr>
        <p:spPr>
          <a:xfrm>
            <a:off x="288036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Freeform 1829"/>
          <p:cNvSpPr/>
          <p:nvPr/>
        </p:nvSpPr>
        <p:spPr>
          <a:xfrm>
            <a:off x="288163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Freeform 1830"/>
          <p:cNvSpPr/>
          <p:nvPr/>
        </p:nvSpPr>
        <p:spPr>
          <a:xfrm>
            <a:off x="28829000" y="-23825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2" name="Freeform 1831"/>
          <p:cNvSpPr/>
          <p:nvPr/>
        </p:nvSpPr>
        <p:spPr>
          <a:xfrm>
            <a:off x="288544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Freeform 1832"/>
          <p:cNvSpPr/>
          <p:nvPr/>
        </p:nvSpPr>
        <p:spPr>
          <a:xfrm>
            <a:off x="288671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Freeform 1833"/>
          <p:cNvSpPr/>
          <p:nvPr/>
        </p:nvSpPr>
        <p:spPr>
          <a:xfrm>
            <a:off x="288798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5" name="Freeform 1834"/>
          <p:cNvSpPr/>
          <p:nvPr/>
        </p:nvSpPr>
        <p:spPr>
          <a:xfrm>
            <a:off x="289052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Freeform 1835"/>
          <p:cNvSpPr/>
          <p:nvPr/>
        </p:nvSpPr>
        <p:spPr>
          <a:xfrm>
            <a:off x="289179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Freeform 1836"/>
          <p:cNvSpPr/>
          <p:nvPr/>
        </p:nvSpPr>
        <p:spPr>
          <a:xfrm>
            <a:off x="289306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8" name="Freeform 1837"/>
          <p:cNvSpPr/>
          <p:nvPr/>
        </p:nvSpPr>
        <p:spPr>
          <a:xfrm>
            <a:off x="289560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Freeform 1838"/>
          <p:cNvSpPr/>
          <p:nvPr/>
        </p:nvSpPr>
        <p:spPr>
          <a:xfrm>
            <a:off x="289687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Freeform 1839"/>
          <p:cNvSpPr/>
          <p:nvPr/>
        </p:nvSpPr>
        <p:spPr>
          <a:xfrm>
            <a:off x="289814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1" name="Freeform 1840"/>
          <p:cNvSpPr/>
          <p:nvPr/>
        </p:nvSpPr>
        <p:spPr>
          <a:xfrm>
            <a:off x="290068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2" name="Freeform 1841"/>
          <p:cNvSpPr/>
          <p:nvPr/>
        </p:nvSpPr>
        <p:spPr>
          <a:xfrm>
            <a:off x="29019500" y="-2395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Freeform 1842"/>
          <p:cNvSpPr/>
          <p:nvPr/>
        </p:nvSpPr>
        <p:spPr>
          <a:xfrm>
            <a:off x="28511500" y="-23634700"/>
            <a:ext cx="63500" cy="342900"/>
          </a:xfrm>
          <a:custGeom>
            <a:avLst/>
            <a:gdLst/>
            <a:ahLst/>
            <a:cxnLst/>
            <a:rect l="l" t="t" r="r" b="b"/>
            <a:pathLst>
              <a:path w="5" h="27">
                <a:moveTo>
                  <a:pt x="3" y="27"/>
                </a:moveTo>
                <a:lnTo>
                  <a:pt x="5" y="20"/>
                </a:lnTo>
                <a:lnTo>
                  <a:pt x="2" y="0"/>
                </a:lnTo>
                <a:lnTo>
                  <a:pt x="0" y="27"/>
                </a:lnTo>
                <a:lnTo>
                  <a:pt x="3" y="27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4" name="Freeform 1843"/>
          <p:cNvSpPr/>
          <p:nvPr/>
        </p:nvSpPr>
        <p:spPr>
          <a:xfrm>
            <a:off x="28536900" y="-23647400"/>
            <a:ext cx="50800" cy="266700"/>
          </a:xfrm>
          <a:custGeom>
            <a:avLst/>
            <a:gdLst/>
            <a:ahLst/>
            <a:cxnLst/>
            <a:rect l="l" t="t" r="r" b="b"/>
            <a:pathLst>
              <a:path w="4" h="21">
                <a:moveTo>
                  <a:pt x="3" y="2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1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5" name="Freeform 1844"/>
          <p:cNvSpPr/>
          <p:nvPr/>
        </p:nvSpPr>
        <p:spPr>
          <a:xfrm>
            <a:off x="28549600" y="-2366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Freeform 1845"/>
          <p:cNvSpPr/>
          <p:nvPr/>
        </p:nvSpPr>
        <p:spPr>
          <a:xfrm>
            <a:off x="28562300" y="-2367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7" name="Freeform 1846"/>
          <p:cNvSpPr/>
          <p:nvPr/>
        </p:nvSpPr>
        <p:spPr>
          <a:xfrm>
            <a:off x="28587700" y="-2367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8" name="Freeform 1847"/>
          <p:cNvSpPr/>
          <p:nvPr/>
        </p:nvSpPr>
        <p:spPr>
          <a:xfrm>
            <a:off x="28600400" y="-2368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Freeform 1848"/>
          <p:cNvSpPr/>
          <p:nvPr/>
        </p:nvSpPr>
        <p:spPr>
          <a:xfrm>
            <a:off x="28613100" y="-2369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0" name="Freeform 1849"/>
          <p:cNvSpPr/>
          <p:nvPr/>
        </p:nvSpPr>
        <p:spPr>
          <a:xfrm>
            <a:off x="286385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1" name="Freeform 1850"/>
          <p:cNvSpPr/>
          <p:nvPr/>
        </p:nvSpPr>
        <p:spPr>
          <a:xfrm>
            <a:off x="286512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Freeform 1851"/>
          <p:cNvSpPr/>
          <p:nvPr/>
        </p:nvSpPr>
        <p:spPr>
          <a:xfrm>
            <a:off x="286639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3" name="Freeform 1852"/>
          <p:cNvSpPr/>
          <p:nvPr/>
        </p:nvSpPr>
        <p:spPr>
          <a:xfrm>
            <a:off x="286893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Freeform 1853"/>
          <p:cNvSpPr/>
          <p:nvPr/>
        </p:nvSpPr>
        <p:spPr>
          <a:xfrm>
            <a:off x="287020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Freeform 1854"/>
          <p:cNvSpPr/>
          <p:nvPr/>
        </p:nvSpPr>
        <p:spPr>
          <a:xfrm>
            <a:off x="287147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6" name="Freeform 1855"/>
          <p:cNvSpPr/>
          <p:nvPr/>
        </p:nvSpPr>
        <p:spPr>
          <a:xfrm>
            <a:off x="28727400" y="-23787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7" name="Freeform 1856"/>
          <p:cNvSpPr/>
          <p:nvPr/>
        </p:nvSpPr>
        <p:spPr>
          <a:xfrm>
            <a:off x="287528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Freeform 1857"/>
          <p:cNvSpPr/>
          <p:nvPr/>
        </p:nvSpPr>
        <p:spPr>
          <a:xfrm>
            <a:off x="287655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Freeform 1858"/>
          <p:cNvSpPr/>
          <p:nvPr/>
        </p:nvSpPr>
        <p:spPr>
          <a:xfrm>
            <a:off x="287782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Freeform 1859"/>
          <p:cNvSpPr/>
          <p:nvPr/>
        </p:nvSpPr>
        <p:spPr>
          <a:xfrm>
            <a:off x="288036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Freeform 1860"/>
          <p:cNvSpPr/>
          <p:nvPr/>
        </p:nvSpPr>
        <p:spPr>
          <a:xfrm>
            <a:off x="288163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Freeform 1861"/>
          <p:cNvSpPr/>
          <p:nvPr/>
        </p:nvSpPr>
        <p:spPr>
          <a:xfrm>
            <a:off x="288290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3" name="Freeform 1862"/>
          <p:cNvSpPr/>
          <p:nvPr/>
        </p:nvSpPr>
        <p:spPr>
          <a:xfrm>
            <a:off x="288544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4" name="Freeform 1863"/>
          <p:cNvSpPr/>
          <p:nvPr/>
        </p:nvSpPr>
        <p:spPr>
          <a:xfrm>
            <a:off x="288671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Freeform 1864"/>
          <p:cNvSpPr/>
          <p:nvPr/>
        </p:nvSpPr>
        <p:spPr>
          <a:xfrm>
            <a:off x="288798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6" name="Freeform 1865"/>
          <p:cNvSpPr/>
          <p:nvPr/>
        </p:nvSpPr>
        <p:spPr>
          <a:xfrm>
            <a:off x="289052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7" name="Freeform 1866"/>
          <p:cNvSpPr/>
          <p:nvPr/>
        </p:nvSpPr>
        <p:spPr>
          <a:xfrm>
            <a:off x="289179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Freeform 1867"/>
          <p:cNvSpPr/>
          <p:nvPr/>
        </p:nvSpPr>
        <p:spPr>
          <a:xfrm>
            <a:off x="289306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9" name="Freeform 1868"/>
          <p:cNvSpPr/>
          <p:nvPr/>
        </p:nvSpPr>
        <p:spPr>
          <a:xfrm>
            <a:off x="28943300" y="-23939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0" name="Freeform 1869"/>
          <p:cNvSpPr/>
          <p:nvPr/>
        </p:nvSpPr>
        <p:spPr>
          <a:xfrm>
            <a:off x="28968700" y="-2395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Freeform 1870"/>
          <p:cNvSpPr/>
          <p:nvPr/>
        </p:nvSpPr>
        <p:spPr>
          <a:xfrm>
            <a:off x="28981400" y="-2396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Rectangle 1871"/>
          <p:cNvSpPr/>
          <p:nvPr/>
        </p:nvSpPr>
        <p:spPr>
          <a:xfrm>
            <a:off x="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3" name="Rectangle 1872"/>
          <p:cNvSpPr/>
          <p:nvPr/>
        </p:nvSpPr>
        <p:spPr>
          <a:xfrm>
            <a:off x="288001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4" name="Picture 18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875" name="Picture 18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876" name="TextBox 18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877" name="TextBox 1876"/>
          <p:cNvSpPr txBox="1"/>
          <p:nvPr/>
        </p:nvSpPr>
        <p:spPr>
          <a:xfrm>
            <a:off x="359993" y="9186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78" name="TextBox 1877"/>
          <p:cNvSpPr txBox="1"/>
          <p:nvPr/>
        </p:nvSpPr>
        <p:spPr>
          <a:xfrm>
            <a:off x="2749128" y="1991689"/>
            <a:ext cx="303626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879" name="TextBox 1878"/>
          <p:cNvSpPr txBox="1"/>
          <p:nvPr/>
        </p:nvSpPr>
        <p:spPr>
          <a:xfrm>
            <a:off x="2412648" y="2187593"/>
            <a:ext cx="337274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1880" name="TextBox 1879"/>
          <p:cNvSpPr txBox="1"/>
          <p:nvPr/>
        </p:nvSpPr>
        <p:spPr>
          <a:xfrm>
            <a:off x="1174512" y="2129306"/>
            <a:ext cx="461088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881" name="TextBox 1880"/>
          <p:cNvSpPr txBox="1"/>
          <p:nvPr/>
        </p:nvSpPr>
        <p:spPr>
          <a:xfrm>
            <a:off x="1429001" y="2200528"/>
            <a:ext cx="435639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498" b="0">
                <a:solidFill>
                  <a:srgbClr val="000000"/>
                </a:solidFill>
                <a:latin typeface="Cambria Math"/>
              </a:rPr>
              <a:t>,</a:t>
            </a:r>
            <a:r>
              <a:rPr sz="498" b="0">
                <a:solidFill>
                  <a:srgbClr val="000000"/>
                </a:solidFill>
                <a:latin typeface="Cambria Math"/>
              </a:rPr>
              <a:t>000</a:t>
            </a:r>
          </a:p>
        </p:txBody>
      </p:sp>
      <p:sp>
        <p:nvSpPr>
          <p:cNvPr id="1882" name="TextBox 1881"/>
          <p:cNvSpPr txBox="1"/>
          <p:nvPr/>
        </p:nvSpPr>
        <p:spPr>
          <a:xfrm>
            <a:off x="1748552" y="2262555"/>
            <a:ext cx="403684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498" b="0">
                <a:solidFill>
                  <a:srgbClr val="000000"/>
                </a:solidFill>
                <a:latin typeface="Cambria Math"/>
              </a:rPr>
              <a:t>,</a:t>
            </a:r>
            <a:r>
              <a:rPr sz="498" b="0">
                <a:solidFill>
                  <a:srgbClr val="000000"/>
                </a:solidFill>
                <a:latin typeface="Cambria Math"/>
              </a:rPr>
              <a:t>000</a:t>
            </a:r>
          </a:p>
        </p:txBody>
      </p:sp>
      <p:sp>
        <p:nvSpPr>
          <p:cNvPr id="1883" name="TextBox 1882"/>
          <p:cNvSpPr txBox="1"/>
          <p:nvPr/>
        </p:nvSpPr>
        <p:spPr>
          <a:xfrm>
            <a:off x="2068097" y="2324575"/>
            <a:ext cx="3717298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3</a:t>
            </a:r>
            <a:r>
              <a:rPr sz="498" b="0">
                <a:solidFill>
                  <a:srgbClr val="000000"/>
                </a:solidFill>
                <a:latin typeface="Cambria Math"/>
              </a:rPr>
              <a:t>,</a:t>
            </a:r>
            <a:r>
              <a:rPr sz="498" b="0">
                <a:solidFill>
                  <a:srgbClr val="000000"/>
                </a:solidFill>
                <a:latin typeface="Cambria Math"/>
              </a:rPr>
              <a:t>000</a:t>
            </a:r>
          </a:p>
        </p:txBody>
      </p:sp>
      <p:sp>
        <p:nvSpPr>
          <p:cNvPr id="1884" name="TextBox 1883"/>
          <p:cNvSpPr txBox="1"/>
          <p:nvPr/>
        </p:nvSpPr>
        <p:spPr>
          <a:xfrm>
            <a:off x="1130653" y="1809863"/>
            <a:ext cx="465474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1885" name="TextBox 1884"/>
          <p:cNvSpPr txBox="1"/>
          <p:nvPr/>
        </p:nvSpPr>
        <p:spPr>
          <a:xfrm>
            <a:off x="1099023" y="1502142"/>
            <a:ext cx="468637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100</a:t>
            </a:r>
          </a:p>
        </p:txBody>
      </p:sp>
      <p:sp>
        <p:nvSpPr>
          <p:cNvPr id="1886" name="TextBox 1885"/>
          <p:cNvSpPr txBox="1"/>
          <p:nvPr/>
        </p:nvSpPr>
        <p:spPr>
          <a:xfrm>
            <a:off x="2450799" y="2319851"/>
            <a:ext cx="333459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Speed,</a:t>
            </a:r>
            <a:r>
              <a:rPr sz="498" b="0">
                <a:solidFill>
                  <a:srgbClr val="000000"/>
                </a:solidFill>
                <a:latin typeface="Josefin Sans"/>
              </a:rPr>
              <a:t> </a:t>
            </a:r>
            <a:r>
              <a:rPr sz="498" b="0">
                <a:solidFill>
                  <a:srgbClr val="000000"/>
                </a:solidFill>
                <a:latin typeface="Josefin Sans"/>
              </a:rPr>
              <a:t>km/hr</a:t>
            </a:r>
          </a:p>
        </p:txBody>
      </p:sp>
      <p:sp>
        <p:nvSpPr>
          <p:cNvPr id="1887" name="TextBox 1886"/>
          <p:cNvSpPr txBox="1"/>
          <p:nvPr/>
        </p:nvSpPr>
        <p:spPr>
          <a:xfrm>
            <a:off x="1417603" y="2386475"/>
            <a:ext cx="436779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Distance,</a:t>
            </a:r>
            <a:r>
              <a:rPr sz="498" b="0">
                <a:solidFill>
                  <a:srgbClr val="000000"/>
                </a:solidFill>
                <a:latin typeface="Josefin Sans"/>
              </a:rPr>
              <a:t> </a:t>
            </a: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888" name="TextBox 1887"/>
          <p:cNvSpPr txBox="1"/>
          <p:nvPr/>
        </p:nvSpPr>
        <p:spPr>
          <a:xfrm>
            <a:off x="992540" y="1707336"/>
            <a:ext cx="4792855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Brake,</a:t>
            </a:r>
            <a:r>
              <a:rPr sz="498" b="0">
                <a:solidFill>
                  <a:srgbClr val="000000"/>
                </a:solidFill>
                <a:latin typeface="Josefin Sans"/>
              </a:rPr>
              <a:t> </a:t>
            </a:r>
            <a:r>
              <a:rPr sz="498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1889" name="TextBox 1888"/>
          <p:cNvSpPr txBox="1"/>
          <p:nvPr/>
        </p:nvSpPr>
        <p:spPr>
          <a:xfrm>
            <a:off x="4889676" y="3150930"/>
            <a:ext cx="895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90" name="TextBox 1889"/>
          <p:cNvSpPr txBox="1"/>
          <p:nvPr/>
        </p:nvSpPr>
        <p:spPr>
          <a:xfrm>
            <a:off x="5623444" y="3150706"/>
            <a:ext cx="161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68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770110" y="1790795"/>
            <a:ext cx="958655" cy="1860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444313" y="1980481"/>
            <a:ext cx="958655" cy="1860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216255" y="1790795"/>
            <a:ext cx="553855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535807" y="1852817"/>
            <a:ext cx="553855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855358" y="1914839"/>
            <a:ext cx="553856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2174910" y="1976861"/>
            <a:ext cx="553855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770110" y="1790795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444313" y="1980481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2702258" y="1971716"/>
            <a:ext cx="26507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2376460" y="2161403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746775" y="1790795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066327" y="1852817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2385879" y="1914839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2705430" y="1976861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216255" y="2099676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535807" y="2161698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855358" y="2223720"/>
            <a:ext cx="23336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174910" y="2285742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1216255" y="1790795"/>
            <a:ext cx="553855" cy="3224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2174910" y="1976861"/>
            <a:ext cx="553855" cy="3224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770110" y="1790795"/>
            <a:ext cx="958655" cy="1860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216255" y="2113262"/>
            <a:ext cx="958655" cy="1860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70110" y="1145183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444313" y="1334870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746775" y="1145183"/>
            <a:ext cx="23335" cy="1358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2066327" y="1207206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2385879" y="1269228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705430" y="1331250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1216255" y="1145183"/>
            <a:ext cx="553855" cy="3224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770110" y="1145183"/>
            <a:ext cx="958655" cy="1860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770110" y="1145183"/>
            <a:ext cx="0" cy="645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089662" y="1207206"/>
            <a:ext cx="0" cy="645611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409214" y="1269228"/>
            <a:ext cx="0" cy="645611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728765" y="1331250"/>
            <a:ext cx="0" cy="645611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770110" y="1763796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089662" y="1825818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409214" y="1887840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728765" y="1949862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770110" y="1145183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089662" y="1207206"/>
            <a:ext cx="0" cy="269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409214" y="1269228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728765" y="1331250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770110" y="1507319"/>
            <a:ext cx="958655" cy="1860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770110" y="1196918"/>
            <a:ext cx="958655" cy="1860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770110" y="1507319"/>
            <a:ext cx="26508" cy="51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770110" y="1196918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H="1" flipV="1">
            <a:off x="2702258" y="1688240"/>
            <a:ext cx="26507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 flipV="1">
            <a:off x="2702258" y="1377840"/>
            <a:ext cx="26507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770110" y="1145183"/>
            <a:ext cx="0" cy="6456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728765" y="1331250"/>
            <a:ext cx="0" cy="6456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216255" y="2086263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535807" y="2148285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855358" y="2210307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174910" y="2272329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216255" y="1829785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216255" y="1519385"/>
            <a:ext cx="26508" cy="51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216255" y="1467651"/>
            <a:ext cx="0" cy="6456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770110" y="1145183"/>
            <a:ext cx="0" cy="645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444313" y="1334870"/>
            <a:ext cx="0" cy="645611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770110" y="1763796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444313" y="1953482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770110" y="1145183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444313" y="1334870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1216255" y="1507319"/>
            <a:ext cx="553855" cy="3224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1216255" y="1196918"/>
            <a:ext cx="553855" cy="3224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1746775" y="1507319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1746775" y="1196918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1216255" y="1816199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1216255" y="1505799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728765" y="1949862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402968" y="2139549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2705430" y="1693385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2705430" y="1382985"/>
            <a:ext cx="23335" cy="1358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1752600" y="1193800"/>
            <a:ext cx="50800" cy="317500"/>
          </a:xfrm>
          <a:custGeom>
            <a:avLst/>
            <a:gdLst/>
            <a:ahLst/>
            <a:cxnLst/>
            <a:rect l="l" t="t" r="r" b="b"/>
            <a:pathLst>
              <a:path w="4" h="25">
                <a:moveTo>
                  <a:pt x="1" y="0"/>
                </a:moveTo>
                <a:lnTo>
                  <a:pt x="4" y="25"/>
                </a:lnTo>
                <a:lnTo>
                  <a:pt x="2" y="1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6400"/>
          </a:solidFill>
          <a:ln w="3175">
            <a:solidFill>
              <a:srgbClr val="CC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1778000" y="1384300"/>
            <a:ext cx="63500" cy="152400"/>
          </a:xfrm>
          <a:custGeom>
            <a:avLst/>
            <a:gdLst/>
            <a:ahLst/>
            <a:cxnLst/>
            <a:rect l="l" t="t" r="r" b="b"/>
            <a:pathLst>
              <a:path w="5" h="12">
                <a:moveTo>
                  <a:pt x="2" y="10"/>
                </a:moveTo>
                <a:lnTo>
                  <a:pt x="5" y="11"/>
                </a:lnTo>
                <a:lnTo>
                  <a:pt x="3" y="12"/>
                </a:lnTo>
                <a:lnTo>
                  <a:pt x="0" y="0"/>
                </a:lnTo>
                <a:lnTo>
                  <a:pt x="2" y="10"/>
                </a:lnTo>
                <a:close/>
              </a:path>
            </a:pathLst>
          </a:custGeom>
          <a:solidFill>
            <a:srgbClr val="76FF89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18161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18542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8796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19177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1943100" y="1549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19812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0193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0447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0828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1209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1463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1844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2098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2479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2860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3114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349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3749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4130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4511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4765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25146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25400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25781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26162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26416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26797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27200" y="1206500"/>
            <a:ext cx="50800" cy="330200"/>
          </a:xfrm>
          <a:custGeom>
            <a:avLst/>
            <a:gdLst/>
            <a:ahLst/>
            <a:cxnLst/>
            <a:rect l="l" t="t" r="r" b="b"/>
            <a:pathLst>
              <a:path w="4" h="26">
                <a:moveTo>
                  <a:pt x="2" y="0"/>
                </a:moveTo>
                <a:lnTo>
                  <a:pt x="4" y="14"/>
                </a:lnTo>
                <a:lnTo>
                  <a:pt x="3" y="2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6400"/>
          </a:solidFill>
          <a:ln w="3175">
            <a:solidFill>
              <a:srgbClr val="CC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765300" y="13843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0"/>
                </a:moveTo>
                <a:lnTo>
                  <a:pt x="4" y="12"/>
                </a:lnTo>
                <a:lnTo>
                  <a:pt x="3" y="12"/>
                </a:lnTo>
                <a:lnTo>
                  <a:pt x="0" y="12"/>
                </a:lnTo>
                <a:lnTo>
                  <a:pt x="1" y="0"/>
                </a:lnTo>
                <a:close/>
              </a:path>
            </a:pathLst>
          </a:custGeom>
          <a:solidFill>
            <a:srgbClr val="76FF89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8034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288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8669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8923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9304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9685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9939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20320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2057400" y="1587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20955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21336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21590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21971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2222500" y="1612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22606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22987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23241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23622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2387600" y="1651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24257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24638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24892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25273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2552700" y="1676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25908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26289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26543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714500" y="1219200"/>
            <a:ext cx="50800" cy="330200"/>
          </a:xfrm>
          <a:custGeom>
            <a:avLst/>
            <a:gdLst/>
            <a:ahLst/>
            <a:cxnLst/>
            <a:rect l="l" t="t" r="r" b="b"/>
            <a:pathLst>
              <a:path w="4" h="26">
                <a:moveTo>
                  <a:pt x="1" y="0"/>
                </a:moveTo>
                <a:lnTo>
                  <a:pt x="4" y="25"/>
                </a:lnTo>
                <a:lnTo>
                  <a:pt x="2" y="26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A600"/>
          </a:solidFill>
          <a:ln w="3175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739900" y="1536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7780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8161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8415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8796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905000" y="1562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9431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9812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006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0447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070100" y="1600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108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146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171700" y="1625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0"/>
                </a:lnTo>
                <a:lnTo>
                  <a:pt x="3" y="5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1FFFE0"/>
          </a:solidFill>
          <a:ln w="3175">
            <a:solidFill>
              <a:srgbClr val="19CC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2209800" y="1625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1"/>
                </a:lnTo>
                <a:lnTo>
                  <a:pt x="3" y="7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2247900" y="1638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0"/>
                </a:lnTo>
                <a:lnTo>
                  <a:pt x="2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2273300" y="1638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2" y="0"/>
                </a:moveTo>
                <a:lnTo>
                  <a:pt x="4" y="1"/>
                </a:lnTo>
                <a:lnTo>
                  <a:pt x="3" y="7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2311400" y="1651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0"/>
                </a:lnTo>
                <a:lnTo>
                  <a:pt x="2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2336800" y="1651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2" y="0"/>
                </a:moveTo>
                <a:lnTo>
                  <a:pt x="4" y="1"/>
                </a:lnTo>
                <a:lnTo>
                  <a:pt x="3" y="7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2374900" y="1663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0"/>
                </a:lnTo>
                <a:lnTo>
                  <a:pt x="3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2413000" y="16637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1"/>
                </a:lnTo>
                <a:lnTo>
                  <a:pt x="2" y="7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2438400" y="1676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0"/>
                </a:moveTo>
                <a:lnTo>
                  <a:pt x="4" y="0"/>
                </a:lnTo>
                <a:lnTo>
                  <a:pt x="3" y="6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2476500" y="16764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1"/>
                </a:lnTo>
                <a:lnTo>
                  <a:pt x="2" y="7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2501900" y="1689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0"/>
                </a:moveTo>
                <a:lnTo>
                  <a:pt x="4" y="0"/>
                </a:lnTo>
                <a:lnTo>
                  <a:pt x="3" y="6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2540000" y="1689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1"/>
                </a:lnTo>
                <a:lnTo>
                  <a:pt x="3" y="7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2578100" y="1701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0"/>
                </a:lnTo>
                <a:lnTo>
                  <a:pt x="2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2603500" y="17018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2" y="0"/>
                </a:moveTo>
                <a:lnTo>
                  <a:pt x="4" y="1"/>
                </a:lnTo>
                <a:lnTo>
                  <a:pt x="3" y="9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E5FF"/>
          </a:solidFill>
          <a:ln w="3175">
            <a:solidFill>
              <a:srgbClr val="00B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2641600" y="17145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0"/>
                </a:moveTo>
                <a:lnTo>
                  <a:pt x="4" y="0"/>
                </a:lnTo>
                <a:lnTo>
                  <a:pt x="2" y="16"/>
                </a:lnTo>
                <a:lnTo>
                  <a:pt x="0" y="8"/>
                </a:lnTo>
                <a:lnTo>
                  <a:pt x="1" y="0"/>
                </a:lnTo>
                <a:close/>
              </a:path>
            </a:pathLst>
          </a:custGeom>
          <a:solidFill>
            <a:srgbClr val="00AAFF"/>
          </a:solidFill>
          <a:ln w="3175">
            <a:solidFill>
              <a:srgbClr val="00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689100" y="1231900"/>
            <a:ext cx="50800" cy="330200"/>
          </a:xfrm>
          <a:custGeom>
            <a:avLst/>
            <a:gdLst/>
            <a:ahLst/>
            <a:cxnLst/>
            <a:rect l="l" t="t" r="r" b="b"/>
            <a:pathLst>
              <a:path w="4" h="26">
                <a:moveTo>
                  <a:pt x="2" y="0"/>
                </a:moveTo>
                <a:lnTo>
                  <a:pt x="4" y="25"/>
                </a:lnTo>
                <a:lnTo>
                  <a:pt x="3" y="26"/>
                </a:lnTo>
                <a:lnTo>
                  <a:pt x="0" y="25"/>
                </a:lnTo>
                <a:lnTo>
                  <a:pt x="2" y="0"/>
                </a:lnTo>
                <a:close/>
              </a:path>
            </a:pathLst>
          </a:custGeom>
          <a:solidFill>
            <a:srgbClr val="C6FF39"/>
          </a:solidFill>
          <a:ln w="3175">
            <a:solidFill>
              <a:srgbClr val="9FC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7272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7653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7907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18288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18542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8923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1930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19558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19939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193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574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955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1209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159000" y="1625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5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3FFEC"/>
          </a:solidFill>
          <a:ln w="3175">
            <a:solidFill>
              <a:srgbClr val="10CC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184400" y="1676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1"/>
                </a:moveTo>
                <a:lnTo>
                  <a:pt x="5" y="3"/>
                </a:lnTo>
                <a:lnTo>
                  <a:pt x="3" y="3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00D4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2225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B0FF"/>
          </a:solidFill>
          <a:ln w="3175">
            <a:solidFill>
              <a:srgbClr val="008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2606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2860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3241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349500" y="1739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0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3876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24257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24511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24892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2514600" y="1765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2552700" y="1778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0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2590800" y="17780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0"/>
                </a:moveTo>
                <a:lnTo>
                  <a:pt x="4" y="3"/>
                </a:lnTo>
                <a:lnTo>
                  <a:pt x="2" y="8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70FF"/>
          </a:solidFill>
          <a:ln w="3175">
            <a:solidFill>
              <a:srgbClr val="005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2616200" y="1816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2" y="0"/>
                </a:moveTo>
                <a:lnTo>
                  <a:pt x="4" y="8"/>
                </a:lnTo>
                <a:lnTo>
                  <a:pt x="3" y="10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0006FF"/>
          </a:solidFill>
          <a:ln w="3175">
            <a:solidFill>
              <a:srgbClr val="000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6764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701800" y="1562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739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7780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8034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841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866900" y="1587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05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431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68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066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32000" y="1625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701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1082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133600" y="1638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1FFDE"/>
          </a:solidFill>
          <a:ln w="3175">
            <a:solidFill>
              <a:srgbClr val="1AC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171700" y="167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EBFF"/>
          </a:solidFill>
          <a:ln w="3175">
            <a:solidFill>
              <a:srgbClr val="00B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2098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B9FF"/>
          </a:solidFill>
          <a:ln w="3175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2352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2733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22987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23368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23749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24003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F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24384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D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2463800" y="1778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5FF"/>
          </a:solidFill>
          <a:ln w="3175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2501900" y="1790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1"/>
                </a:lnTo>
                <a:lnTo>
                  <a:pt x="3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85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2540000" y="1803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2"/>
                </a:lnTo>
                <a:lnTo>
                  <a:pt x="2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65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2565400" y="1828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0"/>
                </a:moveTo>
                <a:lnTo>
                  <a:pt x="4" y="4"/>
                </a:lnTo>
                <a:lnTo>
                  <a:pt x="3" y="6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2603500" y="1879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5"/>
                </a:lnTo>
                <a:lnTo>
                  <a:pt x="2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DE"/>
          </a:solidFill>
          <a:ln w="3175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1651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16891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17272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1752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1790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1816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18542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1892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1917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1955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1981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20193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20574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20828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2120900" y="1651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6FFD9"/>
          </a:solidFill>
          <a:ln w="3175">
            <a:solidFill>
              <a:srgbClr val="1EC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2146300" y="1676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21844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CAFF"/>
          </a:solidFill>
          <a:ln w="3175">
            <a:solidFill>
              <a:srgbClr val="00A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22225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A8FF"/>
          </a:solidFill>
          <a:ln w="3175">
            <a:solidFill>
              <a:srgbClr val="008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22479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9FF"/>
          </a:solidFill>
          <a:ln w="3175">
            <a:solidFill>
              <a:srgbClr val="007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22860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6FF"/>
          </a:solidFill>
          <a:ln w="3175">
            <a:solidFill>
              <a:srgbClr val="007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2311400" y="1778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6FF"/>
          </a:solidFill>
          <a:ln w="3175">
            <a:solidFill>
              <a:srgbClr val="007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23495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23876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2413000" y="179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87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2451100" y="1803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1"/>
                </a:lnTo>
                <a:lnTo>
                  <a:pt x="2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2476500" y="1816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2" y="0"/>
                </a:moveTo>
                <a:lnTo>
                  <a:pt x="5" y="2"/>
                </a:lnTo>
                <a:lnTo>
                  <a:pt x="3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5FFF"/>
          </a:solidFill>
          <a:ln w="3175">
            <a:solidFill>
              <a:srgbClr val="004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2514600" y="1841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2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3DFF"/>
          </a:solidFill>
          <a:ln w="3175">
            <a:solidFill>
              <a:srgbClr val="003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2552700" y="1866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3"/>
                </a:lnTo>
                <a:lnTo>
                  <a:pt x="2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DFF"/>
          </a:solidFill>
          <a:ln w="3175">
            <a:solidFill>
              <a:srgbClr val="000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2578100" y="1905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0"/>
                </a:moveTo>
                <a:lnTo>
                  <a:pt x="4" y="4"/>
                </a:lnTo>
                <a:lnTo>
                  <a:pt x="3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C6"/>
          </a:solidFill>
          <a:ln w="3175">
            <a:solidFill>
              <a:srgbClr val="0000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1638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1663700" y="1574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17018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17399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1765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18034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1828800" y="1612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18669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19050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19304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1968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1993900" y="1638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20320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20701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20955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8FFD7"/>
          </a:solidFill>
          <a:ln w="3175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2133600" y="168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3FFFC"/>
          </a:solidFill>
          <a:ln w="3175">
            <a:solidFill>
              <a:srgbClr val="03C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2159000" y="17145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D7FF"/>
          </a:solidFill>
          <a:ln w="3175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21971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22352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D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22606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22987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CFF"/>
          </a:solidFill>
          <a:ln w="3175">
            <a:solidFill>
              <a:srgbClr val="007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2336800" y="179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2362200" y="1803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24003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2425700" y="1828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2463800" y="185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4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2501900" y="1866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23FF"/>
          </a:solidFill>
          <a:ln w="3175">
            <a:solidFill>
              <a:srgbClr val="001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2527300" y="1892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3"/>
                </a:lnTo>
                <a:lnTo>
                  <a:pt x="3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2565400" y="1930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4"/>
                </a:lnTo>
                <a:lnTo>
                  <a:pt x="2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B6"/>
          </a:solidFill>
          <a:ln w="3175">
            <a:solidFill>
              <a:srgbClr val="000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16129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16510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1689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17145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17526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17780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1816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18542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18796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19177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19431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19812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20193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20447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20828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2108200" y="168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8FFF7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2146300" y="1727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DE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21844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22098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A2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22479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2273300" y="1803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23114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23495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23749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2413000" y="185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BFF"/>
          </a:solidFill>
          <a:ln w="3175">
            <a:solidFill>
              <a:srgbClr val="003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2438400" y="1866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24765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12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2514600" y="1917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E5"/>
          </a:solidFill>
          <a:ln w="3175">
            <a:solidFill>
              <a:srgbClr val="000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2540000" y="1955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16002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1625600" y="1600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1663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17018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1727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17653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1790700" y="1638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18288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18669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18923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19304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1955800" y="1663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19939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20320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20574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2095500" y="170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7C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2120900" y="1727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21590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2197100" y="1778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22225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22606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22987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23241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23622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5FF"/>
          </a:solidFill>
          <a:ln w="3175">
            <a:solidFill>
              <a:srgbClr val="004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2387600" y="1866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24257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A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24638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9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2489200" y="1930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2527300" y="1968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15748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16129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16510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1676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1714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17399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17780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18161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18415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1879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19050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19431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19812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20066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20447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2070100" y="1714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8C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21082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2146300" y="1765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2171700" y="179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22098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2235200" y="1828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22733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23114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23368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23749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2400300" y="1905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29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2438400" y="191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9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2476500" y="1943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2501900" y="1981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15621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1587500" y="1625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16256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16637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16891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17272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1752600" y="1651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17907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18288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18542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18923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1917700" y="1689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19558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19939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20193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2057400" y="1727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8FFF7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2082800" y="1752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DE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2120900" y="1778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21590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2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21844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22225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2247900" y="1854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1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22860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23241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23495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4AFF"/>
          </a:solidFill>
          <a:ln w="3175">
            <a:solidFill>
              <a:srgbClr val="003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2387600" y="190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24257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11FF"/>
          </a:solidFill>
          <a:ln w="3175">
            <a:solidFill>
              <a:srgbClr val="000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24511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E4"/>
          </a:solidFill>
          <a:ln w="3175">
            <a:solidFill>
              <a:srgbClr val="000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2489200" y="1993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9"/>
          </a:solidFill>
          <a:ln w="3175">
            <a:solidFill>
              <a:srgbClr val="0000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15367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Freeform 428"/>
          <p:cNvSpPr/>
          <p:nvPr/>
        </p:nvSpPr>
        <p:spPr>
          <a:xfrm>
            <a:off x="1574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16129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16383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16764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17018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17399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17780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18034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18415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18669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19050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19431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19685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2006600" y="1714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8FFD7"/>
          </a:solidFill>
          <a:ln w="3175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20320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4FFFB"/>
          </a:solidFill>
          <a:ln w="3175">
            <a:solidFill>
              <a:srgbClr val="03C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2070100" y="1765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3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8FF"/>
          </a:solidFill>
          <a:ln w="3175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2108200" y="179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B5FF"/>
          </a:solidFill>
          <a:ln w="3175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21336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DFF"/>
          </a:solidFill>
          <a:ln w="3175">
            <a:solidFill>
              <a:srgbClr val="007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21717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21971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22352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4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22733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A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22987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6C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23368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2362200" y="1917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24003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22FF"/>
          </a:solidFill>
          <a:ln w="3175">
            <a:solidFill>
              <a:srgbClr val="001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2438400" y="196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F3"/>
          </a:solidFill>
          <a:ln w="3175">
            <a:solidFill>
              <a:srgbClr val="000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2463800" y="1993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15240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1549400" y="1651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15875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1625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16510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16891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1714500" y="1676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17526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17907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18161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18542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1879600" y="1714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19177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19558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1981200" y="1727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6FFD9"/>
          </a:solidFill>
          <a:ln w="3175">
            <a:solidFill>
              <a:srgbClr val="1ECC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2019300" y="1752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2044700" y="17780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2" y="0"/>
                </a:moveTo>
                <a:lnTo>
                  <a:pt x="5" y="3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CBFF"/>
          </a:solidFill>
          <a:ln w="3175">
            <a:solidFill>
              <a:srgbClr val="00A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20828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9FF"/>
          </a:solidFill>
          <a:ln w="3175">
            <a:solidFill>
              <a:srgbClr val="008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21209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99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21463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6FF"/>
          </a:solidFill>
          <a:ln w="3175">
            <a:solidFill>
              <a:srgbClr val="007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21844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6FF"/>
          </a:solidFill>
          <a:ln w="3175">
            <a:solidFill>
              <a:srgbClr val="007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2209800" y="1866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3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22479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22860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5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23114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23495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23876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BFF"/>
          </a:solidFill>
          <a:ln w="3175">
            <a:solidFill>
              <a:srgbClr val="002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24130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2451100" y="1993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2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14986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15367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15748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Freeform 488"/>
          <p:cNvSpPr/>
          <p:nvPr/>
        </p:nvSpPr>
        <p:spPr>
          <a:xfrm>
            <a:off x="16002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Freeform 489"/>
          <p:cNvSpPr/>
          <p:nvPr/>
        </p:nvSpPr>
        <p:spPr>
          <a:xfrm>
            <a:off x="16383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Freeform 490"/>
          <p:cNvSpPr/>
          <p:nvPr/>
        </p:nvSpPr>
        <p:spPr>
          <a:xfrm>
            <a:off x="16637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Freeform 491"/>
          <p:cNvSpPr/>
          <p:nvPr/>
        </p:nvSpPr>
        <p:spPr>
          <a:xfrm>
            <a:off x="17018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Freeform 492"/>
          <p:cNvSpPr/>
          <p:nvPr/>
        </p:nvSpPr>
        <p:spPr>
          <a:xfrm>
            <a:off x="17399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Freeform 493"/>
          <p:cNvSpPr/>
          <p:nvPr/>
        </p:nvSpPr>
        <p:spPr>
          <a:xfrm>
            <a:off x="17653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Freeform 494"/>
          <p:cNvSpPr/>
          <p:nvPr/>
        </p:nvSpPr>
        <p:spPr>
          <a:xfrm>
            <a:off x="18034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Freeform 495"/>
          <p:cNvSpPr/>
          <p:nvPr/>
        </p:nvSpPr>
        <p:spPr>
          <a:xfrm>
            <a:off x="18288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Freeform 496"/>
          <p:cNvSpPr/>
          <p:nvPr/>
        </p:nvSpPr>
        <p:spPr>
          <a:xfrm>
            <a:off x="18669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Freeform 497"/>
          <p:cNvSpPr/>
          <p:nvPr/>
        </p:nvSpPr>
        <p:spPr>
          <a:xfrm>
            <a:off x="19050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Freeform 498"/>
          <p:cNvSpPr/>
          <p:nvPr/>
        </p:nvSpPr>
        <p:spPr>
          <a:xfrm>
            <a:off x="19304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Freeform 499"/>
          <p:cNvSpPr/>
          <p:nvPr/>
        </p:nvSpPr>
        <p:spPr>
          <a:xfrm>
            <a:off x="19685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3FFDC"/>
          </a:solidFill>
          <a:ln w="3175">
            <a:solidFill>
              <a:srgbClr val="1CC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Freeform 500"/>
          <p:cNvSpPr/>
          <p:nvPr/>
        </p:nvSpPr>
        <p:spPr>
          <a:xfrm>
            <a:off x="1993900" y="1765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Freeform 501"/>
          <p:cNvSpPr/>
          <p:nvPr/>
        </p:nvSpPr>
        <p:spPr>
          <a:xfrm>
            <a:off x="2032000" y="1803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3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Freeform 502"/>
          <p:cNvSpPr/>
          <p:nvPr/>
        </p:nvSpPr>
        <p:spPr>
          <a:xfrm>
            <a:off x="20701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A1FF"/>
          </a:solidFill>
          <a:ln w="3175">
            <a:solidFill>
              <a:srgbClr val="008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Freeform 503"/>
          <p:cNvSpPr/>
          <p:nvPr/>
        </p:nvSpPr>
        <p:spPr>
          <a:xfrm>
            <a:off x="20955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Freeform 504"/>
          <p:cNvSpPr/>
          <p:nvPr/>
        </p:nvSpPr>
        <p:spPr>
          <a:xfrm>
            <a:off x="21336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Freeform 505"/>
          <p:cNvSpPr/>
          <p:nvPr/>
        </p:nvSpPr>
        <p:spPr>
          <a:xfrm>
            <a:off x="21590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Freeform 506"/>
          <p:cNvSpPr/>
          <p:nvPr/>
        </p:nvSpPr>
        <p:spPr>
          <a:xfrm>
            <a:off x="21971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Freeform 507"/>
          <p:cNvSpPr/>
          <p:nvPr/>
        </p:nvSpPr>
        <p:spPr>
          <a:xfrm>
            <a:off x="22352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Freeform 508"/>
          <p:cNvSpPr/>
          <p:nvPr/>
        </p:nvSpPr>
        <p:spPr>
          <a:xfrm>
            <a:off x="22606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9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Freeform 509"/>
          <p:cNvSpPr/>
          <p:nvPr/>
        </p:nvSpPr>
        <p:spPr>
          <a:xfrm>
            <a:off x="2298700" y="189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Freeform 510"/>
          <p:cNvSpPr/>
          <p:nvPr/>
        </p:nvSpPr>
        <p:spPr>
          <a:xfrm>
            <a:off x="2324100" y="1905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Freeform 511"/>
          <p:cNvSpPr/>
          <p:nvPr/>
        </p:nvSpPr>
        <p:spPr>
          <a:xfrm>
            <a:off x="2362200" y="193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56FF"/>
          </a:solidFill>
          <a:ln w="3175">
            <a:solidFill>
              <a:srgbClr val="004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Freeform 512"/>
          <p:cNvSpPr/>
          <p:nvPr/>
        </p:nvSpPr>
        <p:spPr>
          <a:xfrm>
            <a:off x="24003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24FF"/>
          </a:solidFill>
          <a:ln w="3175">
            <a:solidFill>
              <a:srgbClr val="001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Freeform 513"/>
          <p:cNvSpPr/>
          <p:nvPr/>
        </p:nvSpPr>
        <p:spPr>
          <a:xfrm>
            <a:off x="2425700" y="1993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4"/>
                </a:lnTo>
                <a:lnTo>
                  <a:pt x="3" y="5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D5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Freeform 514"/>
          <p:cNvSpPr/>
          <p:nvPr/>
        </p:nvSpPr>
        <p:spPr>
          <a:xfrm>
            <a:off x="14859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Freeform 515"/>
          <p:cNvSpPr/>
          <p:nvPr/>
        </p:nvSpPr>
        <p:spPr>
          <a:xfrm>
            <a:off x="1511300" y="1663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Freeform 516"/>
          <p:cNvSpPr/>
          <p:nvPr/>
        </p:nvSpPr>
        <p:spPr>
          <a:xfrm>
            <a:off x="15494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Freeform 517"/>
          <p:cNvSpPr/>
          <p:nvPr/>
        </p:nvSpPr>
        <p:spPr>
          <a:xfrm>
            <a:off x="15875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Freeform 518"/>
          <p:cNvSpPr/>
          <p:nvPr/>
        </p:nvSpPr>
        <p:spPr>
          <a:xfrm>
            <a:off x="16129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Freeform 519"/>
          <p:cNvSpPr/>
          <p:nvPr/>
        </p:nvSpPr>
        <p:spPr>
          <a:xfrm>
            <a:off x="16510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Freeform 520"/>
          <p:cNvSpPr/>
          <p:nvPr/>
        </p:nvSpPr>
        <p:spPr>
          <a:xfrm>
            <a:off x="1676400" y="1701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Freeform 521"/>
          <p:cNvSpPr/>
          <p:nvPr/>
        </p:nvSpPr>
        <p:spPr>
          <a:xfrm>
            <a:off x="17145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Freeform 522"/>
          <p:cNvSpPr/>
          <p:nvPr/>
        </p:nvSpPr>
        <p:spPr>
          <a:xfrm>
            <a:off x="17526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Freeform 523"/>
          <p:cNvSpPr/>
          <p:nvPr/>
        </p:nvSpPr>
        <p:spPr>
          <a:xfrm>
            <a:off x="17780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Freeform 524"/>
          <p:cNvSpPr/>
          <p:nvPr/>
        </p:nvSpPr>
        <p:spPr>
          <a:xfrm>
            <a:off x="18161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Freeform 525"/>
          <p:cNvSpPr/>
          <p:nvPr/>
        </p:nvSpPr>
        <p:spPr>
          <a:xfrm>
            <a:off x="1841500" y="1739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Freeform 526"/>
          <p:cNvSpPr/>
          <p:nvPr/>
        </p:nvSpPr>
        <p:spPr>
          <a:xfrm>
            <a:off x="18796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Freeform 527"/>
          <p:cNvSpPr/>
          <p:nvPr/>
        </p:nvSpPr>
        <p:spPr>
          <a:xfrm>
            <a:off x="19177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Freeform 528"/>
          <p:cNvSpPr/>
          <p:nvPr/>
        </p:nvSpPr>
        <p:spPr>
          <a:xfrm>
            <a:off x="1943100" y="1752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3FFDC"/>
          </a:solidFill>
          <a:ln w="3175">
            <a:solidFill>
              <a:srgbClr val="1CC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Freeform 529"/>
          <p:cNvSpPr/>
          <p:nvPr/>
        </p:nvSpPr>
        <p:spPr>
          <a:xfrm>
            <a:off x="1981200" y="1778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F1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Freeform 530"/>
          <p:cNvSpPr/>
          <p:nvPr/>
        </p:nvSpPr>
        <p:spPr>
          <a:xfrm>
            <a:off x="2006600" y="1816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BFF"/>
          </a:solidFill>
          <a:ln w="3175">
            <a:solidFill>
              <a:srgbClr val="009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Freeform 531"/>
          <p:cNvSpPr/>
          <p:nvPr/>
        </p:nvSpPr>
        <p:spPr>
          <a:xfrm>
            <a:off x="20447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A0FF"/>
          </a:solidFill>
          <a:ln w="3175">
            <a:solidFill>
              <a:srgbClr val="008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Freeform 532"/>
          <p:cNvSpPr/>
          <p:nvPr/>
        </p:nvSpPr>
        <p:spPr>
          <a:xfrm>
            <a:off x="20828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Freeform 533"/>
          <p:cNvSpPr/>
          <p:nvPr/>
        </p:nvSpPr>
        <p:spPr>
          <a:xfrm>
            <a:off x="21082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Freeform 534"/>
          <p:cNvSpPr/>
          <p:nvPr/>
        </p:nvSpPr>
        <p:spPr>
          <a:xfrm>
            <a:off x="21463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Freeform 535"/>
          <p:cNvSpPr/>
          <p:nvPr/>
        </p:nvSpPr>
        <p:spPr>
          <a:xfrm>
            <a:off x="2171700" y="1879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22098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22479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AFF"/>
          </a:solidFill>
          <a:ln w="3175">
            <a:solidFill>
              <a:srgbClr val="007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22733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2311400" y="1905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2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7A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Freeform 540"/>
          <p:cNvSpPr/>
          <p:nvPr/>
        </p:nvSpPr>
        <p:spPr>
          <a:xfrm>
            <a:off x="2336800" y="19304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2" y="0"/>
                </a:moveTo>
                <a:lnTo>
                  <a:pt x="5" y="2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Freeform 541"/>
          <p:cNvSpPr/>
          <p:nvPr/>
        </p:nvSpPr>
        <p:spPr>
          <a:xfrm>
            <a:off x="2374900" y="1955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3"/>
                </a:lnTo>
                <a:lnTo>
                  <a:pt x="3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26FF"/>
          </a:solidFill>
          <a:ln w="3175">
            <a:solidFill>
              <a:srgbClr val="001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Freeform 542"/>
          <p:cNvSpPr/>
          <p:nvPr/>
        </p:nvSpPr>
        <p:spPr>
          <a:xfrm>
            <a:off x="2413000" y="1993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0"/>
                </a:moveTo>
                <a:lnTo>
                  <a:pt x="4" y="5"/>
                </a:lnTo>
                <a:lnTo>
                  <a:pt x="2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Freeform 543"/>
          <p:cNvSpPr/>
          <p:nvPr/>
        </p:nvSpPr>
        <p:spPr>
          <a:xfrm>
            <a:off x="14605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Freeform 544"/>
          <p:cNvSpPr/>
          <p:nvPr/>
        </p:nvSpPr>
        <p:spPr>
          <a:xfrm>
            <a:off x="14986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Freeform 545"/>
          <p:cNvSpPr/>
          <p:nvPr/>
        </p:nvSpPr>
        <p:spPr>
          <a:xfrm>
            <a:off x="15367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Freeform 546"/>
          <p:cNvSpPr/>
          <p:nvPr/>
        </p:nvSpPr>
        <p:spPr>
          <a:xfrm>
            <a:off x="15621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Freeform 547"/>
          <p:cNvSpPr/>
          <p:nvPr/>
        </p:nvSpPr>
        <p:spPr>
          <a:xfrm>
            <a:off x="16002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Freeform 548"/>
          <p:cNvSpPr/>
          <p:nvPr/>
        </p:nvSpPr>
        <p:spPr>
          <a:xfrm>
            <a:off x="16256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Freeform 549"/>
          <p:cNvSpPr/>
          <p:nvPr/>
        </p:nvSpPr>
        <p:spPr>
          <a:xfrm>
            <a:off x="16637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Freeform 550"/>
          <p:cNvSpPr/>
          <p:nvPr/>
        </p:nvSpPr>
        <p:spPr>
          <a:xfrm>
            <a:off x="17018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Freeform 551"/>
          <p:cNvSpPr/>
          <p:nvPr/>
        </p:nvSpPr>
        <p:spPr>
          <a:xfrm>
            <a:off x="17272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Freeform 552"/>
          <p:cNvSpPr/>
          <p:nvPr/>
        </p:nvSpPr>
        <p:spPr>
          <a:xfrm>
            <a:off x="17653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Freeform 553"/>
          <p:cNvSpPr/>
          <p:nvPr/>
        </p:nvSpPr>
        <p:spPr>
          <a:xfrm>
            <a:off x="17907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Freeform 554"/>
          <p:cNvSpPr/>
          <p:nvPr/>
        </p:nvSpPr>
        <p:spPr>
          <a:xfrm>
            <a:off x="18288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Freeform 555"/>
          <p:cNvSpPr/>
          <p:nvPr/>
        </p:nvSpPr>
        <p:spPr>
          <a:xfrm>
            <a:off x="18669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Freeform 556"/>
          <p:cNvSpPr/>
          <p:nvPr/>
        </p:nvSpPr>
        <p:spPr>
          <a:xfrm>
            <a:off x="18923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Freeform 557"/>
          <p:cNvSpPr/>
          <p:nvPr/>
        </p:nvSpPr>
        <p:spPr>
          <a:xfrm>
            <a:off x="1930400" y="1765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5FFDA"/>
          </a:solidFill>
          <a:ln w="3175">
            <a:solidFill>
              <a:srgbClr val="1DCC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Freeform 558"/>
          <p:cNvSpPr/>
          <p:nvPr/>
        </p:nvSpPr>
        <p:spPr>
          <a:xfrm>
            <a:off x="1955800" y="1790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Freeform 559"/>
          <p:cNvSpPr/>
          <p:nvPr/>
        </p:nvSpPr>
        <p:spPr>
          <a:xfrm>
            <a:off x="1993900" y="1828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C5FF"/>
          </a:solidFill>
          <a:ln w="3175">
            <a:solidFill>
              <a:srgbClr val="009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Freeform 560"/>
          <p:cNvSpPr/>
          <p:nvPr/>
        </p:nvSpPr>
        <p:spPr>
          <a:xfrm>
            <a:off x="20320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Freeform 561"/>
          <p:cNvSpPr/>
          <p:nvPr/>
        </p:nvSpPr>
        <p:spPr>
          <a:xfrm>
            <a:off x="20574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Freeform 562"/>
          <p:cNvSpPr/>
          <p:nvPr/>
        </p:nvSpPr>
        <p:spPr>
          <a:xfrm>
            <a:off x="20955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Freeform 563"/>
          <p:cNvSpPr/>
          <p:nvPr/>
        </p:nvSpPr>
        <p:spPr>
          <a:xfrm>
            <a:off x="21209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Freeform 564"/>
          <p:cNvSpPr/>
          <p:nvPr/>
        </p:nvSpPr>
        <p:spPr>
          <a:xfrm>
            <a:off x="2159000" y="189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Freeform 565"/>
          <p:cNvSpPr/>
          <p:nvPr/>
        </p:nvSpPr>
        <p:spPr>
          <a:xfrm>
            <a:off x="21971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Freeform 566"/>
          <p:cNvSpPr/>
          <p:nvPr/>
        </p:nvSpPr>
        <p:spPr>
          <a:xfrm>
            <a:off x="2222500" y="190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F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Freeform 567"/>
          <p:cNvSpPr/>
          <p:nvPr/>
        </p:nvSpPr>
        <p:spPr>
          <a:xfrm>
            <a:off x="2260600" y="191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Freeform 568"/>
          <p:cNvSpPr/>
          <p:nvPr/>
        </p:nvSpPr>
        <p:spPr>
          <a:xfrm>
            <a:off x="22860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Freeform 569"/>
          <p:cNvSpPr/>
          <p:nvPr/>
        </p:nvSpPr>
        <p:spPr>
          <a:xfrm>
            <a:off x="23241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7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Freeform 570"/>
          <p:cNvSpPr/>
          <p:nvPr/>
        </p:nvSpPr>
        <p:spPr>
          <a:xfrm>
            <a:off x="2362200" y="1981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Freeform 571"/>
          <p:cNvSpPr/>
          <p:nvPr/>
        </p:nvSpPr>
        <p:spPr>
          <a:xfrm>
            <a:off x="2387600" y="2019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4"/>
                </a:lnTo>
                <a:lnTo>
                  <a:pt x="3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CC"/>
          </a:solidFill>
          <a:ln w="3175">
            <a:solidFill>
              <a:srgbClr val="0000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Freeform 572"/>
          <p:cNvSpPr/>
          <p:nvPr/>
        </p:nvSpPr>
        <p:spPr>
          <a:xfrm>
            <a:off x="14478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Freeform 573"/>
          <p:cNvSpPr/>
          <p:nvPr/>
        </p:nvSpPr>
        <p:spPr>
          <a:xfrm>
            <a:off x="1473200" y="1689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Freeform 574"/>
          <p:cNvSpPr/>
          <p:nvPr/>
        </p:nvSpPr>
        <p:spPr>
          <a:xfrm>
            <a:off x="15113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Freeform 575"/>
          <p:cNvSpPr/>
          <p:nvPr/>
        </p:nvSpPr>
        <p:spPr>
          <a:xfrm>
            <a:off x="15494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Freeform 576"/>
          <p:cNvSpPr/>
          <p:nvPr/>
        </p:nvSpPr>
        <p:spPr>
          <a:xfrm>
            <a:off x="15748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Freeform 577"/>
          <p:cNvSpPr/>
          <p:nvPr/>
        </p:nvSpPr>
        <p:spPr>
          <a:xfrm>
            <a:off x="16129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Freeform 578"/>
          <p:cNvSpPr/>
          <p:nvPr/>
        </p:nvSpPr>
        <p:spPr>
          <a:xfrm>
            <a:off x="1638300" y="1727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Freeform 579"/>
          <p:cNvSpPr/>
          <p:nvPr/>
        </p:nvSpPr>
        <p:spPr>
          <a:xfrm>
            <a:off x="16764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Freeform 580"/>
          <p:cNvSpPr/>
          <p:nvPr/>
        </p:nvSpPr>
        <p:spPr>
          <a:xfrm>
            <a:off x="17145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Freeform 581"/>
          <p:cNvSpPr/>
          <p:nvPr/>
        </p:nvSpPr>
        <p:spPr>
          <a:xfrm>
            <a:off x="17399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Freeform 582"/>
          <p:cNvSpPr/>
          <p:nvPr/>
        </p:nvSpPr>
        <p:spPr>
          <a:xfrm>
            <a:off x="17780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Freeform 583"/>
          <p:cNvSpPr/>
          <p:nvPr/>
        </p:nvSpPr>
        <p:spPr>
          <a:xfrm>
            <a:off x="1803400" y="1752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Freeform 584"/>
          <p:cNvSpPr/>
          <p:nvPr/>
        </p:nvSpPr>
        <p:spPr>
          <a:xfrm>
            <a:off x="18415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Freeform 585"/>
          <p:cNvSpPr/>
          <p:nvPr/>
        </p:nvSpPr>
        <p:spPr>
          <a:xfrm>
            <a:off x="18796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Freeform 586"/>
          <p:cNvSpPr/>
          <p:nvPr/>
        </p:nvSpPr>
        <p:spPr>
          <a:xfrm>
            <a:off x="19050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6FFD9"/>
          </a:solidFill>
          <a:ln w="3175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Freeform 587"/>
          <p:cNvSpPr/>
          <p:nvPr/>
        </p:nvSpPr>
        <p:spPr>
          <a:xfrm>
            <a:off x="1943100" y="1803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Freeform 588"/>
          <p:cNvSpPr/>
          <p:nvPr/>
        </p:nvSpPr>
        <p:spPr>
          <a:xfrm>
            <a:off x="1968500" y="1828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CDFF"/>
          </a:solidFill>
          <a:ln w="3175">
            <a:solidFill>
              <a:srgbClr val="00A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Freeform 589"/>
          <p:cNvSpPr/>
          <p:nvPr/>
        </p:nvSpPr>
        <p:spPr>
          <a:xfrm>
            <a:off x="20066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A9FF"/>
          </a:solidFill>
          <a:ln w="3175">
            <a:solidFill>
              <a:srgbClr val="008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Freeform 590"/>
          <p:cNvSpPr/>
          <p:nvPr/>
        </p:nvSpPr>
        <p:spPr>
          <a:xfrm>
            <a:off x="20447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Freeform 591"/>
          <p:cNvSpPr/>
          <p:nvPr/>
        </p:nvSpPr>
        <p:spPr>
          <a:xfrm>
            <a:off x="2070100" y="189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5FF"/>
          </a:solidFill>
          <a:ln w="3175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Freeform 592"/>
          <p:cNvSpPr/>
          <p:nvPr/>
        </p:nvSpPr>
        <p:spPr>
          <a:xfrm>
            <a:off x="21082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5FF"/>
          </a:solidFill>
          <a:ln w="3175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Freeform 593"/>
          <p:cNvSpPr/>
          <p:nvPr/>
        </p:nvSpPr>
        <p:spPr>
          <a:xfrm>
            <a:off x="2133600" y="1905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0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Freeform 594"/>
          <p:cNvSpPr/>
          <p:nvPr/>
        </p:nvSpPr>
        <p:spPr>
          <a:xfrm>
            <a:off x="21717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Freeform 595"/>
          <p:cNvSpPr/>
          <p:nvPr/>
        </p:nvSpPr>
        <p:spPr>
          <a:xfrm>
            <a:off x="2209800" y="191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82FF"/>
          </a:solidFill>
          <a:ln w="3175">
            <a:solidFill>
              <a:srgbClr val="006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Freeform 596"/>
          <p:cNvSpPr/>
          <p:nvPr/>
        </p:nvSpPr>
        <p:spPr>
          <a:xfrm>
            <a:off x="22352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71FF"/>
          </a:solidFill>
          <a:ln w="3175">
            <a:solidFill>
              <a:srgbClr val="005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Freeform 597"/>
          <p:cNvSpPr/>
          <p:nvPr/>
        </p:nvSpPr>
        <p:spPr>
          <a:xfrm>
            <a:off x="22733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Freeform 598"/>
          <p:cNvSpPr/>
          <p:nvPr/>
        </p:nvSpPr>
        <p:spPr>
          <a:xfrm>
            <a:off x="2298700" y="1968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2" y="0"/>
                </a:moveTo>
                <a:lnTo>
                  <a:pt x="5" y="2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Freeform 599"/>
          <p:cNvSpPr/>
          <p:nvPr/>
        </p:nvSpPr>
        <p:spPr>
          <a:xfrm>
            <a:off x="2336800" y="1993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3"/>
                </a:lnTo>
                <a:lnTo>
                  <a:pt x="3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8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Freeform 600"/>
          <p:cNvSpPr/>
          <p:nvPr/>
        </p:nvSpPr>
        <p:spPr>
          <a:xfrm>
            <a:off x="2374900" y="2032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4"/>
                </a:lnTo>
                <a:lnTo>
                  <a:pt x="2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C3"/>
          </a:solidFill>
          <a:ln w="3175">
            <a:solidFill>
              <a:srgbClr val="000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Freeform 601"/>
          <p:cNvSpPr/>
          <p:nvPr/>
        </p:nvSpPr>
        <p:spPr>
          <a:xfrm>
            <a:off x="14224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Freeform 602"/>
          <p:cNvSpPr/>
          <p:nvPr/>
        </p:nvSpPr>
        <p:spPr>
          <a:xfrm>
            <a:off x="14605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Freeform 603"/>
          <p:cNvSpPr/>
          <p:nvPr/>
        </p:nvSpPr>
        <p:spPr>
          <a:xfrm>
            <a:off x="14986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Freeform 604"/>
          <p:cNvSpPr/>
          <p:nvPr/>
        </p:nvSpPr>
        <p:spPr>
          <a:xfrm>
            <a:off x="15240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Freeform 605"/>
          <p:cNvSpPr/>
          <p:nvPr/>
        </p:nvSpPr>
        <p:spPr>
          <a:xfrm>
            <a:off x="15621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Freeform 606"/>
          <p:cNvSpPr/>
          <p:nvPr/>
        </p:nvSpPr>
        <p:spPr>
          <a:xfrm>
            <a:off x="15875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Freeform 607"/>
          <p:cNvSpPr/>
          <p:nvPr/>
        </p:nvSpPr>
        <p:spPr>
          <a:xfrm>
            <a:off x="16256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Freeform 608"/>
          <p:cNvSpPr/>
          <p:nvPr/>
        </p:nvSpPr>
        <p:spPr>
          <a:xfrm>
            <a:off x="16637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Freeform 609"/>
          <p:cNvSpPr/>
          <p:nvPr/>
        </p:nvSpPr>
        <p:spPr>
          <a:xfrm>
            <a:off x="16891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Freeform 610"/>
          <p:cNvSpPr/>
          <p:nvPr/>
        </p:nvSpPr>
        <p:spPr>
          <a:xfrm>
            <a:off x="17272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Freeform 611"/>
          <p:cNvSpPr/>
          <p:nvPr/>
        </p:nvSpPr>
        <p:spPr>
          <a:xfrm>
            <a:off x="17526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Freeform 612"/>
          <p:cNvSpPr/>
          <p:nvPr/>
        </p:nvSpPr>
        <p:spPr>
          <a:xfrm>
            <a:off x="17907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Freeform 613"/>
          <p:cNvSpPr/>
          <p:nvPr/>
        </p:nvSpPr>
        <p:spPr>
          <a:xfrm>
            <a:off x="18288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Freeform 614"/>
          <p:cNvSpPr/>
          <p:nvPr/>
        </p:nvSpPr>
        <p:spPr>
          <a:xfrm>
            <a:off x="18542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Freeform 615"/>
          <p:cNvSpPr/>
          <p:nvPr/>
        </p:nvSpPr>
        <p:spPr>
          <a:xfrm>
            <a:off x="18923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7FFD8"/>
          </a:solidFill>
          <a:ln w="3175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Freeform 616"/>
          <p:cNvSpPr/>
          <p:nvPr/>
        </p:nvSpPr>
        <p:spPr>
          <a:xfrm>
            <a:off x="1917700" y="1803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Freeform 617"/>
          <p:cNvSpPr/>
          <p:nvPr/>
        </p:nvSpPr>
        <p:spPr>
          <a:xfrm>
            <a:off x="1955800" y="1841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3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Freeform 618"/>
          <p:cNvSpPr/>
          <p:nvPr/>
        </p:nvSpPr>
        <p:spPr>
          <a:xfrm>
            <a:off x="1993900" y="1866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0FF"/>
          </a:solidFill>
          <a:ln w="3175">
            <a:solidFill>
              <a:srgbClr val="008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Freeform 619"/>
          <p:cNvSpPr/>
          <p:nvPr/>
        </p:nvSpPr>
        <p:spPr>
          <a:xfrm>
            <a:off x="20193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9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Freeform 620"/>
          <p:cNvSpPr/>
          <p:nvPr/>
        </p:nvSpPr>
        <p:spPr>
          <a:xfrm>
            <a:off x="2057400" y="190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2FF"/>
          </a:solidFill>
          <a:ln w="3175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Freeform 621"/>
          <p:cNvSpPr/>
          <p:nvPr/>
        </p:nvSpPr>
        <p:spPr>
          <a:xfrm>
            <a:off x="2082800" y="190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Freeform 622"/>
          <p:cNvSpPr/>
          <p:nvPr/>
        </p:nvSpPr>
        <p:spPr>
          <a:xfrm>
            <a:off x="2120900" y="191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Freeform 623"/>
          <p:cNvSpPr/>
          <p:nvPr/>
        </p:nvSpPr>
        <p:spPr>
          <a:xfrm>
            <a:off x="2159000" y="193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Freeform 624"/>
          <p:cNvSpPr/>
          <p:nvPr/>
        </p:nvSpPr>
        <p:spPr>
          <a:xfrm>
            <a:off x="2184400" y="194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Freeform 625"/>
          <p:cNvSpPr/>
          <p:nvPr/>
        </p:nvSpPr>
        <p:spPr>
          <a:xfrm>
            <a:off x="2222500" y="195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4FF"/>
          </a:solidFill>
          <a:ln w="3175">
            <a:solidFill>
              <a:srgbClr val="005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Freeform 626"/>
          <p:cNvSpPr/>
          <p:nvPr/>
        </p:nvSpPr>
        <p:spPr>
          <a:xfrm>
            <a:off x="2247900" y="1968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4CFF"/>
          </a:solidFill>
          <a:ln w="3175">
            <a:solidFill>
              <a:srgbClr val="003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Freeform 627"/>
          <p:cNvSpPr/>
          <p:nvPr/>
        </p:nvSpPr>
        <p:spPr>
          <a:xfrm>
            <a:off x="2286000" y="1993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B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Freeform 628"/>
          <p:cNvSpPr/>
          <p:nvPr/>
        </p:nvSpPr>
        <p:spPr>
          <a:xfrm>
            <a:off x="2324100" y="2019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Freeform 629"/>
          <p:cNvSpPr/>
          <p:nvPr/>
        </p:nvSpPr>
        <p:spPr>
          <a:xfrm>
            <a:off x="2349500" y="2057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Freeform 630"/>
          <p:cNvSpPr/>
          <p:nvPr/>
        </p:nvSpPr>
        <p:spPr>
          <a:xfrm>
            <a:off x="14097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Freeform 631"/>
          <p:cNvSpPr/>
          <p:nvPr/>
        </p:nvSpPr>
        <p:spPr>
          <a:xfrm>
            <a:off x="1435100" y="1714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Freeform 632"/>
          <p:cNvSpPr/>
          <p:nvPr/>
        </p:nvSpPr>
        <p:spPr>
          <a:xfrm>
            <a:off x="14732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Freeform 633"/>
          <p:cNvSpPr/>
          <p:nvPr/>
        </p:nvSpPr>
        <p:spPr>
          <a:xfrm>
            <a:off x="15113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Freeform 634"/>
          <p:cNvSpPr/>
          <p:nvPr/>
        </p:nvSpPr>
        <p:spPr>
          <a:xfrm>
            <a:off x="15367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Freeform 635"/>
          <p:cNvSpPr/>
          <p:nvPr/>
        </p:nvSpPr>
        <p:spPr>
          <a:xfrm>
            <a:off x="15748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Freeform 636"/>
          <p:cNvSpPr/>
          <p:nvPr/>
        </p:nvSpPr>
        <p:spPr>
          <a:xfrm>
            <a:off x="1600200" y="1739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Freeform 637"/>
          <p:cNvSpPr/>
          <p:nvPr/>
        </p:nvSpPr>
        <p:spPr>
          <a:xfrm>
            <a:off x="16383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Freeform 638"/>
          <p:cNvSpPr/>
          <p:nvPr/>
        </p:nvSpPr>
        <p:spPr>
          <a:xfrm>
            <a:off x="16764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Freeform 639"/>
          <p:cNvSpPr/>
          <p:nvPr/>
        </p:nvSpPr>
        <p:spPr>
          <a:xfrm>
            <a:off x="17018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Freeform 640"/>
          <p:cNvSpPr/>
          <p:nvPr/>
        </p:nvSpPr>
        <p:spPr>
          <a:xfrm>
            <a:off x="17399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Freeform 641"/>
          <p:cNvSpPr/>
          <p:nvPr/>
        </p:nvSpPr>
        <p:spPr>
          <a:xfrm>
            <a:off x="1765300" y="1778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Freeform 642"/>
          <p:cNvSpPr/>
          <p:nvPr/>
        </p:nvSpPr>
        <p:spPr>
          <a:xfrm>
            <a:off x="18034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Freeform 643"/>
          <p:cNvSpPr/>
          <p:nvPr/>
        </p:nvSpPr>
        <p:spPr>
          <a:xfrm>
            <a:off x="18415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Freeform 644"/>
          <p:cNvSpPr/>
          <p:nvPr/>
        </p:nvSpPr>
        <p:spPr>
          <a:xfrm>
            <a:off x="18669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28FFD7"/>
          </a:solidFill>
          <a:ln w="3175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Freeform 645"/>
          <p:cNvSpPr/>
          <p:nvPr/>
        </p:nvSpPr>
        <p:spPr>
          <a:xfrm>
            <a:off x="19050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4FFFB"/>
          </a:solidFill>
          <a:ln w="3175">
            <a:solidFill>
              <a:srgbClr val="03C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Freeform 646"/>
          <p:cNvSpPr/>
          <p:nvPr/>
        </p:nvSpPr>
        <p:spPr>
          <a:xfrm>
            <a:off x="1930400" y="1854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D8FF"/>
          </a:solidFill>
          <a:ln w="3175">
            <a:solidFill>
              <a:srgbClr val="00A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Freeform 647"/>
          <p:cNvSpPr/>
          <p:nvPr/>
        </p:nvSpPr>
        <p:spPr>
          <a:xfrm>
            <a:off x="19685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B5FF"/>
          </a:solidFill>
          <a:ln w="3175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Freeform 648"/>
          <p:cNvSpPr/>
          <p:nvPr/>
        </p:nvSpPr>
        <p:spPr>
          <a:xfrm>
            <a:off x="2006600" y="190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Freeform 649"/>
          <p:cNvSpPr/>
          <p:nvPr/>
        </p:nvSpPr>
        <p:spPr>
          <a:xfrm>
            <a:off x="2032000" y="191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Freeform 650"/>
          <p:cNvSpPr/>
          <p:nvPr/>
        </p:nvSpPr>
        <p:spPr>
          <a:xfrm>
            <a:off x="2070100" y="191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Freeform 651"/>
          <p:cNvSpPr/>
          <p:nvPr/>
        </p:nvSpPr>
        <p:spPr>
          <a:xfrm>
            <a:off x="2095500" y="1930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4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Freeform 652"/>
          <p:cNvSpPr/>
          <p:nvPr/>
        </p:nvSpPr>
        <p:spPr>
          <a:xfrm>
            <a:off x="2133600" y="194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A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Freeform 653"/>
          <p:cNvSpPr/>
          <p:nvPr/>
        </p:nvSpPr>
        <p:spPr>
          <a:xfrm>
            <a:off x="2171700" y="195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C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Freeform 654"/>
          <p:cNvSpPr/>
          <p:nvPr/>
        </p:nvSpPr>
        <p:spPr>
          <a:xfrm>
            <a:off x="2197100" y="1968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1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Freeform 655"/>
          <p:cNvSpPr/>
          <p:nvPr/>
        </p:nvSpPr>
        <p:spPr>
          <a:xfrm>
            <a:off x="2235200" y="1981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Freeform 656"/>
          <p:cNvSpPr/>
          <p:nvPr/>
        </p:nvSpPr>
        <p:spPr>
          <a:xfrm>
            <a:off x="2260600" y="2006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21FF"/>
          </a:solidFill>
          <a:ln w="3175">
            <a:solidFill>
              <a:srgbClr val="001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Freeform 657"/>
          <p:cNvSpPr/>
          <p:nvPr/>
        </p:nvSpPr>
        <p:spPr>
          <a:xfrm>
            <a:off x="2298700" y="2032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F3"/>
          </a:solidFill>
          <a:ln w="3175">
            <a:solidFill>
              <a:srgbClr val="000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Freeform 658"/>
          <p:cNvSpPr/>
          <p:nvPr/>
        </p:nvSpPr>
        <p:spPr>
          <a:xfrm>
            <a:off x="2336800" y="2070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B4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Freeform 659"/>
          <p:cNvSpPr/>
          <p:nvPr/>
        </p:nvSpPr>
        <p:spPr>
          <a:xfrm>
            <a:off x="13843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Freeform 660"/>
          <p:cNvSpPr/>
          <p:nvPr/>
        </p:nvSpPr>
        <p:spPr>
          <a:xfrm>
            <a:off x="14224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Freeform 661"/>
          <p:cNvSpPr/>
          <p:nvPr/>
        </p:nvSpPr>
        <p:spPr>
          <a:xfrm>
            <a:off x="14605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Freeform 662"/>
          <p:cNvSpPr/>
          <p:nvPr/>
        </p:nvSpPr>
        <p:spPr>
          <a:xfrm>
            <a:off x="14859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Freeform 663"/>
          <p:cNvSpPr/>
          <p:nvPr/>
        </p:nvSpPr>
        <p:spPr>
          <a:xfrm>
            <a:off x="15240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Freeform 664"/>
          <p:cNvSpPr/>
          <p:nvPr/>
        </p:nvSpPr>
        <p:spPr>
          <a:xfrm>
            <a:off x="15494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Freeform 665"/>
          <p:cNvSpPr/>
          <p:nvPr/>
        </p:nvSpPr>
        <p:spPr>
          <a:xfrm>
            <a:off x="15875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Freeform 666"/>
          <p:cNvSpPr/>
          <p:nvPr/>
        </p:nvSpPr>
        <p:spPr>
          <a:xfrm>
            <a:off x="16256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Freeform 667"/>
          <p:cNvSpPr/>
          <p:nvPr/>
        </p:nvSpPr>
        <p:spPr>
          <a:xfrm>
            <a:off x="16510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Freeform 668"/>
          <p:cNvSpPr/>
          <p:nvPr/>
        </p:nvSpPr>
        <p:spPr>
          <a:xfrm>
            <a:off x="16891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Freeform 669"/>
          <p:cNvSpPr/>
          <p:nvPr/>
        </p:nvSpPr>
        <p:spPr>
          <a:xfrm>
            <a:off x="17145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Freeform 670"/>
          <p:cNvSpPr/>
          <p:nvPr/>
        </p:nvSpPr>
        <p:spPr>
          <a:xfrm>
            <a:off x="17526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Freeform 671"/>
          <p:cNvSpPr/>
          <p:nvPr/>
        </p:nvSpPr>
        <p:spPr>
          <a:xfrm>
            <a:off x="17907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Freeform 672"/>
          <p:cNvSpPr/>
          <p:nvPr/>
        </p:nvSpPr>
        <p:spPr>
          <a:xfrm>
            <a:off x="18161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Freeform 673"/>
          <p:cNvSpPr/>
          <p:nvPr/>
        </p:nvSpPr>
        <p:spPr>
          <a:xfrm>
            <a:off x="1854200" y="1803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Freeform 674"/>
          <p:cNvSpPr/>
          <p:nvPr/>
        </p:nvSpPr>
        <p:spPr>
          <a:xfrm>
            <a:off x="1879600" y="1828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6FFF9"/>
          </a:solidFill>
          <a:ln w="3175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Freeform 675"/>
          <p:cNvSpPr/>
          <p:nvPr/>
        </p:nvSpPr>
        <p:spPr>
          <a:xfrm>
            <a:off x="1917700" y="185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Freeform 676"/>
          <p:cNvSpPr/>
          <p:nvPr/>
        </p:nvSpPr>
        <p:spPr>
          <a:xfrm>
            <a:off x="1955800" y="187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AFF"/>
          </a:solidFill>
          <a:ln w="3175">
            <a:solidFill>
              <a:srgbClr val="009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Freeform 677"/>
          <p:cNvSpPr/>
          <p:nvPr/>
        </p:nvSpPr>
        <p:spPr>
          <a:xfrm>
            <a:off x="1981200" y="190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0FF"/>
          </a:solidFill>
          <a:ln w="3175">
            <a:solidFill>
              <a:srgbClr val="008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Freeform 678"/>
          <p:cNvSpPr/>
          <p:nvPr/>
        </p:nvSpPr>
        <p:spPr>
          <a:xfrm>
            <a:off x="2019300" y="193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0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F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Freeform 679"/>
          <p:cNvSpPr/>
          <p:nvPr/>
        </p:nvSpPr>
        <p:spPr>
          <a:xfrm>
            <a:off x="2044700" y="193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84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Freeform 680"/>
          <p:cNvSpPr/>
          <p:nvPr/>
        </p:nvSpPr>
        <p:spPr>
          <a:xfrm>
            <a:off x="2082800" y="194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Freeform 681"/>
          <p:cNvSpPr/>
          <p:nvPr/>
        </p:nvSpPr>
        <p:spPr>
          <a:xfrm>
            <a:off x="2120900" y="195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1FF"/>
          </a:solidFill>
          <a:ln w="3175">
            <a:solidFill>
              <a:srgbClr val="005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Freeform 682"/>
          <p:cNvSpPr/>
          <p:nvPr/>
        </p:nvSpPr>
        <p:spPr>
          <a:xfrm>
            <a:off x="2146300" y="196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4FF"/>
          </a:solidFill>
          <a:ln w="3175">
            <a:solidFill>
              <a:srgbClr val="005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Freeform 683"/>
          <p:cNvSpPr/>
          <p:nvPr/>
        </p:nvSpPr>
        <p:spPr>
          <a:xfrm>
            <a:off x="2184400" y="1981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2FF"/>
          </a:solidFill>
          <a:ln w="3175">
            <a:solidFill>
              <a:srgbClr val="004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Freeform 684"/>
          <p:cNvSpPr/>
          <p:nvPr/>
        </p:nvSpPr>
        <p:spPr>
          <a:xfrm>
            <a:off x="2209800" y="200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Freeform 685"/>
          <p:cNvSpPr/>
          <p:nvPr/>
        </p:nvSpPr>
        <p:spPr>
          <a:xfrm>
            <a:off x="2247900" y="2019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2"/>
                </a:lnTo>
                <a:lnTo>
                  <a:pt x="3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Freeform 686"/>
          <p:cNvSpPr/>
          <p:nvPr/>
        </p:nvSpPr>
        <p:spPr>
          <a:xfrm>
            <a:off x="2286000" y="2044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EB"/>
          </a:solidFill>
          <a:ln w="3175">
            <a:solidFill>
              <a:srgbClr val="0000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Freeform 687"/>
          <p:cNvSpPr/>
          <p:nvPr/>
        </p:nvSpPr>
        <p:spPr>
          <a:xfrm>
            <a:off x="2311400" y="2082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3"/>
                </a:lnTo>
                <a:lnTo>
                  <a:pt x="3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Freeform 688"/>
          <p:cNvSpPr/>
          <p:nvPr/>
        </p:nvSpPr>
        <p:spPr>
          <a:xfrm>
            <a:off x="13716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Freeform 689"/>
          <p:cNvSpPr/>
          <p:nvPr/>
        </p:nvSpPr>
        <p:spPr>
          <a:xfrm>
            <a:off x="1397000" y="1739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Freeform 690"/>
          <p:cNvSpPr/>
          <p:nvPr/>
        </p:nvSpPr>
        <p:spPr>
          <a:xfrm>
            <a:off x="14351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Freeform 691"/>
          <p:cNvSpPr/>
          <p:nvPr/>
        </p:nvSpPr>
        <p:spPr>
          <a:xfrm>
            <a:off x="14732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Freeform 692"/>
          <p:cNvSpPr/>
          <p:nvPr/>
        </p:nvSpPr>
        <p:spPr>
          <a:xfrm>
            <a:off x="14986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Freeform 693"/>
          <p:cNvSpPr/>
          <p:nvPr/>
        </p:nvSpPr>
        <p:spPr>
          <a:xfrm>
            <a:off x="15367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Freeform 694"/>
          <p:cNvSpPr/>
          <p:nvPr/>
        </p:nvSpPr>
        <p:spPr>
          <a:xfrm>
            <a:off x="1562100" y="1765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Freeform 695"/>
          <p:cNvSpPr/>
          <p:nvPr/>
        </p:nvSpPr>
        <p:spPr>
          <a:xfrm>
            <a:off x="16002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Freeform 696"/>
          <p:cNvSpPr/>
          <p:nvPr/>
        </p:nvSpPr>
        <p:spPr>
          <a:xfrm>
            <a:off x="16383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Freeform 697"/>
          <p:cNvSpPr/>
          <p:nvPr/>
        </p:nvSpPr>
        <p:spPr>
          <a:xfrm>
            <a:off x="16637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Freeform 698"/>
          <p:cNvSpPr/>
          <p:nvPr/>
        </p:nvSpPr>
        <p:spPr>
          <a:xfrm>
            <a:off x="17018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Freeform 699"/>
          <p:cNvSpPr/>
          <p:nvPr/>
        </p:nvSpPr>
        <p:spPr>
          <a:xfrm>
            <a:off x="1727200" y="1803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Freeform 700"/>
          <p:cNvSpPr/>
          <p:nvPr/>
        </p:nvSpPr>
        <p:spPr>
          <a:xfrm>
            <a:off x="17653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Freeform 701"/>
          <p:cNvSpPr/>
          <p:nvPr/>
        </p:nvSpPr>
        <p:spPr>
          <a:xfrm>
            <a:off x="18034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reeform 702"/>
          <p:cNvSpPr/>
          <p:nvPr/>
        </p:nvSpPr>
        <p:spPr>
          <a:xfrm>
            <a:off x="1828800" y="1816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Freeform 703"/>
          <p:cNvSpPr/>
          <p:nvPr/>
        </p:nvSpPr>
        <p:spPr>
          <a:xfrm>
            <a:off x="1866900" y="1841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8FFF7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Freeform 704"/>
          <p:cNvSpPr/>
          <p:nvPr/>
        </p:nvSpPr>
        <p:spPr>
          <a:xfrm>
            <a:off x="1892300" y="1866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DE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Freeform 705"/>
          <p:cNvSpPr/>
          <p:nvPr/>
        </p:nvSpPr>
        <p:spPr>
          <a:xfrm>
            <a:off x="19304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Freeform 706"/>
          <p:cNvSpPr/>
          <p:nvPr/>
        </p:nvSpPr>
        <p:spPr>
          <a:xfrm>
            <a:off x="1968500" y="191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Freeform 707"/>
          <p:cNvSpPr/>
          <p:nvPr/>
        </p:nvSpPr>
        <p:spPr>
          <a:xfrm>
            <a:off x="19939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Freeform 708"/>
          <p:cNvSpPr/>
          <p:nvPr/>
        </p:nvSpPr>
        <p:spPr>
          <a:xfrm>
            <a:off x="2032000" y="1955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Freeform 709"/>
          <p:cNvSpPr/>
          <p:nvPr/>
        </p:nvSpPr>
        <p:spPr>
          <a:xfrm>
            <a:off x="2057400" y="1955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Freeform 710"/>
          <p:cNvSpPr/>
          <p:nvPr/>
        </p:nvSpPr>
        <p:spPr>
          <a:xfrm>
            <a:off x="2095500" y="196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Freeform 711"/>
          <p:cNvSpPr/>
          <p:nvPr/>
        </p:nvSpPr>
        <p:spPr>
          <a:xfrm>
            <a:off x="2133600" y="1981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Freeform 712"/>
          <p:cNvSpPr/>
          <p:nvPr/>
        </p:nvSpPr>
        <p:spPr>
          <a:xfrm>
            <a:off x="2159000" y="1993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4BFF"/>
          </a:solidFill>
          <a:ln w="3175">
            <a:solidFill>
              <a:srgbClr val="003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Freeform 713"/>
          <p:cNvSpPr/>
          <p:nvPr/>
        </p:nvSpPr>
        <p:spPr>
          <a:xfrm>
            <a:off x="2197100" y="2019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1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reeform 714"/>
          <p:cNvSpPr/>
          <p:nvPr/>
        </p:nvSpPr>
        <p:spPr>
          <a:xfrm>
            <a:off x="2222500" y="20320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2" y="0"/>
                </a:moveTo>
                <a:lnTo>
                  <a:pt x="5" y="3"/>
                </a:lnTo>
                <a:lnTo>
                  <a:pt x="3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12FF"/>
          </a:solidFill>
          <a:ln w="3175">
            <a:solidFill>
              <a:srgbClr val="000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Freeform 715"/>
          <p:cNvSpPr/>
          <p:nvPr/>
        </p:nvSpPr>
        <p:spPr>
          <a:xfrm>
            <a:off x="2260600" y="2070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E5"/>
          </a:solidFill>
          <a:ln w="3175">
            <a:solidFill>
              <a:srgbClr val="000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Freeform 716"/>
          <p:cNvSpPr/>
          <p:nvPr/>
        </p:nvSpPr>
        <p:spPr>
          <a:xfrm>
            <a:off x="2298700" y="2095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4"/>
                </a:lnTo>
                <a:lnTo>
                  <a:pt x="2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Freeform 717"/>
          <p:cNvSpPr/>
          <p:nvPr/>
        </p:nvSpPr>
        <p:spPr>
          <a:xfrm>
            <a:off x="13462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Freeform 718"/>
          <p:cNvSpPr/>
          <p:nvPr/>
        </p:nvSpPr>
        <p:spPr>
          <a:xfrm>
            <a:off x="13843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Freeform 719"/>
          <p:cNvSpPr/>
          <p:nvPr/>
        </p:nvSpPr>
        <p:spPr>
          <a:xfrm>
            <a:off x="14224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Freeform 720"/>
          <p:cNvSpPr/>
          <p:nvPr/>
        </p:nvSpPr>
        <p:spPr>
          <a:xfrm>
            <a:off x="14478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Freeform 721"/>
          <p:cNvSpPr/>
          <p:nvPr/>
        </p:nvSpPr>
        <p:spPr>
          <a:xfrm>
            <a:off x="14859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Freeform 722"/>
          <p:cNvSpPr/>
          <p:nvPr/>
        </p:nvSpPr>
        <p:spPr>
          <a:xfrm>
            <a:off x="15113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Freeform 723"/>
          <p:cNvSpPr/>
          <p:nvPr/>
        </p:nvSpPr>
        <p:spPr>
          <a:xfrm>
            <a:off x="15494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Freeform 724"/>
          <p:cNvSpPr/>
          <p:nvPr/>
        </p:nvSpPr>
        <p:spPr>
          <a:xfrm>
            <a:off x="15875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Freeform 725"/>
          <p:cNvSpPr/>
          <p:nvPr/>
        </p:nvSpPr>
        <p:spPr>
          <a:xfrm>
            <a:off x="16129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Freeform 726"/>
          <p:cNvSpPr/>
          <p:nvPr/>
        </p:nvSpPr>
        <p:spPr>
          <a:xfrm>
            <a:off x="16510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Freeform 727"/>
          <p:cNvSpPr/>
          <p:nvPr/>
        </p:nvSpPr>
        <p:spPr>
          <a:xfrm>
            <a:off x="16764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Freeform 728"/>
          <p:cNvSpPr/>
          <p:nvPr/>
        </p:nvSpPr>
        <p:spPr>
          <a:xfrm>
            <a:off x="17145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Freeform 729"/>
          <p:cNvSpPr/>
          <p:nvPr/>
        </p:nvSpPr>
        <p:spPr>
          <a:xfrm>
            <a:off x="17526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Freeform 730"/>
          <p:cNvSpPr/>
          <p:nvPr/>
        </p:nvSpPr>
        <p:spPr>
          <a:xfrm>
            <a:off x="17780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Freeform 731"/>
          <p:cNvSpPr/>
          <p:nvPr/>
        </p:nvSpPr>
        <p:spPr>
          <a:xfrm>
            <a:off x="18161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Freeform 732"/>
          <p:cNvSpPr/>
          <p:nvPr/>
        </p:nvSpPr>
        <p:spPr>
          <a:xfrm>
            <a:off x="1841500" y="1854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7C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Freeform 733"/>
          <p:cNvSpPr/>
          <p:nvPr/>
        </p:nvSpPr>
        <p:spPr>
          <a:xfrm>
            <a:off x="1879600" y="187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0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Freeform 734"/>
          <p:cNvSpPr/>
          <p:nvPr/>
        </p:nvSpPr>
        <p:spPr>
          <a:xfrm>
            <a:off x="19177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EFF"/>
          </a:solidFill>
          <a:ln w="3175">
            <a:solidFill>
              <a:srgbClr val="009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Freeform 735"/>
          <p:cNvSpPr/>
          <p:nvPr/>
        </p:nvSpPr>
        <p:spPr>
          <a:xfrm>
            <a:off x="1943100" y="193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Freeform 736"/>
          <p:cNvSpPr/>
          <p:nvPr/>
        </p:nvSpPr>
        <p:spPr>
          <a:xfrm>
            <a:off x="1981200" y="194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Freeform 737"/>
          <p:cNvSpPr/>
          <p:nvPr/>
        </p:nvSpPr>
        <p:spPr>
          <a:xfrm>
            <a:off x="2006600" y="196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0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Freeform 738"/>
          <p:cNvSpPr/>
          <p:nvPr/>
        </p:nvSpPr>
        <p:spPr>
          <a:xfrm>
            <a:off x="2044700" y="196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71FF"/>
          </a:solidFill>
          <a:ln w="3175">
            <a:solidFill>
              <a:srgbClr val="005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Freeform 739"/>
          <p:cNvSpPr/>
          <p:nvPr/>
        </p:nvSpPr>
        <p:spPr>
          <a:xfrm>
            <a:off x="2082800" y="198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Freeform 740"/>
          <p:cNvSpPr/>
          <p:nvPr/>
        </p:nvSpPr>
        <p:spPr>
          <a:xfrm>
            <a:off x="2108200" y="1993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8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Freeform 741"/>
          <p:cNvSpPr/>
          <p:nvPr/>
        </p:nvSpPr>
        <p:spPr>
          <a:xfrm>
            <a:off x="2146300" y="201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Freeform 742"/>
          <p:cNvSpPr/>
          <p:nvPr/>
        </p:nvSpPr>
        <p:spPr>
          <a:xfrm>
            <a:off x="2171700" y="2032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2DFF"/>
          </a:solidFill>
          <a:ln w="3175">
            <a:solidFill>
              <a:srgbClr val="002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Freeform 743"/>
          <p:cNvSpPr/>
          <p:nvPr/>
        </p:nvSpPr>
        <p:spPr>
          <a:xfrm>
            <a:off x="22098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C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Freeform 744"/>
          <p:cNvSpPr/>
          <p:nvPr/>
        </p:nvSpPr>
        <p:spPr>
          <a:xfrm>
            <a:off x="2247900" y="2082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E0"/>
          </a:solidFill>
          <a:ln w="3175">
            <a:solidFill>
              <a:srgbClr val="000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Freeform 745"/>
          <p:cNvSpPr/>
          <p:nvPr/>
        </p:nvSpPr>
        <p:spPr>
          <a:xfrm>
            <a:off x="2273300" y="2108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4"/>
                </a:lnTo>
                <a:lnTo>
                  <a:pt x="3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Freeform 746"/>
          <p:cNvSpPr/>
          <p:nvPr/>
        </p:nvSpPr>
        <p:spPr>
          <a:xfrm>
            <a:off x="13335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Freeform 747"/>
          <p:cNvSpPr/>
          <p:nvPr/>
        </p:nvSpPr>
        <p:spPr>
          <a:xfrm>
            <a:off x="1358900" y="1752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Freeform 748"/>
          <p:cNvSpPr/>
          <p:nvPr/>
        </p:nvSpPr>
        <p:spPr>
          <a:xfrm>
            <a:off x="13970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Freeform 749"/>
          <p:cNvSpPr/>
          <p:nvPr/>
        </p:nvSpPr>
        <p:spPr>
          <a:xfrm>
            <a:off x="14351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Freeform 750"/>
          <p:cNvSpPr/>
          <p:nvPr/>
        </p:nvSpPr>
        <p:spPr>
          <a:xfrm>
            <a:off x="14605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Freeform 751"/>
          <p:cNvSpPr/>
          <p:nvPr/>
        </p:nvSpPr>
        <p:spPr>
          <a:xfrm>
            <a:off x="14986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Freeform 752"/>
          <p:cNvSpPr/>
          <p:nvPr/>
        </p:nvSpPr>
        <p:spPr>
          <a:xfrm>
            <a:off x="1524000" y="1790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Freeform 753"/>
          <p:cNvSpPr/>
          <p:nvPr/>
        </p:nvSpPr>
        <p:spPr>
          <a:xfrm>
            <a:off x="15621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Freeform 754"/>
          <p:cNvSpPr/>
          <p:nvPr/>
        </p:nvSpPr>
        <p:spPr>
          <a:xfrm>
            <a:off x="16002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Freeform 755"/>
          <p:cNvSpPr/>
          <p:nvPr/>
        </p:nvSpPr>
        <p:spPr>
          <a:xfrm>
            <a:off x="16256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Freeform 756"/>
          <p:cNvSpPr/>
          <p:nvPr/>
        </p:nvSpPr>
        <p:spPr>
          <a:xfrm>
            <a:off x="16637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Freeform 757"/>
          <p:cNvSpPr/>
          <p:nvPr/>
        </p:nvSpPr>
        <p:spPr>
          <a:xfrm>
            <a:off x="1689100" y="1828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Freeform 758"/>
          <p:cNvSpPr/>
          <p:nvPr/>
        </p:nvSpPr>
        <p:spPr>
          <a:xfrm>
            <a:off x="17272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Freeform 759"/>
          <p:cNvSpPr/>
          <p:nvPr/>
        </p:nvSpPr>
        <p:spPr>
          <a:xfrm>
            <a:off x="17653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Freeform 760"/>
          <p:cNvSpPr/>
          <p:nvPr/>
        </p:nvSpPr>
        <p:spPr>
          <a:xfrm>
            <a:off x="17907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Freeform 761"/>
          <p:cNvSpPr/>
          <p:nvPr/>
        </p:nvSpPr>
        <p:spPr>
          <a:xfrm>
            <a:off x="1828800" y="1854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8C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Freeform 762"/>
          <p:cNvSpPr/>
          <p:nvPr/>
        </p:nvSpPr>
        <p:spPr>
          <a:xfrm>
            <a:off x="1854200" y="1892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Freeform 763"/>
          <p:cNvSpPr/>
          <p:nvPr/>
        </p:nvSpPr>
        <p:spPr>
          <a:xfrm>
            <a:off x="1892300" y="191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Freeform 764"/>
          <p:cNvSpPr/>
          <p:nvPr/>
        </p:nvSpPr>
        <p:spPr>
          <a:xfrm>
            <a:off x="1930400" y="194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Freeform 765"/>
          <p:cNvSpPr/>
          <p:nvPr/>
        </p:nvSpPr>
        <p:spPr>
          <a:xfrm>
            <a:off x="1955800" y="1955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Freeform 766"/>
          <p:cNvSpPr/>
          <p:nvPr/>
        </p:nvSpPr>
        <p:spPr>
          <a:xfrm>
            <a:off x="1993900" y="196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Freeform 767"/>
          <p:cNvSpPr/>
          <p:nvPr/>
        </p:nvSpPr>
        <p:spPr>
          <a:xfrm>
            <a:off x="2019300" y="1993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Freeform 768"/>
          <p:cNvSpPr/>
          <p:nvPr/>
        </p:nvSpPr>
        <p:spPr>
          <a:xfrm>
            <a:off x="2057400" y="199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Freeform 769"/>
          <p:cNvSpPr/>
          <p:nvPr/>
        </p:nvSpPr>
        <p:spPr>
          <a:xfrm>
            <a:off x="2095500" y="2006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Freeform 770"/>
          <p:cNvSpPr/>
          <p:nvPr/>
        </p:nvSpPr>
        <p:spPr>
          <a:xfrm>
            <a:off x="2120900" y="203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Freeform 771"/>
          <p:cNvSpPr/>
          <p:nvPr/>
        </p:nvSpPr>
        <p:spPr>
          <a:xfrm>
            <a:off x="2159000" y="2044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9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Freeform 772"/>
          <p:cNvSpPr/>
          <p:nvPr/>
        </p:nvSpPr>
        <p:spPr>
          <a:xfrm>
            <a:off x="2184400" y="2070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9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Freeform 773"/>
          <p:cNvSpPr/>
          <p:nvPr/>
        </p:nvSpPr>
        <p:spPr>
          <a:xfrm>
            <a:off x="2222500" y="209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Freeform 774"/>
          <p:cNvSpPr/>
          <p:nvPr/>
        </p:nvSpPr>
        <p:spPr>
          <a:xfrm>
            <a:off x="2260600" y="2120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4"/>
                </a:lnTo>
                <a:lnTo>
                  <a:pt x="2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Freeform 775"/>
          <p:cNvSpPr/>
          <p:nvPr/>
        </p:nvSpPr>
        <p:spPr>
          <a:xfrm>
            <a:off x="13081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Freeform 776"/>
          <p:cNvSpPr/>
          <p:nvPr/>
        </p:nvSpPr>
        <p:spPr>
          <a:xfrm>
            <a:off x="13462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Freeform 777"/>
          <p:cNvSpPr/>
          <p:nvPr/>
        </p:nvSpPr>
        <p:spPr>
          <a:xfrm>
            <a:off x="1371600" y="1778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Freeform 778"/>
          <p:cNvSpPr/>
          <p:nvPr/>
        </p:nvSpPr>
        <p:spPr>
          <a:xfrm>
            <a:off x="14097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Freeform 779"/>
          <p:cNvSpPr/>
          <p:nvPr/>
        </p:nvSpPr>
        <p:spPr>
          <a:xfrm>
            <a:off x="14478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Freeform 780"/>
          <p:cNvSpPr/>
          <p:nvPr/>
        </p:nvSpPr>
        <p:spPr>
          <a:xfrm>
            <a:off x="14732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Freeform 781"/>
          <p:cNvSpPr/>
          <p:nvPr/>
        </p:nvSpPr>
        <p:spPr>
          <a:xfrm>
            <a:off x="15113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Freeform 782"/>
          <p:cNvSpPr/>
          <p:nvPr/>
        </p:nvSpPr>
        <p:spPr>
          <a:xfrm>
            <a:off x="15494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Freeform 783"/>
          <p:cNvSpPr/>
          <p:nvPr/>
        </p:nvSpPr>
        <p:spPr>
          <a:xfrm>
            <a:off x="15748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Freeform 784"/>
          <p:cNvSpPr/>
          <p:nvPr/>
        </p:nvSpPr>
        <p:spPr>
          <a:xfrm>
            <a:off x="16129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Freeform 785"/>
          <p:cNvSpPr/>
          <p:nvPr/>
        </p:nvSpPr>
        <p:spPr>
          <a:xfrm>
            <a:off x="16383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Freeform 786"/>
          <p:cNvSpPr/>
          <p:nvPr/>
        </p:nvSpPr>
        <p:spPr>
          <a:xfrm>
            <a:off x="16764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Freeform 787"/>
          <p:cNvSpPr/>
          <p:nvPr/>
        </p:nvSpPr>
        <p:spPr>
          <a:xfrm>
            <a:off x="17145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Freeform 788"/>
          <p:cNvSpPr/>
          <p:nvPr/>
        </p:nvSpPr>
        <p:spPr>
          <a:xfrm>
            <a:off x="17399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Freeform 789"/>
          <p:cNvSpPr/>
          <p:nvPr/>
        </p:nvSpPr>
        <p:spPr>
          <a:xfrm>
            <a:off x="17780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Freeform 790"/>
          <p:cNvSpPr/>
          <p:nvPr/>
        </p:nvSpPr>
        <p:spPr>
          <a:xfrm>
            <a:off x="1803400" y="1866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AFFF5"/>
          </a:solidFill>
          <a:ln w="3175">
            <a:solidFill>
              <a:srgbClr val="08C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Freeform 791"/>
          <p:cNvSpPr/>
          <p:nvPr/>
        </p:nvSpPr>
        <p:spPr>
          <a:xfrm>
            <a:off x="18415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Freeform 792"/>
          <p:cNvSpPr/>
          <p:nvPr/>
        </p:nvSpPr>
        <p:spPr>
          <a:xfrm>
            <a:off x="1879600" y="1930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Freeform 793"/>
          <p:cNvSpPr/>
          <p:nvPr/>
        </p:nvSpPr>
        <p:spPr>
          <a:xfrm>
            <a:off x="1905000" y="1943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Freeform 794"/>
          <p:cNvSpPr/>
          <p:nvPr/>
        </p:nvSpPr>
        <p:spPr>
          <a:xfrm>
            <a:off x="1943100" y="1968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Freeform 795"/>
          <p:cNvSpPr/>
          <p:nvPr/>
        </p:nvSpPr>
        <p:spPr>
          <a:xfrm>
            <a:off x="1968500" y="198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Freeform 796"/>
          <p:cNvSpPr/>
          <p:nvPr/>
        </p:nvSpPr>
        <p:spPr>
          <a:xfrm>
            <a:off x="2006600" y="199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Freeform 797"/>
          <p:cNvSpPr/>
          <p:nvPr/>
        </p:nvSpPr>
        <p:spPr>
          <a:xfrm>
            <a:off x="2044700" y="200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1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Freeform 798"/>
          <p:cNvSpPr/>
          <p:nvPr/>
        </p:nvSpPr>
        <p:spPr>
          <a:xfrm>
            <a:off x="2070100" y="2019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2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Freeform 799"/>
          <p:cNvSpPr/>
          <p:nvPr/>
        </p:nvSpPr>
        <p:spPr>
          <a:xfrm>
            <a:off x="2108200" y="204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Freeform 800"/>
          <p:cNvSpPr/>
          <p:nvPr/>
        </p:nvSpPr>
        <p:spPr>
          <a:xfrm>
            <a:off x="2133600" y="2057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27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Freeform 801"/>
          <p:cNvSpPr/>
          <p:nvPr/>
        </p:nvSpPr>
        <p:spPr>
          <a:xfrm>
            <a:off x="2171700" y="2082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7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Freeform 802"/>
          <p:cNvSpPr/>
          <p:nvPr/>
        </p:nvSpPr>
        <p:spPr>
          <a:xfrm>
            <a:off x="2209800" y="210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Freeform 803"/>
          <p:cNvSpPr/>
          <p:nvPr/>
        </p:nvSpPr>
        <p:spPr>
          <a:xfrm>
            <a:off x="2235200" y="2133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4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Freeform 804"/>
          <p:cNvSpPr/>
          <p:nvPr/>
        </p:nvSpPr>
        <p:spPr>
          <a:xfrm>
            <a:off x="12954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Freeform 805"/>
          <p:cNvSpPr/>
          <p:nvPr/>
        </p:nvSpPr>
        <p:spPr>
          <a:xfrm>
            <a:off x="13208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Freeform 806"/>
          <p:cNvSpPr/>
          <p:nvPr/>
        </p:nvSpPr>
        <p:spPr>
          <a:xfrm>
            <a:off x="13589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Freeform 807"/>
          <p:cNvSpPr/>
          <p:nvPr/>
        </p:nvSpPr>
        <p:spPr>
          <a:xfrm>
            <a:off x="13970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Freeform 808"/>
          <p:cNvSpPr/>
          <p:nvPr/>
        </p:nvSpPr>
        <p:spPr>
          <a:xfrm>
            <a:off x="14224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Freeform 809"/>
          <p:cNvSpPr/>
          <p:nvPr/>
        </p:nvSpPr>
        <p:spPr>
          <a:xfrm>
            <a:off x="14605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Freeform 810"/>
          <p:cNvSpPr/>
          <p:nvPr/>
        </p:nvSpPr>
        <p:spPr>
          <a:xfrm>
            <a:off x="1485900" y="1816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Freeform 811"/>
          <p:cNvSpPr/>
          <p:nvPr/>
        </p:nvSpPr>
        <p:spPr>
          <a:xfrm>
            <a:off x="15240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Freeform 812"/>
          <p:cNvSpPr/>
          <p:nvPr/>
        </p:nvSpPr>
        <p:spPr>
          <a:xfrm>
            <a:off x="15621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Freeform 813"/>
          <p:cNvSpPr/>
          <p:nvPr/>
        </p:nvSpPr>
        <p:spPr>
          <a:xfrm>
            <a:off x="15875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Freeform 814"/>
          <p:cNvSpPr/>
          <p:nvPr/>
        </p:nvSpPr>
        <p:spPr>
          <a:xfrm>
            <a:off x="16256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Freeform 815"/>
          <p:cNvSpPr/>
          <p:nvPr/>
        </p:nvSpPr>
        <p:spPr>
          <a:xfrm>
            <a:off x="1651000" y="1841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Freeform 816"/>
          <p:cNvSpPr/>
          <p:nvPr/>
        </p:nvSpPr>
        <p:spPr>
          <a:xfrm>
            <a:off x="16891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Freeform 817"/>
          <p:cNvSpPr/>
          <p:nvPr/>
        </p:nvSpPr>
        <p:spPr>
          <a:xfrm>
            <a:off x="17272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Freeform 818"/>
          <p:cNvSpPr/>
          <p:nvPr/>
        </p:nvSpPr>
        <p:spPr>
          <a:xfrm>
            <a:off x="17526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Freeform 819"/>
          <p:cNvSpPr/>
          <p:nvPr/>
        </p:nvSpPr>
        <p:spPr>
          <a:xfrm>
            <a:off x="1790700" y="1879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AFFF5"/>
          </a:solidFill>
          <a:ln w="3175">
            <a:solidFill>
              <a:srgbClr val="08C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Freeform 820"/>
          <p:cNvSpPr/>
          <p:nvPr/>
        </p:nvSpPr>
        <p:spPr>
          <a:xfrm>
            <a:off x="1816100" y="1905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Freeform 821"/>
          <p:cNvSpPr/>
          <p:nvPr/>
        </p:nvSpPr>
        <p:spPr>
          <a:xfrm>
            <a:off x="1854200" y="1943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Freeform 822"/>
          <p:cNvSpPr/>
          <p:nvPr/>
        </p:nvSpPr>
        <p:spPr>
          <a:xfrm>
            <a:off x="18923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Freeform 823"/>
          <p:cNvSpPr/>
          <p:nvPr/>
        </p:nvSpPr>
        <p:spPr>
          <a:xfrm>
            <a:off x="1917700" y="198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Freeform 824"/>
          <p:cNvSpPr/>
          <p:nvPr/>
        </p:nvSpPr>
        <p:spPr>
          <a:xfrm>
            <a:off x="1955800" y="199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Freeform 825"/>
          <p:cNvSpPr/>
          <p:nvPr/>
        </p:nvSpPr>
        <p:spPr>
          <a:xfrm>
            <a:off x="1981200" y="2006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Freeform 826"/>
          <p:cNvSpPr/>
          <p:nvPr/>
        </p:nvSpPr>
        <p:spPr>
          <a:xfrm>
            <a:off x="2019300" y="201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1FF"/>
          </a:solidFill>
          <a:ln w="3175">
            <a:solidFill>
              <a:srgbClr val="004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Freeform 827"/>
          <p:cNvSpPr/>
          <p:nvPr/>
        </p:nvSpPr>
        <p:spPr>
          <a:xfrm>
            <a:off x="2057400" y="203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Freeform 828"/>
          <p:cNvSpPr/>
          <p:nvPr/>
        </p:nvSpPr>
        <p:spPr>
          <a:xfrm>
            <a:off x="2082800" y="205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Freeform 829"/>
          <p:cNvSpPr/>
          <p:nvPr/>
        </p:nvSpPr>
        <p:spPr>
          <a:xfrm>
            <a:off x="2120900" y="207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Freeform 830"/>
          <p:cNvSpPr/>
          <p:nvPr/>
        </p:nvSpPr>
        <p:spPr>
          <a:xfrm>
            <a:off x="2146300" y="2095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2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7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Freeform 831"/>
          <p:cNvSpPr/>
          <p:nvPr/>
        </p:nvSpPr>
        <p:spPr>
          <a:xfrm>
            <a:off x="2184400" y="212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Freeform 832"/>
          <p:cNvSpPr/>
          <p:nvPr/>
        </p:nvSpPr>
        <p:spPr>
          <a:xfrm>
            <a:off x="2222500" y="2146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Freeform 833"/>
          <p:cNvSpPr/>
          <p:nvPr/>
        </p:nvSpPr>
        <p:spPr>
          <a:xfrm>
            <a:off x="12700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Freeform 834"/>
          <p:cNvSpPr/>
          <p:nvPr/>
        </p:nvSpPr>
        <p:spPr>
          <a:xfrm>
            <a:off x="13081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Freeform 835"/>
          <p:cNvSpPr/>
          <p:nvPr/>
        </p:nvSpPr>
        <p:spPr>
          <a:xfrm>
            <a:off x="1333500" y="1803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Freeform 836"/>
          <p:cNvSpPr/>
          <p:nvPr/>
        </p:nvSpPr>
        <p:spPr>
          <a:xfrm>
            <a:off x="13716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Freeform 837"/>
          <p:cNvSpPr/>
          <p:nvPr/>
        </p:nvSpPr>
        <p:spPr>
          <a:xfrm>
            <a:off x="14097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Freeform 838"/>
          <p:cNvSpPr/>
          <p:nvPr/>
        </p:nvSpPr>
        <p:spPr>
          <a:xfrm>
            <a:off x="14351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Freeform 839"/>
          <p:cNvSpPr/>
          <p:nvPr/>
        </p:nvSpPr>
        <p:spPr>
          <a:xfrm>
            <a:off x="14732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Freeform 840"/>
          <p:cNvSpPr/>
          <p:nvPr/>
        </p:nvSpPr>
        <p:spPr>
          <a:xfrm>
            <a:off x="15113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Freeform 841"/>
          <p:cNvSpPr/>
          <p:nvPr/>
        </p:nvSpPr>
        <p:spPr>
          <a:xfrm>
            <a:off x="15367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Freeform 842"/>
          <p:cNvSpPr/>
          <p:nvPr/>
        </p:nvSpPr>
        <p:spPr>
          <a:xfrm>
            <a:off x="15748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Freeform 843"/>
          <p:cNvSpPr/>
          <p:nvPr/>
        </p:nvSpPr>
        <p:spPr>
          <a:xfrm>
            <a:off x="16002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Freeform 844"/>
          <p:cNvSpPr/>
          <p:nvPr/>
        </p:nvSpPr>
        <p:spPr>
          <a:xfrm>
            <a:off x="16383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Freeform 845"/>
          <p:cNvSpPr/>
          <p:nvPr/>
        </p:nvSpPr>
        <p:spPr>
          <a:xfrm>
            <a:off x="16764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Freeform 846"/>
          <p:cNvSpPr/>
          <p:nvPr/>
        </p:nvSpPr>
        <p:spPr>
          <a:xfrm>
            <a:off x="17018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Freeform 847"/>
          <p:cNvSpPr/>
          <p:nvPr/>
        </p:nvSpPr>
        <p:spPr>
          <a:xfrm>
            <a:off x="17399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AFFD5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Freeform 848"/>
          <p:cNvSpPr/>
          <p:nvPr/>
        </p:nvSpPr>
        <p:spPr>
          <a:xfrm>
            <a:off x="17653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7C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Freeform 849"/>
          <p:cNvSpPr/>
          <p:nvPr/>
        </p:nvSpPr>
        <p:spPr>
          <a:xfrm>
            <a:off x="1803400" y="191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1FF"/>
          </a:solidFill>
          <a:ln w="3175">
            <a:solidFill>
              <a:srgbClr val="00B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Freeform 850"/>
          <p:cNvSpPr/>
          <p:nvPr/>
        </p:nvSpPr>
        <p:spPr>
          <a:xfrm>
            <a:off x="1841500" y="1943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FFF"/>
          </a:solidFill>
          <a:ln w="3175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Freeform 851"/>
          <p:cNvSpPr/>
          <p:nvPr/>
        </p:nvSpPr>
        <p:spPr>
          <a:xfrm>
            <a:off x="1866900" y="1968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Freeform 852"/>
          <p:cNvSpPr/>
          <p:nvPr/>
        </p:nvSpPr>
        <p:spPr>
          <a:xfrm>
            <a:off x="1905000" y="199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Freeform 853"/>
          <p:cNvSpPr/>
          <p:nvPr/>
        </p:nvSpPr>
        <p:spPr>
          <a:xfrm>
            <a:off x="1930400" y="200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Freeform 854"/>
          <p:cNvSpPr/>
          <p:nvPr/>
        </p:nvSpPr>
        <p:spPr>
          <a:xfrm>
            <a:off x="1968500" y="201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Freeform 855"/>
          <p:cNvSpPr/>
          <p:nvPr/>
        </p:nvSpPr>
        <p:spPr>
          <a:xfrm>
            <a:off x="2006600" y="2032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Freeform 856"/>
          <p:cNvSpPr/>
          <p:nvPr/>
        </p:nvSpPr>
        <p:spPr>
          <a:xfrm>
            <a:off x="2032000" y="204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5FF"/>
          </a:solidFill>
          <a:ln w="3175">
            <a:solidFill>
              <a:srgbClr val="004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Freeform 857"/>
          <p:cNvSpPr/>
          <p:nvPr/>
        </p:nvSpPr>
        <p:spPr>
          <a:xfrm>
            <a:off x="2070100" y="205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2FF"/>
          </a:solidFill>
          <a:ln w="3175">
            <a:solidFill>
              <a:srgbClr val="003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Freeform 858"/>
          <p:cNvSpPr/>
          <p:nvPr/>
        </p:nvSpPr>
        <p:spPr>
          <a:xfrm>
            <a:off x="2095500" y="208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2AFF"/>
          </a:solidFill>
          <a:ln w="3175">
            <a:solidFill>
              <a:srgbClr val="002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reeform 859"/>
          <p:cNvSpPr/>
          <p:nvPr/>
        </p:nvSpPr>
        <p:spPr>
          <a:xfrm>
            <a:off x="2133600" y="2095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reeform 860"/>
          <p:cNvSpPr/>
          <p:nvPr/>
        </p:nvSpPr>
        <p:spPr>
          <a:xfrm>
            <a:off x="2171700" y="2120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Freeform 861"/>
          <p:cNvSpPr/>
          <p:nvPr/>
        </p:nvSpPr>
        <p:spPr>
          <a:xfrm>
            <a:off x="2197100" y="2159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Freeform 862"/>
          <p:cNvSpPr/>
          <p:nvPr/>
        </p:nvSpPr>
        <p:spPr>
          <a:xfrm>
            <a:off x="12573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Freeform 863"/>
          <p:cNvSpPr/>
          <p:nvPr/>
        </p:nvSpPr>
        <p:spPr>
          <a:xfrm>
            <a:off x="12827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Freeform 864"/>
          <p:cNvSpPr/>
          <p:nvPr/>
        </p:nvSpPr>
        <p:spPr>
          <a:xfrm>
            <a:off x="13208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Freeform 865"/>
          <p:cNvSpPr/>
          <p:nvPr/>
        </p:nvSpPr>
        <p:spPr>
          <a:xfrm>
            <a:off x="13589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Freeform 866"/>
          <p:cNvSpPr/>
          <p:nvPr/>
        </p:nvSpPr>
        <p:spPr>
          <a:xfrm>
            <a:off x="13843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Freeform 867"/>
          <p:cNvSpPr/>
          <p:nvPr/>
        </p:nvSpPr>
        <p:spPr>
          <a:xfrm>
            <a:off x="14224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Freeform 868"/>
          <p:cNvSpPr/>
          <p:nvPr/>
        </p:nvSpPr>
        <p:spPr>
          <a:xfrm>
            <a:off x="1447800" y="1828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Freeform 869"/>
          <p:cNvSpPr/>
          <p:nvPr/>
        </p:nvSpPr>
        <p:spPr>
          <a:xfrm>
            <a:off x="14859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Freeform 870"/>
          <p:cNvSpPr/>
          <p:nvPr/>
        </p:nvSpPr>
        <p:spPr>
          <a:xfrm>
            <a:off x="15240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Freeform 871"/>
          <p:cNvSpPr/>
          <p:nvPr/>
        </p:nvSpPr>
        <p:spPr>
          <a:xfrm>
            <a:off x="15494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Freeform 872"/>
          <p:cNvSpPr/>
          <p:nvPr/>
        </p:nvSpPr>
        <p:spPr>
          <a:xfrm>
            <a:off x="15875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Freeform 873"/>
          <p:cNvSpPr/>
          <p:nvPr/>
        </p:nvSpPr>
        <p:spPr>
          <a:xfrm>
            <a:off x="1612900" y="1866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Freeform 874"/>
          <p:cNvSpPr/>
          <p:nvPr/>
        </p:nvSpPr>
        <p:spPr>
          <a:xfrm>
            <a:off x="16510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Freeform 875"/>
          <p:cNvSpPr/>
          <p:nvPr/>
        </p:nvSpPr>
        <p:spPr>
          <a:xfrm>
            <a:off x="16891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Freeform 876"/>
          <p:cNvSpPr/>
          <p:nvPr/>
        </p:nvSpPr>
        <p:spPr>
          <a:xfrm>
            <a:off x="17145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Freeform 877"/>
          <p:cNvSpPr/>
          <p:nvPr/>
        </p:nvSpPr>
        <p:spPr>
          <a:xfrm>
            <a:off x="17526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9FFF6"/>
          </a:solidFill>
          <a:ln w="3175">
            <a:solidFill>
              <a:srgbClr val="07C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Freeform 878"/>
          <p:cNvSpPr/>
          <p:nvPr/>
        </p:nvSpPr>
        <p:spPr>
          <a:xfrm>
            <a:off x="1778000" y="1930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0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Freeform 879"/>
          <p:cNvSpPr/>
          <p:nvPr/>
        </p:nvSpPr>
        <p:spPr>
          <a:xfrm>
            <a:off x="1816100" y="1955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EFF"/>
          </a:solidFill>
          <a:ln w="3175">
            <a:solidFill>
              <a:srgbClr val="009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Freeform 880"/>
          <p:cNvSpPr/>
          <p:nvPr/>
        </p:nvSpPr>
        <p:spPr>
          <a:xfrm>
            <a:off x="1854200" y="1981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Freeform 881"/>
          <p:cNvSpPr/>
          <p:nvPr/>
        </p:nvSpPr>
        <p:spPr>
          <a:xfrm>
            <a:off x="1879600" y="200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Freeform 882"/>
          <p:cNvSpPr/>
          <p:nvPr/>
        </p:nvSpPr>
        <p:spPr>
          <a:xfrm>
            <a:off x="1917700" y="201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Freeform 883"/>
          <p:cNvSpPr/>
          <p:nvPr/>
        </p:nvSpPr>
        <p:spPr>
          <a:xfrm>
            <a:off x="1943100" y="2032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2FF"/>
          </a:solidFill>
          <a:ln w="3175">
            <a:solidFill>
              <a:srgbClr val="005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Freeform 884"/>
          <p:cNvSpPr/>
          <p:nvPr/>
        </p:nvSpPr>
        <p:spPr>
          <a:xfrm>
            <a:off x="1981200" y="2044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Freeform 885"/>
          <p:cNvSpPr/>
          <p:nvPr/>
        </p:nvSpPr>
        <p:spPr>
          <a:xfrm>
            <a:off x="2019300" y="205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Freeform 886"/>
          <p:cNvSpPr/>
          <p:nvPr/>
        </p:nvSpPr>
        <p:spPr>
          <a:xfrm>
            <a:off x="2044700" y="207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Freeform 887"/>
          <p:cNvSpPr/>
          <p:nvPr/>
        </p:nvSpPr>
        <p:spPr>
          <a:xfrm>
            <a:off x="2082800" y="2082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Freeform 888"/>
          <p:cNvSpPr/>
          <p:nvPr/>
        </p:nvSpPr>
        <p:spPr>
          <a:xfrm>
            <a:off x="2108200" y="2108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EFF"/>
          </a:solidFill>
          <a:ln w="3175">
            <a:solidFill>
              <a:srgbClr val="000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Freeform 889"/>
          <p:cNvSpPr/>
          <p:nvPr/>
        </p:nvSpPr>
        <p:spPr>
          <a:xfrm>
            <a:off x="2146300" y="213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3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E1"/>
          </a:solidFill>
          <a:ln w="3175">
            <a:solidFill>
              <a:srgbClr val="0000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Freeform 890"/>
          <p:cNvSpPr/>
          <p:nvPr/>
        </p:nvSpPr>
        <p:spPr>
          <a:xfrm>
            <a:off x="2184400" y="2171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3"/>
                </a:lnTo>
                <a:lnTo>
                  <a:pt x="2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Freeform 891"/>
          <p:cNvSpPr/>
          <p:nvPr/>
        </p:nvSpPr>
        <p:spPr>
          <a:xfrm>
            <a:off x="12319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Freeform 892"/>
          <p:cNvSpPr/>
          <p:nvPr/>
        </p:nvSpPr>
        <p:spPr>
          <a:xfrm>
            <a:off x="12700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Freeform 893"/>
          <p:cNvSpPr/>
          <p:nvPr/>
        </p:nvSpPr>
        <p:spPr>
          <a:xfrm>
            <a:off x="1295400" y="1816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Freeform 894"/>
          <p:cNvSpPr/>
          <p:nvPr/>
        </p:nvSpPr>
        <p:spPr>
          <a:xfrm>
            <a:off x="13335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Freeform 895"/>
          <p:cNvSpPr/>
          <p:nvPr/>
        </p:nvSpPr>
        <p:spPr>
          <a:xfrm>
            <a:off x="13716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Freeform 896"/>
          <p:cNvSpPr/>
          <p:nvPr/>
        </p:nvSpPr>
        <p:spPr>
          <a:xfrm>
            <a:off x="13970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Freeform 897"/>
          <p:cNvSpPr/>
          <p:nvPr/>
        </p:nvSpPr>
        <p:spPr>
          <a:xfrm>
            <a:off x="14351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Freeform 898"/>
          <p:cNvSpPr/>
          <p:nvPr/>
        </p:nvSpPr>
        <p:spPr>
          <a:xfrm>
            <a:off x="1460500" y="1854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Freeform 899"/>
          <p:cNvSpPr/>
          <p:nvPr/>
        </p:nvSpPr>
        <p:spPr>
          <a:xfrm>
            <a:off x="14986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Freeform 900"/>
          <p:cNvSpPr/>
          <p:nvPr/>
        </p:nvSpPr>
        <p:spPr>
          <a:xfrm>
            <a:off x="15367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Freeform 901"/>
          <p:cNvSpPr/>
          <p:nvPr/>
        </p:nvSpPr>
        <p:spPr>
          <a:xfrm>
            <a:off x="15621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Freeform 902"/>
          <p:cNvSpPr/>
          <p:nvPr/>
        </p:nvSpPr>
        <p:spPr>
          <a:xfrm>
            <a:off x="16002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Freeform 903"/>
          <p:cNvSpPr/>
          <p:nvPr/>
        </p:nvSpPr>
        <p:spPr>
          <a:xfrm>
            <a:off x="16383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Freeform 904"/>
          <p:cNvSpPr/>
          <p:nvPr/>
        </p:nvSpPr>
        <p:spPr>
          <a:xfrm>
            <a:off x="1663700" y="189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Freeform 905"/>
          <p:cNvSpPr/>
          <p:nvPr/>
        </p:nvSpPr>
        <p:spPr>
          <a:xfrm>
            <a:off x="17018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reeform 906"/>
          <p:cNvSpPr/>
          <p:nvPr/>
        </p:nvSpPr>
        <p:spPr>
          <a:xfrm>
            <a:off x="1727200" y="191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7FFF8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Freeform 907"/>
          <p:cNvSpPr/>
          <p:nvPr/>
        </p:nvSpPr>
        <p:spPr>
          <a:xfrm>
            <a:off x="1765300" y="1943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EFF"/>
          </a:solidFill>
          <a:ln w="3175">
            <a:solidFill>
              <a:srgbClr val="00B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Freeform 908"/>
          <p:cNvSpPr/>
          <p:nvPr/>
        </p:nvSpPr>
        <p:spPr>
          <a:xfrm>
            <a:off x="1803400" y="1968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reeform 909"/>
          <p:cNvSpPr/>
          <p:nvPr/>
        </p:nvSpPr>
        <p:spPr>
          <a:xfrm>
            <a:off x="1828800" y="1993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2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Freeform 910"/>
          <p:cNvSpPr/>
          <p:nvPr/>
        </p:nvSpPr>
        <p:spPr>
          <a:xfrm>
            <a:off x="1866900" y="2006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Freeform 911"/>
          <p:cNvSpPr/>
          <p:nvPr/>
        </p:nvSpPr>
        <p:spPr>
          <a:xfrm>
            <a:off x="1892300" y="203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reeform 912"/>
          <p:cNvSpPr/>
          <p:nvPr/>
        </p:nvSpPr>
        <p:spPr>
          <a:xfrm>
            <a:off x="1930400" y="204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Freeform 913"/>
          <p:cNvSpPr/>
          <p:nvPr/>
        </p:nvSpPr>
        <p:spPr>
          <a:xfrm>
            <a:off x="1968500" y="205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C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Freeform 914"/>
          <p:cNvSpPr/>
          <p:nvPr/>
        </p:nvSpPr>
        <p:spPr>
          <a:xfrm>
            <a:off x="1993900" y="207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5EFF"/>
          </a:solidFill>
          <a:ln w="3175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Freeform 915"/>
          <p:cNvSpPr/>
          <p:nvPr/>
        </p:nvSpPr>
        <p:spPr>
          <a:xfrm>
            <a:off x="2032000" y="208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CFF"/>
          </a:solidFill>
          <a:ln w="3175">
            <a:solidFill>
              <a:srgbClr val="003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Freeform 916"/>
          <p:cNvSpPr/>
          <p:nvPr/>
        </p:nvSpPr>
        <p:spPr>
          <a:xfrm>
            <a:off x="2057400" y="209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34FF"/>
          </a:solidFill>
          <a:ln w="3175">
            <a:solidFill>
              <a:srgbClr val="002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Freeform 917"/>
          <p:cNvSpPr/>
          <p:nvPr/>
        </p:nvSpPr>
        <p:spPr>
          <a:xfrm>
            <a:off x="2095500" y="212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Freeform 918"/>
          <p:cNvSpPr/>
          <p:nvPr/>
        </p:nvSpPr>
        <p:spPr>
          <a:xfrm>
            <a:off x="2133600" y="214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E6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Freeform 919"/>
          <p:cNvSpPr/>
          <p:nvPr/>
        </p:nvSpPr>
        <p:spPr>
          <a:xfrm>
            <a:off x="2159000" y="2171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0"/>
                </a:moveTo>
                <a:lnTo>
                  <a:pt x="4" y="4"/>
                </a:lnTo>
                <a:lnTo>
                  <a:pt x="3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Freeform 920"/>
          <p:cNvSpPr/>
          <p:nvPr/>
        </p:nvSpPr>
        <p:spPr>
          <a:xfrm>
            <a:off x="12192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Freeform 921"/>
          <p:cNvSpPr/>
          <p:nvPr/>
        </p:nvSpPr>
        <p:spPr>
          <a:xfrm>
            <a:off x="12446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Freeform 922"/>
          <p:cNvSpPr/>
          <p:nvPr/>
        </p:nvSpPr>
        <p:spPr>
          <a:xfrm>
            <a:off x="12827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Freeform 923"/>
          <p:cNvSpPr/>
          <p:nvPr/>
        </p:nvSpPr>
        <p:spPr>
          <a:xfrm>
            <a:off x="13208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Freeform 924"/>
          <p:cNvSpPr/>
          <p:nvPr/>
        </p:nvSpPr>
        <p:spPr>
          <a:xfrm>
            <a:off x="13462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Freeform 925"/>
          <p:cNvSpPr/>
          <p:nvPr/>
        </p:nvSpPr>
        <p:spPr>
          <a:xfrm>
            <a:off x="13843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Freeform 926"/>
          <p:cNvSpPr/>
          <p:nvPr/>
        </p:nvSpPr>
        <p:spPr>
          <a:xfrm>
            <a:off x="14097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Freeform 927"/>
          <p:cNvSpPr/>
          <p:nvPr/>
        </p:nvSpPr>
        <p:spPr>
          <a:xfrm>
            <a:off x="14478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Freeform 928"/>
          <p:cNvSpPr/>
          <p:nvPr/>
        </p:nvSpPr>
        <p:spPr>
          <a:xfrm>
            <a:off x="14859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Freeform 929"/>
          <p:cNvSpPr/>
          <p:nvPr/>
        </p:nvSpPr>
        <p:spPr>
          <a:xfrm>
            <a:off x="15113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Freeform 930"/>
          <p:cNvSpPr/>
          <p:nvPr/>
        </p:nvSpPr>
        <p:spPr>
          <a:xfrm>
            <a:off x="15494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Freeform 931"/>
          <p:cNvSpPr/>
          <p:nvPr/>
        </p:nvSpPr>
        <p:spPr>
          <a:xfrm>
            <a:off x="1574800" y="1892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2" y="0"/>
                </a:moveTo>
                <a:lnTo>
                  <a:pt x="5" y="0"/>
                </a:lnTo>
                <a:lnTo>
                  <a:pt x="3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Freeform 932"/>
          <p:cNvSpPr/>
          <p:nvPr/>
        </p:nvSpPr>
        <p:spPr>
          <a:xfrm>
            <a:off x="16129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Freeform 933"/>
          <p:cNvSpPr/>
          <p:nvPr/>
        </p:nvSpPr>
        <p:spPr>
          <a:xfrm>
            <a:off x="1651000" y="190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175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Freeform 934"/>
          <p:cNvSpPr/>
          <p:nvPr/>
        </p:nvSpPr>
        <p:spPr>
          <a:xfrm>
            <a:off x="16764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9FFD6"/>
          </a:solidFill>
          <a:ln w="3175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Freeform 935"/>
          <p:cNvSpPr/>
          <p:nvPr/>
        </p:nvSpPr>
        <p:spPr>
          <a:xfrm>
            <a:off x="1714500" y="1930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2"/>
                </a:lnTo>
                <a:lnTo>
                  <a:pt x="2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6FFF9"/>
          </a:solidFill>
          <a:ln w="3175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Freeform 936"/>
          <p:cNvSpPr/>
          <p:nvPr/>
        </p:nvSpPr>
        <p:spPr>
          <a:xfrm>
            <a:off x="1739900" y="1955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Freeform 937"/>
          <p:cNvSpPr/>
          <p:nvPr/>
        </p:nvSpPr>
        <p:spPr>
          <a:xfrm>
            <a:off x="1778000" y="1981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0"/>
                </a:moveTo>
                <a:lnTo>
                  <a:pt x="4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9FF"/>
          </a:solidFill>
          <a:ln w="3175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Freeform 938"/>
          <p:cNvSpPr/>
          <p:nvPr/>
        </p:nvSpPr>
        <p:spPr>
          <a:xfrm>
            <a:off x="1816100" y="2006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0FF"/>
          </a:solidFill>
          <a:ln w="3175">
            <a:solidFill>
              <a:srgbClr val="008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Freeform 939"/>
          <p:cNvSpPr/>
          <p:nvPr/>
        </p:nvSpPr>
        <p:spPr>
          <a:xfrm>
            <a:off x="1841500" y="2019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8F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Freeform 940"/>
          <p:cNvSpPr/>
          <p:nvPr/>
        </p:nvSpPr>
        <p:spPr>
          <a:xfrm>
            <a:off x="1879600" y="204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Freeform 941"/>
          <p:cNvSpPr/>
          <p:nvPr/>
        </p:nvSpPr>
        <p:spPr>
          <a:xfrm>
            <a:off x="1905000" y="2044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2" y="0"/>
                </a:moveTo>
                <a:lnTo>
                  <a:pt x="5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E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Freeform 942"/>
          <p:cNvSpPr/>
          <p:nvPr/>
        </p:nvSpPr>
        <p:spPr>
          <a:xfrm>
            <a:off x="1943100" y="2057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1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3FF"/>
          </a:solidFill>
          <a:ln w="3175">
            <a:solidFill>
              <a:srgbClr val="005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Freeform 943"/>
          <p:cNvSpPr/>
          <p:nvPr/>
        </p:nvSpPr>
        <p:spPr>
          <a:xfrm>
            <a:off x="1981200" y="2070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65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Freeform 944"/>
          <p:cNvSpPr/>
          <p:nvPr/>
        </p:nvSpPr>
        <p:spPr>
          <a:xfrm>
            <a:off x="2006600" y="2082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0"/>
                </a:moveTo>
                <a:lnTo>
                  <a:pt x="4" y="2"/>
                </a:lnTo>
                <a:lnTo>
                  <a:pt x="3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Freeform 945"/>
          <p:cNvSpPr/>
          <p:nvPr/>
        </p:nvSpPr>
        <p:spPr>
          <a:xfrm>
            <a:off x="2044700" y="210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1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3BFF"/>
          </a:solidFill>
          <a:ln w="3175">
            <a:solidFill>
              <a:srgbClr val="002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Freeform 946"/>
          <p:cNvSpPr/>
          <p:nvPr/>
        </p:nvSpPr>
        <p:spPr>
          <a:xfrm>
            <a:off x="2070100" y="2120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2" y="0"/>
                </a:moveTo>
                <a:lnTo>
                  <a:pt x="5" y="2"/>
                </a:lnTo>
                <a:lnTo>
                  <a:pt x="3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1AFF"/>
          </a:solidFill>
          <a:ln w="3175">
            <a:solidFill>
              <a:srgbClr val="001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Freeform 947"/>
          <p:cNvSpPr/>
          <p:nvPr/>
        </p:nvSpPr>
        <p:spPr>
          <a:xfrm>
            <a:off x="2108200" y="2146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0"/>
                </a:moveTo>
                <a:lnTo>
                  <a:pt x="4" y="3"/>
                </a:lnTo>
                <a:lnTo>
                  <a:pt x="3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ED"/>
          </a:solidFill>
          <a:ln w="3175">
            <a:solidFill>
              <a:srgbClr val="000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Freeform 948"/>
          <p:cNvSpPr/>
          <p:nvPr/>
        </p:nvSpPr>
        <p:spPr>
          <a:xfrm>
            <a:off x="2146300" y="2184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2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0" name="Connector 949"/>
          <p:cNvCxnSpPr/>
          <p:nvPr/>
        </p:nvCxnSpPr>
        <p:spPr>
          <a:xfrm flipV="1">
            <a:off x="3117150" y="1815678"/>
            <a:ext cx="480876" cy="34134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1" name="Connector 950"/>
          <p:cNvCxnSpPr/>
          <p:nvPr/>
        </p:nvCxnSpPr>
        <p:spPr>
          <a:xfrm flipV="1">
            <a:off x="3359967" y="1853152"/>
            <a:ext cx="480878" cy="34134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2" name="Connector 951"/>
          <p:cNvCxnSpPr/>
          <p:nvPr/>
        </p:nvCxnSpPr>
        <p:spPr>
          <a:xfrm flipV="1">
            <a:off x="3602785" y="1890626"/>
            <a:ext cx="480878" cy="34134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3" name="Connector 952"/>
          <p:cNvCxnSpPr/>
          <p:nvPr/>
        </p:nvCxnSpPr>
        <p:spPr>
          <a:xfrm flipV="1">
            <a:off x="3845604" y="1928100"/>
            <a:ext cx="480876" cy="34134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4" name="Connector 953"/>
          <p:cNvCxnSpPr/>
          <p:nvPr/>
        </p:nvCxnSpPr>
        <p:spPr>
          <a:xfrm flipV="1">
            <a:off x="4088422" y="1965574"/>
            <a:ext cx="480877" cy="34134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5" name="Connector 954"/>
          <p:cNvCxnSpPr/>
          <p:nvPr/>
        </p:nvCxnSpPr>
        <p:spPr>
          <a:xfrm>
            <a:off x="3117150" y="2157027"/>
            <a:ext cx="1031976" cy="15926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6" name="Connector 955"/>
          <p:cNvCxnSpPr/>
          <p:nvPr/>
        </p:nvCxnSpPr>
        <p:spPr>
          <a:xfrm>
            <a:off x="3437734" y="1929461"/>
            <a:ext cx="1031977" cy="15926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7" name="Connector 956"/>
          <p:cNvCxnSpPr/>
          <p:nvPr/>
        </p:nvCxnSpPr>
        <p:spPr>
          <a:xfrm flipV="1">
            <a:off x="3117150" y="2141398"/>
            <a:ext cx="22016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8" name="Connector 957"/>
          <p:cNvCxnSpPr/>
          <p:nvPr/>
        </p:nvCxnSpPr>
        <p:spPr>
          <a:xfrm flipV="1">
            <a:off x="3359967" y="2178872"/>
            <a:ext cx="22018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9" name="Connector 958"/>
          <p:cNvCxnSpPr/>
          <p:nvPr/>
        </p:nvCxnSpPr>
        <p:spPr>
          <a:xfrm flipV="1">
            <a:off x="3602785" y="2216346"/>
            <a:ext cx="22017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0" name="Connector 959"/>
          <p:cNvCxnSpPr/>
          <p:nvPr/>
        </p:nvCxnSpPr>
        <p:spPr>
          <a:xfrm flipV="1">
            <a:off x="3845604" y="2253820"/>
            <a:ext cx="22016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1" name="Connector 960"/>
          <p:cNvCxnSpPr/>
          <p:nvPr/>
        </p:nvCxnSpPr>
        <p:spPr>
          <a:xfrm flipV="1">
            <a:off x="4088422" y="2291294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2" name="Connector 961"/>
          <p:cNvCxnSpPr/>
          <p:nvPr/>
        </p:nvCxnSpPr>
        <p:spPr>
          <a:xfrm flipH="1">
            <a:off x="3576010" y="1815678"/>
            <a:ext cx="22016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3" name="Connector 962"/>
          <p:cNvCxnSpPr/>
          <p:nvPr/>
        </p:nvCxnSpPr>
        <p:spPr>
          <a:xfrm flipH="1">
            <a:off x="3818828" y="1853152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4" name="Connector 963"/>
          <p:cNvCxnSpPr/>
          <p:nvPr/>
        </p:nvCxnSpPr>
        <p:spPr>
          <a:xfrm flipH="1">
            <a:off x="4061645" y="1890626"/>
            <a:ext cx="22018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5" name="Connector 964"/>
          <p:cNvCxnSpPr/>
          <p:nvPr/>
        </p:nvCxnSpPr>
        <p:spPr>
          <a:xfrm flipH="1">
            <a:off x="4304464" y="1928100"/>
            <a:ext cx="22016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6" name="Connector 965"/>
          <p:cNvCxnSpPr/>
          <p:nvPr/>
        </p:nvCxnSpPr>
        <p:spPr>
          <a:xfrm flipH="1">
            <a:off x="4547282" y="1965574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7" name="Connector 966"/>
          <p:cNvCxnSpPr/>
          <p:nvPr/>
        </p:nvCxnSpPr>
        <p:spPr>
          <a:xfrm>
            <a:off x="3117150" y="2157027"/>
            <a:ext cx="26684" cy="411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8" name="Connector 967"/>
          <p:cNvCxnSpPr/>
          <p:nvPr/>
        </p:nvCxnSpPr>
        <p:spPr>
          <a:xfrm>
            <a:off x="3437734" y="1929461"/>
            <a:ext cx="26685" cy="411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9" name="Connector 968"/>
          <p:cNvCxnSpPr/>
          <p:nvPr/>
        </p:nvCxnSpPr>
        <p:spPr>
          <a:xfrm flipH="1" flipV="1">
            <a:off x="4122441" y="2312172"/>
            <a:ext cx="26685" cy="411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0" name="Connector 969"/>
          <p:cNvCxnSpPr/>
          <p:nvPr/>
        </p:nvCxnSpPr>
        <p:spPr>
          <a:xfrm flipH="1" flipV="1">
            <a:off x="4443026" y="2084607"/>
            <a:ext cx="26685" cy="411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1" name="Connector 970"/>
          <p:cNvCxnSpPr/>
          <p:nvPr/>
        </p:nvCxnSpPr>
        <p:spPr>
          <a:xfrm>
            <a:off x="3117150" y="2157027"/>
            <a:ext cx="1031976" cy="1592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2" name="Connector 971"/>
          <p:cNvCxnSpPr/>
          <p:nvPr/>
        </p:nvCxnSpPr>
        <p:spPr>
          <a:xfrm>
            <a:off x="3598026" y="1815678"/>
            <a:ext cx="1031977" cy="1592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3" name="Connector 972"/>
          <p:cNvCxnSpPr/>
          <p:nvPr/>
        </p:nvCxnSpPr>
        <p:spPr>
          <a:xfrm flipV="1">
            <a:off x="3117150" y="1815678"/>
            <a:ext cx="480876" cy="3413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4" name="Connector 973"/>
          <p:cNvCxnSpPr/>
          <p:nvPr/>
        </p:nvCxnSpPr>
        <p:spPr>
          <a:xfrm flipV="1">
            <a:off x="4149126" y="1974942"/>
            <a:ext cx="480877" cy="3413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 flipH="1">
            <a:off x="3576010" y="1159453"/>
            <a:ext cx="22016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 flipH="1">
            <a:off x="3818828" y="1196927"/>
            <a:ext cx="22017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 flipH="1">
            <a:off x="4061645" y="1234401"/>
            <a:ext cx="22018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 flipH="1">
            <a:off x="4304464" y="1271875"/>
            <a:ext cx="22016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H="1">
            <a:off x="4547282" y="1309349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>
            <a:off x="3117150" y="1500802"/>
            <a:ext cx="26684" cy="411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>
            <a:off x="3437734" y="1273236"/>
            <a:ext cx="26685" cy="411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>
            <a:off x="3598026" y="1159453"/>
            <a:ext cx="1031977" cy="15926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 flipV="1">
            <a:off x="3117150" y="1159453"/>
            <a:ext cx="480876" cy="3413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 flipV="1">
            <a:off x="3117150" y="1500802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 flipV="1">
            <a:off x="3437734" y="1273236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 flipV="1">
            <a:off x="3117150" y="2130027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 flipV="1">
            <a:off x="3437734" y="1902462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3117150" y="1500802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3437734" y="1273236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 flipV="1">
            <a:off x="3117150" y="1763150"/>
            <a:ext cx="480876" cy="34134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 flipV="1">
            <a:off x="3117150" y="1438994"/>
            <a:ext cx="480876" cy="34134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 flipV="1">
            <a:off x="3117150" y="2088871"/>
            <a:ext cx="22016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V="1">
            <a:off x="3117150" y="1764714"/>
            <a:ext cx="22016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 flipH="1">
            <a:off x="3576010" y="1763150"/>
            <a:ext cx="22016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 flipH="1">
            <a:off x="3576010" y="1438994"/>
            <a:ext cx="22016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 flipV="1">
            <a:off x="3117150" y="1500802"/>
            <a:ext cx="0" cy="6562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 flipV="1">
            <a:off x="3598026" y="1159453"/>
            <a:ext cx="0" cy="6562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 flipV="1">
            <a:off x="4149126" y="2289292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 flipV="1">
            <a:off x="4469711" y="2061726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 flipH="1">
            <a:off x="4607986" y="1922415"/>
            <a:ext cx="22017" cy="1562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 flipH="1">
            <a:off x="4607986" y="1598258"/>
            <a:ext cx="22017" cy="1562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 flipV="1">
            <a:off x="4630003" y="1318717"/>
            <a:ext cx="0" cy="6562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 flipV="1">
            <a:off x="3117150" y="2130027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V="1">
            <a:off x="3359967" y="2167501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V="1">
            <a:off x="3602785" y="2204975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 flipV="1">
            <a:off x="3845604" y="2242449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 flipV="1">
            <a:off x="4088422" y="2279923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3117150" y="2104499"/>
            <a:ext cx="26684" cy="411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>
            <a:off x="3117150" y="1780343"/>
            <a:ext cx="26684" cy="411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 flipV="1">
            <a:off x="3598026" y="1159453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 flipV="1">
            <a:off x="3840845" y="1196927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 flipV="1">
            <a:off x="4083663" y="1234401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 flipV="1">
            <a:off x="4326480" y="1271875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V="1">
            <a:off x="4569299" y="1309349"/>
            <a:ext cx="0" cy="6562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V="1">
            <a:off x="3598026" y="1788679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V="1">
            <a:off x="3840845" y="1826153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 flipV="1">
            <a:off x="4083663" y="1863627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V="1">
            <a:off x="4326480" y="1901101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V="1">
            <a:off x="4569299" y="1938574"/>
            <a:ext cx="0" cy="270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>
            <a:off x="3598026" y="1159453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>
            <a:off x="3840845" y="1196927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>
            <a:off x="4083663" y="1234401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>
            <a:off x="4326480" y="1271875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>
            <a:off x="4569299" y="1309349"/>
            <a:ext cx="0" cy="269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>
            <a:off x="3598026" y="1763150"/>
            <a:ext cx="1031977" cy="1592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>
            <a:off x="3598026" y="1438994"/>
            <a:ext cx="1031977" cy="15926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>
            <a:off x="3598026" y="1763150"/>
            <a:ext cx="26685" cy="411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>
            <a:off x="3598026" y="1438994"/>
            <a:ext cx="26685" cy="411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 flipH="1" flipV="1">
            <a:off x="4603318" y="1918296"/>
            <a:ext cx="26685" cy="411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 flipH="1" flipV="1">
            <a:off x="4603318" y="1594140"/>
            <a:ext cx="26685" cy="411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1" name="Freeform 1030"/>
          <p:cNvSpPr/>
          <p:nvPr/>
        </p:nvSpPr>
        <p:spPr>
          <a:xfrm>
            <a:off x="4114800" y="1917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Freeform 1031"/>
          <p:cNvSpPr/>
          <p:nvPr/>
        </p:nvSpPr>
        <p:spPr>
          <a:xfrm>
            <a:off x="4127500" y="1905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Freeform 1032"/>
          <p:cNvSpPr/>
          <p:nvPr/>
        </p:nvSpPr>
        <p:spPr>
          <a:xfrm>
            <a:off x="4152900" y="190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Freeform 1033"/>
          <p:cNvSpPr/>
          <p:nvPr/>
        </p:nvSpPr>
        <p:spPr>
          <a:xfrm>
            <a:off x="4165600" y="189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Freeform 1034"/>
          <p:cNvSpPr/>
          <p:nvPr/>
        </p:nvSpPr>
        <p:spPr>
          <a:xfrm>
            <a:off x="41783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Freeform 1035"/>
          <p:cNvSpPr/>
          <p:nvPr/>
        </p:nvSpPr>
        <p:spPr>
          <a:xfrm>
            <a:off x="4191000" y="1866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Freeform 1036"/>
          <p:cNvSpPr/>
          <p:nvPr/>
        </p:nvSpPr>
        <p:spPr>
          <a:xfrm>
            <a:off x="42164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Freeform 1037"/>
          <p:cNvSpPr/>
          <p:nvPr/>
        </p:nvSpPr>
        <p:spPr>
          <a:xfrm>
            <a:off x="42291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Freeform 1038"/>
          <p:cNvSpPr/>
          <p:nvPr/>
        </p:nvSpPr>
        <p:spPr>
          <a:xfrm>
            <a:off x="42418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Freeform 1039"/>
          <p:cNvSpPr/>
          <p:nvPr/>
        </p:nvSpPr>
        <p:spPr>
          <a:xfrm>
            <a:off x="42672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Freeform 1040"/>
          <p:cNvSpPr/>
          <p:nvPr/>
        </p:nvSpPr>
        <p:spPr>
          <a:xfrm>
            <a:off x="42799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Freeform 1041"/>
          <p:cNvSpPr/>
          <p:nvPr/>
        </p:nvSpPr>
        <p:spPr>
          <a:xfrm>
            <a:off x="42926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Freeform 1042"/>
          <p:cNvSpPr/>
          <p:nvPr/>
        </p:nvSpPr>
        <p:spPr>
          <a:xfrm>
            <a:off x="43180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Freeform 1043"/>
          <p:cNvSpPr/>
          <p:nvPr/>
        </p:nvSpPr>
        <p:spPr>
          <a:xfrm>
            <a:off x="43307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Freeform 1044"/>
          <p:cNvSpPr/>
          <p:nvPr/>
        </p:nvSpPr>
        <p:spPr>
          <a:xfrm>
            <a:off x="4343400" y="1739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Freeform 1045"/>
          <p:cNvSpPr/>
          <p:nvPr/>
        </p:nvSpPr>
        <p:spPr>
          <a:xfrm>
            <a:off x="4356100" y="17145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F400"/>
          </a:solidFill>
          <a:ln w="3175">
            <a:solidFill>
              <a:srgbClr val="CCC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Freeform 1046"/>
          <p:cNvSpPr/>
          <p:nvPr/>
        </p:nvSpPr>
        <p:spPr>
          <a:xfrm>
            <a:off x="4381500" y="167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900"/>
          </a:solidFill>
          <a:ln w="3175">
            <a:solidFill>
              <a:srgbClr val="C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Freeform 1047"/>
          <p:cNvSpPr/>
          <p:nvPr/>
        </p:nvSpPr>
        <p:spPr>
          <a:xfrm>
            <a:off x="43942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A400"/>
          </a:solidFill>
          <a:ln w="3175">
            <a:solidFill>
              <a:srgbClr val="CC8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Freeform 1048"/>
          <p:cNvSpPr/>
          <p:nvPr/>
        </p:nvSpPr>
        <p:spPr>
          <a:xfrm>
            <a:off x="4406900" y="1625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600"/>
          </a:solidFill>
          <a:ln w="3175">
            <a:solidFill>
              <a:srgbClr val="CC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Freeform 1049"/>
          <p:cNvSpPr/>
          <p:nvPr/>
        </p:nvSpPr>
        <p:spPr>
          <a:xfrm>
            <a:off x="44323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7100"/>
          </a:solidFill>
          <a:ln w="3175">
            <a:solidFill>
              <a:srgbClr val="CC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Freeform 1050"/>
          <p:cNvSpPr/>
          <p:nvPr/>
        </p:nvSpPr>
        <p:spPr>
          <a:xfrm>
            <a:off x="4445000" y="1574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700"/>
          </a:solidFill>
          <a:ln w="3175">
            <a:solidFill>
              <a:srgbClr val="CC5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Freeform 1051"/>
          <p:cNvSpPr/>
          <p:nvPr/>
        </p:nvSpPr>
        <p:spPr>
          <a:xfrm>
            <a:off x="44577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5F00"/>
          </a:solidFill>
          <a:ln w="3175">
            <a:solidFill>
              <a:srgbClr val="CC4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Freeform 1052"/>
          <p:cNvSpPr/>
          <p:nvPr/>
        </p:nvSpPr>
        <p:spPr>
          <a:xfrm>
            <a:off x="44831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5400"/>
          </a:solidFill>
          <a:ln w="3175">
            <a:solidFill>
              <a:srgbClr val="CC4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Freeform 1053"/>
          <p:cNvSpPr/>
          <p:nvPr/>
        </p:nvSpPr>
        <p:spPr>
          <a:xfrm>
            <a:off x="4495800" y="1524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600"/>
          </a:solidFill>
          <a:ln w="3175">
            <a:solidFill>
              <a:srgbClr val="CC3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Freeform 1054"/>
          <p:cNvSpPr/>
          <p:nvPr/>
        </p:nvSpPr>
        <p:spPr>
          <a:xfrm>
            <a:off x="45085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3500"/>
          </a:solidFill>
          <a:ln w="3175">
            <a:solidFill>
              <a:srgbClr val="CC2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Freeform 1055"/>
          <p:cNvSpPr/>
          <p:nvPr/>
        </p:nvSpPr>
        <p:spPr>
          <a:xfrm>
            <a:off x="4533900" y="147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1F00"/>
          </a:solidFill>
          <a:ln w="3175">
            <a:solidFill>
              <a:srgbClr val="CC1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Freeform 1056"/>
          <p:cNvSpPr/>
          <p:nvPr/>
        </p:nvSpPr>
        <p:spPr>
          <a:xfrm>
            <a:off x="45466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Freeform 1057"/>
          <p:cNvSpPr/>
          <p:nvPr/>
        </p:nvSpPr>
        <p:spPr>
          <a:xfrm>
            <a:off x="45593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DC0000"/>
          </a:solidFill>
          <a:ln w="3175">
            <a:solidFill>
              <a:srgbClr val="B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Freeform 1058"/>
          <p:cNvSpPr/>
          <p:nvPr/>
        </p:nvSpPr>
        <p:spPr>
          <a:xfrm>
            <a:off x="4572000" y="13716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AB0000"/>
          </a:solidFill>
          <a:ln w="3175">
            <a:solidFill>
              <a:srgbClr val="8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Freeform 1059"/>
          <p:cNvSpPr/>
          <p:nvPr/>
        </p:nvSpPr>
        <p:spPr>
          <a:xfrm>
            <a:off x="4076700" y="191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Freeform 1060"/>
          <p:cNvSpPr/>
          <p:nvPr/>
        </p:nvSpPr>
        <p:spPr>
          <a:xfrm>
            <a:off x="4089400" y="1905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Freeform 1061"/>
          <p:cNvSpPr/>
          <p:nvPr/>
        </p:nvSpPr>
        <p:spPr>
          <a:xfrm>
            <a:off x="4114800" y="189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Freeform 1062"/>
          <p:cNvSpPr/>
          <p:nvPr/>
        </p:nvSpPr>
        <p:spPr>
          <a:xfrm>
            <a:off x="41275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Freeform 1063"/>
          <p:cNvSpPr/>
          <p:nvPr/>
        </p:nvSpPr>
        <p:spPr>
          <a:xfrm>
            <a:off x="41402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Freeform 1064"/>
          <p:cNvSpPr/>
          <p:nvPr/>
        </p:nvSpPr>
        <p:spPr>
          <a:xfrm>
            <a:off x="41656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Freeform 1065"/>
          <p:cNvSpPr/>
          <p:nvPr/>
        </p:nvSpPr>
        <p:spPr>
          <a:xfrm>
            <a:off x="41783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Freeform 1066"/>
          <p:cNvSpPr/>
          <p:nvPr/>
        </p:nvSpPr>
        <p:spPr>
          <a:xfrm>
            <a:off x="41910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Freeform 1067"/>
          <p:cNvSpPr/>
          <p:nvPr/>
        </p:nvSpPr>
        <p:spPr>
          <a:xfrm>
            <a:off x="42164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Freeform 1068"/>
          <p:cNvSpPr/>
          <p:nvPr/>
        </p:nvSpPr>
        <p:spPr>
          <a:xfrm>
            <a:off x="42291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Freeform 1069"/>
          <p:cNvSpPr/>
          <p:nvPr/>
        </p:nvSpPr>
        <p:spPr>
          <a:xfrm>
            <a:off x="42418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Freeform 1070"/>
          <p:cNvSpPr/>
          <p:nvPr/>
        </p:nvSpPr>
        <p:spPr>
          <a:xfrm>
            <a:off x="4254500" y="1790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Freeform 1071"/>
          <p:cNvSpPr/>
          <p:nvPr/>
        </p:nvSpPr>
        <p:spPr>
          <a:xfrm>
            <a:off x="42799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Freeform 1072"/>
          <p:cNvSpPr/>
          <p:nvPr/>
        </p:nvSpPr>
        <p:spPr>
          <a:xfrm>
            <a:off x="42926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Freeform 1073"/>
          <p:cNvSpPr/>
          <p:nvPr/>
        </p:nvSpPr>
        <p:spPr>
          <a:xfrm>
            <a:off x="43053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Freeform 1074"/>
          <p:cNvSpPr/>
          <p:nvPr/>
        </p:nvSpPr>
        <p:spPr>
          <a:xfrm>
            <a:off x="4330700" y="170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FF6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Freeform 1075"/>
          <p:cNvSpPr/>
          <p:nvPr/>
        </p:nvSpPr>
        <p:spPr>
          <a:xfrm>
            <a:off x="4343400" y="167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CC00"/>
          </a:solidFill>
          <a:ln w="3175">
            <a:solidFill>
              <a:srgbClr val="CCA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Freeform 1076"/>
          <p:cNvSpPr/>
          <p:nvPr/>
        </p:nvSpPr>
        <p:spPr>
          <a:xfrm>
            <a:off x="4356100" y="1638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7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Freeform 1077"/>
          <p:cNvSpPr/>
          <p:nvPr/>
        </p:nvSpPr>
        <p:spPr>
          <a:xfrm>
            <a:off x="4381500" y="1612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89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Freeform 1078"/>
          <p:cNvSpPr/>
          <p:nvPr/>
        </p:nvSpPr>
        <p:spPr>
          <a:xfrm>
            <a:off x="4394200" y="1587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Freeform 1079"/>
          <p:cNvSpPr/>
          <p:nvPr/>
        </p:nvSpPr>
        <p:spPr>
          <a:xfrm>
            <a:off x="44069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Freeform 1080"/>
          <p:cNvSpPr/>
          <p:nvPr/>
        </p:nvSpPr>
        <p:spPr>
          <a:xfrm>
            <a:off x="44323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54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Freeform 1081"/>
          <p:cNvSpPr/>
          <p:nvPr/>
        </p:nvSpPr>
        <p:spPr>
          <a:xfrm>
            <a:off x="44450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4A00"/>
          </a:solidFill>
          <a:ln w="3175">
            <a:solidFill>
              <a:srgbClr val="CC3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Freeform 1082"/>
          <p:cNvSpPr/>
          <p:nvPr/>
        </p:nvSpPr>
        <p:spPr>
          <a:xfrm>
            <a:off x="4457700" y="151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3C00"/>
          </a:solidFill>
          <a:ln w="3175">
            <a:solidFill>
              <a:srgbClr val="CC3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Freeform 1083"/>
          <p:cNvSpPr/>
          <p:nvPr/>
        </p:nvSpPr>
        <p:spPr>
          <a:xfrm>
            <a:off x="4470400" y="1498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Freeform 1084"/>
          <p:cNvSpPr/>
          <p:nvPr/>
        </p:nvSpPr>
        <p:spPr>
          <a:xfrm>
            <a:off x="4495800" y="147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500"/>
          </a:solidFill>
          <a:ln w="3175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Freeform 1085"/>
          <p:cNvSpPr/>
          <p:nvPr/>
        </p:nvSpPr>
        <p:spPr>
          <a:xfrm>
            <a:off x="4508500" y="143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80000"/>
          </a:solidFill>
          <a:ln w="3175">
            <a:solidFill>
              <a:srgbClr val="C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Freeform 1086"/>
          <p:cNvSpPr/>
          <p:nvPr/>
        </p:nvSpPr>
        <p:spPr>
          <a:xfrm>
            <a:off x="45212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D50000"/>
          </a:solidFill>
          <a:ln w="3175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Freeform 1087"/>
          <p:cNvSpPr/>
          <p:nvPr/>
        </p:nvSpPr>
        <p:spPr>
          <a:xfrm>
            <a:off x="45466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A60000"/>
          </a:solidFill>
          <a:ln w="3175">
            <a:solidFill>
              <a:srgbClr val="8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Freeform 1088"/>
          <p:cNvSpPr/>
          <p:nvPr/>
        </p:nvSpPr>
        <p:spPr>
          <a:xfrm>
            <a:off x="4038600" y="1917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Freeform 1089"/>
          <p:cNvSpPr/>
          <p:nvPr/>
        </p:nvSpPr>
        <p:spPr>
          <a:xfrm>
            <a:off x="4064000" y="190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Freeform 1090"/>
          <p:cNvSpPr/>
          <p:nvPr/>
        </p:nvSpPr>
        <p:spPr>
          <a:xfrm>
            <a:off x="4076700" y="189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Freeform 1091"/>
          <p:cNvSpPr/>
          <p:nvPr/>
        </p:nvSpPr>
        <p:spPr>
          <a:xfrm>
            <a:off x="40894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Freeform 1092"/>
          <p:cNvSpPr/>
          <p:nvPr/>
        </p:nvSpPr>
        <p:spPr>
          <a:xfrm>
            <a:off x="41148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Freeform 1093"/>
          <p:cNvSpPr/>
          <p:nvPr/>
        </p:nvSpPr>
        <p:spPr>
          <a:xfrm>
            <a:off x="41275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Freeform 1094"/>
          <p:cNvSpPr/>
          <p:nvPr/>
        </p:nvSpPr>
        <p:spPr>
          <a:xfrm>
            <a:off x="41402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Freeform 1095"/>
          <p:cNvSpPr/>
          <p:nvPr/>
        </p:nvSpPr>
        <p:spPr>
          <a:xfrm>
            <a:off x="4152900" y="1828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Freeform 1096"/>
          <p:cNvSpPr/>
          <p:nvPr/>
        </p:nvSpPr>
        <p:spPr>
          <a:xfrm>
            <a:off x="41783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Freeform 1097"/>
          <p:cNvSpPr/>
          <p:nvPr/>
        </p:nvSpPr>
        <p:spPr>
          <a:xfrm>
            <a:off x="41910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Freeform 1098"/>
          <p:cNvSpPr/>
          <p:nvPr/>
        </p:nvSpPr>
        <p:spPr>
          <a:xfrm>
            <a:off x="42037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Freeform 1099"/>
          <p:cNvSpPr/>
          <p:nvPr/>
        </p:nvSpPr>
        <p:spPr>
          <a:xfrm>
            <a:off x="42291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Freeform 1100"/>
          <p:cNvSpPr/>
          <p:nvPr/>
        </p:nvSpPr>
        <p:spPr>
          <a:xfrm>
            <a:off x="42418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Freeform 1101"/>
          <p:cNvSpPr/>
          <p:nvPr/>
        </p:nvSpPr>
        <p:spPr>
          <a:xfrm>
            <a:off x="42545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Freeform 1102"/>
          <p:cNvSpPr/>
          <p:nvPr/>
        </p:nvSpPr>
        <p:spPr>
          <a:xfrm>
            <a:off x="42799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Freeform 1103"/>
          <p:cNvSpPr/>
          <p:nvPr/>
        </p:nvSpPr>
        <p:spPr>
          <a:xfrm>
            <a:off x="4292600" y="170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7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Freeform 1104"/>
          <p:cNvSpPr/>
          <p:nvPr/>
        </p:nvSpPr>
        <p:spPr>
          <a:xfrm>
            <a:off x="4305300" y="166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E00"/>
          </a:solidFill>
          <a:ln w="3175">
            <a:solidFill>
              <a:srgbClr val="CCA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Freeform 1105"/>
          <p:cNvSpPr/>
          <p:nvPr/>
        </p:nvSpPr>
        <p:spPr>
          <a:xfrm>
            <a:off x="4318000" y="1638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9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Freeform 1106"/>
          <p:cNvSpPr/>
          <p:nvPr/>
        </p:nvSpPr>
        <p:spPr>
          <a:xfrm>
            <a:off x="43434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Freeform 1107"/>
          <p:cNvSpPr/>
          <p:nvPr/>
        </p:nvSpPr>
        <p:spPr>
          <a:xfrm>
            <a:off x="43561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Freeform 1108"/>
          <p:cNvSpPr/>
          <p:nvPr/>
        </p:nvSpPr>
        <p:spPr>
          <a:xfrm>
            <a:off x="4368800" y="1562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800"/>
          </a:solidFill>
          <a:ln w="3175">
            <a:solidFill>
              <a:srgbClr val="CC4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Freeform 1109"/>
          <p:cNvSpPr/>
          <p:nvPr/>
        </p:nvSpPr>
        <p:spPr>
          <a:xfrm>
            <a:off x="4394200" y="1536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B00"/>
          </a:solidFill>
          <a:ln w="3175">
            <a:solidFill>
              <a:srgbClr val="CC3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Freeform 1110"/>
          <p:cNvSpPr/>
          <p:nvPr/>
        </p:nvSpPr>
        <p:spPr>
          <a:xfrm>
            <a:off x="44069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Freeform 1111"/>
          <p:cNvSpPr/>
          <p:nvPr/>
        </p:nvSpPr>
        <p:spPr>
          <a:xfrm>
            <a:off x="44196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3300"/>
          </a:solidFill>
          <a:ln w="3175">
            <a:solidFill>
              <a:srgbClr val="CC2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Freeform 1112"/>
          <p:cNvSpPr/>
          <p:nvPr/>
        </p:nvSpPr>
        <p:spPr>
          <a:xfrm>
            <a:off x="4445000" y="1485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2200"/>
          </a:solidFill>
          <a:ln w="3175">
            <a:solidFill>
              <a:srgbClr val="CC1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Freeform 1113"/>
          <p:cNvSpPr/>
          <p:nvPr/>
        </p:nvSpPr>
        <p:spPr>
          <a:xfrm>
            <a:off x="44577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Freeform 1114"/>
          <p:cNvSpPr/>
          <p:nvPr/>
        </p:nvSpPr>
        <p:spPr>
          <a:xfrm>
            <a:off x="4470400" y="143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00000"/>
          </a:solidFill>
          <a:ln w="3175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Freeform 1115"/>
          <p:cNvSpPr/>
          <p:nvPr/>
        </p:nvSpPr>
        <p:spPr>
          <a:xfrm>
            <a:off x="4495800" y="139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CE0000"/>
          </a:solidFill>
          <a:ln w="3175">
            <a:solidFill>
              <a:srgbClr val="A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Freeform 1116"/>
          <p:cNvSpPr/>
          <p:nvPr/>
        </p:nvSpPr>
        <p:spPr>
          <a:xfrm>
            <a:off x="4508500" y="135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A10000"/>
          </a:solidFill>
          <a:ln w="3175">
            <a:solidFill>
              <a:srgbClr val="8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Freeform 1117"/>
          <p:cNvSpPr/>
          <p:nvPr/>
        </p:nvSpPr>
        <p:spPr>
          <a:xfrm>
            <a:off x="4000500" y="1905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Freeform 1118"/>
          <p:cNvSpPr/>
          <p:nvPr/>
        </p:nvSpPr>
        <p:spPr>
          <a:xfrm>
            <a:off x="40259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Freeform 1119"/>
          <p:cNvSpPr/>
          <p:nvPr/>
        </p:nvSpPr>
        <p:spPr>
          <a:xfrm>
            <a:off x="40386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Freeform 1120"/>
          <p:cNvSpPr/>
          <p:nvPr/>
        </p:nvSpPr>
        <p:spPr>
          <a:xfrm>
            <a:off x="4051300" y="1866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Freeform 1121"/>
          <p:cNvSpPr/>
          <p:nvPr/>
        </p:nvSpPr>
        <p:spPr>
          <a:xfrm>
            <a:off x="40767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Freeform 1122"/>
          <p:cNvSpPr/>
          <p:nvPr/>
        </p:nvSpPr>
        <p:spPr>
          <a:xfrm>
            <a:off x="40894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Freeform 1123"/>
          <p:cNvSpPr/>
          <p:nvPr/>
        </p:nvSpPr>
        <p:spPr>
          <a:xfrm>
            <a:off x="41021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Freeform 1124"/>
          <p:cNvSpPr/>
          <p:nvPr/>
        </p:nvSpPr>
        <p:spPr>
          <a:xfrm>
            <a:off x="41275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Freeform 1125"/>
          <p:cNvSpPr/>
          <p:nvPr/>
        </p:nvSpPr>
        <p:spPr>
          <a:xfrm>
            <a:off x="41402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Freeform 1126"/>
          <p:cNvSpPr/>
          <p:nvPr/>
        </p:nvSpPr>
        <p:spPr>
          <a:xfrm>
            <a:off x="41529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Freeform 1127"/>
          <p:cNvSpPr/>
          <p:nvPr/>
        </p:nvSpPr>
        <p:spPr>
          <a:xfrm>
            <a:off x="41783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Freeform 1128"/>
          <p:cNvSpPr/>
          <p:nvPr/>
        </p:nvSpPr>
        <p:spPr>
          <a:xfrm>
            <a:off x="41910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Freeform 1129"/>
          <p:cNvSpPr/>
          <p:nvPr/>
        </p:nvSpPr>
        <p:spPr>
          <a:xfrm>
            <a:off x="42037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Freeform 1130"/>
          <p:cNvSpPr/>
          <p:nvPr/>
        </p:nvSpPr>
        <p:spPr>
          <a:xfrm>
            <a:off x="4216400" y="1752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Freeform 1131"/>
          <p:cNvSpPr/>
          <p:nvPr/>
        </p:nvSpPr>
        <p:spPr>
          <a:xfrm>
            <a:off x="42418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Freeform 1132"/>
          <p:cNvSpPr/>
          <p:nvPr/>
        </p:nvSpPr>
        <p:spPr>
          <a:xfrm>
            <a:off x="4254500" y="1689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Freeform 1133"/>
          <p:cNvSpPr/>
          <p:nvPr/>
        </p:nvSpPr>
        <p:spPr>
          <a:xfrm>
            <a:off x="4267200" y="166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Freeform 1134"/>
          <p:cNvSpPr/>
          <p:nvPr/>
        </p:nvSpPr>
        <p:spPr>
          <a:xfrm>
            <a:off x="42926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Freeform 1135"/>
          <p:cNvSpPr/>
          <p:nvPr/>
        </p:nvSpPr>
        <p:spPr>
          <a:xfrm>
            <a:off x="4305300" y="1600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Freeform 1136"/>
          <p:cNvSpPr/>
          <p:nvPr/>
        </p:nvSpPr>
        <p:spPr>
          <a:xfrm>
            <a:off x="4318000" y="1574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Freeform 1137"/>
          <p:cNvSpPr/>
          <p:nvPr/>
        </p:nvSpPr>
        <p:spPr>
          <a:xfrm>
            <a:off x="4343400" y="1549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55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Freeform 1138"/>
          <p:cNvSpPr/>
          <p:nvPr/>
        </p:nvSpPr>
        <p:spPr>
          <a:xfrm>
            <a:off x="43561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4400"/>
          </a:solidFill>
          <a:ln w="3175">
            <a:solidFill>
              <a:srgbClr val="CC3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Freeform 1139"/>
          <p:cNvSpPr/>
          <p:nvPr/>
        </p:nvSpPr>
        <p:spPr>
          <a:xfrm>
            <a:off x="43688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800"/>
          </a:solidFill>
          <a:ln w="3175">
            <a:solidFill>
              <a:srgbClr val="CC2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Freeform 1140"/>
          <p:cNvSpPr/>
          <p:nvPr/>
        </p:nvSpPr>
        <p:spPr>
          <a:xfrm>
            <a:off x="43942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Freeform 1141"/>
          <p:cNvSpPr/>
          <p:nvPr/>
        </p:nvSpPr>
        <p:spPr>
          <a:xfrm>
            <a:off x="4406900" y="147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A00"/>
          </a:solidFill>
          <a:ln w="3175">
            <a:solidFill>
              <a:srgbClr val="CC1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Freeform 1142"/>
          <p:cNvSpPr/>
          <p:nvPr/>
        </p:nvSpPr>
        <p:spPr>
          <a:xfrm>
            <a:off x="44196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0500"/>
          </a:solidFill>
          <a:ln w="3175">
            <a:solidFill>
              <a:srgbClr val="CC0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Freeform 1143"/>
          <p:cNvSpPr/>
          <p:nvPr/>
        </p:nvSpPr>
        <p:spPr>
          <a:xfrm>
            <a:off x="4432300" y="1422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90000"/>
          </a:solidFill>
          <a:ln w="3175">
            <a:solidFill>
              <a:srgbClr val="B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Freeform 1144"/>
          <p:cNvSpPr/>
          <p:nvPr/>
        </p:nvSpPr>
        <p:spPr>
          <a:xfrm>
            <a:off x="4457700" y="138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Freeform 1145"/>
          <p:cNvSpPr/>
          <p:nvPr/>
        </p:nvSpPr>
        <p:spPr>
          <a:xfrm>
            <a:off x="44704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9D0000"/>
          </a:solidFill>
          <a:ln w="3175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Freeform 1146"/>
          <p:cNvSpPr/>
          <p:nvPr/>
        </p:nvSpPr>
        <p:spPr>
          <a:xfrm>
            <a:off x="3975100" y="1905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Freeform 1147"/>
          <p:cNvSpPr/>
          <p:nvPr/>
        </p:nvSpPr>
        <p:spPr>
          <a:xfrm>
            <a:off x="3987800" y="189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Freeform 1148"/>
          <p:cNvSpPr/>
          <p:nvPr/>
        </p:nvSpPr>
        <p:spPr>
          <a:xfrm>
            <a:off x="4000500" y="1879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Freeform 1149"/>
          <p:cNvSpPr/>
          <p:nvPr/>
        </p:nvSpPr>
        <p:spPr>
          <a:xfrm>
            <a:off x="40259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Freeform 1150"/>
          <p:cNvSpPr/>
          <p:nvPr/>
        </p:nvSpPr>
        <p:spPr>
          <a:xfrm>
            <a:off x="40386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Freeform 1151"/>
          <p:cNvSpPr/>
          <p:nvPr/>
        </p:nvSpPr>
        <p:spPr>
          <a:xfrm>
            <a:off x="40513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Freeform 1152"/>
          <p:cNvSpPr/>
          <p:nvPr/>
        </p:nvSpPr>
        <p:spPr>
          <a:xfrm>
            <a:off x="40767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Freeform 1153"/>
          <p:cNvSpPr/>
          <p:nvPr/>
        </p:nvSpPr>
        <p:spPr>
          <a:xfrm>
            <a:off x="40894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Freeform 1154"/>
          <p:cNvSpPr/>
          <p:nvPr/>
        </p:nvSpPr>
        <p:spPr>
          <a:xfrm>
            <a:off x="41021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Freeform 1155"/>
          <p:cNvSpPr/>
          <p:nvPr/>
        </p:nvSpPr>
        <p:spPr>
          <a:xfrm>
            <a:off x="4114800" y="1790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Freeform 1156"/>
          <p:cNvSpPr/>
          <p:nvPr/>
        </p:nvSpPr>
        <p:spPr>
          <a:xfrm>
            <a:off x="41402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Freeform 1157"/>
          <p:cNvSpPr/>
          <p:nvPr/>
        </p:nvSpPr>
        <p:spPr>
          <a:xfrm>
            <a:off x="41529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Freeform 1158"/>
          <p:cNvSpPr/>
          <p:nvPr/>
        </p:nvSpPr>
        <p:spPr>
          <a:xfrm>
            <a:off x="41656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Freeform 1159"/>
          <p:cNvSpPr/>
          <p:nvPr/>
        </p:nvSpPr>
        <p:spPr>
          <a:xfrm>
            <a:off x="41910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Freeform 1160"/>
          <p:cNvSpPr/>
          <p:nvPr/>
        </p:nvSpPr>
        <p:spPr>
          <a:xfrm>
            <a:off x="42037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Freeform 1161"/>
          <p:cNvSpPr/>
          <p:nvPr/>
        </p:nvSpPr>
        <p:spPr>
          <a:xfrm>
            <a:off x="4216400" y="168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Freeform 1162"/>
          <p:cNvSpPr/>
          <p:nvPr/>
        </p:nvSpPr>
        <p:spPr>
          <a:xfrm>
            <a:off x="4241800" y="1651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Freeform 1163"/>
          <p:cNvSpPr/>
          <p:nvPr/>
        </p:nvSpPr>
        <p:spPr>
          <a:xfrm>
            <a:off x="42545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Freeform 1164"/>
          <p:cNvSpPr/>
          <p:nvPr/>
        </p:nvSpPr>
        <p:spPr>
          <a:xfrm>
            <a:off x="42672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Freeform 1165"/>
          <p:cNvSpPr/>
          <p:nvPr/>
        </p:nvSpPr>
        <p:spPr>
          <a:xfrm>
            <a:off x="42926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Freeform 1166"/>
          <p:cNvSpPr/>
          <p:nvPr/>
        </p:nvSpPr>
        <p:spPr>
          <a:xfrm>
            <a:off x="43053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300"/>
          </a:solidFill>
          <a:ln w="3175">
            <a:solidFill>
              <a:srgbClr val="CC4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Freeform 1167"/>
          <p:cNvSpPr/>
          <p:nvPr/>
        </p:nvSpPr>
        <p:spPr>
          <a:xfrm>
            <a:off x="43180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F00"/>
          </a:solidFill>
          <a:ln w="3175">
            <a:solidFill>
              <a:srgbClr val="CC3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Freeform 1168"/>
          <p:cNvSpPr/>
          <p:nvPr/>
        </p:nvSpPr>
        <p:spPr>
          <a:xfrm>
            <a:off x="4330700" y="1511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3100"/>
          </a:solidFill>
          <a:ln w="3175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Freeform 1169"/>
          <p:cNvSpPr/>
          <p:nvPr/>
        </p:nvSpPr>
        <p:spPr>
          <a:xfrm>
            <a:off x="4356100" y="1485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300"/>
          </a:solidFill>
          <a:ln w="3175">
            <a:solidFill>
              <a:srgbClr val="CC1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Freeform 1170"/>
          <p:cNvSpPr/>
          <p:nvPr/>
        </p:nvSpPr>
        <p:spPr>
          <a:xfrm>
            <a:off x="43688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1200"/>
          </a:solidFill>
          <a:ln w="3175">
            <a:solidFill>
              <a:srgbClr val="CC0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Freeform 1171"/>
          <p:cNvSpPr/>
          <p:nvPr/>
        </p:nvSpPr>
        <p:spPr>
          <a:xfrm>
            <a:off x="4381500" y="143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C0000"/>
          </a:solidFill>
          <a:ln w="3175">
            <a:solidFill>
              <a:srgbClr val="C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Freeform 1172"/>
          <p:cNvSpPr/>
          <p:nvPr/>
        </p:nvSpPr>
        <p:spPr>
          <a:xfrm>
            <a:off x="44069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E20000"/>
          </a:solidFill>
          <a:ln w="3175">
            <a:solidFill>
              <a:srgbClr val="B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Freeform 1173"/>
          <p:cNvSpPr/>
          <p:nvPr/>
        </p:nvSpPr>
        <p:spPr>
          <a:xfrm>
            <a:off x="4419600" y="138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C20000"/>
          </a:solidFill>
          <a:ln w="3175">
            <a:solidFill>
              <a:srgbClr val="9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Freeform 1174"/>
          <p:cNvSpPr/>
          <p:nvPr/>
        </p:nvSpPr>
        <p:spPr>
          <a:xfrm>
            <a:off x="44323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99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Freeform 1175"/>
          <p:cNvSpPr/>
          <p:nvPr/>
        </p:nvSpPr>
        <p:spPr>
          <a:xfrm>
            <a:off x="3937000" y="1892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Freeform 1176"/>
          <p:cNvSpPr/>
          <p:nvPr/>
        </p:nvSpPr>
        <p:spPr>
          <a:xfrm>
            <a:off x="39497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Freeform 1177"/>
          <p:cNvSpPr/>
          <p:nvPr/>
        </p:nvSpPr>
        <p:spPr>
          <a:xfrm>
            <a:off x="39751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Freeform 1178"/>
          <p:cNvSpPr/>
          <p:nvPr/>
        </p:nvSpPr>
        <p:spPr>
          <a:xfrm>
            <a:off x="39878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Freeform 1179"/>
          <p:cNvSpPr/>
          <p:nvPr/>
        </p:nvSpPr>
        <p:spPr>
          <a:xfrm>
            <a:off x="40005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Freeform 1180"/>
          <p:cNvSpPr/>
          <p:nvPr/>
        </p:nvSpPr>
        <p:spPr>
          <a:xfrm>
            <a:off x="4013200" y="1841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Freeform 1181"/>
          <p:cNvSpPr/>
          <p:nvPr/>
        </p:nvSpPr>
        <p:spPr>
          <a:xfrm>
            <a:off x="40386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Freeform 1182"/>
          <p:cNvSpPr/>
          <p:nvPr/>
        </p:nvSpPr>
        <p:spPr>
          <a:xfrm>
            <a:off x="40513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Freeform 1183"/>
          <p:cNvSpPr/>
          <p:nvPr/>
        </p:nvSpPr>
        <p:spPr>
          <a:xfrm>
            <a:off x="40640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Freeform 1184"/>
          <p:cNvSpPr/>
          <p:nvPr/>
        </p:nvSpPr>
        <p:spPr>
          <a:xfrm>
            <a:off x="40894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Freeform 1185"/>
          <p:cNvSpPr/>
          <p:nvPr/>
        </p:nvSpPr>
        <p:spPr>
          <a:xfrm>
            <a:off x="41021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Freeform 1186"/>
          <p:cNvSpPr/>
          <p:nvPr/>
        </p:nvSpPr>
        <p:spPr>
          <a:xfrm>
            <a:off x="41148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Freeform 1187"/>
          <p:cNvSpPr/>
          <p:nvPr/>
        </p:nvSpPr>
        <p:spPr>
          <a:xfrm>
            <a:off x="41402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Freeform 1188"/>
          <p:cNvSpPr/>
          <p:nvPr/>
        </p:nvSpPr>
        <p:spPr>
          <a:xfrm>
            <a:off x="41529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Freeform 1189"/>
          <p:cNvSpPr/>
          <p:nvPr/>
        </p:nvSpPr>
        <p:spPr>
          <a:xfrm>
            <a:off x="4165600" y="1714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Freeform 1190"/>
          <p:cNvSpPr/>
          <p:nvPr/>
        </p:nvSpPr>
        <p:spPr>
          <a:xfrm>
            <a:off x="4178300" y="1689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Freeform 1191"/>
          <p:cNvSpPr/>
          <p:nvPr/>
        </p:nvSpPr>
        <p:spPr>
          <a:xfrm>
            <a:off x="4203700" y="1651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Freeform 1192"/>
          <p:cNvSpPr/>
          <p:nvPr/>
        </p:nvSpPr>
        <p:spPr>
          <a:xfrm>
            <a:off x="42164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Freeform 1193"/>
          <p:cNvSpPr/>
          <p:nvPr/>
        </p:nvSpPr>
        <p:spPr>
          <a:xfrm>
            <a:off x="4229100" y="15875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Freeform 1194"/>
          <p:cNvSpPr/>
          <p:nvPr/>
        </p:nvSpPr>
        <p:spPr>
          <a:xfrm>
            <a:off x="4254500" y="1562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Freeform 1195"/>
          <p:cNvSpPr/>
          <p:nvPr/>
        </p:nvSpPr>
        <p:spPr>
          <a:xfrm>
            <a:off x="4267200" y="1536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5300"/>
          </a:solidFill>
          <a:ln w="3175">
            <a:solidFill>
              <a:srgbClr val="CC4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Freeform 1196"/>
          <p:cNvSpPr/>
          <p:nvPr/>
        </p:nvSpPr>
        <p:spPr>
          <a:xfrm>
            <a:off x="42799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3E00"/>
          </a:solidFill>
          <a:ln w="3175">
            <a:solidFill>
              <a:srgbClr val="CC3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Freeform 1197"/>
          <p:cNvSpPr/>
          <p:nvPr/>
        </p:nvSpPr>
        <p:spPr>
          <a:xfrm>
            <a:off x="43053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3000"/>
          </a:solidFill>
          <a:ln w="3175">
            <a:solidFill>
              <a:srgbClr val="CC2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Freeform 1198"/>
          <p:cNvSpPr/>
          <p:nvPr/>
        </p:nvSpPr>
        <p:spPr>
          <a:xfrm>
            <a:off x="4318000" y="1485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2200"/>
          </a:solidFill>
          <a:ln w="3175">
            <a:solidFill>
              <a:srgbClr val="CC1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Freeform 1199"/>
          <p:cNvSpPr/>
          <p:nvPr/>
        </p:nvSpPr>
        <p:spPr>
          <a:xfrm>
            <a:off x="4330700" y="1460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100"/>
          </a:solidFill>
          <a:ln w="3175">
            <a:solidFill>
              <a:srgbClr val="CC0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Freeform 1200"/>
          <p:cNvSpPr/>
          <p:nvPr/>
        </p:nvSpPr>
        <p:spPr>
          <a:xfrm>
            <a:off x="4356100" y="143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C0000"/>
          </a:solidFill>
          <a:ln w="3175">
            <a:solidFill>
              <a:srgbClr val="C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Freeform 1201"/>
          <p:cNvSpPr/>
          <p:nvPr/>
        </p:nvSpPr>
        <p:spPr>
          <a:xfrm>
            <a:off x="43688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20000"/>
          </a:solidFill>
          <a:ln w="3175">
            <a:solidFill>
              <a:srgbClr val="B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Freeform 1202"/>
          <p:cNvSpPr/>
          <p:nvPr/>
        </p:nvSpPr>
        <p:spPr>
          <a:xfrm>
            <a:off x="43815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C10000"/>
          </a:solidFill>
          <a:ln w="3175">
            <a:solidFill>
              <a:srgbClr val="9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Freeform 1203"/>
          <p:cNvSpPr/>
          <p:nvPr/>
        </p:nvSpPr>
        <p:spPr>
          <a:xfrm>
            <a:off x="4394200" y="1346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99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Freeform 1204"/>
          <p:cNvSpPr/>
          <p:nvPr/>
        </p:nvSpPr>
        <p:spPr>
          <a:xfrm>
            <a:off x="3898900" y="1892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Freeform 1205"/>
          <p:cNvSpPr/>
          <p:nvPr/>
        </p:nvSpPr>
        <p:spPr>
          <a:xfrm>
            <a:off x="3911600" y="1879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Freeform 1206"/>
          <p:cNvSpPr/>
          <p:nvPr/>
        </p:nvSpPr>
        <p:spPr>
          <a:xfrm>
            <a:off x="39370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Freeform 1207"/>
          <p:cNvSpPr/>
          <p:nvPr/>
        </p:nvSpPr>
        <p:spPr>
          <a:xfrm>
            <a:off x="39497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Freeform 1208"/>
          <p:cNvSpPr/>
          <p:nvPr/>
        </p:nvSpPr>
        <p:spPr>
          <a:xfrm>
            <a:off x="39624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Freeform 1209"/>
          <p:cNvSpPr/>
          <p:nvPr/>
        </p:nvSpPr>
        <p:spPr>
          <a:xfrm>
            <a:off x="39878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Freeform 1210"/>
          <p:cNvSpPr/>
          <p:nvPr/>
        </p:nvSpPr>
        <p:spPr>
          <a:xfrm>
            <a:off x="40005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Freeform 1211"/>
          <p:cNvSpPr/>
          <p:nvPr/>
        </p:nvSpPr>
        <p:spPr>
          <a:xfrm>
            <a:off x="40132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Freeform 1212"/>
          <p:cNvSpPr/>
          <p:nvPr/>
        </p:nvSpPr>
        <p:spPr>
          <a:xfrm>
            <a:off x="40386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Freeform 1213"/>
          <p:cNvSpPr/>
          <p:nvPr/>
        </p:nvSpPr>
        <p:spPr>
          <a:xfrm>
            <a:off x="40513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Freeform 1214"/>
          <p:cNvSpPr/>
          <p:nvPr/>
        </p:nvSpPr>
        <p:spPr>
          <a:xfrm>
            <a:off x="40640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Freeform 1215"/>
          <p:cNvSpPr/>
          <p:nvPr/>
        </p:nvSpPr>
        <p:spPr>
          <a:xfrm>
            <a:off x="4076700" y="1765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Freeform 1216"/>
          <p:cNvSpPr/>
          <p:nvPr/>
        </p:nvSpPr>
        <p:spPr>
          <a:xfrm>
            <a:off x="41021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Freeform 1217"/>
          <p:cNvSpPr/>
          <p:nvPr/>
        </p:nvSpPr>
        <p:spPr>
          <a:xfrm>
            <a:off x="41148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Freeform 1218"/>
          <p:cNvSpPr/>
          <p:nvPr/>
        </p:nvSpPr>
        <p:spPr>
          <a:xfrm>
            <a:off x="41275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Freeform 1219"/>
          <p:cNvSpPr/>
          <p:nvPr/>
        </p:nvSpPr>
        <p:spPr>
          <a:xfrm>
            <a:off x="4152900" y="167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Freeform 1220"/>
          <p:cNvSpPr/>
          <p:nvPr/>
        </p:nvSpPr>
        <p:spPr>
          <a:xfrm>
            <a:off x="4165600" y="1651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Freeform 1221"/>
          <p:cNvSpPr/>
          <p:nvPr/>
        </p:nvSpPr>
        <p:spPr>
          <a:xfrm>
            <a:off x="4178300" y="1612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Freeform 1222"/>
          <p:cNvSpPr/>
          <p:nvPr/>
        </p:nvSpPr>
        <p:spPr>
          <a:xfrm>
            <a:off x="4203700" y="1587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Freeform 1223"/>
          <p:cNvSpPr/>
          <p:nvPr/>
        </p:nvSpPr>
        <p:spPr>
          <a:xfrm>
            <a:off x="42164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Freeform 1224"/>
          <p:cNvSpPr/>
          <p:nvPr/>
        </p:nvSpPr>
        <p:spPr>
          <a:xfrm>
            <a:off x="42291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400"/>
          </a:solidFill>
          <a:ln w="3175">
            <a:solidFill>
              <a:srgbClr val="CC4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Freeform 1225"/>
          <p:cNvSpPr/>
          <p:nvPr/>
        </p:nvSpPr>
        <p:spPr>
          <a:xfrm>
            <a:off x="42545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4200"/>
          </a:solidFill>
          <a:ln w="3175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Freeform 1226"/>
          <p:cNvSpPr/>
          <p:nvPr/>
        </p:nvSpPr>
        <p:spPr>
          <a:xfrm>
            <a:off x="42672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600"/>
          </a:solidFill>
          <a:ln w="3175">
            <a:solidFill>
              <a:srgbClr val="CC2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Freeform 1227"/>
          <p:cNvSpPr/>
          <p:nvPr/>
        </p:nvSpPr>
        <p:spPr>
          <a:xfrm>
            <a:off x="42799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Freeform 1228"/>
          <p:cNvSpPr/>
          <p:nvPr/>
        </p:nvSpPr>
        <p:spPr>
          <a:xfrm>
            <a:off x="4292600" y="1460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800"/>
          </a:solidFill>
          <a:ln w="3175">
            <a:solidFill>
              <a:srgbClr val="CC1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Freeform 1229"/>
          <p:cNvSpPr/>
          <p:nvPr/>
        </p:nvSpPr>
        <p:spPr>
          <a:xfrm>
            <a:off x="4318000" y="143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03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Freeform 1230"/>
          <p:cNvSpPr/>
          <p:nvPr/>
        </p:nvSpPr>
        <p:spPr>
          <a:xfrm>
            <a:off x="43307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70000"/>
          </a:solidFill>
          <a:ln w="3175">
            <a:solidFill>
              <a:srgbClr val="B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Freeform 1231"/>
          <p:cNvSpPr/>
          <p:nvPr/>
        </p:nvSpPr>
        <p:spPr>
          <a:xfrm>
            <a:off x="43434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C60000"/>
          </a:solidFill>
          <a:ln w="3175">
            <a:solidFill>
              <a:srgbClr val="9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Freeform 1232"/>
          <p:cNvSpPr/>
          <p:nvPr/>
        </p:nvSpPr>
        <p:spPr>
          <a:xfrm>
            <a:off x="4368800" y="1333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Freeform 1233"/>
          <p:cNvSpPr/>
          <p:nvPr/>
        </p:nvSpPr>
        <p:spPr>
          <a:xfrm>
            <a:off x="3860800" y="1879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Freeform 1234"/>
          <p:cNvSpPr/>
          <p:nvPr/>
        </p:nvSpPr>
        <p:spPr>
          <a:xfrm>
            <a:off x="38862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Freeform 1235"/>
          <p:cNvSpPr/>
          <p:nvPr/>
        </p:nvSpPr>
        <p:spPr>
          <a:xfrm>
            <a:off x="38989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Freeform 1236"/>
          <p:cNvSpPr/>
          <p:nvPr/>
        </p:nvSpPr>
        <p:spPr>
          <a:xfrm>
            <a:off x="39116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Freeform 1237"/>
          <p:cNvSpPr/>
          <p:nvPr/>
        </p:nvSpPr>
        <p:spPr>
          <a:xfrm>
            <a:off x="39370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Freeform 1238"/>
          <p:cNvSpPr/>
          <p:nvPr/>
        </p:nvSpPr>
        <p:spPr>
          <a:xfrm>
            <a:off x="39497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Freeform 1239"/>
          <p:cNvSpPr/>
          <p:nvPr/>
        </p:nvSpPr>
        <p:spPr>
          <a:xfrm>
            <a:off x="39624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Freeform 1240"/>
          <p:cNvSpPr/>
          <p:nvPr/>
        </p:nvSpPr>
        <p:spPr>
          <a:xfrm>
            <a:off x="3975100" y="1803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Freeform 1241"/>
          <p:cNvSpPr/>
          <p:nvPr/>
        </p:nvSpPr>
        <p:spPr>
          <a:xfrm>
            <a:off x="40005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Freeform 1242"/>
          <p:cNvSpPr/>
          <p:nvPr/>
        </p:nvSpPr>
        <p:spPr>
          <a:xfrm>
            <a:off x="40132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Freeform 1243"/>
          <p:cNvSpPr/>
          <p:nvPr/>
        </p:nvSpPr>
        <p:spPr>
          <a:xfrm>
            <a:off x="40259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Freeform 1244"/>
          <p:cNvSpPr/>
          <p:nvPr/>
        </p:nvSpPr>
        <p:spPr>
          <a:xfrm>
            <a:off x="40513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Freeform 1245"/>
          <p:cNvSpPr/>
          <p:nvPr/>
        </p:nvSpPr>
        <p:spPr>
          <a:xfrm>
            <a:off x="40640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Freeform 1246"/>
          <p:cNvSpPr/>
          <p:nvPr/>
        </p:nvSpPr>
        <p:spPr>
          <a:xfrm>
            <a:off x="40767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Freeform 1247"/>
          <p:cNvSpPr/>
          <p:nvPr/>
        </p:nvSpPr>
        <p:spPr>
          <a:xfrm>
            <a:off x="4102100" y="170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Freeform 1248"/>
          <p:cNvSpPr/>
          <p:nvPr/>
        </p:nvSpPr>
        <p:spPr>
          <a:xfrm>
            <a:off x="4114800" y="167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F7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Freeform 1249"/>
          <p:cNvSpPr/>
          <p:nvPr/>
        </p:nvSpPr>
        <p:spPr>
          <a:xfrm>
            <a:off x="4127500" y="1638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E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Freeform 1250"/>
          <p:cNvSpPr/>
          <p:nvPr/>
        </p:nvSpPr>
        <p:spPr>
          <a:xfrm>
            <a:off x="4140200" y="1612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Freeform 1251"/>
          <p:cNvSpPr/>
          <p:nvPr/>
        </p:nvSpPr>
        <p:spPr>
          <a:xfrm>
            <a:off x="4165600" y="1574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Freeform 1252"/>
          <p:cNvSpPr/>
          <p:nvPr/>
        </p:nvSpPr>
        <p:spPr>
          <a:xfrm>
            <a:off x="4178300" y="1549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Freeform 1253"/>
          <p:cNvSpPr/>
          <p:nvPr/>
        </p:nvSpPr>
        <p:spPr>
          <a:xfrm>
            <a:off x="4191000" y="1536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5700"/>
          </a:solidFill>
          <a:ln w="3175">
            <a:solidFill>
              <a:srgbClr val="CC4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Freeform 1254"/>
          <p:cNvSpPr/>
          <p:nvPr/>
        </p:nvSpPr>
        <p:spPr>
          <a:xfrm>
            <a:off x="42164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4900"/>
          </a:solidFill>
          <a:ln w="3175">
            <a:solidFill>
              <a:srgbClr val="CC3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Freeform 1255"/>
          <p:cNvSpPr/>
          <p:nvPr/>
        </p:nvSpPr>
        <p:spPr>
          <a:xfrm>
            <a:off x="42291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F00"/>
          </a:solidFill>
          <a:ln w="3175">
            <a:solidFill>
              <a:srgbClr val="CC3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Freeform 1256"/>
          <p:cNvSpPr/>
          <p:nvPr/>
        </p:nvSpPr>
        <p:spPr>
          <a:xfrm>
            <a:off x="42418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3100"/>
          </a:solidFill>
          <a:ln w="3175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Freeform 1257"/>
          <p:cNvSpPr/>
          <p:nvPr/>
        </p:nvSpPr>
        <p:spPr>
          <a:xfrm>
            <a:off x="4267200" y="1460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2000"/>
          </a:solidFill>
          <a:ln w="3175">
            <a:solidFill>
              <a:srgbClr val="CC1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Freeform 1258"/>
          <p:cNvSpPr/>
          <p:nvPr/>
        </p:nvSpPr>
        <p:spPr>
          <a:xfrm>
            <a:off x="4279900" y="143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0B00"/>
          </a:solidFill>
          <a:ln w="3175">
            <a:solidFill>
              <a:srgbClr val="CC0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Freeform 1259"/>
          <p:cNvSpPr/>
          <p:nvPr/>
        </p:nvSpPr>
        <p:spPr>
          <a:xfrm>
            <a:off x="42926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F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Freeform 1260"/>
          <p:cNvSpPr/>
          <p:nvPr/>
        </p:nvSpPr>
        <p:spPr>
          <a:xfrm>
            <a:off x="43180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CC0000"/>
          </a:solidFill>
          <a:ln w="3175">
            <a:solidFill>
              <a:srgbClr val="A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Freeform 1261"/>
          <p:cNvSpPr/>
          <p:nvPr/>
        </p:nvSpPr>
        <p:spPr>
          <a:xfrm>
            <a:off x="43307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A0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Freeform 1262"/>
          <p:cNvSpPr/>
          <p:nvPr/>
        </p:nvSpPr>
        <p:spPr>
          <a:xfrm>
            <a:off x="3822700" y="1879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Freeform 1263"/>
          <p:cNvSpPr/>
          <p:nvPr/>
        </p:nvSpPr>
        <p:spPr>
          <a:xfrm>
            <a:off x="38481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Freeform 1264"/>
          <p:cNvSpPr/>
          <p:nvPr/>
        </p:nvSpPr>
        <p:spPr>
          <a:xfrm>
            <a:off x="38608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Freeform 1265"/>
          <p:cNvSpPr/>
          <p:nvPr/>
        </p:nvSpPr>
        <p:spPr>
          <a:xfrm>
            <a:off x="3873500" y="1841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Freeform 1266"/>
          <p:cNvSpPr/>
          <p:nvPr/>
        </p:nvSpPr>
        <p:spPr>
          <a:xfrm>
            <a:off x="38989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Freeform 1267"/>
          <p:cNvSpPr/>
          <p:nvPr/>
        </p:nvSpPr>
        <p:spPr>
          <a:xfrm>
            <a:off x="39116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Freeform 1268"/>
          <p:cNvSpPr/>
          <p:nvPr/>
        </p:nvSpPr>
        <p:spPr>
          <a:xfrm>
            <a:off x="39243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Freeform 1269"/>
          <p:cNvSpPr/>
          <p:nvPr/>
        </p:nvSpPr>
        <p:spPr>
          <a:xfrm>
            <a:off x="39497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Freeform 1270"/>
          <p:cNvSpPr/>
          <p:nvPr/>
        </p:nvSpPr>
        <p:spPr>
          <a:xfrm>
            <a:off x="39624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Freeform 1271"/>
          <p:cNvSpPr/>
          <p:nvPr/>
        </p:nvSpPr>
        <p:spPr>
          <a:xfrm>
            <a:off x="39751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Freeform 1272"/>
          <p:cNvSpPr/>
          <p:nvPr/>
        </p:nvSpPr>
        <p:spPr>
          <a:xfrm>
            <a:off x="40005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Freeform 1273"/>
          <p:cNvSpPr/>
          <p:nvPr/>
        </p:nvSpPr>
        <p:spPr>
          <a:xfrm>
            <a:off x="40132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Freeform 1274"/>
          <p:cNvSpPr/>
          <p:nvPr/>
        </p:nvSpPr>
        <p:spPr>
          <a:xfrm>
            <a:off x="40259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Freeform 1275"/>
          <p:cNvSpPr/>
          <p:nvPr/>
        </p:nvSpPr>
        <p:spPr>
          <a:xfrm>
            <a:off x="4038600" y="1727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Freeform 1276"/>
          <p:cNvSpPr/>
          <p:nvPr/>
        </p:nvSpPr>
        <p:spPr>
          <a:xfrm>
            <a:off x="40640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Freeform 1277"/>
          <p:cNvSpPr/>
          <p:nvPr/>
        </p:nvSpPr>
        <p:spPr>
          <a:xfrm>
            <a:off x="4076700" y="166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6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Freeform 1278"/>
          <p:cNvSpPr/>
          <p:nvPr/>
        </p:nvSpPr>
        <p:spPr>
          <a:xfrm>
            <a:off x="4089400" y="1625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CC00"/>
          </a:solidFill>
          <a:ln w="3175">
            <a:solidFill>
              <a:srgbClr val="CCA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Freeform 1279"/>
          <p:cNvSpPr/>
          <p:nvPr/>
        </p:nvSpPr>
        <p:spPr>
          <a:xfrm>
            <a:off x="4114800" y="1600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A8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Freeform 1280"/>
          <p:cNvSpPr/>
          <p:nvPr/>
        </p:nvSpPr>
        <p:spPr>
          <a:xfrm>
            <a:off x="4127500" y="1574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89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Freeform 1281"/>
          <p:cNvSpPr/>
          <p:nvPr/>
        </p:nvSpPr>
        <p:spPr>
          <a:xfrm>
            <a:off x="41402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E00"/>
          </a:solidFill>
          <a:ln w="3175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Freeform 1282"/>
          <p:cNvSpPr/>
          <p:nvPr/>
        </p:nvSpPr>
        <p:spPr>
          <a:xfrm>
            <a:off x="41656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Freeform 1283"/>
          <p:cNvSpPr/>
          <p:nvPr/>
        </p:nvSpPr>
        <p:spPr>
          <a:xfrm>
            <a:off x="41783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5200"/>
          </a:solidFill>
          <a:ln w="3175">
            <a:solidFill>
              <a:srgbClr val="CC4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Freeform 1284"/>
          <p:cNvSpPr/>
          <p:nvPr/>
        </p:nvSpPr>
        <p:spPr>
          <a:xfrm>
            <a:off x="41910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800"/>
          </a:solidFill>
          <a:ln w="3175">
            <a:solidFill>
              <a:srgbClr val="CC3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Freeform 1285"/>
          <p:cNvSpPr/>
          <p:nvPr/>
        </p:nvSpPr>
        <p:spPr>
          <a:xfrm>
            <a:off x="42164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3A00"/>
          </a:solidFill>
          <a:ln w="3175">
            <a:solidFill>
              <a:srgbClr val="CC2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Freeform 1286"/>
          <p:cNvSpPr/>
          <p:nvPr/>
        </p:nvSpPr>
        <p:spPr>
          <a:xfrm>
            <a:off x="4229100" y="1460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Freeform 1287"/>
          <p:cNvSpPr/>
          <p:nvPr/>
        </p:nvSpPr>
        <p:spPr>
          <a:xfrm>
            <a:off x="4241800" y="143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300"/>
          </a:solidFill>
          <a:ln w="3175">
            <a:solidFill>
              <a:srgbClr val="CC0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Freeform 1288"/>
          <p:cNvSpPr/>
          <p:nvPr/>
        </p:nvSpPr>
        <p:spPr>
          <a:xfrm>
            <a:off x="4254500" y="1409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60000"/>
          </a:solidFill>
          <a:ln w="3175">
            <a:solidFill>
              <a:srgbClr val="C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Freeform 1289"/>
          <p:cNvSpPr/>
          <p:nvPr/>
        </p:nvSpPr>
        <p:spPr>
          <a:xfrm>
            <a:off x="42799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D3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Freeform 1290"/>
          <p:cNvSpPr/>
          <p:nvPr/>
        </p:nvSpPr>
        <p:spPr>
          <a:xfrm>
            <a:off x="42926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A50000"/>
          </a:solidFill>
          <a:ln w="3175">
            <a:solidFill>
              <a:srgbClr val="8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Freeform 1291"/>
          <p:cNvSpPr/>
          <p:nvPr/>
        </p:nvSpPr>
        <p:spPr>
          <a:xfrm>
            <a:off x="3797300" y="1866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Freeform 1292"/>
          <p:cNvSpPr/>
          <p:nvPr/>
        </p:nvSpPr>
        <p:spPr>
          <a:xfrm>
            <a:off x="38100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Freeform 1293"/>
          <p:cNvSpPr/>
          <p:nvPr/>
        </p:nvSpPr>
        <p:spPr>
          <a:xfrm>
            <a:off x="38227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Freeform 1294"/>
          <p:cNvSpPr/>
          <p:nvPr/>
        </p:nvSpPr>
        <p:spPr>
          <a:xfrm>
            <a:off x="38481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Freeform 1295"/>
          <p:cNvSpPr/>
          <p:nvPr/>
        </p:nvSpPr>
        <p:spPr>
          <a:xfrm>
            <a:off x="38608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Freeform 1296"/>
          <p:cNvSpPr/>
          <p:nvPr/>
        </p:nvSpPr>
        <p:spPr>
          <a:xfrm>
            <a:off x="38735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Freeform 1297"/>
          <p:cNvSpPr/>
          <p:nvPr/>
        </p:nvSpPr>
        <p:spPr>
          <a:xfrm>
            <a:off x="38989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Freeform 1298"/>
          <p:cNvSpPr/>
          <p:nvPr/>
        </p:nvSpPr>
        <p:spPr>
          <a:xfrm>
            <a:off x="39116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Freeform 1299"/>
          <p:cNvSpPr/>
          <p:nvPr/>
        </p:nvSpPr>
        <p:spPr>
          <a:xfrm>
            <a:off x="39243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Freeform 1300"/>
          <p:cNvSpPr/>
          <p:nvPr/>
        </p:nvSpPr>
        <p:spPr>
          <a:xfrm>
            <a:off x="3937000" y="1765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Freeform 1301"/>
          <p:cNvSpPr/>
          <p:nvPr/>
        </p:nvSpPr>
        <p:spPr>
          <a:xfrm>
            <a:off x="39624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Freeform 1302"/>
          <p:cNvSpPr/>
          <p:nvPr/>
        </p:nvSpPr>
        <p:spPr>
          <a:xfrm>
            <a:off x="39751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Freeform 1303"/>
          <p:cNvSpPr/>
          <p:nvPr/>
        </p:nvSpPr>
        <p:spPr>
          <a:xfrm>
            <a:off x="39878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Freeform 1304"/>
          <p:cNvSpPr/>
          <p:nvPr/>
        </p:nvSpPr>
        <p:spPr>
          <a:xfrm>
            <a:off x="40132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Freeform 1305"/>
          <p:cNvSpPr/>
          <p:nvPr/>
        </p:nvSpPr>
        <p:spPr>
          <a:xfrm>
            <a:off x="4025900" y="168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Freeform 1306"/>
          <p:cNvSpPr/>
          <p:nvPr/>
        </p:nvSpPr>
        <p:spPr>
          <a:xfrm>
            <a:off x="4038600" y="166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F400"/>
          </a:solidFill>
          <a:ln w="3175">
            <a:solidFill>
              <a:srgbClr val="CC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Freeform 1307"/>
          <p:cNvSpPr/>
          <p:nvPr/>
        </p:nvSpPr>
        <p:spPr>
          <a:xfrm>
            <a:off x="40640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FC900"/>
          </a:solidFill>
          <a:ln w="3175">
            <a:solidFill>
              <a:srgbClr val="CCA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Freeform 1308"/>
          <p:cNvSpPr/>
          <p:nvPr/>
        </p:nvSpPr>
        <p:spPr>
          <a:xfrm>
            <a:off x="40767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A500"/>
          </a:solidFill>
          <a:ln w="3175">
            <a:solidFill>
              <a:srgbClr val="CC8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Freeform 1309"/>
          <p:cNvSpPr/>
          <p:nvPr/>
        </p:nvSpPr>
        <p:spPr>
          <a:xfrm>
            <a:off x="40894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Freeform 1310"/>
          <p:cNvSpPr/>
          <p:nvPr/>
        </p:nvSpPr>
        <p:spPr>
          <a:xfrm>
            <a:off x="4102100" y="1549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7100"/>
          </a:solidFill>
          <a:ln w="3175">
            <a:solidFill>
              <a:srgbClr val="CC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Freeform 1311"/>
          <p:cNvSpPr/>
          <p:nvPr/>
        </p:nvSpPr>
        <p:spPr>
          <a:xfrm>
            <a:off x="41275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6400"/>
          </a:solidFill>
          <a:ln w="3175">
            <a:solidFill>
              <a:srgbClr val="CC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Freeform 1312"/>
          <p:cNvSpPr/>
          <p:nvPr/>
        </p:nvSpPr>
        <p:spPr>
          <a:xfrm>
            <a:off x="41402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Freeform 1313"/>
          <p:cNvSpPr/>
          <p:nvPr/>
        </p:nvSpPr>
        <p:spPr>
          <a:xfrm>
            <a:off x="4152900" y="1498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100"/>
          </a:solidFill>
          <a:ln w="3175">
            <a:solidFill>
              <a:srgbClr val="CC4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Freeform 1314"/>
          <p:cNvSpPr/>
          <p:nvPr/>
        </p:nvSpPr>
        <p:spPr>
          <a:xfrm>
            <a:off x="41783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4400"/>
          </a:solidFill>
          <a:ln w="3175">
            <a:solidFill>
              <a:srgbClr val="CC3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Freeform 1315"/>
          <p:cNvSpPr/>
          <p:nvPr/>
        </p:nvSpPr>
        <p:spPr>
          <a:xfrm>
            <a:off x="4191000" y="1460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300"/>
          </a:solidFill>
          <a:ln w="3175">
            <a:solidFill>
              <a:srgbClr val="CC2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Freeform 1316"/>
          <p:cNvSpPr/>
          <p:nvPr/>
        </p:nvSpPr>
        <p:spPr>
          <a:xfrm>
            <a:off x="4203700" y="143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D00"/>
          </a:solidFill>
          <a:ln w="3175">
            <a:solidFill>
              <a:srgbClr val="CC1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Freeform 1317"/>
          <p:cNvSpPr/>
          <p:nvPr/>
        </p:nvSpPr>
        <p:spPr>
          <a:xfrm>
            <a:off x="42291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0000"/>
          </a:solidFill>
          <a:ln w="3175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Freeform 1318"/>
          <p:cNvSpPr/>
          <p:nvPr/>
        </p:nvSpPr>
        <p:spPr>
          <a:xfrm>
            <a:off x="42418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DA0000"/>
          </a:solidFill>
          <a:ln w="3175">
            <a:solidFill>
              <a:srgbClr val="A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Freeform 1319"/>
          <p:cNvSpPr/>
          <p:nvPr/>
        </p:nvSpPr>
        <p:spPr>
          <a:xfrm>
            <a:off x="42545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AA0000"/>
          </a:solidFill>
          <a:ln w="3175">
            <a:solidFill>
              <a:srgbClr val="8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Freeform 1320"/>
          <p:cNvSpPr/>
          <p:nvPr/>
        </p:nvSpPr>
        <p:spPr>
          <a:xfrm>
            <a:off x="37592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Freeform 1321"/>
          <p:cNvSpPr/>
          <p:nvPr/>
        </p:nvSpPr>
        <p:spPr>
          <a:xfrm>
            <a:off x="37719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Freeform 1322"/>
          <p:cNvSpPr/>
          <p:nvPr/>
        </p:nvSpPr>
        <p:spPr>
          <a:xfrm>
            <a:off x="3784600" y="1841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Freeform 1323"/>
          <p:cNvSpPr/>
          <p:nvPr/>
        </p:nvSpPr>
        <p:spPr>
          <a:xfrm>
            <a:off x="38100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Freeform 1324"/>
          <p:cNvSpPr/>
          <p:nvPr/>
        </p:nvSpPr>
        <p:spPr>
          <a:xfrm>
            <a:off x="38227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Freeform 1325"/>
          <p:cNvSpPr/>
          <p:nvPr/>
        </p:nvSpPr>
        <p:spPr>
          <a:xfrm>
            <a:off x="3835400" y="1803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Freeform 1326"/>
          <p:cNvSpPr/>
          <p:nvPr/>
        </p:nvSpPr>
        <p:spPr>
          <a:xfrm>
            <a:off x="38608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Freeform 1327"/>
          <p:cNvSpPr/>
          <p:nvPr/>
        </p:nvSpPr>
        <p:spPr>
          <a:xfrm>
            <a:off x="38735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Freeform 1328"/>
          <p:cNvSpPr/>
          <p:nvPr/>
        </p:nvSpPr>
        <p:spPr>
          <a:xfrm>
            <a:off x="38862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Freeform 1329"/>
          <p:cNvSpPr/>
          <p:nvPr/>
        </p:nvSpPr>
        <p:spPr>
          <a:xfrm>
            <a:off x="39116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Freeform 1330"/>
          <p:cNvSpPr/>
          <p:nvPr/>
        </p:nvSpPr>
        <p:spPr>
          <a:xfrm>
            <a:off x="39243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Freeform 1331"/>
          <p:cNvSpPr/>
          <p:nvPr/>
        </p:nvSpPr>
        <p:spPr>
          <a:xfrm>
            <a:off x="39370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Freeform 1332"/>
          <p:cNvSpPr/>
          <p:nvPr/>
        </p:nvSpPr>
        <p:spPr>
          <a:xfrm>
            <a:off x="39624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Freeform 1333"/>
          <p:cNvSpPr/>
          <p:nvPr/>
        </p:nvSpPr>
        <p:spPr>
          <a:xfrm>
            <a:off x="39751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Freeform 1334"/>
          <p:cNvSpPr/>
          <p:nvPr/>
        </p:nvSpPr>
        <p:spPr>
          <a:xfrm>
            <a:off x="39878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7FF18"/>
          </a:solidFill>
          <a:ln w="3175">
            <a:solidFill>
              <a:srgbClr val="B9C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Freeform 1335"/>
          <p:cNvSpPr/>
          <p:nvPr/>
        </p:nvSpPr>
        <p:spPr>
          <a:xfrm>
            <a:off x="4000500" y="1651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Freeform 1336"/>
          <p:cNvSpPr/>
          <p:nvPr/>
        </p:nvSpPr>
        <p:spPr>
          <a:xfrm>
            <a:off x="4025900" y="1612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C600"/>
          </a:solidFill>
          <a:ln w="3175">
            <a:solidFill>
              <a:srgbClr val="CC9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Freeform 1337"/>
          <p:cNvSpPr/>
          <p:nvPr/>
        </p:nvSpPr>
        <p:spPr>
          <a:xfrm>
            <a:off x="4038600" y="1587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000"/>
          </a:solidFill>
          <a:ln w="3175">
            <a:solidFill>
              <a:srgbClr val="CC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Freeform 1338"/>
          <p:cNvSpPr/>
          <p:nvPr/>
        </p:nvSpPr>
        <p:spPr>
          <a:xfrm>
            <a:off x="4051300" y="1562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8300"/>
          </a:solidFill>
          <a:ln w="3175">
            <a:solidFill>
              <a:srgbClr val="CC6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Freeform 1339"/>
          <p:cNvSpPr/>
          <p:nvPr/>
        </p:nvSpPr>
        <p:spPr>
          <a:xfrm>
            <a:off x="40767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7400"/>
          </a:solidFill>
          <a:ln w="3175">
            <a:solidFill>
              <a:srgbClr val="CC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Freeform 1340"/>
          <p:cNvSpPr/>
          <p:nvPr/>
        </p:nvSpPr>
        <p:spPr>
          <a:xfrm>
            <a:off x="40894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6E00"/>
          </a:solidFill>
          <a:ln w="3175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Freeform 1341"/>
          <p:cNvSpPr/>
          <p:nvPr/>
        </p:nvSpPr>
        <p:spPr>
          <a:xfrm>
            <a:off x="41021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6700"/>
          </a:solidFill>
          <a:ln w="3175">
            <a:solidFill>
              <a:srgbClr val="CC5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Freeform 1342"/>
          <p:cNvSpPr/>
          <p:nvPr/>
        </p:nvSpPr>
        <p:spPr>
          <a:xfrm>
            <a:off x="41275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5D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Freeform 1343"/>
          <p:cNvSpPr/>
          <p:nvPr/>
        </p:nvSpPr>
        <p:spPr>
          <a:xfrm>
            <a:off x="41402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4F00"/>
          </a:solidFill>
          <a:ln w="3175">
            <a:solidFill>
              <a:srgbClr val="CC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Freeform 1344"/>
          <p:cNvSpPr/>
          <p:nvPr/>
        </p:nvSpPr>
        <p:spPr>
          <a:xfrm>
            <a:off x="4152900" y="1460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E00"/>
          </a:solidFill>
          <a:ln w="3175">
            <a:solidFill>
              <a:srgbClr val="CC3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Freeform 1345"/>
          <p:cNvSpPr/>
          <p:nvPr/>
        </p:nvSpPr>
        <p:spPr>
          <a:xfrm>
            <a:off x="4178300" y="143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2700"/>
          </a:solidFill>
          <a:ln w="3175">
            <a:solidFill>
              <a:srgbClr val="CC1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Freeform 1346"/>
          <p:cNvSpPr/>
          <p:nvPr/>
        </p:nvSpPr>
        <p:spPr>
          <a:xfrm>
            <a:off x="41910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0A00"/>
          </a:solidFill>
          <a:ln w="3175">
            <a:solidFill>
              <a:srgbClr val="CC0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Freeform 1347"/>
          <p:cNvSpPr/>
          <p:nvPr/>
        </p:nvSpPr>
        <p:spPr>
          <a:xfrm>
            <a:off x="42037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E20000"/>
          </a:solidFill>
          <a:ln w="3175">
            <a:solidFill>
              <a:srgbClr val="B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Freeform 1348"/>
          <p:cNvSpPr/>
          <p:nvPr/>
        </p:nvSpPr>
        <p:spPr>
          <a:xfrm>
            <a:off x="4216400" y="13208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0"/>
                </a:lnTo>
                <a:lnTo>
                  <a:pt x="2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AF0000"/>
          </a:solidFill>
          <a:ln w="3175">
            <a:solidFill>
              <a:srgbClr val="8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Freeform 1349"/>
          <p:cNvSpPr/>
          <p:nvPr/>
        </p:nvSpPr>
        <p:spPr>
          <a:xfrm>
            <a:off x="3721100" y="1866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Freeform 1350"/>
          <p:cNvSpPr/>
          <p:nvPr/>
        </p:nvSpPr>
        <p:spPr>
          <a:xfrm>
            <a:off x="3733800" y="1854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Freeform 1351"/>
          <p:cNvSpPr/>
          <p:nvPr/>
        </p:nvSpPr>
        <p:spPr>
          <a:xfrm>
            <a:off x="37592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Freeform 1352"/>
          <p:cNvSpPr/>
          <p:nvPr/>
        </p:nvSpPr>
        <p:spPr>
          <a:xfrm>
            <a:off x="37719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Freeform 1353"/>
          <p:cNvSpPr/>
          <p:nvPr/>
        </p:nvSpPr>
        <p:spPr>
          <a:xfrm>
            <a:off x="37846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Freeform 1354"/>
          <p:cNvSpPr/>
          <p:nvPr/>
        </p:nvSpPr>
        <p:spPr>
          <a:xfrm>
            <a:off x="38100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Freeform 1355"/>
          <p:cNvSpPr/>
          <p:nvPr/>
        </p:nvSpPr>
        <p:spPr>
          <a:xfrm>
            <a:off x="38227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Freeform 1356"/>
          <p:cNvSpPr/>
          <p:nvPr/>
        </p:nvSpPr>
        <p:spPr>
          <a:xfrm>
            <a:off x="38354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Freeform 1357"/>
          <p:cNvSpPr/>
          <p:nvPr/>
        </p:nvSpPr>
        <p:spPr>
          <a:xfrm>
            <a:off x="38608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Freeform 1358"/>
          <p:cNvSpPr/>
          <p:nvPr/>
        </p:nvSpPr>
        <p:spPr>
          <a:xfrm>
            <a:off x="38735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Freeform 1359"/>
          <p:cNvSpPr/>
          <p:nvPr/>
        </p:nvSpPr>
        <p:spPr>
          <a:xfrm>
            <a:off x="38862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Freeform 1360"/>
          <p:cNvSpPr/>
          <p:nvPr/>
        </p:nvSpPr>
        <p:spPr>
          <a:xfrm>
            <a:off x="3898900" y="1727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Freeform 1361"/>
          <p:cNvSpPr/>
          <p:nvPr/>
        </p:nvSpPr>
        <p:spPr>
          <a:xfrm>
            <a:off x="39243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Freeform 1362"/>
          <p:cNvSpPr/>
          <p:nvPr/>
        </p:nvSpPr>
        <p:spPr>
          <a:xfrm>
            <a:off x="39370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Freeform 1363"/>
          <p:cNvSpPr/>
          <p:nvPr/>
        </p:nvSpPr>
        <p:spPr>
          <a:xfrm>
            <a:off x="3949700" y="167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E8FF17"/>
          </a:solidFill>
          <a:ln w="3175">
            <a:solidFill>
              <a:srgbClr val="B9C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Freeform 1364"/>
          <p:cNvSpPr/>
          <p:nvPr/>
        </p:nvSpPr>
        <p:spPr>
          <a:xfrm>
            <a:off x="3975100" y="1638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FFEF00"/>
          </a:solidFill>
          <a:ln w="3175">
            <a:solidFill>
              <a:srgbClr val="CC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Freeform 1365"/>
          <p:cNvSpPr/>
          <p:nvPr/>
        </p:nvSpPr>
        <p:spPr>
          <a:xfrm>
            <a:off x="3987800" y="1612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C100"/>
          </a:solidFill>
          <a:ln w="3175">
            <a:solidFill>
              <a:srgbClr val="CC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Freeform 1366"/>
          <p:cNvSpPr/>
          <p:nvPr/>
        </p:nvSpPr>
        <p:spPr>
          <a:xfrm>
            <a:off x="4000500" y="1574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9A00"/>
          </a:solidFill>
          <a:ln w="3175">
            <a:solidFill>
              <a:srgbClr val="CC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Freeform 1367"/>
          <p:cNvSpPr/>
          <p:nvPr/>
        </p:nvSpPr>
        <p:spPr>
          <a:xfrm>
            <a:off x="4025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8000"/>
          </a:solidFill>
          <a:ln w="3175">
            <a:solidFill>
              <a:srgbClr val="CC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Freeform 1368"/>
          <p:cNvSpPr/>
          <p:nvPr/>
        </p:nvSpPr>
        <p:spPr>
          <a:xfrm>
            <a:off x="40386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Freeform 1369"/>
          <p:cNvSpPr/>
          <p:nvPr/>
        </p:nvSpPr>
        <p:spPr>
          <a:xfrm>
            <a:off x="40513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6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Freeform 1370"/>
          <p:cNvSpPr/>
          <p:nvPr/>
        </p:nvSpPr>
        <p:spPr>
          <a:xfrm>
            <a:off x="4064000" y="1524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200"/>
          </a:solidFill>
          <a:ln w="3175">
            <a:solidFill>
              <a:srgbClr val="CC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Freeform 1371"/>
          <p:cNvSpPr/>
          <p:nvPr/>
        </p:nvSpPr>
        <p:spPr>
          <a:xfrm>
            <a:off x="40894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Freeform 1372"/>
          <p:cNvSpPr/>
          <p:nvPr/>
        </p:nvSpPr>
        <p:spPr>
          <a:xfrm>
            <a:off x="41021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Freeform 1373"/>
          <p:cNvSpPr/>
          <p:nvPr/>
        </p:nvSpPr>
        <p:spPr>
          <a:xfrm>
            <a:off x="4114800" y="1460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A00"/>
          </a:solidFill>
          <a:ln w="3175">
            <a:solidFill>
              <a:srgbClr val="CC3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Freeform 1374"/>
          <p:cNvSpPr/>
          <p:nvPr/>
        </p:nvSpPr>
        <p:spPr>
          <a:xfrm>
            <a:off x="4140200" y="143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300"/>
          </a:solidFill>
          <a:ln w="3175">
            <a:solidFill>
              <a:srgbClr val="CC2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Freeform 1375"/>
          <p:cNvSpPr/>
          <p:nvPr/>
        </p:nvSpPr>
        <p:spPr>
          <a:xfrm>
            <a:off x="41529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500"/>
          </a:solidFill>
          <a:ln w="3175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Freeform 1376"/>
          <p:cNvSpPr/>
          <p:nvPr/>
        </p:nvSpPr>
        <p:spPr>
          <a:xfrm>
            <a:off x="41656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EC0000"/>
          </a:solidFill>
          <a:ln w="3175">
            <a:solidFill>
              <a:srgbClr val="B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Freeform 1377"/>
          <p:cNvSpPr/>
          <p:nvPr/>
        </p:nvSpPr>
        <p:spPr>
          <a:xfrm>
            <a:off x="41910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2" y="4"/>
                </a:lnTo>
                <a:close/>
              </a:path>
            </a:pathLst>
          </a:custGeom>
          <a:solidFill>
            <a:srgbClr val="B50000"/>
          </a:solidFill>
          <a:ln w="3175">
            <a:solidFill>
              <a:srgbClr val="9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Freeform 1378"/>
          <p:cNvSpPr/>
          <p:nvPr/>
        </p:nvSpPr>
        <p:spPr>
          <a:xfrm>
            <a:off x="3683000" y="1854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Freeform 1379"/>
          <p:cNvSpPr/>
          <p:nvPr/>
        </p:nvSpPr>
        <p:spPr>
          <a:xfrm>
            <a:off x="37084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Freeform 1380"/>
          <p:cNvSpPr/>
          <p:nvPr/>
        </p:nvSpPr>
        <p:spPr>
          <a:xfrm>
            <a:off x="37211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Freeform 1381"/>
          <p:cNvSpPr/>
          <p:nvPr/>
        </p:nvSpPr>
        <p:spPr>
          <a:xfrm>
            <a:off x="37338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Freeform 1382"/>
          <p:cNvSpPr/>
          <p:nvPr/>
        </p:nvSpPr>
        <p:spPr>
          <a:xfrm>
            <a:off x="3746500" y="1803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Freeform 1383"/>
          <p:cNvSpPr/>
          <p:nvPr/>
        </p:nvSpPr>
        <p:spPr>
          <a:xfrm>
            <a:off x="37719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Freeform 1384"/>
          <p:cNvSpPr/>
          <p:nvPr/>
        </p:nvSpPr>
        <p:spPr>
          <a:xfrm>
            <a:off x="37846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Freeform 1385"/>
          <p:cNvSpPr/>
          <p:nvPr/>
        </p:nvSpPr>
        <p:spPr>
          <a:xfrm>
            <a:off x="3797300" y="1778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Freeform 1386"/>
          <p:cNvSpPr/>
          <p:nvPr/>
        </p:nvSpPr>
        <p:spPr>
          <a:xfrm>
            <a:off x="38227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Freeform 1387"/>
          <p:cNvSpPr/>
          <p:nvPr/>
        </p:nvSpPr>
        <p:spPr>
          <a:xfrm>
            <a:off x="38354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Freeform 1388"/>
          <p:cNvSpPr/>
          <p:nvPr/>
        </p:nvSpPr>
        <p:spPr>
          <a:xfrm>
            <a:off x="38481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Freeform 1389"/>
          <p:cNvSpPr/>
          <p:nvPr/>
        </p:nvSpPr>
        <p:spPr>
          <a:xfrm>
            <a:off x="38735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Freeform 1390"/>
          <p:cNvSpPr/>
          <p:nvPr/>
        </p:nvSpPr>
        <p:spPr>
          <a:xfrm>
            <a:off x="38862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Freeform 1391"/>
          <p:cNvSpPr/>
          <p:nvPr/>
        </p:nvSpPr>
        <p:spPr>
          <a:xfrm>
            <a:off x="38989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Freeform 1392"/>
          <p:cNvSpPr/>
          <p:nvPr/>
        </p:nvSpPr>
        <p:spPr>
          <a:xfrm>
            <a:off x="3924300" y="167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E9FF16"/>
          </a:solidFill>
          <a:ln w="3175">
            <a:solidFill>
              <a:srgbClr val="BAC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Freeform 1393"/>
          <p:cNvSpPr/>
          <p:nvPr/>
        </p:nvSpPr>
        <p:spPr>
          <a:xfrm>
            <a:off x="3937000" y="1638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EC00"/>
          </a:solidFill>
          <a:ln w="3175">
            <a:solidFill>
              <a:srgbClr val="CCB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Freeform 1394"/>
          <p:cNvSpPr/>
          <p:nvPr/>
        </p:nvSpPr>
        <p:spPr>
          <a:xfrm>
            <a:off x="3949700" y="1600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BB00"/>
          </a:solidFill>
          <a:ln w="3175">
            <a:solidFill>
              <a:srgbClr val="CC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Freeform 1395"/>
          <p:cNvSpPr/>
          <p:nvPr/>
        </p:nvSpPr>
        <p:spPr>
          <a:xfrm>
            <a:off x="3962400" y="1562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9300"/>
          </a:solidFill>
          <a:ln w="3175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Freeform 1396"/>
          <p:cNvSpPr/>
          <p:nvPr/>
        </p:nvSpPr>
        <p:spPr>
          <a:xfrm>
            <a:off x="39878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FF7F00"/>
          </a:solidFill>
          <a:ln w="3175">
            <a:solidFill>
              <a:srgbClr val="CC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Freeform 1397"/>
          <p:cNvSpPr/>
          <p:nvPr/>
        </p:nvSpPr>
        <p:spPr>
          <a:xfrm>
            <a:off x="40005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Freeform 1398"/>
          <p:cNvSpPr/>
          <p:nvPr/>
        </p:nvSpPr>
        <p:spPr>
          <a:xfrm>
            <a:off x="4013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Freeform 1399"/>
          <p:cNvSpPr/>
          <p:nvPr/>
        </p:nvSpPr>
        <p:spPr>
          <a:xfrm>
            <a:off x="40386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7B00"/>
          </a:solidFill>
          <a:ln w="3175">
            <a:solidFill>
              <a:srgbClr val="CC6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Freeform 1400"/>
          <p:cNvSpPr/>
          <p:nvPr/>
        </p:nvSpPr>
        <p:spPr>
          <a:xfrm>
            <a:off x="40513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7600"/>
          </a:solidFill>
          <a:ln w="3175">
            <a:solidFill>
              <a:srgbClr val="CC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Freeform 1401"/>
          <p:cNvSpPr/>
          <p:nvPr/>
        </p:nvSpPr>
        <p:spPr>
          <a:xfrm>
            <a:off x="4064000" y="1485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Freeform 1402"/>
          <p:cNvSpPr/>
          <p:nvPr/>
        </p:nvSpPr>
        <p:spPr>
          <a:xfrm>
            <a:off x="4089400" y="1460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5800"/>
          </a:solidFill>
          <a:ln w="3175">
            <a:solidFill>
              <a:srgbClr val="CC4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Freeform 1403"/>
          <p:cNvSpPr/>
          <p:nvPr/>
        </p:nvSpPr>
        <p:spPr>
          <a:xfrm>
            <a:off x="4102100" y="143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Freeform 1404"/>
          <p:cNvSpPr/>
          <p:nvPr/>
        </p:nvSpPr>
        <p:spPr>
          <a:xfrm>
            <a:off x="41148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200"/>
          </a:solidFill>
          <a:ln w="3175">
            <a:solidFill>
              <a:srgbClr val="CC1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Freeform 1405"/>
          <p:cNvSpPr/>
          <p:nvPr/>
        </p:nvSpPr>
        <p:spPr>
          <a:xfrm>
            <a:off x="41402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60000"/>
          </a:solidFill>
          <a:ln w="3175">
            <a:solidFill>
              <a:srgbClr val="C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Freeform 1406"/>
          <p:cNvSpPr/>
          <p:nvPr/>
        </p:nvSpPr>
        <p:spPr>
          <a:xfrm>
            <a:off x="41529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Freeform 1407"/>
          <p:cNvSpPr/>
          <p:nvPr/>
        </p:nvSpPr>
        <p:spPr>
          <a:xfrm>
            <a:off x="3644900" y="1854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Freeform 1408"/>
          <p:cNvSpPr/>
          <p:nvPr/>
        </p:nvSpPr>
        <p:spPr>
          <a:xfrm>
            <a:off x="36703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Freeform 1409"/>
          <p:cNvSpPr/>
          <p:nvPr/>
        </p:nvSpPr>
        <p:spPr>
          <a:xfrm>
            <a:off x="36830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Freeform 1410"/>
          <p:cNvSpPr/>
          <p:nvPr/>
        </p:nvSpPr>
        <p:spPr>
          <a:xfrm>
            <a:off x="36957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Freeform 1411"/>
          <p:cNvSpPr/>
          <p:nvPr/>
        </p:nvSpPr>
        <p:spPr>
          <a:xfrm>
            <a:off x="37211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Freeform 1412"/>
          <p:cNvSpPr/>
          <p:nvPr/>
        </p:nvSpPr>
        <p:spPr>
          <a:xfrm>
            <a:off x="37338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Freeform 1413"/>
          <p:cNvSpPr/>
          <p:nvPr/>
        </p:nvSpPr>
        <p:spPr>
          <a:xfrm>
            <a:off x="37465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Freeform 1414"/>
          <p:cNvSpPr/>
          <p:nvPr/>
        </p:nvSpPr>
        <p:spPr>
          <a:xfrm>
            <a:off x="37719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Freeform 1415"/>
          <p:cNvSpPr/>
          <p:nvPr/>
        </p:nvSpPr>
        <p:spPr>
          <a:xfrm>
            <a:off x="37846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Freeform 1416"/>
          <p:cNvSpPr/>
          <p:nvPr/>
        </p:nvSpPr>
        <p:spPr>
          <a:xfrm>
            <a:off x="37973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Freeform 1417"/>
          <p:cNvSpPr/>
          <p:nvPr/>
        </p:nvSpPr>
        <p:spPr>
          <a:xfrm>
            <a:off x="38227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Freeform 1418"/>
          <p:cNvSpPr/>
          <p:nvPr/>
        </p:nvSpPr>
        <p:spPr>
          <a:xfrm>
            <a:off x="38354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Freeform 1419"/>
          <p:cNvSpPr/>
          <p:nvPr/>
        </p:nvSpPr>
        <p:spPr>
          <a:xfrm>
            <a:off x="38481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Freeform 1420"/>
          <p:cNvSpPr/>
          <p:nvPr/>
        </p:nvSpPr>
        <p:spPr>
          <a:xfrm>
            <a:off x="3860800" y="1701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Freeform 1421"/>
          <p:cNvSpPr/>
          <p:nvPr/>
        </p:nvSpPr>
        <p:spPr>
          <a:xfrm>
            <a:off x="3886200" y="166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EAFF15"/>
          </a:solidFill>
          <a:ln w="3175">
            <a:solidFill>
              <a:srgbClr val="BBCC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Freeform 1422"/>
          <p:cNvSpPr/>
          <p:nvPr/>
        </p:nvSpPr>
        <p:spPr>
          <a:xfrm>
            <a:off x="3898900" y="1625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E700"/>
          </a:solidFill>
          <a:ln w="3175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Freeform 1423"/>
          <p:cNvSpPr/>
          <p:nvPr/>
        </p:nvSpPr>
        <p:spPr>
          <a:xfrm>
            <a:off x="3911600" y="1587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B200"/>
          </a:solidFill>
          <a:ln w="3175">
            <a:solidFill>
              <a:srgbClr val="CC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Freeform 1424"/>
          <p:cNvSpPr/>
          <p:nvPr/>
        </p:nvSpPr>
        <p:spPr>
          <a:xfrm>
            <a:off x="3937000" y="1562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8E00"/>
          </a:solidFill>
          <a:ln w="3175">
            <a:solidFill>
              <a:srgbClr val="CC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Freeform 1425"/>
          <p:cNvSpPr/>
          <p:nvPr/>
        </p:nvSpPr>
        <p:spPr>
          <a:xfrm>
            <a:off x="39497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Freeform 1426"/>
          <p:cNvSpPr/>
          <p:nvPr/>
        </p:nvSpPr>
        <p:spPr>
          <a:xfrm>
            <a:off x="39624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Freeform 1427"/>
          <p:cNvSpPr/>
          <p:nvPr/>
        </p:nvSpPr>
        <p:spPr>
          <a:xfrm>
            <a:off x="39878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Freeform 1428"/>
          <p:cNvSpPr/>
          <p:nvPr/>
        </p:nvSpPr>
        <p:spPr>
          <a:xfrm>
            <a:off x="40005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Freeform 1429"/>
          <p:cNvSpPr/>
          <p:nvPr/>
        </p:nvSpPr>
        <p:spPr>
          <a:xfrm>
            <a:off x="40132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000"/>
          </a:solidFill>
          <a:ln w="3175">
            <a:solidFill>
              <a:srgbClr val="CC6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Freeform 1430"/>
          <p:cNvSpPr/>
          <p:nvPr/>
        </p:nvSpPr>
        <p:spPr>
          <a:xfrm>
            <a:off x="4038600" y="1485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7900"/>
          </a:solidFill>
          <a:ln w="3175">
            <a:solidFill>
              <a:srgbClr val="CC6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Freeform 1431"/>
          <p:cNvSpPr/>
          <p:nvPr/>
        </p:nvSpPr>
        <p:spPr>
          <a:xfrm>
            <a:off x="4051300" y="1460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Freeform 1432"/>
          <p:cNvSpPr/>
          <p:nvPr/>
        </p:nvSpPr>
        <p:spPr>
          <a:xfrm>
            <a:off x="4064000" y="143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5100"/>
          </a:solidFill>
          <a:ln w="3175">
            <a:solidFill>
              <a:srgbClr val="CC4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Freeform 1433"/>
          <p:cNvSpPr/>
          <p:nvPr/>
        </p:nvSpPr>
        <p:spPr>
          <a:xfrm>
            <a:off x="4076700" y="1409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3100"/>
          </a:solidFill>
          <a:ln w="3175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Freeform 1434"/>
          <p:cNvSpPr/>
          <p:nvPr/>
        </p:nvSpPr>
        <p:spPr>
          <a:xfrm>
            <a:off x="41021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0400"/>
          </a:solidFill>
          <a:ln w="3175">
            <a:solidFill>
              <a:srgbClr val="CC0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Freeform 1435"/>
          <p:cNvSpPr/>
          <p:nvPr/>
        </p:nvSpPr>
        <p:spPr>
          <a:xfrm>
            <a:off x="4114800" y="1308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1"/>
                </a:lnTo>
                <a:lnTo>
                  <a:pt x="1" y="0"/>
                </a:lnTo>
                <a:lnTo>
                  <a:pt x="0" y="5"/>
                </a:lnTo>
                <a:lnTo>
                  <a:pt x="3" y="5"/>
                </a:lnTo>
                <a:close/>
              </a:path>
            </a:pathLst>
          </a:custGeom>
          <a:solidFill>
            <a:srgbClr val="C30000"/>
          </a:solidFill>
          <a:ln w="3175">
            <a:solidFill>
              <a:srgbClr val="9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Freeform 1436"/>
          <p:cNvSpPr/>
          <p:nvPr/>
        </p:nvSpPr>
        <p:spPr>
          <a:xfrm>
            <a:off x="3619500" y="1841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Freeform 1437"/>
          <p:cNvSpPr/>
          <p:nvPr/>
        </p:nvSpPr>
        <p:spPr>
          <a:xfrm>
            <a:off x="36322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Freeform 1438"/>
          <p:cNvSpPr/>
          <p:nvPr/>
        </p:nvSpPr>
        <p:spPr>
          <a:xfrm>
            <a:off x="36449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Freeform 1439"/>
          <p:cNvSpPr/>
          <p:nvPr/>
        </p:nvSpPr>
        <p:spPr>
          <a:xfrm>
            <a:off x="36703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Freeform 1440"/>
          <p:cNvSpPr/>
          <p:nvPr/>
        </p:nvSpPr>
        <p:spPr>
          <a:xfrm>
            <a:off x="36830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Freeform 1441"/>
          <p:cNvSpPr/>
          <p:nvPr/>
        </p:nvSpPr>
        <p:spPr>
          <a:xfrm>
            <a:off x="36957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Freeform 1442"/>
          <p:cNvSpPr/>
          <p:nvPr/>
        </p:nvSpPr>
        <p:spPr>
          <a:xfrm>
            <a:off x="37211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Freeform 1443"/>
          <p:cNvSpPr/>
          <p:nvPr/>
        </p:nvSpPr>
        <p:spPr>
          <a:xfrm>
            <a:off x="37338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Freeform 1444"/>
          <p:cNvSpPr/>
          <p:nvPr/>
        </p:nvSpPr>
        <p:spPr>
          <a:xfrm>
            <a:off x="37465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Freeform 1445"/>
          <p:cNvSpPr/>
          <p:nvPr/>
        </p:nvSpPr>
        <p:spPr>
          <a:xfrm>
            <a:off x="3759200" y="1739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Freeform 1446"/>
          <p:cNvSpPr/>
          <p:nvPr/>
        </p:nvSpPr>
        <p:spPr>
          <a:xfrm>
            <a:off x="37846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Freeform 1447"/>
          <p:cNvSpPr/>
          <p:nvPr/>
        </p:nvSpPr>
        <p:spPr>
          <a:xfrm>
            <a:off x="37973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Freeform 1448"/>
          <p:cNvSpPr/>
          <p:nvPr/>
        </p:nvSpPr>
        <p:spPr>
          <a:xfrm>
            <a:off x="38100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Freeform 1449"/>
          <p:cNvSpPr/>
          <p:nvPr/>
        </p:nvSpPr>
        <p:spPr>
          <a:xfrm>
            <a:off x="38354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Freeform 1450"/>
          <p:cNvSpPr/>
          <p:nvPr/>
        </p:nvSpPr>
        <p:spPr>
          <a:xfrm>
            <a:off x="3848100" y="166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CFF13"/>
          </a:solidFill>
          <a:ln w="3175">
            <a:solidFill>
              <a:srgbClr val="BDCC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Freeform 1451"/>
          <p:cNvSpPr/>
          <p:nvPr/>
        </p:nvSpPr>
        <p:spPr>
          <a:xfrm>
            <a:off x="3860800" y="1612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FFE000"/>
          </a:solidFill>
          <a:ln w="3175">
            <a:solidFill>
              <a:srgbClr val="CC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Freeform 1452"/>
          <p:cNvSpPr/>
          <p:nvPr/>
        </p:nvSpPr>
        <p:spPr>
          <a:xfrm>
            <a:off x="3886200" y="1574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FFA8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Freeform 1453"/>
          <p:cNvSpPr/>
          <p:nvPr/>
        </p:nvSpPr>
        <p:spPr>
          <a:xfrm>
            <a:off x="3898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C00"/>
          </a:solidFill>
          <a:ln w="3175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Freeform 1454"/>
          <p:cNvSpPr/>
          <p:nvPr/>
        </p:nvSpPr>
        <p:spPr>
          <a:xfrm>
            <a:off x="39116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Freeform 1455"/>
          <p:cNvSpPr/>
          <p:nvPr/>
        </p:nvSpPr>
        <p:spPr>
          <a:xfrm>
            <a:off x="3924300" y="1536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Freeform 1456"/>
          <p:cNvSpPr/>
          <p:nvPr/>
        </p:nvSpPr>
        <p:spPr>
          <a:xfrm>
            <a:off x="39497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Freeform 1457"/>
          <p:cNvSpPr/>
          <p:nvPr/>
        </p:nvSpPr>
        <p:spPr>
          <a:xfrm>
            <a:off x="39624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Freeform 1458"/>
          <p:cNvSpPr/>
          <p:nvPr/>
        </p:nvSpPr>
        <p:spPr>
          <a:xfrm>
            <a:off x="3975100" y="1498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Freeform 1459"/>
          <p:cNvSpPr/>
          <p:nvPr/>
        </p:nvSpPr>
        <p:spPr>
          <a:xfrm>
            <a:off x="4000500" y="1485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500"/>
          </a:solidFill>
          <a:ln w="3175">
            <a:solidFill>
              <a:srgbClr val="CC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Freeform 1460"/>
          <p:cNvSpPr/>
          <p:nvPr/>
        </p:nvSpPr>
        <p:spPr>
          <a:xfrm>
            <a:off x="4013200" y="147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7B00"/>
          </a:solidFill>
          <a:ln w="3175">
            <a:solidFill>
              <a:srgbClr val="CC6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Freeform 1461"/>
          <p:cNvSpPr/>
          <p:nvPr/>
        </p:nvSpPr>
        <p:spPr>
          <a:xfrm>
            <a:off x="4025900" y="143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1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6400"/>
          </a:solidFill>
          <a:ln w="3175">
            <a:solidFill>
              <a:srgbClr val="CC5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Freeform 1462"/>
          <p:cNvSpPr/>
          <p:nvPr/>
        </p:nvSpPr>
        <p:spPr>
          <a:xfrm>
            <a:off x="40513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2"/>
                </a:lnTo>
                <a:close/>
              </a:path>
            </a:pathLst>
          </a:custGeom>
          <a:solidFill>
            <a:srgbClr val="FF4300"/>
          </a:solidFill>
          <a:ln w="3175">
            <a:solidFill>
              <a:srgbClr val="CC3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Freeform 1463"/>
          <p:cNvSpPr/>
          <p:nvPr/>
        </p:nvSpPr>
        <p:spPr>
          <a:xfrm>
            <a:off x="40640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1400"/>
          </a:solidFill>
          <a:ln w="3175">
            <a:solidFill>
              <a:srgbClr val="CC1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Freeform 1464"/>
          <p:cNvSpPr/>
          <p:nvPr/>
        </p:nvSpPr>
        <p:spPr>
          <a:xfrm>
            <a:off x="4076700" y="1308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0"/>
                </a:lnTo>
                <a:lnTo>
                  <a:pt x="2" y="0"/>
                </a:lnTo>
                <a:lnTo>
                  <a:pt x="0" y="5"/>
                </a:lnTo>
                <a:lnTo>
                  <a:pt x="3" y="5"/>
                </a:lnTo>
                <a:close/>
              </a:path>
            </a:pathLst>
          </a:custGeom>
          <a:solidFill>
            <a:srgbClr val="CB0000"/>
          </a:solidFill>
          <a:ln w="3175">
            <a:solidFill>
              <a:srgbClr val="A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Freeform 1465"/>
          <p:cNvSpPr/>
          <p:nvPr/>
        </p:nvSpPr>
        <p:spPr>
          <a:xfrm>
            <a:off x="3581400" y="1841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Freeform 1466"/>
          <p:cNvSpPr/>
          <p:nvPr/>
        </p:nvSpPr>
        <p:spPr>
          <a:xfrm>
            <a:off x="35941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Freeform 1467"/>
          <p:cNvSpPr/>
          <p:nvPr/>
        </p:nvSpPr>
        <p:spPr>
          <a:xfrm>
            <a:off x="3606800" y="1816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Freeform 1468"/>
          <p:cNvSpPr/>
          <p:nvPr/>
        </p:nvSpPr>
        <p:spPr>
          <a:xfrm>
            <a:off x="36322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Freeform 1469"/>
          <p:cNvSpPr/>
          <p:nvPr/>
        </p:nvSpPr>
        <p:spPr>
          <a:xfrm>
            <a:off x="36449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Freeform 1470"/>
          <p:cNvSpPr/>
          <p:nvPr/>
        </p:nvSpPr>
        <p:spPr>
          <a:xfrm>
            <a:off x="3657600" y="1778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Freeform 1471"/>
          <p:cNvSpPr/>
          <p:nvPr/>
        </p:nvSpPr>
        <p:spPr>
          <a:xfrm>
            <a:off x="36830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Freeform 1472"/>
          <p:cNvSpPr/>
          <p:nvPr/>
        </p:nvSpPr>
        <p:spPr>
          <a:xfrm>
            <a:off x="36957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Freeform 1473"/>
          <p:cNvSpPr/>
          <p:nvPr/>
        </p:nvSpPr>
        <p:spPr>
          <a:xfrm>
            <a:off x="37084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Freeform 1474"/>
          <p:cNvSpPr/>
          <p:nvPr/>
        </p:nvSpPr>
        <p:spPr>
          <a:xfrm>
            <a:off x="37338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Freeform 1475"/>
          <p:cNvSpPr/>
          <p:nvPr/>
        </p:nvSpPr>
        <p:spPr>
          <a:xfrm>
            <a:off x="37465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Freeform 1476"/>
          <p:cNvSpPr/>
          <p:nvPr/>
        </p:nvSpPr>
        <p:spPr>
          <a:xfrm>
            <a:off x="37592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Freeform 1477"/>
          <p:cNvSpPr/>
          <p:nvPr/>
        </p:nvSpPr>
        <p:spPr>
          <a:xfrm>
            <a:off x="37846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Freeform 1478"/>
          <p:cNvSpPr/>
          <p:nvPr/>
        </p:nvSpPr>
        <p:spPr>
          <a:xfrm>
            <a:off x="37973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Freeform 1479"/>
          <p:cNvSpPr/>
          <p:nvPr/>
        </p:nvSpPr>
        <p:spPr>
          <a:xfrm>
            <a:off x="3810000" y="1651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ECFF13"/>
          </a:solidFill>
          <a:ln w="3175">
            <a:solidFill>
              <a:srgbClr val="BDCC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Freeform 1480"/>
          <p:cNvSpPr/>
          <p:nvPr/>
        </p:nvSpPr>
        <p:spPr>
          <a:xfrm>
            <a:off x="3822700" y="1612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Freeform 1481"/>
          <p:cNvSpPr/>
          <p:nvPr/>
        </p:nvSpPr>
        <p:spPr>
          <a:xfrm>
            <a:off x="3848100" y="1574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9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Freeform 1482"/>
          <p:cNvSpPr/>
          <p:nvPr/>
        </p:nvSpPr>
        <p:spPr>
          <a:xfrm>
            <a:off x="38608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C00"/>
          </a:solidFill>
          <a:ln w="3175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Freeform 1483"/>
          <p:cNvSpPr/>
          <p:nvPr/>
        </p:nvSpPr>
        <p:spPr>
          <a:xfrm>
            <a:off x="38735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Freeform 1484"/>
          <p:cNvSpPr/>
          <p:nvPr/>
        </p:nvSpPr>
        <p:spPr>
          <a:xfrm>
            <a:off x="38989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Freeform 1485"/>
          <p:cNvSpPr/>
          <p:nvPr/>
        </p:nvSpPr>
        <p:spPr>
          <a:xfrm>
            <a:off x="39116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Freeform 1486"/>
          <p:cNvSpPr/>
          <p:nvPr/>
        </p:nvSpPr>
        <p:spPr>
          <a:xfrm>
            <a:off x="39243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Freeform 1487"/>
          <p:cNvSpPr/>
          <p:nvPr/>
        </p:nvSpPr>
        <p:spPr>
          <a:xfrm>
            <a:off x="39497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8700"/>
          </a:solidFill>
          <a:ln w="3175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Freeform 1488"/>
          <p:cNvSpPr/>
          <p:nvPr/>
        </p:nvSpPr>
        <p:spPr>
          <a:xfrm>
            <a:off x="3962400" y="147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400"/>
          </a:solidFill>
          <a:ln w="3175">
            <a:solidFill>
              <a:srgbClr val="CC6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Freeform 1489"/>
          <p:cNvSpPr/>
          <p:nvPr/>
        </p:nvSpPr>
        <p:spPr>
          <a:xfrm>
            <a:off x="3975100" y="1447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2"/>
                </a:lnTo>
                <a:lnTo>
                  <a:pt x="2" y="0"/>
                </a:lnTo>
                <a:lnTo>
                  <a:pt x="0" y="2"/>
                </a:lnTo>
                <a:lnTo>
                  <a:pt x="3" y="4"/>
                </a:lnTo>
                <a:close/>
              </a:path>
            </a:pathLst>
          </a:custGeom>
          <a:solidFill>
            <a:srgbClr val="FF7800"/>
          </a:solidFill>
          <a:ln w="3175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Freeform 1490"/>
          <p:cNvSpPr/>
          <p:nvPr/>
        </p:nvSpPr>
        <p:spPr>
          <a:xfrm>
            <a:off x="40005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2" y="4"/>
                </a:lnTo>
                <a:close/>
              </a:path>
            </a:pathLst>
          </a:custGeom>
          <a:solidFill>
            <a:srgbClr val="FF6200"/>
          </a:solidFill>
          <a:ln w="3175">
            <a:solidFill>
              <a:srgbClr val="CC4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Freeform 1491"/>
          <p:cNvSpPr/>
          <p:nvPr/>
        </p:nvSpPr>
        <p:spPr>
          <a:xfrm>
            <a:off x="4013200" y="1397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4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Freeform 1492"/>
          <p:cNvSpPr/>
          <p:nvPr/>
        </p:nvSpPr>
        <p:spPr>
          <a:xfrm>
            <a:off x="4025900" y="135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1200"/>
          </a:solidFill>
          <a:ln w="3175">
            <a:solidFill>
              <a:srgbClr val="CC0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Freeform 1493"/>
          <p:cNvSpPr/>
          <p:nvPr/>
        </p:nvSpPr>
        <p:spPr>
          <a:xfrm>
            <a:off x="4038600" y="12954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3" y="6"/>
                </a:moveTo>
                <a:lnTo>
                  <a:pt x="5" y="1"/>
                </a:lnTo>
                <a:lnTo>
                  <a:pt x="2" y="0"/>
                </a:lnTo>
                <a:lnTo>
                  <a:pt x="0" y="5"/>
                </a:lnTo>
                <a:lnTo>
                  <a:pt x="3" y="6"/>
                </a:lnTo>
                <a:close/>
              </a:path>
            </a:pathLst>
          </a:custGeom>
          <a:solidFill>
            <a:srgbClr val="CA0000"/>
          </a:solidFill>
          <a:ln w="3175">
            <a:solidFill>
              <a:srgbClr val="A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Freeform 1494"/>
          <p:cNvSpPr/>
          <p:nvPr/>
        </p:nvSpPr>
        <p:spPr>
          <a:xfrm>
            <a:off x="3543300" y="1828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Freeform 1495"/>
          <p:cNvSpPr/>
          <p:nvPr/>
        </p:nvSpPr>
        <p:spPr>
          <a:xfrm>
            <a:off x="35560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Freeform 1496"/>
          <p:cNvSpPr/>
          <p:nvPr/>
        </p:nvSpPr>
        <p:spPr>
          <a:xfrm>
            <a:off x="35814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Freeform 1497"/>
          <p:cNvSpPr/>
          <p:nvPr/>
        </p:nvSpPr>
        <p:spPr>
          <a:xfrm>
            <a:off x="35941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Freeform 1498"/>
          <p:cNvSpPr/>
          <p:nvPr/>
        </p:nvSpPr>
        <p:spPr>
          <a:xfrm>
            <a:off x="36068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Freeform 1499"/>
          <p:cNvSpPr/>
          <p:nvPr/>
        </p:nvSpPr>
        <p:spPr>
          <a:xfrm>
            <a:off x="36322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Freeform 1500"/>
          <p:cNvSpPr/>
          <p:nvPr/>
        </p:nvSpPr>
        <p:spPr>
          <a:xfrm>
            <a:off x="36449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Freeform 1501"/>
          <p:cNvSpPr/>
          <p:nvPr/>
        </p:nvSpPr>
        <p:spPr>
          <a:xfrm>
            <a:off x="36576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Freeform 1502"/>
          <p:cNvSpPr/>
          <p:nvPr/>
        </p:nvSpPr>
        <p:spPr>
          <a:xfrm>
            <a:off x="36830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Freeform 1503"/>
          <p:cNvSpPr/>
          <p:nvPr/>
        </p:nvSpPr>
        <p:spPr>
          <a:xfrm>
            <a:off x="36957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Freeform 1504"/>
          <p:cNvSpPr/>
          <p:nvPr/>
        </p:nvSpPr>
        <p:spPr>
          <a:xfrm>
            <a:off x="37084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Freeform 1505"/>
          <p:cNvSpPr/>
          <p:nvPr/>
        </p:nvSpPr>
        <p:spPr>
          <a:xfrm>
            <a:off x="3721100" y="1701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Freeform 1506"/>
          <p:cNvSpPr/>
          <p:nvPr/>
        </p:nvSpPr>
        <p:spPr>
          <a:xfrm>
            <a:off x="37465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Freeform 1507"/>
          <p:cNvSpPr/>
          <p:nvPr/>
        </p:nvSpPr>
        <p:spPr>
          <a:xfrm>
            <a:off x="37592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Freeform 1508"/>
          <p:cNvSpPr/>
          <p:nvPr/>
        </p:nvSpPr>
        <p:spPr>
          <a:xfrm>
            <a:off x="3771900" y="1651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9FF16"/>
          </a:solidFill>
          <a:ln w="3175">
            <a:solidFill>
              <a:srgbClr val="BAC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Freeform 1509"/>
          <p:cNvSpPr/>
          <p:nvPr/>
        </p:nvSpPr>
        <p:spPr>
          <a:xfrm>
            <a:off x="3797300" y="1612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FFEA00"/>
          </a:solidFill>
          <a:ln w="3175">
            <a:solidFill>
              <a:srgbClr val="CCB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Freeform 1510"/>
          <p:cNvSpPr/>
          <p:nvPr/>
        </p:nvSpPr>
        <p:spPr>
          <a:xfrm>
            <a:off x="3810000" y="1574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B900"/>
          </a:solidFill>
          <a:ln w="3175">
            <a:solidFill>
              <a:srgbClr val="CC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Freeform 1511"/>
          <p:cNvSpPr/>
          <p:nvPr/>
        </p:nvSpPr>
        <p:spPr>
          <a:xfrm>
            <a:off x="3822700" y="1549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9400"/>
          </a:solidFill>
          <a:ln w="3175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Freeform 1512"/>
          <p:cNvSpPr/>
          <p:nvPr/>
        </p:nvSpPr>
        <p:spPr>
          <a:xfrm>
            <a:off x="38481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Freeform 1513"/>
          <p:cNvSpPr/>
          <p:nvPr/>
        </p:nvSpPr>
        <p:spPr>
          <a:xfrm>
            <a:off x="38608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Freeform 1514"/>
          <p:cNvSpPr/>
          <p:nvPr/>
        </p:nvSpPr>
        <p:spPr>
          <a:xfrm>
            <a:off x="38735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Freeform 1515"/>
          <p:cNvSpPr/>
          <p:nvPr/>
        </p:nvSpPr>
        <p:spPr>
          <a:xfrm>
            <a:off x="3886200" y="1485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2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7B00"/>
          </a:solidFill>
          <a:ln w="3175">
            <a:solidFill>
              <a:srgbClr val="CC6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Freeform 1516"/>
          <p:cNvSpPr/>
          <p:nvPr/>
        </p:nvSpPr>
        <p:spPr>
          <a:xfrm>
            <a:off x="3911600" y="147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2"/>
                </a:lnTo>
                <a:lnTo>
                  <a:pt x="1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76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Freeform 1517"/>
          <p:cNvSpPr/>
          <p:nvPr/>
        </p:nvSpPr>
        <p:spPr>
          <a:xfrm>
            <a:off x="3924300" y="1447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4"/>
                </a:lnTo>
                <a:close/>
              </a:path>
            </a:pathLst>
          </a:custGeom>
          <a:solidFill>
            <a:srgbClr val="FF6C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Freeform 1518"/>
          <p:cNvSpPr/>
          <p:nvPr/>
        </p:nvSpPr>
        <p:spPr>
          <a:xfrm>
            <a:off x="3937000" y="1435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Freeform 1519"/>
          <p:cNvSpPr/>
          <p:nvPr/>
        </p:nvSpPr>
        <p:spPr>
          <a:xfrm>
            <a:off x="39624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400"/>
          </a:solidFill>
          <a:ln w="3175">
            <a:solidFill>
              <a:srgbClr val="CC3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Freeform 1520"/>
          <p:cNvSpPr/>
          <p:nvPr/>
        </p:nvSpPr>
        <p:spPr>
          <a:xfrm>
            <a:off x="3975100" y="137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2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2500"/>
          </a:solidFill>
          <a:ln w="3175">
            <a:solidFill>
              <a:srgbClr val="CC1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Freeform 1521"/>
          <p:cNvSpPr/>
          <p:nvPr/>
        </p:nvSpPr>
        <p:spPr>
          <a:xfrm>
            <a:off x="3987800" y="1333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2"/>
                </a:lnTo>
                <a:lnTo>
                  <a:pt x="2" y="0"/>
                </a:lnTo>
                <a:lnTo>
                  <a:pt x="0" y="3"/>
                </a:lnTo>
                <a:lnTo>
                  <a:pt x="3" y="5"/>
                </a:lnTo>
                <a:close/>
              </a:path>
            </a:pathLst>
          </a:custGeom>
          <a:solidFill>
            <a:srgbClr val="F90000"/>
          </a:solidFill>
          <a:ln w="3175">
            <a:solidFill>
              <a:srgbClr val="C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Freeform 1522"/>
          <p:cNvSpPr/>
          <p:nvPr/>
        </p:nvSpPr>
        <p:spPr>
          <a:xfrm>
            <a:off x="4013200" y="1295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2" y="5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5"/>
                </a:lnTo>
                <a:close/>
              </a:path>
            </a:pathLst>
          </a:custGeom>
          <a:solidFill>
            <a:srgbClr val="BD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Freeform 1523"/>
          <p:cNvSpPr/>
          <p:nvPr/>
        </p:nvSpPr>
        <p:spPr>
          <a:xfrm>
            <a:off x="3505200" y="1828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Freeform 1524"/>
          <p:cNvSpPr/>
          <p:nvPr/>
        </p:nvSpPr>
        <p:spPr>
          <a:xfrm>
            <a:off x="35306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Freeform 1525"/>
          <p:cNvSpPr/>
          <p:nvPr/>
        </p:nvSpPr>
        <p:spPr>
          <a:xfrm>
            <a:off x="35433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Freeform 1526"/>
          <p:cNvSpPr/>
          <p:nvPr/>
        </p:nvSpPr>
        <p:spPr>
          <a:xfrm>
            <a:off x="35560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Freeform 1527"/>
          <p:cNvSpPr/>
          <p:nvPr/>
        </p:nvSpPr>
        <p:spPr>
          <a:xfrm>
            <a:off x="3568700" y="1778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Freeform 1528"/>
          <p:cNvSpPr/>
          <p:nvPr/>
        </p:nvSpPr>
        <p:spPr>
          <a:xfrm>
            <a:off x="35941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Freeform 1529"/>
          <p:cNvSpPr/>
          <p:nvPr/>
        </p:nvSpPr>
        <p:spPr>
          <a:xfrm>
            <a:off x="36068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Freeform 1530"/>
          <p:cNvSpPr/>
          <p:nvPr/>
        </p:nvSpPr>
        <p:spPr>
          <a:xfrm>
            <a:off x="3619500" y="1752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Freeform 1531"/>
          <p:cNvSpPr/>
          <p:nvPr/>
        </p:nvSpPr>
        <p:spPr>
          <a:xfrm>
            <a:off x="36449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Freeform 1532"/>
          <p:cNvSpPr/>
          <p:nvPr/>
        </p:nvSpPr>
        <p:spPr>
          <a:xfrm>
            <a:off x="36576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Freeform 1533"/>
          <p:cNvSpPr/>
          <p:nvPr/>
        </p:nvSpPr>
        <p:spPr>
          <a:xfrm>
            <a:off x="36703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Freeform 1534"/>
          <p:cNvSpPr/>
          <p:nvPr/>
        </p:nvSpPr>
        <p:spPr>
          <a:xfrm>
            <a:off x="36957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Freeform 1535"/>
          <p:cNvSpPr/>
          <p:nvPr/>
        </p:nvSpPr>
        <p:spPr>
          <a:xfrm>
            <a:off x="37084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Freeform 1536"/>
          <p:cNvSpPr/>
          <p:nvPr/>
        </p:nvSpPr>
        <p:spPr>
          <a:xfrm>
            <a:off x="37211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Freeform 1537"/>
          <p:cNvSpPr/>
          <p:nvPr/>
        </p:nvSpPr>
        <p:spPr>
          <a:xfrm>
            <a:off x="37465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7FF18"/>
          </a:solidFill>
          <a:ln w="3175">
            <a:solidFill>
              <a:srgbClr val="B9C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Freeform 1538"/>
          <p:cNvSpPr/>
          <p:nvPr/>
        </p:nvSpPr>
        <p:spPr>
          <a:xfrm>
            <a:off x="3759200" y="1612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Freeform 1539"/>
          <p:cNvSpPr/>
          <p:nvPr/>
        </p:nvSpPr>
        <p:spPr>
          <a:xfrm>
            <a:off x="37719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C500"/>
          </a:solidFill>
          <a:ln w="3175">
            <a:solidFill>
              <a:srgbClr val="CC9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Freeform 1540"/>
          <p:cNvSpPr/>
          <p:nvPr/>
        </p:nvSpPr>
        <p:spPr>
          <a:xfrm>
            <a:off x="3784600" y="1549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000"/>
          </a:solidFill>
          <a:ln w="3175">
            <a:solidFill>
              <a:srgbClr val="CC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Freeform 1541"/>
          <p:cNvSpPr/>
          <p:nvPr/>
        </p:nvSpPr>
        <p:spPr>
          <a:xfrm>
            <a:off x="38100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400"/>
          </a:solidFill>
          <a:ln w="3175">
            <a:solidFill>
              <a:srgbClr val="CC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Freeform 1542"/>
          <p:cNvSpPr/>
          <p:nvPr/>
        </p:nvSpPr>
        <p:spPr>
          <a:xfrm>
            <a:off x="38227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7400"/>
          </a:solidFill>
          <a:ln w="3175">
            <a:solidFill>
              <a:srgbClr val="CC5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Freeform 1543"/>
          <p:cNvSpPr/>
          <p:nvPr/>
        </p:nvSpPr>
        <p:spPr>
          <a:xfrm>
            <a:off x="3835400" y="1485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2"/>
                </a:lnTo>
                <a:lnTo>
                  <a:pt x="2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Freeform 1544"/>
          <p:cNvSpPr/>
          <p:nvPr/>
        </p:nvSpPr>
        <p:spPr>
          <a:xfrm>
            <a:off x="3860800" y="147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3"/>
                </a:lnTo>
                <a:close/>
              </a:path>
            </a:pathLst>
          </a:custGeom>
          <a:solidFill>
            <a:srgbClr val="FF6700"/>
          </a:solidFill>
          <a:ln w="3175">
            <a:solidFill>
              <a:srgbClr val="CC5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Freeform 1545"/>
          <p:cNvSpPr/>
          <p:nvPr/>
        </p:nvSpPr>
        <p:spPr>
          <a:xfrm>
            <a:off x="38735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5D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Freeform 1546"/>
          <p:cNvSpPr/>
          <p:nvPr/>
        </p:nvSpPr>
        <p:spPr>
          <a:xfrm>
            <a:off x="3886200" y="143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4F00"/>
          </a:solidFill>
          <a:ln w="3175">
            <a:solidFill>
              <a:srgbClr val="CC3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Freeform 1547"/>
          <p:cNvSpPr/>
          <p:nvPr/>
        </p:nvSpPr>
        <p:spPr>
          <a:xfrm>
            <a:off x="39116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3E00"/>
          </a:solidFill>
          <a:ln w="3175">
            <a:solidFill>
              <a:srgbClr val="CC3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Freeform 1548"/>
          <p:cNvSpPr/>
          <p:nvPr/>
        </p:nvSpPr>
        <p:spPr>
          <a:xfrm>
            <a:off x="3924300" y="138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4"/>
                </a:lnTo>
                <a:close/>
              </a:path>
            </a:pathLst>
          </a:custGeom>
          <a:solidFill>
            <a:srgbClr val="FF2700"/>
          </a:solidFill>
          <a:ln w="3175">
            <a:solidFill>
              <a:srgbClr val="CC2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Freeform 1549"/>
          <p:cNvSpPr/>
          <p:nvPr/>
        </p:nvSpPr>
        <p:spPr>
          <a:xfrm>
            <a:off x="3937000" y="135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4"/>
                </a:lnTo>
                <a:close/>
              </a:path>
            </a:pathLst>
          </a:custGeom>
          <a:solidFill>
            <a:srgbClr val="FF0A00"/>
          </a:solidFill>
          <a:ln w="3175">
            <a:solidFill>
              <a:srgbClr val="CC0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Freeform 1550"/>
          <p:cNvSpPr/>
          <p:nvPr/>
        </p:nvSpPr>
        <p:spPr>
          <a:xfrm>
            <a:off x="39624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E30000"/>
          </a:solidFill>
          <a:ln w="3175">
            <a:solidFill>
              <a:srgbClr val="B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Freeform 1551"/>
          <p:cNvSpPr/>
          <p:nvPr/>
        </p:nvSpPr>
        <p:spPr>
          <a:xfrm>
            <a:off x="3975100" y="128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AF0000"/>
          </a:solidFill>
          <a:ln w="3175">
            <a:solidFill>
              <a:srgbClr val="8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Freeform 1552"/>
          <p:cNvSpPr/>
          <p:nvPr/>
        </p:nvSpPr>
        <p:spPr>
          <a:xfrm>
            <a:off x="3467100" y="1828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Freeform 1553"/>
          <p:cNvSpPr/>
          <p:nvPr/>
        </p:nvSpPr>
        <p:spPr>
          <a:xfrm>
            <a:off x="34925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Freeform 1554"/>
          <p:cNvSpPr/>
          <p:nvPr/>
        </p:nvSpPr>
        <p:spPr>
          <a:xfrm>
            <a:off x="35052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Freeform 1555"/>
          <p:cNvSpPr/>
          <p:nvPr/>
        </p:nvSpPr>
        <p:spPr>
          <a:xfrm>
            <a:off x="35179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Freeform 1556"/>
          <p:cNvSpPr/>
          <p:nvPr/>
        </p:nvSpPr>
        <p:spPr>
          <a:xfrm>
            <a:off x="35433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Freeform 1557"/>
          <p:cNvSpPr/>
          <p:nvPr/>
        </p:nvSpPr>
        <p:spPr>
          <a:xfrm>
            <a:off x="35560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Freeform 1558"/>
          <p:cNvSpPr/>
          <p:nvPr/>
        </p:nvSpPr>
        <p:spPr>
          <a:xfrm>
            <a:off x="35687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Freeform 1559"/>
          <p:cNvSpPr/>
          <p:nvPr/>
        </p:nvSpPr>
        <p:spPr>
          <a:xfrm>
            <a:off x="35941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Freeform 1560"/>
          <p:cNvSpPr/>
          <p:nvPr/>
        </p:nvSpPr>
        <p:spPr>
          <a:xfrm>
            <a:off x="36068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Freeform 1561"/>
          <p:cNvSpPr/>
          <p:nvPr/>
        </p:nvSpPr>
        <p:spPr>
          <a:xfrm>
            <a:off x="36195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Freeform 1562"/>
          <p:cNvSpPr/>
          <p:nvPr/>
        </p:nvSpPr>
        <p:spPr>
          <a:xfrm>
            <a:off x="36449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Freeform 1563"/>
          <p:cNvSpPr/>
          <p:nvPr/>
        </p:nvSpPr>
        <p:spPr>
          <a:xfrm>
            <a:off x="36576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Freeform 1564"/>
          <p:cNvSpPr/>
          <p:nvPr/>
        </p:nvSpPr>
        <p:spPr>
          <a:xfrm>
            <a:off x="36703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Freeform 1565"/>
          <p:cNvSpPr/>
          <p:nvPr/>
        </p:nvSpPr>
        <p:spPr>
          <a:xfrm>
            <a:off x="3683000" y="1676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Freeform 1566"/>
          <p:cNvSpPr/>
          <p:nvPr/>
        </p:nvSpPr>
        <p:spPr>
          <a:xfrm>
            <a:off x="37084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Freeform 1567"/>
          <p:cNvSpPr/>
          <p:nvPr/>
        </p:nvSpPr>
        <p:spPr>
          <a:xfrm>
            <a:off x="3721100" y="1612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6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Freeform 1568"/>
          <p:cNvSpPr/>
          <p:nvPr/>
        </p:nvSpPr>
        <p:spPr>
          <a:xfrm>
            <a:off x="3733800" y="1574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C00"/>
          </a:solidFill>
          <a:ln w="3175">
            <a:solidFill>
              <a:srgbClr val="CCA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Freeform 1569"/>
          <p:cNvSpPr/>
          <p:nvPr/>
        </p:nvSpPr>
        <p:spPr>
          <a:xfrm>
            <a:off x="3759200" y="1549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A8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Freeform 1570"/>
          <p:cNvSpPr/>
          <p:nvPr/>
        </p:nvSpPr>
        <p:spPr>
          <a:xfrm>
            <a:off x="37719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9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Freeform 1571"/>
          <p:cNvSpPr/>
          <p:nvPr/>
        </p:nvSpPr>
        <p:spPr>
          <a:xfrm>
            <a:off x="37846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Freeform 1572"/>
          <p:cNvSpPr/>
          <p:nvPr/>
        </p:nvSpPr>
        <p:spPr>
          <a:xfrm>
            <a:off x="3810000" y="147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Freeform 1573"/>
          <p:cNvSpPr/>
          <p:nvPr/>
        </p:nvSpPr>
        <p:spPr>
          <a:xfrm>
            <a:off x="3822700" y="1460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5100"/>
          </a:solidFill>
          <a:ln w="3175">
            <a:solidFill>
              <a:srgbClr val="CC4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Freeform 1574"/>
          <p:cNvSpPr/>
          <p:nvPr/>
        </p:nvSpPr>
        <p:spPr>
          <a:xfrm>
            <a:off x="3835400" y="143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600"/>
          </a:solidFill>
          <a:ln w="3175">
            <a:solidFill>
              <a:srgbClr val="CC3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Freeform 1575"/>
          <p:cNvSpPr/>
          <p:nvPr/>
        </p:nvSpPr>
        <p:spPr>
          <a:xfrm>
            <a:off x="3848100" y="1422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3900"/>
          </a:solidFill>
          <a:ln w="3175">
            <a:solidFill>
              <a:srgbClr val="CC2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Freeform 1576"/>
          <p:cNvSpPr/>
          <p:nvPr/>
        </p:nvSpPr>
        <p:spPr>
          <a:xfrm>
            <a:off x="3873500" y="139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2700"/>
          </a:solidFill>
          <a:ln w="3175">
            <a:solidFill>
              <a:srgbClr val="CC1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Freeform 1577"/>
          <p:cNvSpPr/>
          <p:nvPr/>
        </p:nvSpPr>
        <p:spPr>
          <a:xfrm>
            <a:off x="38862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1200"/>
          </a:solidFill>
          <a:ln w="3175">
            <a:solidFill>
              <a:srgbClr val="CC0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Freeform 1578"/>
          <p:cNvSpPr/>
          <p:nvPr/>
        </p:nvSpPr>
        <p:spPr>
          <a:xfrm>
            <a:off x="3898900" y="1346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50000"/>
          </a:solidFill>
          <a:ln w="3175">
            <a:solidFill>
              <a:srgbClr val="C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Freeform 1579"/>
          <p:cNvSpPr/>
          <p:nvPr/>
        </p:nvSpPr>
        <p:spPr>
          <a:xfrm>
            <a:off x="3924300" y="1308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D20000"/>
          </a:solidFill>
          <a:ln w="3175">
            <a:solidFill>
              <a:srgbClr val="A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Freeform 1580"/>
          <p:cNvSpPr/>
          <p:nvPr/>
        </p:nvSpPr>
        <p:spPr>
          <a:xfrm>
            <a:off x="3937000" y="127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A40000"/>
          </a:solidFill>
          <a:ln w="3175">
            <a:solidFill>
              <a:srgbClr val="8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Freeform 1581"/>
          <p:cNvSpPr/>
          <p:nvPr/>
        </p:nvSpPr>
        <p:spPr>
          <a:xfrm>
            <a:off x="3441700" y="1816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Freeform 1582"/>
          <p:cNvSpPr/>
          <p:nvPr/>
        </p:nvSpPr>
        <p:spPr>
          <a:xfrm>
            <a:off x="34544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Freeform 1583"/>
          <p:cNvSpPr/>
          <p:nvPr/>
        </p:nvSpPr>
        <p:spPr>
          <a:xfrm>
            <a:off x="34671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Freeform 1584"/>
          <p:cNvSpPr/>
          <p:nvPr/>
        </p:nvSpPr>
        <p:spPr>
          <a:xfrm>
            <a:off x="34925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Freeform 1585"/>
          <p:cNvSpPr/>
          <p:nvPr/>
        </p:nvSpPr>
        <p:spPr>
          <a:xfrm>
            <a:off x="3505200" y="1765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Freeform 1586"/>
          <p:cNvSpPr/>
          <p:nvPr/>
        </p:nvSpPr>
        <p:spPr>
          <a:xfrm>
            <a:off x="35179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Freeform 1587"/>
          <p:cNvSpPr/>
          <p:nvPr/>
        </p:nvSpPr>
        <p:spPr>
          <a:xfrm>
            <a:off x="3530600" y="1752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Freeform 1588"/>
          <p:cNvSpPr/>
          <p:nvPr/>
        </p:nvSpPr>
        <p:spPr>
          <a:xfrm>
            <a:off x="35560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Freeform 1589"/>
          <p:cNvSpPr/>
          <p:nvPr/>
        </p:nvSpPr>
        <p:spPr>
          <a:xfrm>
            <a:off x="35687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Freeform 1590"/>
          <p:cNvSpPr/>
          <p:nvPr/>
        </p:nvSpPr>
        <p:spPr>
          <a:xfrm>
            <a:off x="3581400" y="1714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Freeform 1591"/>
          <p:cNvSpPr/>
          <p:nvPr/>
        </p:nvSpPr>
        <p:spPr>
          <a:xfrm>
            <a:off x="36068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Freeform 1592"/>
          <p:cNvSpPr/>
          <p:nvPr/>
        </p:nvSpPr>
        <p:spPr>
          <a:xfrm>
            <a:off x="36195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Freeform 1593"/>
          <p:cNvSpPr/>
          <p:nvPr/>
        </p:nvSpPr>
        <p:spPr>
          <a:xfrm>
            <a:off x="36322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Freeform 1594"/>
          <p:cNvSpPr/>
          <p:nvPr/>
        </p:nvSpPr>
        <p:spPr>
          <a:xfrm>
            <a:off x="3657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Freeform 1595"/>
          <p:cNvSpPr/>
          <p:nvPr/>
        </p:nvSpPr>
        <p:spPr>
          <a:xfrm>
            <a:off x="3670300" y="1638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Freeform 1596"/>
          <p:cNvSpPr/>
          <p:nvPr/>
        </p:nvSpPr>
        <p:spPr>
          <a:xfrm>
            <a:off x="3683000" y="1600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Freeform 1597"/>
          <p:cNvSpPr/>
          <p:nvPr/>
        </p:nvSpPr>
        <p:spPr>
          <a:xfrm>
            <a:off x="3708400" y="1574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Freeform 1598"/>
          <p:cNvSpPr/>
          <p:nvPr/>
        </p:nvSpPr>
        <p:spPr>
          <a:xfrm>
            <a:off x="3721100" y="1536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Freeform 1599"/>
          <p:cNvSpPr/>
          <p:nvPr/>
        </p:nvSpPr>
        <p:spPr>
          <a:xfrm>
            <a:off x="3733800" y="151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Freeform 1600"/>
          <p:cNvSpPr/>
          <p:nvPr/>
        </p:nvSpPr>
        <p:spPr>
          <a:xfrm>
            <a:off x="3746500" y="1485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Freeform 1601"/>
          <p:cNvSpPr/>
          <p:nvPr/>
        </p:nvSpPr>
        <p:spPr>
          <a:xfrm>
            <a:off x="37719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54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Freeform 1602"/>
          <p:cNvSpPr/>
          <p:nvPr/>
        </p:nvSpPr>
        <p:spPr>
          <a:xfrm>
            <a:off x="3784600" y="143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4200"/>
          </a:solidFill>
          <a:ln w="3175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Freeform 1603"/>
          <p:cNvSpPr/>
          <p:nvPr/>
        </p:nvSpPr>
        <p:spPr>
          <a:xfrm>
            <a:off x="3797300" y="1422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3400"/>
          </a:solidFill>
          <a:ln w="3175">
            <a:solidFill>
              <a:srgbClr val="CC2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Freeform 1604"/>
          <p:cNvSpPr/>
          <p:nvPr/>
        </p:nvSpPr>
        <p:spPr>
          <a:xfrm>
            <a:off x="3822700" y="139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2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2700"/>
          </a:solidFill>
          <a:ln w="3175">
            <a:solidFill>
              <a:srgbClr val="CC1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Freeform 1605"/>
          <p:cNvSpPr/>
          <p:nvPr/>
        </p:nvSpPr>
        <p:spPr>
          <a:xfrm>
            <a:off x="3835400" y="138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3"/>
                </a:lnTo>
                <a:close/>
              </a:path>
            </a:pathLst>
          </a:custGeom>
          <a:solidFill>
            <a:srgbClr val="FF1600"/>
          </a:solidFill>
          <a:ln w="3175">
            <a:solidFill>
              <a:srgbClr val="CC1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Freeform 1606"/>
          <p:cNvSpPr/>
          <p:nvPr/>
        </p:nvSpPr>
        <p:spPr>
          <a:xfrm>
            <a:off x="38481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0100"/>
          </a:solidFill>
          <a:ln w="3175">
            <a:solidFill>
              <a:srgbClr val="CC0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Freeform 1607"/>
          <p:cNvSpPr/>
          <p:nvPr/>
        </p:nvSpPr>
        <p:spPr>
          <a:xfrm>
            <a:off x="38735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E60000"/>
          </a:solidFill>
          <a:ln w="3175">
            <a:solidFill>
              <a:srgbClr val="B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Freeform 1608"/>
          <p:cNvSpPr/>
          <p:nvPr/>
        </p:nvSpPr>
        <p:spPr>
          <a:xfrm>
            <a:off x="3886200" y="129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C50000"/>
          </a:solidFill>
          <a:ln w="3175">
            <a:solidFill>
              <a:srgbClr val="9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Freeform 1609"/>
          <p:cNvSpPr/>
          <p:nvPr/>
        </p:nvSpPr>
        <p:spPr>
          <a:xfrm>
            <a:off x="3898900" y="1257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9B0000"/>
          </a:solidFill>
          <a:ln w="3175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Freeform 1610"/>
          <p:cNvSpPr/>
          <p:nvPr/>
        </p:nvSpPr>
        <p:spPr>
          <a:xfrm>
            <a:off x="3403600" y="181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Freeform 1611"/>
          <p:cNvSpPr/>
          <p:nvPr/>
        </p:nvSpPr>
        <p:spPr>
          <a:xfrm>
            <a:off x="34163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Freeform 1612"/>
          <p:cNvSpPr/>
          <p:nvPr/>
        </p:nvSpPr>
        <p:spPr>
          <a:xfrm>
            <a:off x="3429000" y="17907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Freeform 1613"/>
          <p:cNvSpPr/>
          <p:nvPr/>
        </p:nvSpPr>
        <p:spPr>
          <a:xfrm>
            <a:off x="34544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Freeform 1614"/>
          <p:cNvSpPr/>
          <p:nvPr/>
        </p:nvSpPr>
        <p:spPr>
          <a:xfrm>
            <a:off x="34671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Freeform 1615"/>
          <p:cNvSpPr/>
          <p:nvPr/>
        </p:nvSpPr>
        <p:spPr>
          <a:xfrm>
            <a:off x="34798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Freeform 1616"/>
          <p:cNvSpPr/>
          <p:nvPr/>
        </p:nvSpPr>
        <p:spPr>
          <a:xfrm>
            <a:off x="35052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Freeform 1617"/>
          <p:cNvSpPr/>
          <p:nvPr/>
        </p:nvSpPr>
        <p:spPr>
          <a:xfrm>
            <a:off x="35179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Freeform 1618"/>
          <p:cNvSpPr/>
          <p:nvPr/>
        </p:nvSpPr>
        <p:spPr>
          <a:xfrm>
            <a:off x="35306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Freeform 1619"/>
          <p:cNvSpPr/>
          <p:nvPr/>
        </p:nvSpPr>
        <p:spPr>
          <a:xfrm>
            <a:off x="35560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Freeform 1620"/>
          <p:cNvSpPr/>
          <p:nvPr/>
        </p:nvSpPr>
        <p:spPr>
          <a:xfrm>
            <a:off x="35687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Freeform 1621"/>
          <p:cNvSpPr/>
          <p:nvPr/>
        </p:nvSpPr>
        <p:spPr>
          <a:xfrm>
            <a:off x="35814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Freeform 1622"/>
          <p:cNvSpPr/>
          <p:nvPr/>
        </p:nvSpPr>
        <p:spPr>
          <a:xfrm>
            <a:off x="36068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Freeform 1623"/>
          <p:cNvSpPr/>
          <p:nvPr/>
        </p:nvSpPr>
        <p:spPr>
          <a:xfrm>
            <a:off x="36195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Freeform 1624"/>
          <p:cNvSpPr/>
          <p:nvPr/>
        </p:nvSpPr>
        <p:spPr>
          <a:xfrm>
            <a:off x="36322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5FF1A"/>
          </a:solidFill>
          <a:ln w="3175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Freeform 1625"/>
          <p:cNvSpPr/>
          <p:nvPr/>
        </p:nvSpPr>
        <p:spPr>
          <a:xfrm>
            <a:off x="3644900" y="1600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Freeform 1626"/>
          <p:cNvSpPr/>
          <p:nvPr/>
        </p:nvSpPr>
        <p:spPr>
          <a:xfrm>
            <a:off x="3670300" y="1562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F00"/>
          </a:solidFill>
          <a:ln w="3175">
            <a:solidFill>
              <a:srgbClr val="CC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Freeform 1627"/>
          <p:cNvSpPr/>
          <p:nvPr/>
        </p:nvSpPr>
        <p:spPr>
          <a:xfrm>
            <a:off x="3683000" y="1536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AA00"/>
          </a:solidFill>
          <a:ln w="3175">
            <a:solidFill>
              <a:srgbClr val="CC8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Freeform 1628"/>
          <p:cNvSpPr/>
          <p:nvPr/>
        </p:nvSpPr>
        <p:spPr>
          <a:xfrm>
            <a:off x="36957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Freeform 1629"/>
          <p:cNvSpPr/>
          <p:nvPr/>
        </p:nvSpPr>
        <p:spPr>
          <a:xfrm>
            <a:off x="3721100" y="1485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6D00"/>
          </a:solidFill>
          <a:ln w="3175">
            <a:solidFill>
              <a:srgbClr val="CC5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Freeform 1630"/>
          <p:cNvSpPr/>
          <p:nvPr/>
        </p:nvSpPr>
        <p:spPr>
          <a:xfrm>
            <a:off x="3733800" y="1460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5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Freeform 1631"/>
          <p:cNvSpPr/>
          <p:nvPr/>
        </p:nvSpPr>
        <p:spPr>
          <a:xfrm>
            <a:off x="3746500" y="143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200"/>
          </a:solidFill>
          <a:ln w="3175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Freeform 1632"/>
          <p:cNvSpPr/>
          <p:nvPr/>
        </p:nvSpPr>
        <p:spPr>
          <a:xfrm>
            <a:off x="3771900" y="1422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1"/>
                </a:lnTo>
                <a:close/>
              </a:path>
            </a:pathLst>
          </a:custGeom>
          <a:solidFill>
            <a:srgbClr val="FF3500"/>
          </a:solidFill>
          <a:ln w="3175">
            <a:solidFill>
              <a:srgbClr val="CC2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Freeform 1633"/>
          <p:cNvSpPr/>
          <p:nvPr/>
        </p:nvSpPr>
        <p:spPr>
          <a:xfrm>
            <a:off x="3784600" y="1397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800"/>
          </a:solidFill>
          <a:ln w="3175">
            <a:solidFill>
              <a:srgbClr val="CC2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Freeform 1634"/>
          <p:cNvSpPr/>
          <p:nvPr/>
        </p:nvSpPr>
        <p:spPr>
          <a:xfrm>
            <a:off x="37973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1700"/>
          </a:solidFill>
          <a:ln w="3175">
            <a:solidFill>
              <a:srgbClr val="CC1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Freeform 1635"/>
          <p:cNvSpPr/>
          <p:nvPr/>
        </p:nvSpPr>
        <p:spPr>
          <a:xfrm>
            <a:off x="38227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Freeform 1636"/>
          <p:cNvSpPr/>
          <p:nvPr/>
        </p:nvSpPr>
        <p:spPr>
          <a:xfrm>
            <a:off x="3835400" y="1333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E60000"/>
          </a:solidFill>
          <a:ln w="3175">
            <a:solidFill>
              <a:srgbClr val="B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Freeform 1637"/>
          <p:cNvSpPr/>
          <p:nvPr/>
        </p:nvSpPr>
        <p:spPr>
          <a:xfrm>
            <a:off x="3848100" y="129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C50000"/>
          </a:solidFill>
          <a:ln w="3175">
            <a:solidFill>
              <a:srgbClr val="9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Freeform 1638"/>
          <p:cNvSpPr/>
          <p:nvPr/>
        </p:nvSpPr>
        <p:spPr>
          <a:xfrm>
            <a:off x="3860800" y="1257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3"/>
                </a:moveTo>
                <a:lnTo>
                  <a:pt x="5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9B0000"/>
          </a:solidFill>
          <a:ln w="3175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Freeform 1639"/>
          <p:cNvSpPr/>
          <p:nvPr/>
        </p:nvSpPr>
        <p:spPr>
          <a:xfrm>
            <a:off x="3365500" y="1803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Freeform 1640"/>
          <p:cNvSpPr/>
          <p:nvPr/>
        </p:nvSpPr>
        <p:spPr>
          <a:xfrm>
            <a:off x="3378200" y="1790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Freeform 1641"/>
          <p:cNvSpPr/>
          <p:nvPr/>
        </p:nvSpPr>
        <p:spPr>
          <a:xfrm>
            <a:off x="34036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Freeform 1642"/>
          <p:cNvSpPr/>
          <p:nvPr/>
        </p:nvSpPr>
        <p:spPr>
          <a:xfrm>
            <a:off x="34163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Freeform 1643"/>
          <p:cNvSpPr/>
          <p:nvPr/>
        </p:nvSpPr>
        <p:spPr>
          <a:xfrm>
            <a:off x="34290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Freeform 1644"/>
          <p:cNvSpPr/>
          <p:nvPr/>
        </p:nvSpPr>
        <p:spPr>
          <a:xfrm>
            <a:off x="34544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Freeform 1645"/>
          <p:cNvSpPr/>
          <p:nvPr/>
        </p:nvSpPr>
        <p:spPr>
          <a:xfrm>
            <a:off x="34671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Freeform 1646"/>
          <p:cNvSpPr/>
          <p:nvPr/>
        </p:nvSpPr>
        <p:spPr>
          <a:xfrm>
            <a:off x="34798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Freeform 1647"/>
          <p:cNvSpPr/>
          <p:nvPr/>
        </p:nvSpPr>
        <p:spPr>
          <a:xfrm>
            <a:off x="35052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Freeform 1648"/>
          <p:cNvSpPr/>
          <p:nvPr/>
        </p:nvSpPr>
        <p:spPr>
          <a:xfrm>
            <a:off x="35179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Freeform 1649"/>
          <p:cNvSpPr/>
          <p:nvPr/>
        </p:nvSpPr>
        <p:spPr>
          <a:xfrm>
            <a:off x="35306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Freeform 1650"/>
          <p:cNvSpPr/>
          <p:nvPr/>
        </p:nvSpPr>
        <p:spPr>
          <a:xfrm>
            <a:off x="3543300" y="16764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Freeform 1651"/>
          <p:cNvSpPr/>
          <p:nvPr/>
        </p:nvSpPr>
        <p:spPr>
          <a:xfrm>
            <a:off x="35687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Freeform 1652"/>
          <p:cNvSpPr/>
          <p:nvPr/>
        </p:nvSpPr>
        <p:spPr>
          <a:xfrm>
            <a:off x="35814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Freeform 1653"/>
          <p:cNvSpPr/>
          <p:nvPr/>
        </p:nvSpPr>
        <p:spPr>
          <a:xfrm>
            <a:off x="3594100" y="162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Freeform 1654"/>
          <p:cNvSpPr/>
          <p:nvPr/>
        </p:nvSpPr>
        <p:spPr>
          <a:xfrm>
            <a:off x="3619500" y="1587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2" y="4"/>
                </a:lnTo>
                <a:close/>
              </a:path>
            </a:pathLst>
          </a:custGeom>
          <a:solidFill>
            <a:srgbClr val="FFF600"/>
          </a:solidFill>
          <a:ln w="3175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Freeform 1655"/>
          <p:cNvSpPr/>
          <p:nvPr/>
        </p:nvSpPr>
        <p:spPr>
          <a:xfrm>
            <a:off x="3632200" y="1562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FFCC00"/>
          </a:solidFill>
          <a:ln w="3175">
            <a:solidFill>
              <a:srgbClr val="CCA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Freeform 1656"/>
          <p:cNvSpPr/>
          <p:nvPr/>
        </p:nvSpPr>
        <p:spPr>
          <a:xfrm>
            <a:off x="3644900" y="1524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A7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Freeform 1657"/>
          <p:cNvSpPr/>
          <p:nvPr/>
        </p:nvSpPr>
        <p:spPr>
          <a:xfrm>
            <a:off x="36703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Freeform 1658"/>
          <p:cNvSpPr/>
          <p:nvPr/>
        </p:nvSpPr>
        <p:spPr>
          <a:xfrm>
            <a:off x="3683000" y="1485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Freeform 1659"/>
          <p:cNvSpPr/>
          <p:nvPr/>
        </p:nvSpPr>
        <p:spPr>
          <a:xfrm>
            <a:off x="3695700" y="1460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Freeform 1660"/>
          <p:cNvSpPr/>
          <p:nvPr/>
        </p:nvSpPr>
        <p:spPr>
          <a:xfrm>
            <a:off x="3708400" y="1447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5200"/>
          </a:solidFill>
          <a:ln w="3175">
            <a:solidFill>
              <a:srgbClr val="CC4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Freeform 1661"/>
          <p:cNvSpPr/>
          <p:nvPr/>
        </p:nvSpPr>
        <p:spPr>
          <a:xfrm>
            <a:off x="3733800" y="1422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4800"/>
          </a:solidFill>
          <a:ln w="3175">
            <a:solidFill>
              <a:srgbClr val="CC3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Freeform 1662"/>
          <p:cNvSpPr/>
          <p:nvPr/>
        </p:nvSpPr>
        <p:spPr>
          <a:xfrm>
            <a:off x="37465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3A00"/>
          </a:solidFill>
          <a:ln w="3175">
            <a:solidFill>
              <a:srgbClr val="CC2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Freeform 1663"/>
          <p:cNvSpPr/>
          <p:nvPr/>
        </p:nvSpPr>
        <p:spPr>
          <a:xfrm>
            <a:off x="3759200" y="1384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Freeform 1664"/>
          <p:cNvSpPr/>
          <p:nvPr/>
        </p:nvSpPr>
        <p:spPr>
          <a:xfrm>
            <a:off x="37846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1300"/>
          </a:solidFill>
          <a:ln w="3175">
            <a:solidFill>
              <a:srgbClr val="CC0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Freeform 1665"/>
          <p:cNvSpPr/>
          <p:nvPr/>
        </p:nvSpPr>
        <p:spPr>
          <a:xfrm>
            <a:off x="3797300" y="1333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60000"/>
          </a:solidFill>
          <a:ln w="3175">
            <a:solidFill>
              <a:srgbClr val="C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Freeform 1666"/>
          <p:cNvSpPr/>
          <p:nvPr/>
        </p:nvSpPr>
        <p:spPr>
          <a:xfrm>
            <a:off x="3810000" y="129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2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D3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Freeform 1667"/>
          <p:cNvSpPr/>
          <p:nvPr/>
        </p:nvSpPr>
        <p:spPr>
          <a:xfrm>
            <a:off x="3835400" y="125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2" y="3"/>
                </a:lnTo>
                <a:close/>
              </a:path>
            </a:pathLst>
          </a:custGeom>
          <a:solidFill>
            <a:srgbClr val="A50000"/>
          </a:solidFill>
          <a:ln w="3175">
            <a:solidFill>
              <a:srgbClr val="8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Freeform 1668"/>
          <p:cNvSpPr/>
          <p:nvPr/>
        </p:nvSpPr>
        <p:spPr>
          <a:xfrm>
            <a:off x="3327400" y="180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Freeform 1669"/>
          <p:cNvSpPr/>
          <p:nvPr/>
        </p:nvSpPr>
        <p:spPr>
          <a:xfrm>
            <a:off x="33528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Freeform 1670"/>
          <p:cNvSpPr/>
          <p:nvPr/>
        </p:nvSpPr>
        <p:spPr>
          <a:xfrm>
            <a:off x="33655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Freeform 1671"/>
          <p:cNvSpPr/>
          <p:nvPr/>
        </p:nvSpPr>
        <p:spPr>
          <a:xfrm>
            <a:off x="33782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Freeform 1672"/>
          <p:cNvSpPr/>
          <p:nvPr/>
        </p:nvSpPr>
        <p:spPr>
          <a:xfrm>
            <a:off x="3390900" y="1752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Freeform 1673"/>
          <p:cNvSpPr/>
          <p:nvPr/>
        </p:nvSpPr>
        <p:spPr>
          <a:xfrm>
            <a:off x="34163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Freeform 1674"/>
          <p:cNvSpPr/>
          <p:nvPr/>
        </p:nvSpPr>
        <p:spPr>
          <a:xfrm>
            <a:off x="34290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Freeform 1675"/>
          <p:cNvSpPr/>
          <p:nvPr/>
        </p:nvSpPr>
        <p:spPr>
          <a:xfrm>
            <a:off x="3441700" y="1714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Freeform 1676"/>
          <p:cNvSpPr/>
          <p:nvPr/>
        </p:nvSpPr>
        <p:spPr>
          <a:xfrm>
            <a:off x="34671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Freeform 1677"/>
          <p:cNvSpPr/>
          <p:nvPr/>
        </p:nvSpPr>
        <p:spPr>
          <a:xfrm>
            <a:off x="34798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Freeform 1678"/>
          <p:cNvSpPr/>
          <p:nvPr/>
        </p:nvSpPr>
        <p:spPr>
          <a:xfrm>
            <a:off x="34925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Freeform 1679"/>
          <p:cNvSpPr/>
          <p:nvPr/>
        </p:nvSpPr>
        <p:spPr>
          <a:xfrm>
            <a:off x="35179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Freeform 1680"/>
          <p:cNvSpPr/>
          <p:nvPr/>
        </p:nvSpPr>
        <p:spPr>
          <a:xfrm>
            <a:off x="3530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Freeform 1681"/>
          <p:cNvSpPr/>
          <p:nvPr/>
        </p:nvSpPr>
        <p:spPr>
          <a:xfrm>
            <a:off x="35433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Freeform 1682"/>
          <p:cNvSpPr/>
          <p:nvPr/>
        </p:nvSpPr>
        <p:spPr>
          <a:xfrm>
            <a:off x="35687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E7FF18"/>
          </a:solidFill>
          <a:ln w="3175">
            <a:solidFill>
              <a:srgbClr val="B9C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Freeform 1683"/>
          <p:cNvSpPr/>
          <p:nvPr/>
        </p:nvSpPr>
        <p:spPr>
          <a:xfrm>
            <a:off x="3581400" y="1587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Freeform 1684"/>
          <p:cNvSpPr/>
          <p:nvPr/>
        </p:nvSpPr>
        <p:spPr>
          <a:xfrm>
            <a:off x="3594100" y="1549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FFC500"/>
          </a:solidFill>
          <a:ln w="3175">
            <a:solidFill>
              <a:srgbClr val="CC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Freeform 1685"/>
          <p:cNvSpPr/>
          <p:nvPr/>
        </p:nvSpPr>
        <p:spPr>
          <a:xfrm>
            <a:off x="3606800" y="15113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3" y="4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9F00"/>
          </a:solidFill>
          <a:ln w="3175">
            <a:solidFill>
              <a:srgbClr val="CC7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Freeform 1686"/>
          <p:cNvSpPr/>
          <p:nvPr/>
        </p:nvSpPr>
        <p:spPr>
          <a:xfrm>
            <a:off x="36322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300"/>
          </a:solidFill>
          <a:ln w="3175">
            <a:solidFill>
              <a:srgbClr val="CC6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Freeform 1687"/>
          <p:cNvSpPr/>
          <p:nvPr/>
        </p:nvSpPr>
        <p:spPr>
          <a:xfrm>
            <a:off x="36449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500"/>
          </a:solidFill>
          <a:ln w="3175">
            <a:solidFill>
              <a:srgbClr val="CC5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Freeform 1688"/>
          <p:cNvSpPr/>
          <p:nvPr/>
        </p:nvSpPr>
        <p:spPr>
          <a:xfrm>
            <a:off x="36576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Freeform 1689"/>
          <p:cNvSpPr/>
          <p:nvPr/>
        </p:nvSpPr>
        <p:spPr>
          <a:xfrm>
            <a:off x="3683000" y="1447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2" y="2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Freeform 1690"/>
          <p:cNvSpPr/>
          <p:nvPr/>
        </p:nvSpPr>
        <p:spPr>
          <a:xfrm>
            <a:off x="3695700" y="143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5F00"/>
          </a:solidFill>
          <a:ln w="3175">
            <a:solidFill>
              <a:srgbClr val="CC4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Freeform 1691"/>
          <p:cNvSpPr/>
          <p:nvPr/>
        </p:nvSpPr>
        <p:spPr>
          <a:xfrm>
            <a:off x="37084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2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5100"/>
          </a:solidFill>
          <a:ln w="3175">
            <a:solidFill>
              <a:srgbClr val="CC4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Freeform 1692"/>
          <p:cNvSpPr/>
          <p:nvPr/>
        </p:nvSpPr>
        <p:spPr>
          <a:xfrm>
            <a:off x="3733800" y="138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2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2" y="2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Freeform 1693"/>
          <p:cNvSpPr/>
          <p:nvPr/>
        </p:nvSpPr>
        <p:spPr>
          <a:xfrm>
            <a:off x="37465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Freeform 1694"/>
          <p:cNvSpPr/>
          <p:nvPr/>
        </p:nvSpPr>
        <p:spPr>
          <a:xfrm>
            <a:off x="37592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2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Freeform 1695"/>
          <p:cNvSpPr/>
          <p:nvPr/>
        </p:nvSpPr>
        <p:spPr>
          <a:xfrm>
            <a:off x="3784600" y="129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3"/>
                </a:moveTo>
                <a:lnTo>
                  <a:pt x="4" y="0"/>
                </a:lnTo>
                <a:lnTo>
                  <a:pt x="1" y="1"/>
                </a:lnTo>
                <a:lnTo>
                  <a:pt x="0" y="4"/>
                </a:lnTo>
                <a:lnTo>
                  <a:pt x="2" y="3"/>
                </a:lnTo>
                <a:close/>
              </a:path>
            </a:pathLst>
          </a:custGeom>
          <a:solidFill>
            <a:srgbClr val="E40000"/>
          </a:solidFill>
          <a:ln w="3175">
            <a:solidFill>
              <a:srgbClr val="B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Freeform 1696"/>
          <p:cNvSpPr/>
          <p:nvPr/>
        </p:nvSpPr>
        <p:spPr>
          <a:xfrm>
            <a:off x="3797300" y="1257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3" y="3"/>
                </a:lnTo>
                <a:close/>
              </a:path>
            </a:pathLst>
          </a:custGeom>
          <a:solidFill>
            <a:srgbClr val="B00000"/>
          </a:solidFill>
          <a:ln w="3175">
            <a:solidFill>
              <a:srgbClr val="8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Freeform 1697"/>
          <p:cNvSpPr/>
          <p:nvPr/>
        </p:nvSpPr>
        <p:spPr>
          <a:xfrm>
            <a:off x="3289300" y="1790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Freeform 1698"/>
          <p:cNvSpPr/>
          <p:nvPr/>
        </p:nvSpPr>
        <p:spPr>
          <a:xfrm>
            <a:off x="3314700" y="1778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Freeform 1699"/>
          <p:cNvSpPr/>
          <p:nvPr/>
        </p:nvSpPr>
        <p:spPr>
          <a:xfrm>
            <a:off x="33274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Freeform 1700"/>
          <p:cNvSpPr/>
          <p:nvPr/>
        </p:nvSpPr>
        <p:spPr>
          <a:xfrm>
            <a:off x="33401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Freeform 1701"/>
          <p:cNvSpPr/>
          <p:nvPr/>
        </p:nvSpPr>
        <p:spPr>
          <a:xfrm>
            <a:off x="33655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Freeform 1702"/>
          <p:cNvSpPr/>
          <p:nvPr/>
        </p:nvSpPr>
        <p:spPr>
          <a:xfrm>
            <a:off x="33782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Freeform 1703"/>
          <p:cNvSpPr/>
          <p:nvPr/>
        </p:nvSpPr>
        <p:spPr>
          <a:xfrm>
            <a:off x="33909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Freeform 1704"/>
          <p:cNvSpPr/>
          <p:nvPr/>
        </p:nvSpPr>
        <p:spPr>
          <a:xfrm>
            <a:off x="34163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Freeform 1705"/>
          <p:cNvSpPr/>
          <p:nvPr/>
        </p:nvSpPr>
        <p:spPr>
          <a:xfrm>
            <a:off x="34290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Freeform 1706"/>
          <p:cNvSpPr/>
          <p:nvPr/>
        </p:nvSpPr>
        <p:spPr>
          <a:xfrm>
            <a:off x="34417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Freeform 1707"/>
          <p:cNvSpPr/>
          <p:nvPr/>
        </p:nvSpPr>
        <p:spPr>
          <a:xfrm>
            <a:off x="34671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Freeform 1708"/>
          <p:cNvSpPr/>
          <p:nvPr/>
        </p:nvSpPr>
        <p:spPr>
          <a:xfrm>
            <a:off x="34798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Freeform 1709"/>
          <p:cNvSpPr/>
          <p:nvPr/>
        </p:nvSpPr>
        <p:spPr>
          <a:xfrm>
            <a:off x="34925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Freeform 1710"/>
          <p:cNvSpPr/>
          <p:nvPr/>
        </p:nvSpPr>
        <p:spPr>
          <a:xfrm>
            <a:off x="3505200" y="1638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Freeform 1711"/>
          <p:cNvSpPr/>
          <p:nvPr/>
        </p:nvSpPr>
        <p:spPr>
          <a:xfrm>
            <a:off x="3530600" y="1612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3" y="3"/>
                </a:lnTo>
                <a:close/>
              </a:path>
            </a:pathLst>
          </a:custGeom>
          <a:solidFill>
            <a:srgbClr val="E9FF16"/>
          </a:solidFill>
          <a:ln w="3175">
            <a:solidFill>
              <a:srgbClr val="BBCC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Freeform 1712"/>
          <p:cNvSpPr/>
          <p:nvPr/>
        </p:nvSpPr>
        <p:spPr>
          <a:xfrm>
            <a:off x="3543300" y="1574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EA00"/>
          </a:solidFill>
          <a:ln w="3175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Freeform 1713"/>
          <p:cNvSpPr/>
          <p:nvPr/>
        </p:nvSpPr>
        <p:spPr>
          <a:xfrm>
            <a:off x="3556000" y="1536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1"/>
                </a:lnTo>
                <a:lnTo>
                  <a:pt x="2" y="0"/>
                </a:lnTo>
                <a:lnTo>
                  <a:pt x="0" y="3"/>
                </a:lnTo>
                <a:lnTo>
                  <a:pt x="3" y="4"/>
                </a:lnTo>
                <a:close/>
              </a:path>
            </a:pathLst>
          </a:custGeom>
          <a:solidFill>
            <a:srgbClr val="FFB700"/>
          </a:solidFill>
          <a:ln w="3175">
            <a:solidFill>
              <a:srgbClr val="CC9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Freeform 1714"/>
          <p:cNvSpPr/>
          <p:nvPr/>
        </p:nvSpPr>
        <p:spPr>
          <a:xfrm>
            <a:off x="3581400" y="151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2" y="3"/>
                </a:moveTo>
                <a:lnTo>
                  <a:pt x="4" y="0"/>
                </a:lnTo>
                <a:lnTo>
                  <a:pt x="1" y="0"/>
                </a:lnTo>
                <a:lnTo>
                  <a:pt x="0" y="2"/>
                </a:lnTo>
                <a:lnTo>
                  <a:pt x="2" y="3"/>
                </a:lnTo>
                <a:close/>
              </a:path>
            </a:pathLst>
          </a:custGeom>
          <a:solidFill>
            <a:srgbClr val="FF9300"/>
          </a:solidFill>
          <a:ln w="3175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Freeform 1715"/>
          <p:cNvSpPr/>
          <p:nvPr/>
        </p:nvSpPr>
        <p:spPr>
          <a:xfrm>
            <a:off x="35941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200"/>
          </a:solidFill>
          <a:ln w="3175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Freeform 1716"/>
          <p:cNvSpPr/>
          <p:nvPr/>
        </p:nvSpPr>
        <p:spPr>
          <a:xfrm>
            <a:off x="36068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E00"/>
          </a:solidFill>
          <a:ln w="3175">
            <a:solidFill>
              <a:srgbClr val="CC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Freeform 1717"/>
          <p:cNvSpPr/>
          <p:nvPr/>
        </p:nvSpPr>
        <p:spPr>
          <a:xfrm>
            <a:off x="36322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7E00"/>
          </a:solidFill>
          <a:ln w="3175">
            <a:solidFill>
              <a:srgbClr val="CC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Freeform 1718"/>
          <p:cNvSpPr/>
          <p:nvPr/>
        </p:nvSpPr>
        <p:spPr>
          <a:xfrm>
            <a:off x="36449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7D00"/>
          </a:solidFill>
          <a:ln w="3175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Freeform 1719"/>
          <p:cNvSpPr/>
          <p:nvPr/>
        </p:nvSpPr>
        <p:spPr>
          <a:xfrm>
            <a:off x="3657600" y="143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7800"/>
          </a:solidFill>
          <a:ln w="3175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Freeform 1720"/>
          <p:cNvSpPr/>
          <p:nvPr/>
        </p:nvSpPr>
        <p:spPr>
          <a:xfrm>
            <a:off x="3670300" y="1422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1"/>
                </a:moveTo>
                <a:lnTo>
                  <a:pt x="5" y="0"/>
                </a:lnTo>
                <a:lnTo>
                  <a:pt x="2" y="1"/>
                </a:lnTo>
                <a:lnTo>
                  <a:pt x="0" y="2"/>
                </a:lnTo>
                <a:lnTo>
                  <a:pt x="3" y="1"/>
                </a:lnTo>
                <a:close/>
              </a:path>
            </a:pathLst>
          </a:custGeom>
          <a:solidFill>
            <a:srgbClr val="FF6F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Freeform 1721"/>
          <p:cNvSpPr/>
          <p:nvPr/>
        </p:nvSpPr>
        <p:spPr>
          <a:xfrm>
            <a:off x="3695700" y="139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Freeform 1722"/>
          <p:cNvSpPr/>
          <p:nvPr/>
        </p:nvSpPr>
        <p:spPr>
          <a:xfrm>
            <a:off x="37084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2"/>
                </a:moveTo>
                <a:lnTo>
                  <a:pt x="4" y="0"/>
                </a:lnTo>
                <a:lnTo>
                  <a:pt x="1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4700"/>
          </a:solidFill>
          <a:ln w="3175">
            <a:solidFill>
              <a:srgbClr val="CC3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Freeform 1723"/>
          <p:cNvSpPr/>
          <p:nvPr/>
        </p:nvSpPr>
        <p:spPr>
          <a:xfrm>
            <a:off x="3721100" y="1346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3" y="2"/>
                </a:moveTo>
                <a:lnTo>
                  <a:pt x="5" y="0"/>
                </a:lnTo>
                <a:lnTo>
                  <a:pt x="2" y="1"/>
                </a:lnTo>
                <a:lnTo>
                  <a:pt x="0" y="3"/>
                </a:lnTo>
                <a:lnTo>
                  <a:pt x="3" y="2"/>
                </a:lnTo>
                <a:close/>
              </a:path>
            </a:pathLst>
          </a:custGeom>
          <a:solidFill>
            <a:srgbClr val="FF2800"/>
          </a:solidFill>
          <a:ln w="3175">
            <a:solidFill>
              <a:srgbClr val="CC2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Freeform 1724"/>
          <p:cNvSpPr/>
          <p:nvPr/>
        </p:nvSpPr>
        <p:spPr>
          <a:xfrm>
            <a:off x="3746500" y="1308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3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3" y="3"/>
                </a:lnTo>
                <a:close/>
              </a:path>
            </a:pathLst>
          </a:custGeom>
          <a:solidFill>
            <a:srgbClr val="FB0000"/>
          </a:solidFill>
          <a:ln w="3175">
            <a:solidFill>
              <a:srgbClr val="C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Freeform 1725"/>
          <p:cNvSpPr/>
          <p:nvPr/>
        </p:nvSpPr>
        <p:spPr>
          <a:xfrm>
            <a:off x="3759200" y="1257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4"/>
                </a:moveTo>
                <a:lnTo>
                  <a:pt x="4" y="0"/>
                </a:lnTo>
                <a:lnTo>
                  <a:pt x="1" y="0"/>
                </a:lnTo>
                <a:lnTo>
                  <a:pt x="0" y="4"/>
                </a:lnTo>
                <a:lnTo>
                  <a:pt x="3" y="4"/>
                </a:lnTo>
                <a:close/>
              </a:path>
            </a:pathLst>
          </a:custGeom>
          <a:solidFill>
            <a:srgbClr val="BE0000"/>
          </a:solidFill>
          <a:ln w="3175">
            <a:solidFill>
              <a:srgbClr val="9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Freeform 1726"/>
          <p:cNvSpPr/>
          <p:nvPr/>
        </p:nvSpPr>
        <p:spPr>
          <a:xfrm>
            <a:off x="3263900" y="179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Freeform 1727"/>
          <p:cNvSpPr/>
          <p:nvPr/>
        </p:nvSpPr>
        <p:spPr>
          <a:xfrm>
            <a:off x="3276600" y="177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Freeform 1728"/>
          <p:cNvSpPr/>
          <p:nvPr/>
        </p:nvSpPr>
        <p:spPr>
          <a:xfrm>
            <a:off x="3289300" y="176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Freeform 1729"/>
          <p:cNvSpPr/>
          <p:nvPr/>
        </p:nvSpPr>
        <p:spPr>
          <a:xfrm>
            <a:off x="33147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Freeform 1730"/>
          <p:cNvSpPr/>
          <p:nvPr/>
        </p:nvSpPr>
        <p:spPr>
          <a:xfrm>
            <a:off x="33274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Freeform 1731"/>
          <p:cNvSpPr/>
          <p:nvPr/>
        </p:nvSpPr>
        <p:spPr>
          <a:xfrm>
            <a:off x="33401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Freeform 1732"/>
          <p:cNvSpPr/>
          <p:nvPr/>
        </p:nvSpPr>
        <p:spPr>
          <a:xfrm>
            <a:off x="3352800" y="1714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Freeform 1733"/>
          <p:cNvSpPr/>
          <p:nvPr/>
        </p:nvSpPr>
        <p:spPr>
          <a:xfrm>
            <a:off x="3378200" y="170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Freeform 1734"/>
          <p:cNvSpPr/>
          <p:nvPr/>
        </p:nvSpPr>
        <p:spPr>
          <a:xfrm>
            <a:off x="33909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Freeform 1735"/>
          <p:cNvSpPr/>
          <p:nvPr/>
        </p:nvSpPr>
        <p:spPr>
          <a:xfrm>
            <a:off x="3403600" y="1689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Freeform 1736"/>
          <p:cNvSpPr/>
          <p:nvPr/>
        </p:nvSpPr>
        <p:spPr>
          <a:xfrm>
            <a:off x="34290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Freeform 1737"/>
          <p:cNvSpPr/>
          <p:nvPr/>
        </p:nvSpPr>
        <p:spPr>
          <a:xfrm>
            <a:off x="34417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Freeform 1738"/>
          <p:cNvSpPr/>
          <p:nvPr/>
        </p:nvSpPr>
        <p:spPr>
          <a:xfrm>
            <a:off x="34544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Freeform 1739"/>
          <p:cNvSpPr/>
          <p:nvPr/>
        </p:nvSpPr>
        <p:spPr>
          <a:xfrm>
            <a:off x="3479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Freeform 1740"/>
          <p:cNvSpPr/>
          <p:nvPr/>
        </p:nvSpPr>
        <p:spPr>
          <a:xfrm>
            <a:off x="3492500" y="1600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3" y="3"/>
                </a:moveTo>
                <a:lnTo>
                  <a:pt x="4" y="1"/>
                </a:lnTo>
                <a:lnTo>
                  <a:pt x="1" y="0"/>
                </a:lnTo>
                <a:lnTo>
                  <a:pt x="0" y="3"/>
                </a:lnTo>
                <a:lnTo>
                  <a:pt x="3" y="3"/>
                </a:lnTo>
                <a:close/>
              </a:path>
            </a:pathLst>
          </a:custGeom>
          <a:solidFill>
            <a:srgbClr val="EEFF11"/>
          </a:solidFill>
          <a:ln w="3175">
            <a:solidFill>
              <a:srgbClr val="BECC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Freeform 1741"/>
          <p:cNvSpPr/>
          <p:nvPr/>
        </p:nvSpPr>
        <p:spPr>
          <a:xfrm>
            <a:off x="3505200" y="1549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2"/>
                </a:lnTo>
                <a:lnTo>
                  <a:pt x="2" y="0"/>
                </a:lnTo>
                <a:lnTo>
                  <a:pt x="0" y="4"/>
                </a:lnTo>
                <a:lnTo>
                  <a:pt x="3" y="5"/>
                </a:lnTo>
                <a:close/>
              </a:path>
            </a:pathLst>
          </a:custGeom>
          <a:solidFill>
            <a:srgbClr val="FFDA00"/>
          </a:solidFill>
          <a:ln w="3175">
            <a:solidFill>
              <a:srgbClr val="CCA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Freeform 1742"/>
          <p:cNvSpPr/>
          <p:nvPr/>
        </p:nvSpPr>
        <p:spPr>
          <a:xfrm>
            <a:off x="3530600" y="152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4"/>
                </a:moveTo>
                <a:lnTo>
                  <a:pt x="4" y="1"/>
                </a:lnTo>
                <a:lnTo>
                  <a:pt x="1" y="0"/>
                </a:lnTo>
                <a:lnTo>
                  <a:pt x="0" y="2"/>
                </a:lnTo>
                <a:lnTo>
                  <a:pt x="2" y="4"/>
                </a:lnTo>
                <a:close/>
              </a:path>
            </a:pathLst>
          </a:custGeom>
          <a:solidFill>
            <a:srgbClr val="FFA600"/>
          </a:solidFill>
          <a:ln w="3175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Freeform 1743"/>
          <p:cNvSpPr/>
          <p:nvPr/>
        </p:nvSpPr>
        <p:spPr>
          <a:xfrm>
            <a:off x="35433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8F00"/>
          </a:solidFill>
          <a:ln w="3175">
            <a:solidFill>
              <a:srgbClr val="C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Freeform 1744"/>
          <p:cNvSpPr/>
          <p:nvPr/>
        </p:nvSpPr>
        <p:spPr>
          <a:xfrm>
            <a:off x="35560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Freeform 1745"/>
          <p:cNvSpPr/>
          <p:nvPr/>
        </p:nvSpPr>
        <p:spPr>
          <a:xfrm>
            <a:off x="3568700" y="1485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Freeform 1746"/>
          <p:cNvSpPr/>
          <p:nvPr/>
        </p:nvSpPr>
        <p:spPr>
          <a:xfrm>
            <a:off x="35941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Freeform 1747"/>
          <p:cNvSpPr/>
          <p:nvPr/>
        </p:nvSpPr>
        <p:spPr>
          <a:xfrm>
            <a:off x="36068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Freeform 1748"/>
          <p:cNvSpPr/>
          <p:nvPr/>
        </p:nvSpPr>
        <p:spPr>
          <a:xfrm>
            <a:off x="36195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8B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Freeform 1749"/>
          <p:cNvSpPr/>
          <p:nvPr/>
        </p:nvSpPr>
        <p:spPr>
          <a:xfrm>
            <a:off x="36449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8800"/>
          </a:solidFill>
          <a:ln w="3175">
            <a:solidFill>
              <a:srgbClr val="CC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Freeform 1750"/>
          <p:cNvSpPr/>
          <p:nvPr/>
        </p:nvSpPr>
        <p:spPr>
          <a:xfrm>
            <a:off x="36576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2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8000"/>
          </a:solidFill>
          <a:ln w="3175">
            <a:solidFill>
              <a:srgbClr val="CC6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Freeform 1751"/>
          <p:cNvSpPr/>
          <p:nvPr/>
        </p:nvSpPr>
        <p:spPr>
          <a:xfrm>
            <a:off x="3670300" y="138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2"/>
                </a:moveTo>
                <a:lnTo>
                  <a:pt x="4" y="0"/>
                </a:lnTo>
                <a:lnTo>
                  <a:pt x="2" y="2"/>
                </a:lnTo>
                <a:lnTo>
                  <a:pt x="0" y="4"/>
                </a:lnTo>
                <a:lnTo>
                  <a:pt x="3" y="2"/>
                </a:lnTo>
                <a:close/>
              </a:path>
            </a:pathLst>
          </a:custGeom>
          <a:solidFill>
            <a:srgbClr val="FF7000"/>
          </a:solidFill>
          <a:ln w="3175">
            <a:solidFill>
              <a:srgbClr val="CC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Freeform 1752"/>
          <p:cNvSpPr/>
          <p:nvPr/>
        </p:nvSpPr>
        <p:spPr>
          <a:xfrm>
            <a:off x="3695700" y="135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2" y="2"/>
                </a:moveTo>
                <a:lnTo>
                  <a:pt x="4" y="0"/>
                </a:lnTo>
                <a:lnTo>
                  <a:pt x="1" y="1"/>
                </a:lnTo>
                <a:lnTo>
                  <a:pt x="0" y="4"/>
                </a:lnTo>
                <a:lnTo>
                  <a:pt x="2" y="2"/>
                </a:lnTo>
                <a:close/>
              </a:path>
            </a:pathLst>
          </a:custGeom>
          <a:solidFill>
            <a:srgbClr val="FF5000"/>
          </a:solidFill>
          <a:ln w="3175">
            <a:solidFill>
              <a:srgbClr val="CC4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Freeform 1753"/>
          <p:cNvSpPr/>
          <p:nvPr/>
        </p:nvSpPr>
        <p:spPr>
          <a:xfrm>
            <a:off x="3708400" y="1308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4"/>
                </a:moveTo>
                <a:lnTo>
                  <a:pt x="4" y="0"/>
                </a:lnTo>
                <a:lnTo>
                  <a:pt x="1" y="1"/>
                </a:lnTo>
                <a:lnTo>
                  <a:pt x="0" y="5"/>
                </a:lnTo>
                <a:lnTo>
                  <a:pt x="3" y="4"/>
                </a:lnTo>
                <a:close/>
              </a:path>
            </a:pathLst>
          </a:custGeom>
          <a:solidFill>
            <a:srgbClr val="FF1F00"/>
          </a:solidFill>
          <a:ln w="3175">
            <a:solidFill>
              <a:srgbClr val="CC1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Freeform 1754"/>
          <p:cNvSpPr/>
          <p:nvPr/>
        </p:nvSpPr>
        <p:spPr>
          <a:xfrm>
            <a:off x="3721100" y="1257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4"/>
                </a:moveTo>
                <a:lnTo>
                  <a:pt x="4" y="0"/>
                </a:lnTo>
                <a:lnTo>
                  <a:pt x="2" y="0"/>
                </a:lnTo>
                <a:lnTo>
                  <a:pt x="0" y="5"/>
                </a:lnTo>
                <a:lnTo>
                  <a:pt x="3" y="4"/>
                </a:lnTo>
                <a:close/>
              </a:path>
            </a:pathLst>
          </a:custGeom>
          <a:solidFill>
            <a:srgbClr val="D10000"/>
          </a:solidFill>
          <a:ln w="3175">
            <a:solidFill>
              <a:srgbClr val="A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Freeform 1755"/>
          <p:cNvSpPr/>
          <p:nvPr/>
        </p:nvSpPr>
        <p:spPr>
          <a:xfrm>
            <a:off x="3225800" y="1790700"/>
            <a:ext cx="50800" cy="330200"/>
          </a:xfrm>
          <a:custGeom>
            <a:avLst/>
            <a:gdLst/>
            <a:ahLst/>
            <a:cxnLst/>
            <a:rect l="l" t="t" r="r" b="b"/>
            <a:pathLst>
              <a:path w="4" h="26">
                <a:moveTo>
                  <a:pt x="3" y="1"/>
                </a:moveTo>
                <a:lnTo>
                  <a:pt x="4" y="0"/>
                </a:lnTo>
                <a:lnTo>
                  <a:pt x="1" y="16"/>
                </a:lnTo>
                <a:lnTo>
                  <a:pt x="0" y="26"/>
                </a:lnTo>
                <a:lnTo>
                  <a:pt x="3" y="1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Freeform 1756"/>
          <p:cNvSpPr/>
          <p:nvPr/>
        </p:nvSpPr>
        <p:spPr>
          <a:xfrm>
            <a:off x="3238500" y="17780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7"/>
                </a:lnTo>
                <a:lnTo>
                  <a:pt x="3" y="1"/>
                </a:lnTo>
                <a:close/>
              </a:path>
            </a:pathLst>
          </a:custGeom>
          <a:solidFill>
            <a:srgbClr val="76FF89"/>
          </a:solidFill>
          <a:ln w="3175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Freeform 1757"/>
          <p:cNvSpPr/>
          <p:nvPr/>
        </p:nvSpPr>
        <p:spPr>
          <a:xfrm>
            <a:off x="3251200" y="1765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Freeform 1758"/>
          <p:cNvSpPr/>
          <p:nvPr/>
        </p:nvSpPr>
        <p:spPr>
          <a:xfrm>
            <a:off x="32766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Freeform 1759"/>
          <p:cNvSpPr/>
          <p:nvPr/>
        </p:nvSpPr>
        <p:spPr>
          <a:xfrm>
            <a:off x="32893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Freeform 1760"/>
          <p:cNvSpPr/>
          <p:nvPr/>
        </p:nvSpPr>
        <p:spPr>
          <a:xfrm>
            <a:off x="33020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Freeform 1761"/>
          <p:cNvSpPr/>
          <p:nvPr/>
        </p:nvSpPr>
        <p:spPr>
          <a:xfrm>
            <a:off x="33274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Freeform 1762"/>
          <p:cNvSpPr/>
          <p:nvPr/>
        </p:nvSpPr>
        <p:spPr>
          <a:xfrm>
            <a:off x="33401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Freeform 1763"/>
          <p:cNvSpPr/>
          <p:nvPr/>
        </p:nvSpPr>
        <p:spPr>
          <a:xfrm>
            <a:off x="33528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Freeform 1764"/>
          <p:cNvSpPr/>
          <p:nvPr/>
        </p:nvSpPr>
        <p:spPr>
          <a:xfrm>
            <a:off x="33782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Freeform 1765"/>
          <p:cNvSpPr/>
          <p:nvPr/>
        </p:nvSpPr>
        <p:spPr>
          <a:xfrm>
            <a:off x="33909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Freeform 1766"/>
          <p:cNvSpPr/>
          <p:nvPr/>
        </p:nvSpPr>
        <p:spPr>
          <a:xfrm>
            <a:off x="34036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Freeform 1767"/>
          <p:cNvSpPr/>
          <p:nvPr/>
        </p:nvSpPr>
        <p:spPr>
          <a:xfrm>
            <a:off x="34290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Freeform 1768"/>
          <p:cNvSpPr/>
          <p:nvPr/>
        </p:nvSpPr>
        <p:spPr>
          <a:xfrm>
            <a:off x="34417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Freeform 1769"/>
          <p:cNvSpPr/>
          <p:nvPr/>
        </p:nvSpPr>
        <p:spPr>
          <a:xfrm>
            <a:off x="3454400" y="1574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2"/>
                </a:lnTo>
                <a:lnTo>
                  <a:pt x="1" y="0"/>
                </a:lnTo>
                <a:lnTo>
                  <a:pt x="0" y="5"/>
                </a:lnTo>
                <a:lnTo>
                  <a:pt x="3" y="5"/>
                </a:lnTo>
                <a:close/>
              </a:path>
            </a:pathLst>
          </a:custGeom>
          <a:solidFill>
            <a:srgbClr val="FCFF03"/>
          </a:solidFill>
          <a:ln w="3175">
            <a:solidFill>
              <a:srgbClr val="CACC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Freeform 1770"/>
          <p:cNvSpPr/>
          <p:nvPr/>
        </p:nvSpPr>
        <p:spPr>
          <a:xfrm>
            <a:off x="3467100" y="1536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3" y="5"/>
                </a:moveTo>
                <a:lnTo>
                  <a:pt x="5" y="1"/>
                </a:lnTo>
                <a:lnTo>
                  <a:pt x="2" y="0"/>
                </a:lnTo>
                <a:lnTo>
                  <a:pt x="0" y="3"/>
                </a:lnTo>
                <a:lnTo>
                  <a:pt x="3" y="5"/>
                </a:lnTo>
                <a:close/>
              </a:path>
            </a:pathLst>
          </a:custGeom>
          <a:solidFill>
            <a:srgbClr val="FFC200"/>
          </a:solidFill>
          <a:ln w="3175">
            <a:solidFill>
              <a:srgbClr val="CC9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Freeform 1771"/>
          <p:cNvSpPr/>
          <p:nvPr/>
        </p:nvSpPr>
        <p:spPr>
          <a:xfrm>
            <a:off x="34925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FF9D00"/>
          </a:solidFill>
          <a:ln w="3175">
            <a:solidFill>
              <a:srgbClr val="CC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Freeform 1772"/>
          <p:cNvSpPr/>
          <p:nvPr/>
        </p:nvSpPr>
        <p:spPr>
          <a:xfrm>
            <a:off x="35052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Freeform 1773"/>
          <p:cNvSpPr/>
          <p:nvPr/>
        </p:nvSpPr>
        <p:spPr>
          <a:xfrm>
            <a:off x="35179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Freeform 1774"/>
          <p:cNvSpPr/>
          <p:nvPr/>
        </p:nvSpPr>
        <p:spPr>
          <a:xfrm>
            <a:off x="35433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Freeform 1775"/>
          <p:cNvSpPr/>
          <p:nvPr/>
        </p:nvSpPr>
        <p:spPr>
          <a:xfrm>
            <a:off x="35560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Freeform 1776"/>
          <p:cNvSpPr/>
          <p:nvPr/>
        </p:nvSpPr>
        <p:spPr>
          <a:xfrm>
            <a:off x="35687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Freeform 1777"/>
          <p:cNvSpPr/>
          <p:nvPr/>
        </p:nvSpPr>
        <p:spPr>
          <a:xfrm>
            <a:off x="35941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Freeform 1778"/>
          <p:cNvSpPr/>
          <p:nvPr/>
        </p:nvSpPr>
        <p:spPr>
          <a:xfrm>
            <a:off x="36068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1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Freeform 1779"/>
          <p:cNvSpPr/>
          <p:nvPr/>
        </p:nvSpPr>
        <p:spPr>
          <a:xfrm>
            <a:off x="36195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0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0"/>
                </a:lnTo>
                <a:close/>
              </a:path>
            </a:pathLst>
          </a:custGeom>
          <a:solidFill>
            <a:srgbClr val="FF9700"/>
          </a:solidFill>
          <a:ln w="3175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Freeform 1780"/>
          <p:cNvSpPr/>
          <p:nvPr/>
        </p:nvSpPr>
        <p:spPr>
          <a:xfrm>
            <a:off x="3632200" y="1409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0"/>
                </a:lnTo>
                <a:lnTo>
                  <a:pt x="2" y="1"/>
                </a:lnTo>
                <a:lnTo>
                  <a:pt x="0" y="2"/>
                </a:lnTo>
                <a:lnTo>
                  <a:pt x="3" y="2"/>
                </a:lnTo>
                <a:close/>
              </a:path>
            </a:pathLst>
          </a:custGeom>
          <a:solidFill>
            <a:srgbClr val="FF9300"/>
          </a:solidFill>
          <a:ln w="3175">
            <a:solidFill>
              <a:srgbClr val="CC7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Freeform 1781"/>
          <p:cNvSpPr/>
          <p:nvPr/>
        </p:nvSpPr>
        <p:spPr>
          <a:xfrm>
            <a:off x="3657600" y="137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3" y="3"/>
                </a:moveTo>
                <a:lnTo>
                  <a:pt x="4" y="0"/>
                </a:lnTo>
                <a:lnTo>
                  <a:pt x="1" y="3"/>
                </a:lnTo>
                <a:lnTo>
                  <a:pt x="0" y="4"/>
                </a:lnTo>
                <a:lnTo>
                  <a:pt x="3" y="3"/>
                </a:lnTo>
                <a:close/>
              </a:path>
            </a:pathLst>
          </a:custGeom>
          <a:solidFill>
            <a:srgbClr val="FF8400"/>
          </a:solidFill>
          <a:ln w="3175">
            <a:solidFill>
              <a:srgbClr val="CC6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Freeform 1782"/>
          <p:cNvSpPr/>
          <p:nvPr/>
        </p:nvSpPr>
        <p:spPr>
          <a:xfrm>
            <a:off x="3670300" y="1320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3" y="4"/>
                </a:moveTo>
                <a:lnTo>
                  <a:pt x="4" y="0"/>
                </a:lnTo>
                <a:lnTo>
                  <a:pt x="1" y="4"/>
                </a:lnTo>
                <a:lnTo>
                  <a:pt x="0" y="7"/>
                </a:lnTo>
                <a:lnTo>
                  <a:pt x="3" y="4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Freeform 1783"/>
          <p:cNvSpPr/>
          <p:nvPr/>
        </p:nvSpPr>
        <p:spPr>
          <a:xfrm>
            <a:off x="3683000" y="1257300"/>
            <a:ext cx="63500" cy="114300"/>
          </a:xfrm>
          <a:custGeom>
            <a:avLst/>
            <a:gdLst/>
            <a:ahLst/>
            <a:cxnLst/>
            <a:rect l="l" t="t" r="r" b="b"/>
            <a:pathLst>
              <a:path w="5" h="9">
                <a:moveTo>
                  <a:pt x="3" y="5"/>
                </a:moveTo>
                <a:lnTo>
                  <a:pt x="5" y="0"/>
                </a:lnTo>
                <a:lnTo>
                  <a:pt x="2" y="0"/>
                </a:lnTo>
                <a:lnTo>
                  <a:pt x="0" y="9"/>
                </a:lnTo>
                <a:lnTo>
                  <a:pt x="3" y="5"/>
                </a:lnTo>
                <a:close/>
              </a:path>
            </a:pathLst>
          </a:custGeom>
          <a:solidFill>
            <a:srgbClr val="F40000"/>
          </a:solidFill>
          <a:ln w="3175">
            <a:solidFill>
              <a:srgbClr val="C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Freeform 1784"/>
          <p:cNvSpPr/>
          <p:nvPr/>
        </p:nvSpPr>
        <p:spPr>
          <a:xfrm>
            <a:off x="3187700" y="19939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3" y="10"/>
                </a:moveTo>
                <a:lnTo>
                  <a:pt x="4" y="0"/>
                </a:lnTo>
                <a:lnTo>
                  <a:pt x="1" y="0"/>
                </a:lnTo>
                <a:lnTo>
                  <a:pt x="0" y="9"/>
                </a:lnTo>
                <a:lnTo>
                  <a:pt x="3" y="10"/>
                </a:lnTo>
                <a:close/>
              </a:path>
            </a:pathLst>
          </a:custGeom>
          <a:solidFill>
            <a:srgbClr val="0000E3"/>
          </a:solidFill>
          <a:ln w="3175">
            <a:solidFill>
              <a:srgbClr val="0000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Freeform 1785"/>
          <p:cNvSpPr/>
          <p:nvPr/>
        </p:nvSpPr>
        <p:spPr>
          <a:xfrm>
            <a:off x="3200400" y="17653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3" y="18"/>
                </a:moveTo>
                <a:lnTo>
                  <a:pt x="4" y="1"/>
                </a:lnTo>
                <a:lnTo>
                  <a:pt x="2" y="0"/>
                </a:lnTo>
                <a:lnTo>
                  <a:pt x="0" y="18"/>
                </a:lnTo>
                <a:lnTo>
                  <a:pt x="3" y="18"/>
                </a:lnTo>
                <a:close/>
              </a:path>
            </a:pathLst>
          </a:custGeom>
          <a:solidFill>
            <a:srgbClr val="11FFEE"/>
          </a:solidFill>
          <a:ln w="3175">
            <a:solidFill>
              <a:srgbClr val="0DC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Freeform 1786"/>
          <p:cNvSpPr/>
          <p:nvPr/>
        </p:nvSpPr>
        <p:spPr>
          <a:xfrm>
            <a:off x="3225800" y="1752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Freeform 1787"/>
          <p:cNvSpPr/>
          <p:nvPr/>
        </p:nvSpPr>
        <p:spPr>
          <a:xfrm>
            <a:off x="32385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Freeform 1788"/>
          <p:cNvSpPr/>
          <p:nvPr/>
        </p:nvSpPr>
        <p:spPr>
          <a:xfrm>
            <a:off x="32512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Freeform 1789"/>
          <p:cNvSpPr/>
          <p:nvPr/>
        </p:nvSpPr>
        <p:spPr>
          <a:xfrm>
            <a:off x="3276600" y="171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Freeform 1790"/>
          <p:cNvSpPr/>
          <p:nvPr/>
        </p:nvSpPr>
        <p:spPr>
          <a:xfrm>
            <a:off x="32893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Freeform 1791"/>
          <p:cNvSpPr/>
          <p:nvPr/>
        </p:nvSpPr>
        <p:spPr>
          <a:xfrm>
            <a:off x="33020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Freeform 1792"/>
          <p:cNvSpPr/>
          <p:nvPr/>
        </p:nvSpPr>
        <p:spPr>
          <a:xfrm>
            <a:off x="3314700" y="16891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Freeform 1793"/>
          <p:cNvSpPr/>
          <p:nvPr/>
        </p:nvSpPr>
        <p:spPr>
          <a:xfrm>
            <a:off x="33401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Freeform 1794"/>
          <p:cNvSpPr/>
          <p:nvPr/>
        </p:nvSpPr>
        <p:spPr>
          <a:xfrm>
            <a:off x="33528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Freeform 1795"/>
          <p:cNvSpPr/>
          <p:nvPr/>
        </p:nvSpPr>
        <p:spPr>
          <a:xfrm>
            <a:off x="3365500" y="1651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Freeform 1796"/>
          <p:cNvSpPr/>
          <p:nvPr/>
        </p:nvSpPr>
        <p:spPr>
          <a:xfrm>
            <a:off x="33909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Freeform 1797"/>
          <p:cNvSpPr/>
          <p:nvPr/>
        </p:nvSpPr>
        <p:spPr>
          <a:xfrm>
            <a:off x="34036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Freeform 1798"/>
          <p:cNvSpPr/>
          <p:nvPr/>
        </p:nvSpPr>
        <p:spPr>
          <a:xfrm>
            <a:off x="3416300" y="1574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3" y="5"/>
                </a:moveTo>
                <a:lnTo>
                  <a:pt x="4" y="0"/>
                </a:lnTo>
                <a:lnTo>
                  <a:pt x="2" y="3"/>
                </a:lnTo>
                <a:lnTo>
                  <a:pt x="0" y="4"/>
                </a:lnTo>
                <a:lnTo>
                  <a:pt x="3" y="5"/>
                </a:lnTo>
                <a:close/>
              </a:path>
            </a:pathLst>
          </a:custGeom>
          <a:solidFill>
            <a:srgbClr val="F0FF0F"/>
          </a:solidFill>
          <a:ln w="3175">
            <a:solidFill>
              <a:srgbClr val="C0CC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Freeform 1799"/>
          <p:cNvSpPr/>
          <p:nvPr/>
        </p:nvSpPr>
        <p:spPr>
          <a:xfrm>
            <a:off x="3441700" y="1536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3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2" y="3"/>
                </a:lnTo>
                <a:close/>
              </a:path>
            </a:pathLst>
          </a:custGeom>
          <a:solidFill>
            <a:srgbClr val="FFEC00"/>
          </a:solidFill>
          <a:ln w="3175">
            <a:solidFill>
              <a:srgbClr val="CCB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Freeform 1800"/>
          <p:cNvSpPr/>
          <p:nvPr/>
        </p:nvSpPr>
        <p:spPr>
          <a:xfrm>
            <a:off x="3454400" y="1524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Freeform 1801"/>
          <p:cNvSpPr/>
          <p:nvPr/>
        </p:nvSpPr>
        <p:spPr>
          <a:xfrm>
            <a:off x="3467100" y="1511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2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Freeform 1802"/>
          <p:cNvSpPr/>
          <p:nvPr/>
        </p:nvSpPr>
        <p:spPr>
          <a:xfrm>
            <a:off x="3492500" y="1498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1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2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Freeform 1803"/>
          <p:cNvSpPr/>
          <p:nvPr/>
        </p:nvSpPr>
        <p:spPr>
          <a:xfrm>
            <a:off x="3505200" y="1485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1" y="6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Freeform 1804"/>
          <p:cNvSpPr/>
          <p:nvPr/>
        </p:nvSpPr>
        <p:spPr>
          <a:xfrm>
            <a:off x="3517900" y="1473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3" y="1"/>
                </a:moveTo>
                <a:lnTo>
                  <a:pt x="4" y="0"/>
                </a:lnTo>
                <a:lnTo>
                  <a:pt x="1" y="6"/>
                </a:lnTo>
                <a:lnTo>
                  <a:pt x="0" y="7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Freeform 1805"/>
          <p:cNvSpPr/>
          <p:nvPr/>
        </p:nvSpPr>
        <p:spPr>
          <a:xfrm>
            <a:off x="3530600" y="14605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3" y="1"/>
                </a:moveTo>
                <a:lnTo>
                  <a:pt x="5" y="0"/>
                </a:lnTo>
                <a:lnTo>
                  <a:pt x="2" y="6"/>
                </a:lnTo>
                <a:lnTo>
                  <a:pt x="0" y="7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Freeform 1806"/>
          <p:cNvSpPr/>
          <p:nvPr/>
        </p:nvSpPr>
        <p:spPr>
          <a:xfrm>
            <a:off x="3556000" y="1447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3" y="1"/>
                </a:moveTo>
                <a:lnTo>
                  <a:pt x="4" y="0"/>
                </a:lnTo>
                <a:lnTo>
                  <a:pt x="1" y="6"/>
                </a:lnTo>
                <a:lnTo>
                  <a:pt x="0" y="7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8" name="Freeform 1807"/>
          <p:cNvSpPr/>
          <p:nvPr/>
        </p:nvSpPr>
        <p:spPr>
          <a:xfrm>
            <a:off x="3568700" y="1447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0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3" y="0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Freeform 1808"/>
          <p:cNvSpPr/>
          <p:nvPr/>
        </p:nvSpPr>
        <p:spPr>
          <a:xfrm>
            <a:off x="3581400" y="1435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2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Freeform 1809"/>
          <p:cNvSpPr/>
          <p:nvPr/>
        </p:nvSpPr>
        <p:spPr>
          <a:xfrm>
            <a:off x="3606800" y="1422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2" y="1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2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1" name="Freeform 1810"/>
          <p:cNvSpPr/>
          <p:nvPr/>
        </p:nvSpPr>
        <p:spPr>
          <a:xfrm>
            <a:off x="3619500" y="1409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3" y="1"/>
                </a:moveTo>
                <a:lnTo>
                  <a:pt x="4" y="0"/>
                </a:lnTo>
                <a:lnTo>
                  <a:pt x="1" y="5"/>
                </a:lnTo>
                <a:lnTo>
                  <a:pt x="0" y="6"/>
                </a:lnTo>
                <a:lnTo>
                  <a:pt x="3" y="1"/>
                </a:lnTo>
                <a:close/>
              </a:path>
            </a:pathLst>
          </a:custGeom>
          <a:solidFill>
            <a:srgbClr val="FFE100"/>
          </a:solidFill>
          <a:ln w="3175">
            <a:solidFill>
              <a:srgbClr val="CC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Freeform 1811"/>
          <p:cNvSpPr/>
          <p:nvPr/>
        </p:nvSpPr>
        <p:spPr>
          <a:xfrm>
            <a:off x="3632200" y="1371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3" y="3"/>
                </a:moveTo>
                <a:lnTo>
                  <a:pt x="4" y="0"/>
                </a:lnTo>
                <a:lnTo>
                  <a:pt x="2" y="7"/>
                </a:lnTo>
                <a:lnTo>
                  <a:pt x="0" y="8"/>
                </a:lnTo>
                <a:lnTo>
                  <a:pt x="3" y="3"/>
                </a:lnTo>
                <a:close/>
              </a:path>
            </a:pathLst>
          </a:custGeom>
          <a:solidFill>
            <a:srgbClr val="FFD400"/>
          </a:solidFill>
          <a:ln w="3175">
            <a:solidFill>
              <a:srgbClr val="CC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Freeform 1812"/>
          <p:cNvSpPr/>
          <p:nvPr/>
        </p:nvSpPr>
        <p:spPr>
          <a:xfrm>
            <a:off x="3657600" y="12573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2" y="9"/>
                </a:moveTo>
                <a:lnTo>
                  <a:pt x="4" y="0"/>
                </a:lnTo>
                <a:lnTo>
                  <a:pt x="1" y="15"/>
                </a:lnTo>
                <a:lnTo>
                  <a:pt x="0" y="16"/>
                </a:lnTo>
                <a:lnTo>
                  <a:pt x="2" y="9"/>
                </a:lnTo>
                <a:close/>
              </a:path>
            </a:pathLst>
          </a:custGeom>
          <a:solidFill>
            <a:srgbClr val="FF9800"/>
          </a:solidFill>
          <a:ln w="3175">
            <a:solidFill>
              <a:srgbClr val="CC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4" name="Freeform 1813"/>
          <p:cNvSpPr/>
          <p:nvPr/>
        </p:nvSpPr>
        <p:spPr>
          <a:xfrm>
            <a:off x="3149600" y="19939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3" y="9"/>
                </a:moveTo>
                <a:lnTo>
                  <a:pt x="4" y="0"/>
                </a:lnTo>
                <a:lnTo>
                  <a:pt x="2" y="2"/>
                </a:lnTo>
                <a:lnTo>
                  <a:pt x="0" y="9"/>
                </a:lnTo>
                <a:lnTo>
                  <a:pt x="3" y="9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Freeform 1814"/>
          <p:cNvSpPr/>
          <p:nvPr/>
        </p:nvSpPr>
        <p:spPr>
          <a:xfrm>
            <a:off x="3175000" y="1765300"/>
            <a:ext cx="50800" cy="254000"/>
          </a:xfrm>
          <a:custGeom>
            <a:avLst/>
            <a:gdLst/>
            <a:ahLst/>
            <a:cxnLst/>
            <a:rect l="l" t="t" r="r" b="b"/>
            <a:pathLst>
              <a:path w="4" h="20">
                <a:moveTo>
                  <a:pt x="2" y="18"/>
                </a:moveTo>
                <a:lnTo>
                  <a:pt x="4" y="0"/>
                </a:lnTo>
                <a:lnTo>
                  <a:pt x="1" y="0"/>
                </a:lnTo>
                <a:lnTo>
                  <a:pt x="0" y="20"/>
                </a:lnTo>
                <a:lnTo>
                  <a:pt x="2" y="18"/>
                </a:lnTo>
                <a:close/>
              </a:path>
            </a:pathLst>
          </a:custGeom>
          <a:solidFill>
            <a:srgbClr val="00FFFF"/>
          </a:solidFill>
          <a:ln w="3175">
            <a:solidFill>
              <a:srgbClr val="00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Freeform 1815"/>
          <p:cNvSpPr/>
          <p:nvPr/>
        </p:nvSpPr>
        <p:spPr>
          <a:xfrm>
            <a:off x="3187700" y="175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7" name="Freeform 1816"/>
          <p:cNvSpPr/>
          <p:nvPr/>
        </p:nvSpPr>
        <p:spPr>
          <a:xfrm>
            <a:off x="3200400" y="173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Freeform 1817"/>
          <p:cNvSpPr/>
          <p:nvPr/>
        </p:nvSpPr>
        <p:spPr>
          <a:xfrm>
            <a:off x="3213100" y="1727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Freeform 1818"/>
          <p:cNvSpPr/>
          <p:nvPr/>
        </p:nvSpPr>
        <p:spPr>
          <a:xfrm>
            <a:off x="32385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0" name="Freeform 1819"/>
          <p:cNvSpPr/>
          <p:nvPr/>
        </p:nvSpPr>
        <p:spPr>
          <a:xfrm>
            <a:off x="32512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Freeform 1820"/>
          <p:cNvSpPr/>
          <p:nvPr/>
        </p:nvSpPr>
        <p:spPr>
          <a:xfrm>
            <a:off x="3263900" y="168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Freeform 1821"/>
          <p:cNvSpPr/>
          <p:nvPr/>
        </p:nvSpPr>
        <p:spPr>
          <a:xfrm>
            <a:off x="3289300" y="167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3" name="Freeform 1822"/>
          <p:cNvSpPr/>
          <p:nvPr/>
        </p:nvSpPr>
        <p:spPr>
          <a:xfrm>
            <a:off x="3302000" y="166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Freeform 1823"/>
          <p:cNvSpPr/>
          <p:nvPr/>
        </p:nvSpPr>
        <p:spPr>
          <a:xfrm>
            <a:off x="3314700" y="165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Freeform 1824"/>
          <p:cNvSpPr/>
          <p:nvPr/>
        </p:nvSpPr>
        <p:spPr>
          <a:xfrm>
            <a:off x="33401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6" name="Freeform 1825"/>
          <p:cNvSpPr/>
          <p:nvPr/>
        </p:nvSpPr>
        <p:spPr>
          <a:xfrm>
            <a:off x="3352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Freeform 1826"/>
          <p:cNvSpPr/>
          <p:nvPr/>
        </p:nvSpPr>
        <p:spPr>
          <a:xfrm>
            <a:off x="3365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Freeform 1827"/>
          <p:cNvSpPr/>
          <p:nvPr/>
        </p:nvSpPr>
        <p:spPr>
          <a:xfrm>
            <a:off x="33909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9" name="Freeform 1828"/>
          <p:cNvSpPr/>
          <p:nvPr/>
        </p:nvSpPr>
        <p:spPr>
          <a:xfrm>
            <a:off x="34036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Freeform 1829"/>
          <p:cNvSpPr/>
          <p:nvPr/>
        </p:nvSpPr>
        <p:spPr>
          <a:xfrm>
            <a:off x="34163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Freeform 1830"/>
          <p:cNvSpPr/>
          <p:nvPr/>
        </p:nvSpPr>
        <p:spPr>
          <a:xfrm>
            <a:off x="3429000" y="1574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2" name="Freeform 1831"/>
          <p:cNvSpPr/>
          <p:nvPr/>
        </p:nvSpPr>
        <p:spPr>
          <a:xfrm>
            <a:off x="34544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Freeform 1832"/>
          <p:cNvSpPr/>
          <p:nvPr/>
        </p:nvSpPr>
        <p:spPr>
          <a:xfrm>
            <a:off x="34671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Freeform 1833"/>
          <p:cNvSpPr/>
          <p:nvPr/>
        </p:nvSpPr>
        <p:spPr>
          <a:xfrm>
            <a:off x="34798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5" name="Freeform 1834"/>
          <p:cNvSpPr/>
          <p:nvPr/>
        </p:nvSpPr>
        <p:spPr>
          <a:xfrm>
            <a:off x="35052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Freeform 1835"/>
          <p:cNvSpPr/>
          <p:nvPr/>
        </p:nvSpPr>
        <p:spPr>
          <a:xfrm>
            <a:off x="35179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Freeform 1836"/>
          <p:cNvSpPr/>
          <p:nvPr/>
        </p:nvSpPr>
        <p:spPr>
          <a:xfrm>
            <a:off x="35306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8" name="Freeform 1837"/>
          <p:cNvSpPr/>
          <p:nvPr/>
        </p:nvSpPr>
        <p:spPr>
          <a:xfrm>
            <a:off x="3556000" y="1485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Freeform 1838"/>
          <p:cNvSpPr/>
          <p:nvPr/>
        </p:nvSpPr>
        <p:spPr>
          <a:xfrm>
            <a:off x="35687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Freeform 1839"/>
          <p:cNvSpPr/>
          <p:nvPr/>
        </p:nvSpPr>
        <p:spPr>
          <a:xfrm>
            <a:off x="35814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1" name="Freeform 1840"/>
          <p:cNvSpPr/>
          <p:nvPr/>
        </p:nvSpPr>
        <p:spPr>
          <a:xfrm>
            <a:off x="3594100" y="14605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2" name="Freeform 1841"/>
          <p:cNvSpPr/>
          <p:nvPr/>
        </p:nvSpPr>
        <p:spPr>
          <a:xfrm>
            <a:off x="36195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Freeform 1842"/>
          <p:cNvSpPr/>
          <p:nvPr/>
        </p:nvSpPr>
        <p:spPr>
          <a:xfrm>
            <a:off x="3111500" y="1765300"/>
            <a:ext cx="63500" cy="342900"/>
          </a:xfrm>
          <a:custGeom>
            <a:avLst/>
            <a:gdLst/>
            <a:ahLst/>
            <a:cxnLst/>
            <a:rect l="l" t="t" r="r" b="b"/>
            <a:pathLst>
              <a:path w="5" h="27">
                <a:moveTo>
                  <a:pt x="3" y="27"/>
                </a:moveTo>
                <a:lnTo>
                  <a:pt x="5" y="20"/>
                </a:lnTo>
                <a:lnTo>
                  <a:pt x="2" y="0"/>
                </a:lnTo>
                <a:lnTo>
                  <a:pt x="0" y="27"/>
                </a:lnTo>
                <a:lnTo>
                  <a:pt x="3" y="27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4" name="Freeform 1843"/>
          <p:cNvSpPr/>
          <p:nvPr/>
        </p:nvSpPr>
        <p:spPr>
          <a:xfrm>
            <a:off x="3136900" y="1752600"/>
            <a:ext cx="50800" cy="266700"/>
          </a:xfrm>
          <a:custGeom>
            <a:avLst/>
            <a:gdLst/>
            <a:ahLst/>
            <a:cxnLst/>
            <a:rect l="l" t="t" r="r" b="b"/>
            <a:pathLst>
              <a:path w="4" h="21">
                <a:moveTo>
                  <a:pt x="3" y="2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1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5" name="Freeform 1844"/>
          <p:cNvSpPr/>
          <p:nvPr/>
        </p:nvSpPr>
        <p:spPr>
          <a:xfrm>
            <a:off x="3149600" y="173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Freeform 1845"/>
          <p:cNvSpPr/>
          <p:nvPr/>
        </p:nvSpPr>
        <p:spPr>
          <a:xfrm>
            <a:off x="3162300" y="1727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7" name="Freeform 1846"/>
          <p:cNvSpPr/>
          <p:nvPr/>
        </p:nvSpPr>
        <p:spPr>
          <a:xfrm>
            <a:off x="3187700" y="172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8" name="Freeform 1847"/>
          <p:cNvSpPr/>
          <p:nvPr/>
        </p:nvSpPr>
        <p:spPr>
          <a:xfrm>
            <a:off x="3200400" y="171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Freeform 1848"/>
          <p:cNvSpPr/>
          <p:nvPr/>
        </p:nvSpPr>
        <p:spPr>
          <a:xfrm>
            <a:off x="3213100" y="170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0" name="Freeform 1849"/>
          <p:cNvSpPr/>
          <p:nvPr/>
        </p:nvSpPr>
        <p:spPr>
          <a:xfrm>
            <a:off x="32385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1" name="Freeform 1850"/>
          <p:cNvSpPr/>
          <p:nvPr/>
        </p:nvSpPr>
        <p:spPr>
          <a:xfrm>
            <a:off x="32512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Freeform 1851"/>
          <p:cNvSpPr/>
          <p:nvPr/>
        </p:nvSpPr>
        <p:spPr>
          <a:xfrm>
            <a:off x="32639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3" name="Freeform 1852"/>
          <p:cNvSpPr/>
          <p:nvPr/>
        </p:nvSpPr>
        <p:spPr>
          <a:xfrm>
            <a:off x="32893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Freeform 1853"/>
          <p:cNvSpPr/>
          <p:nvPr/>
        </p:nvSpPr>
        <p:spPr>
          <a:xfrm>
            <a:off x="33020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Freeform 1854"/>
          <p:cNvSpPr/>
          <p:nvPr/>
        </p:nvSpPr>
        <p:spPr>
          <a:xfrm>
            <a:off x="33147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6" name="Freeform 1855"/>
          <p:cNvSpPr/>
          <p:nvPr/>
        </p:nvSpPr>
        <p:spPr>
          <a:xfrm>
            <a:off x="3327400" y="1612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3" y="2"/>
                </a:moveTo>
                <a:lnTo>
                  <a:pt x="5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7" name="Freeform 1856"/>
          <p:cNvSpPr/>
          <p:nvPr/>
        </p:nvSpPr>
        <p:spPr>
          <a:xfrm>
            <a:off x="33528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Freeform 1857"/>
          <p:cNvSpPr/>
          <p:nvPr/>
        </p:nvSpPr>
        <p:spPr>
          <a:xfrm>
            <a:off x="33655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Freeform 1858"/>
          <p:cNvSpPr/>
          <p:nvPr/>
        </p:nvSpPr>
        <p:spPr>
          <a:xfrm>
            <a:off x="33782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Freeform 1859"/>
          <p:cNvSpPr/>
          <p:nvPr/>
        </p:nvSpPr>
        <p:spPr>
          <a:xfrm>
            <a:off x="3403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Freeform 1860"/>
          <p:cNvSpPr/>
          <p:nvPr/>
        </p:nvSpPr>
        <p:spPr>
          <a:xfrm>
            <a:off x="34163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Freeform 1861"/>
          <p:cNvSpPr/>
          <p:nvPr/>
        </p:nvSpPr>
        <p:spPr>
          <a:xfrm>
            <a:off x="34290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3" name="Freeform 1862"/>
          <p:cNvSpPr/>
          <p:nvPr/>
        </p:nvSpPr>
        <p:spPr>
          <a:xfrm>
            <a:off x="34544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2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2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4" name="Freeform 1863"/>
          <p:cNvSpPr/>
          <p:nvPr/>
        </p:nvSpPr>
        <p:spPr>
          <a:xfrm>
            <a:off x="34671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Freeform 1864"/>
          <p:cNvSpPr/>
          <p:nvPr/>
        </p:nvSpPr>
        <p:spPr>
          <a:xfrm>
            <a:off x="34798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6" name="Freeform 1865"/>
          <p:cNvSpPr/>
          <p:nvPr/>
        </p:nvSpPr>
        <p:spPr>
          <a:xfrm>
            <a:off x="3492500" y="1498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3" y="1"/>
                </a:moveTo>
                <a:lnTo>
                  <a:pt x="5" y="0"/>
                </a:lnTo>
                <a:lnTo>
                  <a:pt x="2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7" name="Freeform 1866"/>
          <p:cNvSpPr/>
          <p:nvPr/>
        </p:nvSpPr>
        <p:spPr>
          <a:xfrm>
            <a:off x="35179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0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Freeform 1867"/>
          <p:cNvSpPr/>
          <p:nvPr/>
        </p:nvSpPr>
        <p:spPr>
          <a:xfrm>
            <a:off x="35306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3" y="1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1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9" name="Freeform 1868"/>
          <p:cNvSpPr/>
          <p:nvPr/>
        </p:nvSpPr>
        <p:spPr>
          <a:xfrm>
            <a:off x="3543300" y="1460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2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0" name="Freeform 1869"/>
          <p:cNvSpPr/>
          <p:nvPr/>
        </p:nvSpPr>
        <p:spPr>
          <a:xfrm>
            <a:off x="3568700" y="1447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2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2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Freeform 1870"/>
          <p:cNvSpPr/>
          <p:nvPr/>
        </p:nvSpPr>
        <p:spPr>
          <a:xfrm>
            <a:off x="3581400" y="143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3" y="2"/>
                </a:moveTo>
                <a:lnTo>
                  <a:pt x="4" y="1"/>
                </a:lnTo>
                <a:lnTo>
                  <a:pt x="1" y="0"/>
                </a:lnTo>
                <a:lnTo>
                  <a:pt x="0" y="1"/>
                </a:lnTo>
                <a:lnTo>
                  <a:pt x="3" y="2"/>
                </a:lnTo>
                <a:close/>
              </a:path>
            </a:pathLst>
          </a:custGeom>
          <a:solidFill>
            <a:srgbClr val="DAFF25"/>
          </a:solidFill>
          <a:ln w="3175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Rectangle 1871"/>
          <p:cNvSpPr/>
          <p:nvPr/>
        </p:nvSpPr>
        <p:spPr>
          <a:xfrm>
            <a:off x="11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3" name="Rectangle 1872"/>
          <p:cNvSpPr/>
          <p:nvPr/>
        </p:nvSpPr>
        <p:spPr>
          <a:xfrm>
            <a:off x="288001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4" name="Picture 18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875" name="Picture 18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876" name="TextBox 18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4</a:t>
            </a:r>
          </a:p>
        </p:txBody>
      </p:sp>
      <p:sp>
        <p:nvSpPr>
          <p:cNvPr id="1877" name="TextBox 1876"/>
          <p:cNvSpPr txBox="1"/>
          <p:nvPr/>
        </p:nvSpPr>
        <p:spPr>
          <a:xfrm>
            <a:off x="359993" y="9186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78" name="TextBox 1877"/>
          <p:cNvSpPr txBox="1"/>
          <p:nvPr/>
        </p:nvSpPr>
        <p:spPr>
          <a:xfrm>
            <a:off x="2749128" y="1991689"/>
            <a:ext cx="303626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879" name="TextBox 1878"/>
          <p:cNvSpPr txBox="1"/>
          <p:nvPr/>
        </p:nvSpPr>
        <p:spPr>
          <a:xfrm>
            <a:off x="2412648" y="2187593"/>
            <a:ext cx="337274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1880" name="TextBox 1879"/>
          <p:cNvSpPr txBox="1"/>
          <p:nvPr/>
        </p:nvSpPr>
        <p:spPr>
          <a:xfrm>
            <a:off x="1174512" y="2129306"/>
            <a:ext cx="461088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881" name="TextBox 1880"/>
          <p:cNvSpPr txBox="1"/>
          <p:nvPr/>
        </p:nvSpPr>
        <p:spPr>
          <a:xfrm>
            <a:off x="1429001" y="2200528"/>
            <a:ext cx="435639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498" b="0">
                <a:solidFill>
                  <a:srgbClr val="000000"/>
                </a:solidFill>
                <a:latin typeface="Cambria Math"/>
              </a:rPr>
              <a:t>,</a:t>
            </a:r>
            <a:r>
              <a:rPr sz="498" b="0">
                <a:solidFill>
                  <a:srgbClr val="000000"/>
                </a:solidFill>
                <a:latin typeface="Cambria Math"/>
              </a:rPr>
              <a:t>000</a:t>
            </a:r>
          </a:p>
        </p:txBody>
      </p:sp>
      <p:sp>
        <p:nvSpPr>
          <p:cNvPr id="1882" name="TextBox 1881"/>
          <p:cNvSpPr txBox="1"/>
          <p:nvPr/>
        </p:nvSpPr>
        <p:spPr>
          <a:xfrm>
            <a:off x="1748552" y="2262555"/>
            <a:ext cx="403684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498" b="0">
                <a:solidFill>
                  <a:srgbClr val="000000"/>
                </a:solidFill>
                <a:latin typeface="Cambria Math"/>
              </a:rPr>
              <a:t>,</a:t>
            </a:r>
            <a:r>
              <a:rPr sz="498" b="0">
                <a:solidFill>
                  <a:srgbClr val="000000"/>
                </a:solidFill>
                <a:latin typeface="Cambria Math"/>
              </a:rPr>
              <a:t>000</a:t>
            </a:r>
          </a:p>
        </p:txBody>
      </p:sp>
      <p:sp>
        <p:nvSpPr>
          <p:cNvPr id="1883" name="TextBox 1882"/>
          <p:cNvSpPr txBox="1"/>
          <p:nvPr/>
        </p:nvSpPr>
        <p:spPr>
          <a:xfrm>
            <a:off x="2068097" y="2324575"/>
            <a:ext cx="3717298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3</a:t>
            </a:r>
            <a:r>
              <a:rPr sz="498" b="0">
                <a:solidFill>
                  <a:srgbClr val="000000"/>
                </a:solidFill>
                <a:latin typeface="Cambria Math"/>
              </a:rPr>
              <a:t>,</a:t>
            </a:r>
            <a:r>
              <a:rPr sz="498" b="0">
                <a:solidFill>
                  <a:srgbClr val="000000"/>
                </a:solidFill>
                <a:latin typeface="Cambria Math"/>
              </a:rPr>
              <a:t>000</a:t>
            </a:r>
          </a:p>
        </p:txBody>
      </p:sp>
      <p:sp>
        <p:nvSpPr>
          <p:cNvPr id="1884" name="TextBox 1883"/>
          <p:cNvSpPr txBox="1"/>
          <p:nvPr/>
        </p:nvSpPr>
        <p:spPr>
          <a:xfrm>
            <a:off x="1130653" y="1809863"/>
            <a:ext cx="465474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1885" name="TextBox 1884"/>
          <p:cNvSpPr txBox="1"/>
          <p:nvPr/>
        </p:nvSpPr>
        <p:spPr>
          <a:xfrm>
            <a:off x="1099023" y="1502142"/>
            <a:ext cx="468637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100</a:t>
            </a:r>
          </a:p>
        </p:txBody>
      </p:sp>
      <p:sp>
        <p:nvSpPr>
          <p:cNvPr id="1886" name="TextBox 1885"/>
          <p:cNvSpPr txBox="1"/>
          <p:nvPr/>
        </p:nvSpPr>
        <p:spPr>
          <a:xfrm>
            <a:off x="2450799" y="2319851"/>
            <a:ext cx="333459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Speed,</a:t>
            </a:r>
            <a:r>
              <a:rPr sz="498" b="0">
                <a:solidFill>
                  <a:srgbClr val="000000"/>
                </a:solidFill>
                <a:latin typeface="Josefin Sans"/>
              </a:rPr>
              <a:t> </a:t>
            </a:r>
            <a:r>
              <a:rPr sz="498" b="0">
                <a:solidFill>
                  <a:srgbClr val="000000"/>
                </a:solidFill>
                <a:latin typeface="Josefin Sans"/>
              </a:rPr>
              <a:t>km/hr</a:t>
            </a:r>
          </a:p>
        </p:txBody>
      </p:sp>
      <p:sp>
        <p:nvSpPr>
          <p:cNvPr id="1887" name="TextBox 1886"/>
          <p:cNvSpPr txBox="1"/>
          <p:nvPr/>
        </p:nvSpPr>
        <p:spPr>
          <a:xfrm>
            <a:off x="1417603" y="2386475"/>
            <a:ext cx="436779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Distance,</a:t>
            </a:r>
            <a:r>
              <a:rPr sz="498" b="0">
                <a:solidFill>
                  <a:srgbClr val="000000"/>
                </a:solidFill>
                <a:latin typeface="Josefin Sans"/>
              </a:rPr>
              <a:t> </a:t>
            </a: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888" name="TextBox 1887"/>
          <p:cNvSpPr txBox="1"/>
          <p:nvPr/>
        </p:nvSpPr>
        <p:spPr>
          <a:xfrm>
            <a:off x="992540" y="1707336"/>
            <a:ext cx="4792855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Brake,</a:t>
            </a:r>
            <a:r>
              <a:rPr sz="498" b="0">
                <a:solidFill>
                  <a:srgbClr val="000000"/>
                </a:solidFill>
                <a:latin typeface="Josefin Sans"/>
              </a:rPr>
              <a:t> </a:t>
            </a:r>
            <a:r>
              <a:rPr sz="498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1889" name="TextBox 1888"/>
          <p:cNvSpPr txBox="1"/>
          <p:nvPr/>
        </p:nvSpPr>
        <p:spPr>
          <a:xfrm>
            <a:off x="3078078" y="2173001"/>
            <a:ext cx="270731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890" name="TextBox 1889"/>
          <p:cNvSpPr txBox="1"/>
          <p:nvPr/>
        </p:nvSpPr>
        <p:spPr>
          <a:xfrm>
            <a:off x="3303909" y="2212739"/>
            <a:ext cx="248148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20</a:t>
            </a:r>
          </a:p>
        </p:txBody>
      </p:sp>
      <p:sp>
        <p:nvSpPr>
          <p:cNvPr id="1891" name="TextBox 1890"/>
          <p:cNvSpPr txBox="1"/>
          <p:nvPr/>
        </p:nvSpPr>
        <p:spPr>
          <a:xfrm>
            <a:off x="3546727" y="2250210"/>
            <a:ext cx="2238668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40</a:t>
            </a:r>
          </a:p>
        </p:txBody>
      </p:sp>
      <p:sp>
        <p:nvSpPr>
          <p:cNvPr id="1892" name="TextBox 1891"/>
          <p:cNvSpPr txBox="1"/>
          <p:nvPr/>
        </p:nvSpPr>
        <p:spPr>
          <a:xfrm>
            <a:off x="3789538" y="2287682"/>
            <a:ext cx="199585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60</a:t>
            </a:r>
          </a:p>
        </p:txBody>
      </p:sp>
      <p:sp>
        <p:nvSpPr>
          <p:cNvPr id="1893" name="TextBox 1892"/>
          <p:cNvSpPr txBox="1"/>
          <p:nvPr/>
        </p:nvSpPr>
        <p:spPr>
          <a:xfrm>
            <a:off x="4032356" y="2325160"/>
            <a:ext cx="175303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80</a:t>
            </a:r>
          </a:p>
        </p:txBody>
      </p:sp>
      <p:sp>
        <p:nvSpPr>
          <p:cNvPr id="1894" name="TextBox 1893"/>
          <p:cNvSpPr txBox="1"/>
          <p:nvPr/>
        </p:nvSpPr>
        <p:spPr>
          <a:xfrm>
            <a:off x="4170526" y="2330633"/>
            <a:ext cx="161487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895" name="TextBox 1894"/>
          <p:cNvSpPr txBox="1"/>
          <p:nvPr/>
        </p:nvSpPr>
        <p:spPr>
          <a:xfrm>
            <a:off x="4459432" y="2125553"/>
            <a:ext cx="132596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498" b="0">
                <a:solidFill>
                  <a:srgbClr val="000000"/>
                </a:solidFill>
                <a:latin typeface="Cambria Math"/>
              </a:rPr>
              <a:t>,</a:t>
            </a:r>
            <a:r>
              <a:rPr sz="498" b="0">
                <a:solidFill>
                  <a:srgbClr val="000000"/>
                </a:solidFill>
                <a:latin typeface="Cambria Math"/>
              </a:rPr>
              <a:t>000</a:t>
            </a:r>
          </a:p>
        </p:txBody>
      </p:sp>
      <p:sp>
        <p:nvSpPr>
          <p:cNvPr id="1896" name="TextBox 1895"/>
          <p:cNvSpPr txBox="1"/>
          <p:nvPr/>
        </p:nvSpPr>
        <p:spPr>
          <a:xfrm>
            <a:off x="3063168" y="2084456"/>
            <a:ext cx="272222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897" name="TextBox 1896"/>
          <p:cNvSpPr txBox="1"/>
          <p:nvPr/>
        </p:nvSpPr>
        <p:spPr>
          <a:xfrm>
            <a:off x="3031539" y="1764042"/>
            <a:ext cx="275385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1898" name="TextBox 1897"/>
          <p:cNvSpPr txBox="1"/>
          <p:nvPr/>
        </p:nvSpPr>
        <p:spPr>
          <a:xfrm>
            <a:off x="3363060" y="2382138"/>
            <a:ext cx="2422335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Speed,</a:t>
            </a:r>
            <a:r>
              <a:rPr sz="498" b="0">
                <a:solidFill>
                  <a:srgbClr val="000000"/>
                </a:solidFill>
                <a:latin typeface="Josefin Sans"/>
              </a:rPr>
              <a:t> </a:t>
            </a:r>
            <a:r>
              <a:rPr sz="498" b="0">
                <a:solidFill>
                  <a:srgbClr val="000000"/>
                </a:solidFill>
                <a:latin typeface="Josefin Sans"/>
              </a:rPr>
              <a:t>km/hr</a:t>
            </a:r>
          </a:p>
        </p:txBody>
      </p:sp>
      <p:sp>
        <p:nvSpPr>
          <p:cNvPr id="1899" name="TextBox 1898"/>
          <p:cNvSpPr txBox="1"/>
          <p:nvPr/>
        </p:nvSpPr>
        <p:spPr>
          <a:xfrm>
            <a:off x="4451774" y="2368803"/>
            <a:ext cx="133362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Distance,</a:t>
            </a:r>
            <a:r>
              <a:rPr sz="498" b="0">
                <a:solidFill>
                  <a:srgbClr val="000000"/>
                </a:solidFill>
                <a:latin typeface="Josefin Sans"/>
              </a:rPr>
              <a:t> </a:t>
            </a: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900" name="TextBox 1899"/>
          <p:cNvSpPr txBox="1"/>
          <p:nvPr/>
        </p:nvSpPr>
        <p:spPr>
          <a:xfrm>
            <a:off x="2923461" y="1723385"/>
            <a:ext cx="286193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Throttle,</a:t>
            </a:r>
            <a:r>
              <a:rPr sz="498" b="0">
                <a:solidFill>
                  <a:srgbClr val="000000"/>
                </a:solidFill>
                <a:latin typeface="Josefin Sans"/>
              </a:rPr>
              <a:t> </a:t>
            </a:r>
            <a:r>
              <a:rPr sz="498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1901" name="TextBox 1900"/>
          <p:cNvSpPr txBox="1"/>
          <p:nvPr/>
        </p:nvSpPr>
        <p:spPr>
          <a:xfrm>
            <a:off x="4889676" y="3150930"/>
            <a:ext cx="895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02" name="TextBox 1901"/>
          <p:cNvSpPr txBox="1"/>
          <p:nvPr/>
        </p:nvSpPr>
        <p:spPr>
          <a:xfrm>
            <a:off x="5623444" y="3150706"/>
            <a:ext cx="161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68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355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Build a fuzzy expert system to identify the percentage of tips a customer will give based on the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8733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food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received.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2289" y="3150693"/>
            <a:ext cx="163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69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4356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9662" y="3150922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19481" y="3150698"/>
            <a:ext cx="1659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4356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1228889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Objective: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1" y="146676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percentage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tips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food.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9662" y="3150919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19481" y="3150695"/>
            <a:ext cx="1659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4356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1228889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Objective: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1" y="146676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percentage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tips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food.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1" y="1800273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662" y="3150919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19481" y="3150695"/>
            <a:ext cx="1659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4356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1228889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Objective: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1" y="146676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percentage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tips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food.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1" y="1800273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233" y="2054528"/>
            <a:ext cx="51671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89662" y="3150919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19481" y="3150695"/>
            <a:ext cx="1659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4356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1228889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Objective: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1" y="146676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percentage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tips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food.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1" y="1800273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233" y="2054528"/>
            <a:ext cx="51671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8294" y="2054528"/>
            <a:ext cx="47371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89662" y="3150919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19481" y="3150695"/>
            <a:ext cx="1659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4356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1228889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Objective: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1" y="146676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percentage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tips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food.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1" y="1800273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233" y="2054528"/>
            <a:ext cx="51671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8294" y="2054528"/>
            <a:ext cx="47371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8233" y="2256966"/>
            <a:ext cx="51671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9662" y="3150919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9481" y="3150695"/>
            <a:ext cx="1659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4356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1228889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Objective: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1" y="146676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percentage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tips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food.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1" y="1800273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233" y="2054528"/>
            <a:ext cx="51671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8294" y="2054528"/>
            <a:ext cx="47371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8233" y="2256966"/>
            <a:ext cx="516716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tips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9662" y="3150919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9481" y="3150695"/>
            <a:ext cx="1659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6542274" y="-24203097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542274" y="-24027227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542274" y="-23856424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6542274" y="-2368561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5728254" y="-24029754"/>
            <a:ext cx="81654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6539744" y="-24029754"/>
            <a:ext cx="88112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258307" y="-24203097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9258307" y="-24027227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258307" y="-23856424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58307" y="-2368561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8444288" y="-24029754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9255780" y="-24029754"/>
            <a:ext cx="88112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248040" y="-23149644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248040" y="-22973772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248040" y="-22802970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8248040" y="-22632156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434033" y="-22976301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245513" y="-22976301"/>
            <a:ext cx="88112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8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60309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89668" y="3150919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42563" y="3150695"/>
            <a:ext cx="1428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71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6542274" y="-24203097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542274" y="-24027227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542274" y="-23856424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6542274" y="-2368561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5728254" y="-24029754"/>
            <a:ext cx="81654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6539744" y="-24029754"/>
            <a:ext cx="88112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258307" y="-24203097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9258307" y="-24027227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258307" y="-23856424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58307" y="-2368561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8444288" y="-24029754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9255780" y="-24029754"/>
            <a:ext cx="88112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248040" y="-23149644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248040" y="-22973772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248040" y="-22802970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8248040" y="-22632156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434033" y="-22976301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245513" y="-22976301"/>
            <a:ext cx="88112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8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60309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5" y="840967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89668" y="3150919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42563" y="3150695"/>
            <a:ext cx="1428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71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1946" y="1197228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41946" y="137309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141946" y="154390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141946" y="1714715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27927" y="1370570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39419" y="1370570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258307" y="-24203100"/>
            <a:ext cx="0" cy="17586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9258307" y="-24027231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258307" y="-23856427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58307" y="-23685613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8444288" y="-24029758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9255780" y="-24029758"/>
            <a:ext cx="88112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248040" y="-23149647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248040" y="-2297377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248040" y="-2280297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8248040" y="-22632159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434033" y="-22976304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245513" y="-22976304"/>
            <a:ext cx="88112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8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60309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5" y="840967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1944" y="1055059"/>
            <a:ext cx="47634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3847" y="1225874"/>
            <a:ext cx="53815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20391" y="1225874"/>
            <a:ext cx="45650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5787" y="1401743"/>
            <a:ext cx="51496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8143" y="1401743"/>
            <a:ext cx="4307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3403" y="1572545"/>
            <a:ext cx="52319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57502" y="1572545"/>
            <a:ext cx="43278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5188" y="1743360"/>
            <a:ext cx="51702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62199" y="1743360"/>
            <a:ext cx="43231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9668" y="3150916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42563" y="3150692"/>
            <a:ext cx="1428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71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1946" y="1197228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41946" y="137309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141946" y="154390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141946" y="1714715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27927" y="1370570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39419" y="1370570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857980" y="1197227"/>
            <a:ext cx="0" cy="17586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57980" y="137309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57980" y="154389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7980" y="171471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043961" y="1370569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55453" y="1370569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248040" y="-23149647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248040" y="-2297377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248040" y="-2280297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8248040" y="-22632159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434033" y="-22976304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245513" y="-22976304"/>
            <a:ext cx="88112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8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60309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5" y="840967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1944" y="1055059"/>
            <a:ext cx="47634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3847" y="1225874"/>
            <a:ext cx="53815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20391" y="1225874"/>
            <a:ext cx="45650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5787" y="1401743"/>
            <a:ext cx="51496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8143" y="1401743"/>
            <a:ext cx="4307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3403" y="1572545"/>
            <a:ext cx="52319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57502" y="1572545"/>
            <a:ext cx="43278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5188" y="1743360"/>
            <a:ext cx="51702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62199" y="1743360"/>
            <a:ext cx="43231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83482" y="1055057"/>
            <a:ext cx="20019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19881" y="1225872"/>
            <a:ext cx="26655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36426" y="1225872"/>
            <a:ext cx="18489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51822" y="1401741"/>
            <a:ext cx="2433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94176" y="1401741"/>
            <a:ext cx="15912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69437" y="1572544"/>
            <a:ext cx="25159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73537" y="1572544"/>
            <a:ext cx="16118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31222" y="1743359"/>
            <a:ext cx="24541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78233" y="1743359"/>
            <a:ext cx="16071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89668" y="3150916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42563" y="3150692"/>
            <a:ext cx="1428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71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141946" y="1197228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41946" y="137309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141946" y="154390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141946" y="1714715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27927" y="1370570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39419" y="1370570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857980" y="1197227"/>
            <a:ext cx="0" cy="17586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57980" y="137309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57980" y="154389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57980" y="171471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043961" y="1370569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55453" y="1370569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47712" y="2250680"/>
            <a:ext cx="0" cy="17586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47712" y="242654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47712" y="259735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847712" y="276816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33705" y="2424022"/>
            <a:ext cx="81654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45184" y="2424022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8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60309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5" y="840967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1944" y="1055059"/>
            <a:ext cx="476345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3847" y="1225874"/>
            <a:ext cx="53815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20391" y="1225874"/>
            <a:ext cx="45650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5787" y="1401743"/>
            <a:ext cx="51496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78143" y="1401743"/>
            <a:ext cx="43072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3403" y="1572545"/>
            <a:ext cx="52319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57502" y="1572545"/>
            <a:ext cx="43278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5188" y="1743360"/>
            <a:ext cx="517020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62199" y="1743360"/>
            <a:ext cx="43231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783482" y="1055057"/>
            <a:ext cx="200191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19881" y="1225872"/>
            <a:ext cx="26655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36426" y="1225872"/>
            <a:ext cx="18489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51822" y="1401741"/>
            <a:ext cx="24335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94176" y="1401741"/>
            <a:ext cx="15912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69437" y="1572544"/>
            <a:ext cx="25159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73537" y="1572544"/>
            <a:ext cx="16118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31222" y="1743359"/>
            <a:ext cx="24541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78233" y="1743359"/>
            <a:ext cx="16071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94474" y="2108510"/>
            <a:ext cx="29909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Tips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9613" y="2279325"/>
            <a:ext cx="36757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157" y="2279325"/>
            <a:ext cx="28592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49554" y="2455194"/>
            <a:ext cx="34358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Low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092106" y="2455194"/>
            <a:ext cx="26932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15%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63525" y="2625997"/>
            <a:ext cx="35218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077032" y="2625997"/>
            <a:ext cx="27083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30%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35533" y="2796812"/>
            <a:ext cx="34498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High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65736" y="2796812"/>
            <a:ext cx="27196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15%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30%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89668" y="3150916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42563" y="3150692"/>
            <a:ext cx="1428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71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693269" y="-23868104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693269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981274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269278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557279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845283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133287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6693269" y="-2458811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693269" y="-238681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693269" y="-240121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6693269" y="-241561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693269" y="-243001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693269" y="-2444411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693269" y="-245881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693269" y="-24588113"/>
            <a:ext cx="720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6693269" y="-24588113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413278" y="-24588113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7413278" y="-24588113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637284" y="-23868104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8637284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8925288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9213292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9501293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9789297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0077302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637284" y="-2458811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8637284" y="-2386810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8637284" y="-2401210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8637284" y="-2415610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8637284" y="-2430010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637284" y="-2444411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8637284" y="-2458811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637284" y="-24588113"/>
            <a:ext cx="720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637284" y="-24588113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9357293" y="-24588113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9357293" y="-24588113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7661123" y="-2262341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7661123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7949128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237132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8525133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813137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101141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7661123" y="-2334342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7661123" y="-226234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7661123" y="-2276741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7661123" y="-2291142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7661123" y="-2305542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7661123" y="-2319942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7661123" y="-2334342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7661123" y="-23343424"/>
            <a:ext cx="720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7661123" y="-23343424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8381132" y="-23343424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8381132" y="-23343424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2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9993" y="52904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89662" y="315092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27977" y="3150704"/>
            <a:ext cx="1574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72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92943" y="1532223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92943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580946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68950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156953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444957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732960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292943" y="81221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292943" y="153222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292943" y="13882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292943" y="12442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292943" y="11002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292943" y="9562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92943" y="81221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292943" y="812214"/>
            <a:ext cx="72000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292943" y="812214"/>
            <a:ext cx="720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12951" y="812214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012951" y="812214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637284" y="-23868104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8637284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8925288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9213292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9501293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9789297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0077302" y="-2389690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637284" y="-2458811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8637284" y="-2386810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8637284" y="-2401210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8637284" y="-2415610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8637284" y="-2430010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637284" y="-2444411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8637284" y="-2458811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637284" y="-24588113"/>
            <a:ext cx="720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637284" y="-24588113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9357293" y="-24588113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9357293" y="-24588113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7661123" y="-2262341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7661123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7949128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237132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8525133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813137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101141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7661123" y="-2334342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7661123" y="-226234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7661123" y="-2276741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7661123" y="-2291142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7661123" y="-2305542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7661123" y="-2319942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7661123" y="-2334342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7661123" y="-23343424"/>
            <a:ext cx="720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7661123" y="-23343424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8381132" y="-23343424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8381132" y="-23343424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2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9993" y="52904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236138" y="1549266"/>
            <a:ext cx="45492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28675" y="1549266"/>
            <a:ext cx="425672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16233" y="1549266"/>
            <a:ext cx="3969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03782" y="1549266"/>
            <a:ext cx="368161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92397" y="1549266"/>
            <a:ext cx="33929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63384" y="1549266"/>
            <a:ext cx="312201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10.0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718962" y="1702906"/>
            <a:ext cx="40664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Service,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50327" y="1493732"/>
            <a:ext cx="463506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59389" y="1349734"/>
            <a:ext cx="46260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61503" y="1205736"/>
            <a:ext cx="46238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57611" y="1061536"/>
            <a:ext cx="46277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58831" y="917538"/>
            <a:ext cx="462656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74944" y="773733"/>
            <a:ext cx="4610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140" y="780991"/>
            <a:ext cx="47742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78215" y="1145331"/>
            <a:ext cx="440718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04778" y="1140698"/>
            <a:ext cx="3880617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517863" y="1146164"/>
            <a:ext cx="326753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89662" y="315092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27977" y="3150704"/>
            <a:ext cx="1574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72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92943" y="1532223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92943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580946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68950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156953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444957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732960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292943" y="81221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292943" y="153222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292943" y="13882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292943" y="12442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292943" y="11002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292943" y="9562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92943" y="81221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292943" y="812214"/>
            <a:ext cx="72000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292943" y="812214"/>
            <a:ext cx="720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12951" y="812214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012951" y="812214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236956" y="1532222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236956" y="150342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524959" y="150342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812963" y="150342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100966" y="150342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388970" y="150342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4676973" y="150342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236956" y="81221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236956" y="153222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236956" y="138822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236956" y="12442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236956" y="11002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236956" y="9562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236956" y="8122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236956" y="812213"/>
            <a:ext cx="72000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36956" y="812213"/>
            <a:ext cx="720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956964" y="812213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956964" y="812213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7661123" y="-2262341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7661123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7949128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237132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8525133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813137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101141" y="-2265221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7661123" y="-2334342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7661123" y="-226234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7661123" y="-2276741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7661123" y="-2291142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7661123" y="-2305542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7661123" y="-2319942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7661123" y="-2334342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7661123" y="-23343424"/>
            <a:ext cx="720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7661123" y="-23343424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8381132" y="-23343424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8381132" y="-23343424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2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9993" y="52904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236138" y="1549266"/>
            <a:ext cx="45492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28675" y="1549266"/>
            <a:ext cx="425672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16233" y="1549266"/>
            <a:ext cx="3969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03782" y="1549266"/>
            <a:ext cx="368161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92397" y="1549266"/>
            <a:ext cx="33929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63384" y="1549266"/>
            <a:ext cx="312201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10.0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718962" y="1702906"/>
            <a:ext cx="40664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Service,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50327" y="1493732"/>
            <a:ext cx="463506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59389" y="1349734"/>
            <a:ext cx="46260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61503" y="1205736"/>
            <a:ext cx="46238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57611" y="1061536"/>
            <a:ext cx="46277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58831" y="917538"/>
            <a:ext cx="462656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74944" y="773733"/>
            <a:ext cx="4610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140" y="780991"/>
            <a:ext cx="47742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78215" y="1145331"/>
            <a:ext cx="440718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04778" y="1140698"/>
            <a:ext cx="3880617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517863" y="1146164"/>
            <a:ext cx="326753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151" y="1549266"/>
            <a:ext cx="260524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472688" y="1549266"/>
            <a:ext cx="23127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2.0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60236" y="1549266"/>
            <a:ext cx="20251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4.0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047795" y="1549266"/>
            <a:ext cx="1737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36400" y="1549266"/>
            <a:ext cx="14489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8.0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607397" y="1549266"/>
            <a:ext cx="11779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10.0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99367" y="1702905"/>
            <a:ext cx="208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Food,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094330" y="1493731"/>
            <a:ext cx="26910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103402" y="1349734"/>
            <a:ext cx="26819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105505" y="1205736"/>
            <a:ext cx="26798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101614" y="1061535"/>
            <a:ext cx="26837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02833" y="917537"/>
            <a:ext cx="26825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18947" y="773733"/>
            <a:ext cx="26664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55153" y="780992"/>
            <a:ext cx="28302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322228" y="1145331"/>
            <a:ext cx="2463167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848791" y="1140698"/>
            <a:ext cx="193660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461866" y="1146164"/>
            <a:ext cx="132353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89662" y="315092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627977" y="3150704"/>
            <a:ext cx="1574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72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92943" y="1532223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92943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580946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68950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156953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444957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732960" y="1503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292943" y="81221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292943" y="153222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292943" y="13882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292943" y="12442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292943" y="11002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292943" y="9562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92943" y="81221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292943" y="812214"/>
            <a:ext cx="72000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292943" y="812214"/>
            <a:ext cx="720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12951" y="812214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012951" y="812214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236956" y="1532222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236956" y="150342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524959" y="150342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812963" y="150342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100966" y="150342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388970" y="150342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4676973" y="150342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236956" y="81221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236956" y="153222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236956" y="138822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236956" y="12442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236956" y="11002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236956" y="9562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236956" y="81221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236956" y="812213"/>
            <a:ext cx="72000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236956" y="812213"/>
            <a:ext cx="720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956964" y="812213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956964" y="812213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260796" y="2776911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260796" y="274810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548799" y="274810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36803" y="274810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124806" y="274810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412810" y="274810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700814" y="274810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260796" y="2056902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260796" y="277691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260796" y="26329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260796" y="24889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60796" y="234490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260796" y="220090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260796" y="205690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260796" y="2056902"/>
            <a:ext cx="720008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260796" y="2056902"/>
            <a:ext cx="720008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980804" y="2056902"/>
            <a:ext cx="720010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980804" y="2056902"/>
            <a:ext cx="720010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880002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9993" y="52904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236138" y="1549266"/>
            <a:ext cx="45492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28675" y="1549266"/>
            <a:ext cx="425672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16233" y="1549266"/>
            <a:ext cx="39691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03782" y="1549266"/>
            <a:ext cx="368161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92397" y="1549266"/>
            <a:ext cx="33929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63384" y="1549266"/>
            <a:ext cx="312201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10.0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718962" y="1702906"/>
            <a:ext cx="406643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Service,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50327" y="1493732"/>
            <a:ext cx="463506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59389" y="1349734"/>
            <a:ext cx="46260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61503" y="1205736"/>
            <a:ext cx="46238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57611" y="1061536"/>
            <a:ext cx="46277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58831" y="917538"/>
            <a:ext cx="462656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74944" y="773733"/>
            <a:ext cx="46104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140" y="780991"/>
            <a:ext cx="47742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78215" y="1145331"/>
            <a:ext cx="440718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04778" y="1140698"/>
            <a:ext cx="3880617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517863" y="1146164"/>
            <a:ext cx="326753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151" y="1549266"/>
            <a:ext cx="260524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472688" y="1549266"/>
            <a:ext cx="23127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2.0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60236" y="1549266"/>
            <a:ext cx="20251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4.0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047795" y="1549266"/>
            <a:ext cx="1737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36400" y="1549266"/>
            <a:ext cx="14489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8.0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607397" y="1549266"/>
            <a:ext cx="11779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10.0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99367" y="1702905"/>
            <a:ext cx="20860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Food,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094330" y="1493731"/>
            <a:ext cx="26910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103402" y="1349734"/>
            <a:ext cx="26819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105505" y="1205736"/>
            <a:ext cx="26798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101614" y="1061535"/>
            <a:ext cx="26837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02833" y="917537"/>
            <a:ext cx="26825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18947" y="773733"/>
            <a:ext cx="26664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955153" y="780992"/>
            <a:ext cx="28302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322228" y="1145331"/>
            <a:ext cx="2463167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848791" y="1140698"/>
            <a:ext cx="193660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461866" y="1146164"/>
            <a:ext cx="132353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203991" y="2793955"/>
            <a:ext cx="358140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495634" y="2793955"/>
            <a:ext cx="328976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771773" y="2793955"/>
            <a:ext cx="30136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12.0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059494" y="2793955"/>
            <a:ext cx="272590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18.0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340163" y="2793955"/>
            <a:ext cx="244523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24.0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22936" y="2793955"/>
            <a:ext cx="21624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30.0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61445" y="2943622"/>
            <a:ext cx="29239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Tips,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118180" y="2738420"/>
            <a:ext cx="36672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127242" y="2594422"/>
            <a:ext cx="365815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129356" y="2450425"/>
            <a:ext cx="365603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125464" y="2306224"/>
            <a:ext cx="365993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26684" y="2162216"/>
            <a:ext cx="365871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142797" y="2018421"/>
            <a:ext cx="36425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78993" y="2025670"/>
            <a:ext cx="380640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350864" y="2389573"/>
            <a:ext cx="3434531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Low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875242" y="2390853"/>
            <a:ext cx="291015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494453" y="2385387"/>
            <a:ext cx="229094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High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889662" y="315092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627977" y="3150704"/>
            <a:ext cx="1574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72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7181199" y="-24018188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0797803" y="-24018188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181199" y="-2387395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386732" y="-2387395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9592268" y="-2387395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0797803" y="-2387395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5762863" y="-23729706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5975664" y="-23729706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7181199" y="-23729706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8386732" y="-23729706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9592268" y="-23729706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0797803" y="-23729706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5762863" y="-23585473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5975664" y="-23585473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7181199" y="-23585473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8386732" y="-23585473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9592268" y="-23585473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0797803" y="-23585473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5762863" y="-23441226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5975664" y="-23441226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7181199" y="-23441226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8386732" y="-23441226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9592268" y="-23441226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0797803" y="-23441226"/>
            <a:ext cx="0" cy="14423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178672" y="-24020727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8384193" y="-24020727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9589728" y="-24020727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7178672" y="-23876480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8384193" y="-23876480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589728" y="-23876480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5760322" y="-23732245"/>
            <a:ext cx="21786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5973137" y="-23732245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7178672" y="-23732245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384193" y="-23732245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9589728" y="-23732245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5973137" y="-23588000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7178672" y="-23588000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8384193" y="-23588000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9589728" y="-23588000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5973137" y="-23443765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7178672" y="-23443765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8384193" y="-23443765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9589728" y="-23443765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5760322" y="-23299532"/>
            <a:ext cx="21786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5973137" y="-23299532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7178672" y="-23299532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8384193" y="-23299532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9589728" y="-23299532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9993" y="11521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Elicit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89665" y="3150916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27002" y="3150692"/>
            <a:ext cx="158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73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780871" y="1382139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397475" y="1382139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80871" y="152637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986405" y="152637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191940" y="152637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397475" y="1526373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62535" y="167062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75336" y="167062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780871" y="167062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86405" y="167062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191940" y="167062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397475" y="167062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62535" y="1814854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75336" y="1814854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780871" y="1814854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986405" y="1814854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191940" y="1814854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397475" y="1814854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62535" y="195910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575336" y="195910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780871" y="195910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986405" y="195910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191940" y="195910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397475" y="1959100"/>
            <a:ext cx="0" cy="14423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78343" y="1379599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83865" y="1379599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189400" y="1379599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778343" y="1523846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983865" y="1523846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189400" y="1523846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59995" y="1668080"/>
            <a:ext cx="21786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72808" y="1668080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778343" y="1668080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83865" y="1668080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189400" y="1668080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72808" y="1812326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778343" y="1812326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983865" y="1812326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189400" y="1812326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572808" y="1956561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778343" y="1956561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983865" y="1956561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189400" y="1956561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59995" y="2100795"/>
            <a:ext cx="217868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572808" y="2100795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778343" y="2100795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983865" y="2100795"/>
            <a:ext cx="1210590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189400" y="2100795"/>
            <a:ext cx="1210589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9993" y="11521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Elicit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09074" y="1408836"/>
            <a:ext cx="22763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10219" y="1553070"/>
            <a:ext cx="34751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453962" y="1553070"/>
            <a:ext cx="23314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05810" y="1553070"/>
            <a:ext cx="10795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5066" y="1756934"/>
            <a:ext cx="53503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4697" y="1697317"/>
            <a:ext cx="46806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262713" y="1697317"/>
            <a:ext cx="352268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low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tips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468251" y="1697317"/>
            <a:ext cx="23171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low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tips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99468" y="1697317"/>
            <a:ext cx="1185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tips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2899" y="1841551"/>
            <a:ext cx="47424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262710" y="1841551"/>
            <a:ext cx="352268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low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tips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393926" y="1841551"/>
            <a:ext cx="23914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tips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658072" y="1841551"/>
            <a:ext cx="11273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high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tips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89241" y="1985785"/>
            <a:ext cx="46961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88346" y="1985785"/>
            <a:ext cx="35970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medium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tips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52491" y="1985785"/>
            <a:ext cx="23329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high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tips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8030" y="1985785"/>
            <a:ext cx="11273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high</a:t>
            </a:r>
            <a:r>
              <a:rPr sz="597" b="0">
                <a:solidFill>
                  <a:srgbClr val="000000"/>
                </a:solidFill>
                <a:latin typeface="Josefin Sans"/>
              </a:rPr>
              <a:t> </a:t>
            </a:r>
            <a:r>
              <a:rPr sz="597" b="0">
                <a:solidFill>
                  <a:srgbClr val="000000"/>
                </a:solidFill>
                <a:latin typeface="Josefin Sans"/>
              </a:rPr>
              <a:t>tips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889665" y="3150916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27002" y="3150692"/>
            <a:ext cx="1583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73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3195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Encode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procedures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perform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48378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into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72128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Matlab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Logic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Toolbox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encode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3757" y="3150693"/>
            <a:ext cx="1516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1901712" y="2565126"/>
            <a:ext cx="1554485" cy="137213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2184606" y="2376618"/>
            <a:ext cx="1554485" cy="13721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2467499" y="2188111"/>
            <a:ext cx="1554485" cy="137213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456197" y="2325324"/>
            <a:ext cx="565787" cy="377015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145301" y="2297881"/>
            <a:ext cx="565786" cy="377016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34404" y="2270439"/>
            <a:ext cx="565786" cy="377015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523506" y="2242996"/>
            <a:ext cx="565787" cy="377015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212609" y="2215553"/>
            <a:ext cx="565787" cy="377016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901712" y="2188111"/>
            <a:ext cx="565787" cy="377015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3418541" y="2699015"/>
            <a:ext cx="37656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 flipV="1">
            <a:off x="3701434" y="2510508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 flipV="1">
            <a:off x="3984328" y="2322000"/>
            <a:ext cx="37656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901712" y="2565126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184606" y="2376618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467499" y="2188111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456197" y="2681379"/>
            <a:ext cx="31455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145301" y="2653937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834404" y="2626494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523506" y="2599052"/>
            <a:ext cx="31455" cy="2095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212609" y="2571609"/>
            <a:ext cx="31455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901712" y="2544166"/>
            <a:ext cx="31455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3990530" y="2325324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3679633" y="2297881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3368736" y="2270439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3057839" y="2242996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2746942" y="2215553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2436045" y="2188111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456197" y="2325324"/>
            <a:ext cx="565787" cy="377015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901712" y="2188111"/>
            <a:ext cx="565787" cy="377015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1901712" y="2565126"/>
            <a:ext cx="1554485" cy="137213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467499" y="2188111"/>
            <a:ext cx="1554485" cy="137213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01712" y="1463682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184606" y="1275175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67499" y="1086667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3990530" y="1223880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3679633" y="1196437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3368736" y="1168995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3057839" y="1141552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2746942" y="1114109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2436045" y="1086667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901712" y="1086667"/>
            <a:ext cx="565787" cy="377015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 flipV="1">
            <a:off x="2467499" y="1086667"/>
            <a:ext cx="1554485" cy="137213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456197" y="2664536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145301" y="2637094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34404" y="2609651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523506" y="2582209"/>
            <a:ext cx="0" cy="378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212609" y="2554766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901712" y="2527323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901712" y="2241598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901712" y="1787211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901712" y="1463682"/>
            <a:ext cx="0" cy="1101444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021984" y="1223880"/>
            <a:ext cx="0" cy="110144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11087" y="1196437"/>
            <a:ext cx="0" cy="110144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400190" y="1168995"/>
            <a:ext cx="0" cy="110144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089293" y="1141552"/>
            <a:ext cx="0" cy="110144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778396" y="1114109"/>
            <a:ext cx="0" cy="110144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467499" y="1086667"/>
            <a:ext cx="0" cy="110144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021984" y="2287521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711087" y="2260078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400190" y="2232636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089293" y="2205193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778396" y="2177750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467499" y="2150308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021984" y="1223880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711087" y="1196437"/>
            <a:ext cx="0" cy="378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400190" y="1168995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089293" y="1141552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778396" y="1114109"/>
            <a:ext cx="0" cy="378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467499" y="1086667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 flipV="1">
            <a:off x="2467499" y="1864582"/>
            <a:ext cx="1554485" cy="137213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2467499" y="1410195"/>
            <a:ext cx="1554485" cy="13721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 flipV="1">
            <a:off x="3984328" y="1998471"/>
            <a:ext cx="37656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 flipV="1">
            <a:off x="3984328" y="1544085"/>
            <a:ext cx="37656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467499" y="1864582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467499" y="1410195"/>
            <a:ext cx="37657" cy="332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4021984" y="1223880"/>
            <a:ext cx="0" cy="1101444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467499" y="1086667"/>
            <a:ext cx="0" cy="1101444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456197" y="2664536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739091" y="2476029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021984" y="2287521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3990530" y="2001795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3990530" y="1547409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901712" y="1463682"/>
            <a:ext cx="0" cy="110144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184606" y="1275175"/>
            <a:ext cx="0" cy="1101443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467499" y="1086667"/>
            <a:ext cx="0" cy="110144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1901712" y="2527323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184606" y="2338815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467499" y="2150308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901712" y="1463682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184606" y="1275175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467499" y="1086667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1901712" y="1864582"/>
            <a:ext cx="565787" cy="377016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901712" y="1410195"/>
            <a:ext cx="565787" cy="377016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901712" y="2220638"/>
            <a:ext cx="31455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901712" y="1766251"/>
            <a:ext cx="31455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436045" y="1864582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2436045" y="1410195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2451100" y="11811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0"/>
                </a:lnTo>
                <a:lnTo>
                  <a:pt x="4" y="9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B0000"/>
          </a:solidFill>
          <a:ln w="3542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2501900" y="11811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1"/>
                </a:lnTo>
                <a:lnTo>
                  <a:pt x="4" y="9"/>
                </a:lnTo>
                <a:lnTo>
                  <a:pt x="0" y="9"/>
                </a:lnTo>
                <a:lnTo>
                  <a:pt x="2" y="0"/>
                </a:lnTo>
                <a:close/>
              </a:path>
            </a:pathLst>
          </a:custGeom>
          <a:solidFill>
            <a:srgbClr val="B70000"/>
          </a:solidFill>
          <a:ln w="3542">
            <a:solidFill>
              <a:srgbClr val="9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2552700" y="11938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1"/>
                </a:lnTo>
                <a:lnTo>
                  <a:pt x="4" y="9"/>
                </a:lnTo>
                <a:lnTo>
                  <a:pt x="0" y="8"/>
                </a:lnTo>
                <a:lnTo>
                  <a:pt x="2" y="0"/>
                </a:lnTo>
                <a:close/>
              </a:path>
            </a:pathLst>
          </a:custGeom>
          <a:solidFill>
            <a:srgbClr val="BC0000"/>
          </a:solidFill>
          <a:ln w="3542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2603500" y="12065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0"/>
                </a:lnTo>
                <a:lnTo>
                  <a:pt x="5" y="9"/>
                </a:lnTo>
                <a:lnTo>
                  <a:pt x="0" y="8"/>
                </a:lnTo>
                <a:lnTo>
                  <a:pt x="2" y="0"/>
                </a:lnTo>
                <a:close/>
              </a:path>
            </a:pathLst>
          </a:custGeom>
          <a:solidFill>
            <a:srgbClr val="C30000"/>
          </a:solidFill>
          <a:ln w="3542">
            <a:solidFill>
              <a:srgbClr val="9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2667000" y="1206500"/>
            <a:ext cx="63500" cy="127000"/>
          </a:xfrm>
          <a:custGeom>
            <a:avLst/>
            <a:gdLst/>
            <a:ahLst/>
            <a:cxnLst/>
            <a:rect l="l" t="t" r="r" b="b"/>
            <a:pathLst>
              <a:path w="5" h="10">
                <a:moveTo>
                  <a:pt x="1" y="0"/>
                </a:moveTo>
                <a:lnTo>
                  <a:pt x="5" y="1"/>
                </a:lnTo>
                <a:lnTo>
                  <a:pt x="4" y="10"/>
                </a:lnTo>
                <a:lnTo>
                  <a:pt x="0" y="9"/>
                </a:lnTo>
                <a:lnTo>
                  <a:pt x="1" y="0"/>
                </a:lnTo>
                <a:close/>
              </a:path>
            </a:pathLst>
          </a:custGeom>
          <a:solidFill>
            <a:srgbClr val="CB0000"/>
          </a:solidFill>
          <a:ln w="3542">
            <a:solidFill>
              <a:srgbClr val="A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2717800" y="12192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1" y="0"/>
                </a:moveTo>
                <a:lnTo>
                  <a:pt x="6" y="1"/>
                </a:lnTo>
                <a:lnTo>
                  <a:pt x="4" y="11"/>
                </a:lnTo>
                <a:lnTo>
                  <a:pt x="0" y="9"/>
                </a:lnTo>
                <a:lnTo>
                  <a:pt x="1" y="0"/>
                </a:lnTo>
                <a:close/>
              </a:path>
            </a:pathLst>
          </a:custGeom>
          <a:solidFill>
            <a:srgbClr val="D50000"/>
          </a:solidFill>
          <a:ln w="3542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2768600" y="12319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2" y="0"/>
                </a:moveTo>
                <a:lnTo>
                  <a:pt x="6" y="1"/>
                </a:lnTo>
                <a:lnTo>
                  <a:pt x="4" y="11"/>
                </a:lnTo>
                <a:lnTo>
                  <a:pt x="0" y="10"/>
                </a:lnTo>
                <a:lnTo>
                  <a:pt x="2" y="0"/>
                </a:lnTo>
                <a:close/>
              </a:path>
            </a:pathLst>
          </a:custGeom>
          <a:solidFill>
            <a:srgbClr val="E10000"/>
          </a:solidFill>
          <a:ln w="3542">
            <a:solidFill>
              <a:srgbClr val="B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2819400" y="12446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0"/>
                </a:moveTo>
                <a:lnTo>
                  <a:pt x="6" y="0"/>
                </a:lnTo>
                <a:lnTo>
                  <a:pt x="5" y="10"/>
                </a:lnTo>
                <a:lnTo>
                  <a:pt x="0" y="10"/>
                </a:lnTo>
                <a:lnTo>
                  <a:pt x="2" y="0"/>
                </a:lnTo>
                <a:close/>
              </a:path>
            </a:pathLst>
          </a:custGeom>
          <a:solidFill>
            <a:srgbClr val="E40000"/>
          </a:solidFill>
          <a:ln w="3542">
            <a:solidFill>
              <a:srgbClr val="B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2882900" y="1244600"/>
            <a:ext cx="63500" cy="127000"/>
          </a:xfrm>
          <a:custGeom>
            <a:avLst/>
            <a:gdLst/>
            <a:ahLst/>
            <a:cxnLst/>
            <a:rect l="l" t="t" r="r" b="b"/>
            <a:pathLst>
              <a:path w="5" h="10">
                <a:moveTo>
                  <a:pt x="1" y="0"/>
                </a:moveTo>
                <a:lnTo>
                  <a:pt x="5" y="0"/>
                </a:lnTo>
                <a:lnTo>
                  <a:pt x="4" y="9"/>
                </a:lnTo>
                <a:lnTo>
                  <a:pt x="0" y="10"/>
                </a:lnTo>
                <a:lnTo>
                  <a:pt x="1" y="0"/>
                </a:lnTo>
                <a:close/>
              </a:path>
            </a:pathLst>
          </a:custGeom>
          <a:solidFill>
            <a:srgbClr val="DA0000"/>
          </a:solidFill>
          <a:ln w="3542">
            <a:solidFill>
              <a:srgbClr val="A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2933700" y="1244600"/>
            <a:ext cx="63500" cy="114300"/>
          </a:xfrm>
          <a:custGeom>
            <a:avLst/>
            <a:gdLst/>
            <a:ahLst/>
            <a:cxnLst/>
            <a:rect l="l" t="t" r="r" b="b"/>
            <a:pathLst>
              <a:path w="5" h="9">
                <a:moveTo>
                  <a:pt x="1" y="0"/>
                </a:moveTo>
                <a:lnTo>
                  <a:pt x="5" y="0"/>
                </a:lnTo>
                <a:lnTo>
                  <a:pt x="4" y="9"/>
                </a:lnTo>
                <a:lnTo>
                  <a:pt x="0" y="9"/>
                </a:lnTo>
                <a:lnTo>
                  <a:pt x="1" y="0"/>
                </a:lnTo>
                <a:close/>
              </a:path>
            </a:pathLst>
          </a:custGeom>
          <a:solidFill>
            <a:srgbClr val="D00000"/>
          </a:solidFill>
          <a:ln w="3542">
            <a:solidFill>
              <a:srgbClr val="A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2984500" y="12446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0"/>
                </a:lnTo>
                <a:lnTo>
                  <a:pt x="4" y="8"/>
                </a:lnTo>
                <a:lnTo>
                  <a:pt x="0" y="9"/>
                </a:lnTo>
                <a:lnTo>
                  <a:pt x="1" y="0"/>
                </a:lnTo>
                <a:close/>
              </a:path>
            </a:pathLst>
          </a:custGeom>
          <a:solidFill>
            <a:srgbClr val="C70000"/>
          </a:solidFill>
          <a:ln w="3542">
            <a:solidFill>
              <a:srgbClr val="9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3035300" y="12446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0"/>
                </a:lnTo>
                <a:lnTo>
                  <a:pt x="4" y="8"/>
                </a:lnTo>
                <a:lnTo>
                  <a:pt x="0" y="8"/>
                </a:lnTo>
                <a:lnTo>
                  <a:pt x="2" y="0"/>
                </a:lnTo>
                <a:close/>
              </a:path>
            </a:pathLst>
          </a:custGeom>
          <a:solidFill>
            <a:srgbClr val="BF0000"/>
          </a:solidFill>
          <a:ln w="3542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3086100" y="12446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0"/>
                </a:lnTo>
                <a:lnTo>
                  <a:pt x="5" y="8"/>
                </a:lnTo>
                <a:lnTo>
                  <a:pt x="0" y="8"/>
                </a:lnTo>
                <a:lnTo>
                  <a:pt x="2" y="0"/>
                </a:lnTo>
                <a:close/>
              </a:path>
            </a:pathLst>
          </a:custGeom>
          <a:solidFill>
            <a:srgbClr val="B90000"/>
          </a:solidFill>
          <a:ln w="3542">
            <a:solidFill>
              <a:srgbClr val="9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3149600" y="12446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0"/>
                </a:lnTo>
                <a:lnTo>
                  <a:pt x="4" y="8"/>
                </a:lnTo>
                <a:lnTo>
                  <a:pt x="0" y="8"/>
                </a:lnTo>
                <a:lnTo>
                  <a:pt x="1" y="0"/>
                </a:lnTo>
                <a:close/>
              </a:path>
            </a:pathLst>
          </a:custGeom>
          <a:solidFill>
            <a:srgbClr val="B60000"/>
          </a:solidFill>
          <a:ln w="3542">
            <a:solidFill>
              <a:srgbClr val="9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3200400" y="12446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4"/>
                </a:lnTo>
                <a:lnTo>
                  <a:pt x="4" y="9"/>
                </a:lnTo>
                <a:lnTo>
                  <a:pt x="0" y="8"/>
                </a:lnTo>
                <a:lnTo>
                  <a:pt x="1" y="0"/>
                </a:lnTo>
                <a:close/>
              </a:path>
            </a:pathLst>
          </a:custGeom>
          <a:solidFill>
            <a:srgbClr val="C30000"/>
          </a:solidFill>
          <a:ln w="3542">
            <a:solidFill>
              <a:srgbClr val="9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3251200" y="12954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7"/>
                </a:lnTo>
                <a:lnTo>
                  <a:pt x="4" y="9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F40000"/>
          </a:solidFill>
          <a:ln w="3542">
            <a:solidFill>
              <a:srgbClr val="C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3302000" y="13843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6"/>
                </a:lnTo>
                <a:lnTo>
                  <a:pt x="5" y="7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3A00"/>
          </a:solidFill>
          <a:ln w="3542">
            <a:solidFill>
              <a:srgbClr val="CC2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3365500" y="1460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4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7A00"/>
          </a:solidFill>
          <a:ln w="3542">
            <a:solidFill>
              <a:srgbClr val="CC6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3416300" y="15113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4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AE00"/>
          </a:solidFill>
          <a:ln w="3542">
            <a:solidFill>
              <a:srgbClr val="CC8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3467100" y="1562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D900"/>
          </a:solidFill>
          <a:ln w="3542">
            <a:solidFill>
              <a:srgbClr val="CCA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3517900" y="1600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FD00"/>
          </a:solidFill>
          <a:ln w="3542">
            <a:solidFill>
              <a:srgbClr val="CCC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3568700" y="1638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E3FF1C"/>
          </a:solidFill>
          <a:ln w="3542">
            <a:solidFill>
              <a:srgbClr val="B6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3632200" y="1663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CAFF35"/>
          </a:solidFill>
          <a:ln w="3542">
            <a:solidFill>
              <a:srgbClr val="A1C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3683000" y="1689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B5FF4A"/>
          </a:solidFill>
          <a:ln w="3542">
            <a:solidFill>
              <a:srgbClr val="90C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3733800" y="1714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3FF5C"/>
          </a:solidFill>
          <a:ln w="3542">
            <a:solidFill>
              <a:srgbClr val="82C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3784600" y="1727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5FF6A"/>
          </a:solidFill>
          <a:ln w="3542">
            <a:solidFill>
              <a:srgbClr val="77C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3835400" y="1739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BFF74"/>
          </a:solidFill>
          <a:ln w="3542">
            <a:solidFill>
              <a:srgbClr val="6FC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3898900" y="1752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83FF7C"/>
          </a:solidFill>
          <a:ln w="3542">
            <a:solidFill>
              <a:srgbClr val="69CC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3949700" y="1765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2425700" y="11938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8"/>
                </a:lnTo>
                <a:lnTo>
                  <a:pt x="4" y="9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B70000"/>
          </a:solidFill>
          <a:ln w="3542">
            <a:solidFill>
              <a:srgbClr val="9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2476500" y="12954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0"/>
                </a:lnTo>
                <a:lnTo>
                  <a:pt x="5" y="7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0000"/>
          </a:solidFill>
          <a:ln w="3542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2540000" y="12954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1"/>
                </a:lnTo>
                <a:lnTo>
                  <a:pt x="4" y="8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FF1700"/>
          </a:solidFill>
          <a:ln w="3542">
            <a:solidFill>
              <a:srgbClr val="CC1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2590800" y="13081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1" y="0"/>
                </a:moveTo>
                <a:lnTo>
                  <a:pt x="6" y="1"/>
                </a:lnTo>
                <a:lnTo>
                  <a:pt x="4" y="8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FF2000"/>
          </a:solidFill>
          <a:ln w="3542">
            <a:solidFill>
              <a:srgbClr val="CC1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2641600" y="13208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1"/>
                </a:lnTo>
                <a:lnTo>
                  <a:pt x="4" y="8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FF2A00"/>
          </a:solidFill>
          <a:ln w="3542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2692400" y="13335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2"/>
                </a:lnTo>
                <a:lnTo>
                  <a:pt x="5" y="8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FF3700"/>
          </a:solidFill>
          <a:ln w="3542">
            <a:solidFill>
              <a:srgbClr val="CC2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2755900" y="13589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1"/>
                </a:lnTo>
                <a:lnTo>
                  <a:pt x="4" y="8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FF4700"/>
          </a:solidFill>
          <a:ln w="3542">
            <a:solidFill>
              <a:srgbClr val="CC3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806700" y="13716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0"/>
                </a:lnTo>
                <a:lnTo>
                  <a:pt x="4" y="7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FF4B00"/>
          </a:solidFill>
          <a:ln w="3542">
            <a:solidFill>
              <a:srgbClr val="CC3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857500" y="13589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1"/>
                </a:moveTo>
                <a:lnTo>
                  <a:pt x="6" y="0"/>
                </a:lnTo>
                <a:lnTo>
                  <a:pt x="4" y="7"/>
                </a:lnTo>
                <a:lnTo>
                  <a:pt x="0" y="8"/>
                </a:lnTo>
                <a:lnTo>
                  <a:pt x="2" y="1"/>
                </a:lnTo>
                <a:close/>
              </a:path>
            </a:pathLst>
          </a:custGeom>
          <a:solidFill>
            <a:srgbClr val="FF3F00"/>
          </a:solidFill>
          <a:ln w="3542">
            <a:solidFill>
              <a:srgbClr val="CC3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908300" y="13589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0"/>
                </a:lnTo>
                <a:lnTo>
                  <a:pt x="4" y="6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FF3000"/>
          </a:solidFill>
          <a:ln w="3542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959100" y="13462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1"/>
                </a:moveTo>
                <a:lnTo>
                  <a:pt x="6" y="0"/>
                </a:lnTo>
                <a:lnTo>
                  <a:pt x="5" y="7"/>
                </a:lnTo>
                <a:lnTo>
                  <a:pt x="0" y="7"/>
                </a:lnTo>
                <a:lnTo>
                  <a:pt x="2" y="1"/>
                </a:lnTo>
                <a:close/>
              </a:path>
            </a:pathLst>
          </a:custGeom>
          <a:solidFill>
            <a:srgbClr val="FF2500"/>
          </a:solidFill>
          <a:ln w="3542">
            <a:solidFill>
              <a:srgbClr val="CC1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3022600" y="13462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0"/>
                </a:lnTo>
                <a:lnTo>
                  <a:pt x="4" y="7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FF1B00"/>
          </a:solidFill>
          <a:ln w="3542">
            <a:solidFill>
              <a:srgbClr val="CC1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3073400" y="13462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0"/>
                </a:lnTo>
                <a:lnTo>
                  <a:pt x="4" y="7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FF1500"/>
          </a:solidFill>
          <a:ln w="3542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3124200" y="13462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0"/>
                </a:lnTo>
                <a:lnTo>
                  <a:pt x="4" y="7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FF1200"/>
          </a:solidFill>
          <a:ln w="3542">
            <a:solidFill>
              <a:srgbClr val="CC0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3175000" y="13462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1"/>
                </a:lnTo>
                <a:lnTo>
                  <a:pt x="5" y="8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FF1300"/>
          </a:solidFill>
          <a:ln w="3542">
            <a:solidFill>
              <a:srgbClr val="CC0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3238500" y="13589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4"/>
                </a:lnTo>
                <a:lnTo>
                  <a:pt x="4" y="8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FF2100"/>
          </a:solidFill>
          <a:ln w="3542">
            <a:solidFill>
              <a:srgbClr val="CC1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3289300" y="14097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5"/>
                </a:lnTo>
                <a:lnTo>
                  <a:pt x="4" y="7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4A00"/>
          </a:solidFill>
          <a:ln w="3542">
            <a:solidFill>
              <a:srgbClr val="CC3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3340100" y="1473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4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8200"/>
          </a:solidFill>
          <a:ln w="3542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3390900" y="1524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4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B500"/>
          </a:solidFill>
          <a:ln w="3542">
            <a:solidFill>
              <a:srgbClr val="C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3441700" y="1574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5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DF00"/>
          </a:solidFill>
          <a:ln w="3542">
            <a:solidFill>
              <a:srgbClr val="CCB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3505200" y="1612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CFF03"/>
          </a:solidFill>
          <a:ln w="3542">
            <a:solidFill>
              <a:srgbClr val="C9CC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3556000" y="1651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DEFF21"/>
          </a:solidFill>
          <a:ln w="3542">
            <a:solidFill>
              <a:srgbClr val="B2C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3606800" y="1676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C5FF3A"/>
          </a:solidFill>
          <a:ln w="3542">
            <a:solidFill>
              <a:srgbClr val="9EC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3657600" y="1701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B0FF4F"/>
          </a:solidFill>
          <a:ln w="3542">
            <a:solidFill>
              <a:srgbClr val="8DCC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3721100" y="1727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FFF60"/>
          </a:solidFill>
          <a:ln w="3542">
            <a:solidFill>
              <a:srgbClr val="7FCC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3771900" y="1739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1FF6E"/>
          </a:solidFill>
          <a:ln w="3542">
            <a:solidFill>
              <a:srgbClr val="74C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3822700" y="1765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6FF78"/>
          </a:solidFill>
          <a:ln w="3542">
            <a:solidFill>
              <a:srgbClr val="6CCC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3873500" y="1778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3924300" y="1778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BFF84"/>
          </a:solidFill>
          <a:ln w="3542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2413000" y="1206500"/>
            <a:ext cx="63500" cy="114300"/>
          </a:xfrm>
          <a:custGeom>
            <a:avLst/>
            <a:gdLst/>
            <a:ahLst/>
            <a:cxnLst/>
            <a:rect l="l" t="t" r="r" b="b"/>
            <a:pathLst>
              <a:path w="5" h="9">
                <a:moveTo>
                  <a:pt x="1" y="0"/>
                </a:moveTo>
                <a:lnTo>
                  <a:pt x="5" y="8"/>
                </a:lnTo>
                <a:lnTo>
                  <a:pt x="4" y="9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BC0000"/>
          </a:solidFill>
          <a:ln w="3542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2463800" y="13081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6"/>
                </a:lnTo>
                <a:lnTo>
                  <a:pt x="4" y="7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1700"/>
          </a:solidFill>
          <a:ln w="3542">
            <a:solidFill>
              <a:srgbClr val="CC1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2514600" y="13843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1"/>
                </a:lnTo>
                <a:lnTo>
                  <a:pt x="4" y="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4D00"/>
          </a:solidFill>
          <a:ln w="3542">
            <a:solidFill>
              <a:srgbClr val="CC3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2565400" y="1397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1"/>
                </a:lnTo>
                <a:lnTo>
                  <a:pt x="5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FF6200"/>
          </a:solidFill>
          <a:ln w="3542">
            <a:solidFill>
              <a:srgbClr val="CC4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2628900" y="14097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1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FF6E00"/>
          </a:solidFill>
          <a:ln w="3542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2679700" y="14224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1"/>
                </a:lnTo>
                <a:lnTo>
                  <a:pt x="4" y="7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FF7C00"/>
          </a:solidFill>
          <a:ln w="3542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2730500" y="14351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2"/>
                </a:lnTo>
                <a:lnTo>
                  <a:pt x="4" y="7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FF8E00"/>
          </a:solidFill>
          <a:ln w="3542">
            <a:solidFill>
              <a:srgbClr val="CC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2781300" y="1460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0"/>
                </a:lnTo>
                <a:lnTo>
                  <a:pt x="4" y="5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FF9300"/>
          </a:solidFill>
          <a:ln w="3542">
            <a:solidFill>
              <a:srgbClr val="CC7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2832100" y="14478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1"/>
                </a:moveTo>
                <a:lnTo>
                  <a:pt x="6" y="0"/>
                </a:lnTo>
                <a:lnTo>
                  <a:pt x="5" y="5"/>
                </a:lnTo>
                <a:lnTo>
                  <a:pt x="0" y="6"/>
                </a:lnTo>
                <a:lnTo>
                  <a:pt x="2" y="1"/>
                </a:lnTo>
                <a:close/>
              </a:path>
            </a:pathLst>
          </a:custGeom>
          <a:solidFill>
            <a:srgbClr val="FF8500"/>
          </a:solidFill>
          <a:ln w="3542">
            <a:solidFill>
              <a:srgbClr val="CC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2895600" y="14351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1"/>
                </a:moveTo>
                <a:lnTo>
                  <a:pt x="5" y="0"/>
                </a:lnTo>
                <a:lnTo>
                  <a:pt x="4" y="5"/>
                </a:lnTo>
                <a:lnTo>
                  <a:pt x="0" y="6"/>
                </a:lnTo>
                <a:lnTo>
                  <a:pt x="1" y="1"/>
                </a:lnTo>
                <a:close/>
              </a:path>
            </a:pathLst>
          </a:custGeom>
          <a:solidFill>
            <a:srgbClr val="FF7500"/>
          </a:solidFill>
          <a:ln w="3542">
            <a:solidFill>
              <a:srgbClr val="CC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2946400" y="1435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0"/>
                </a:lnTo>
                <a:lnTo>
                  <a:pt x="4" y="5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FF6800"/>
          </a:solidFill>
          <a:ln w="3542">
            <a:solidFill>
              <a:srgbClr val="CC5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997200" y="1435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0"/>
                </a:lnTo>
                <a:lnTo>
                  <a:pt x="4" y="5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FF5F00"/>
          </a:solidFill>
          <a:ln w="3542">
            <a:solidFill>
              <a:srgbClr val="CC4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3048000" y="1435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0"/>
                </a:lnTo>
                <a:lnTo>
                  <a:pt x="5" y="5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FF5A00"/>
          </a:solidFill>
          <a:ln w="3542">
            <a:solidFill>
              <a:srgbClr val="CC4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3111500" y="14351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0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FF5A00"/>
          </a:solidFill>
          <a:ln w="3542">
            <a:solidFill>
              <a:srgbClr val="CC4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3162300" y="14351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1"/>
                </a:lnTo>
                <a:lnTo>
                  <a:pt x="4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FF5A00"/>
          </a:solidFill>
          <a:ln w="3542">
            <a:solidFill>
              <a:srgbClr val="CC4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3213100" y="14478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1"/>
                </a:lnTo>
                <a:lnTo>
                  <a:pt x="4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FF5F00"/>
          </a:solidFill>
          <a:ln w="3542">
            <a:solidFill>
              <a:srgbClr val="CC4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3263900" y="1460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3"/>
                </a:lnTo>
                <a:lnTo>
                  <a:pt x="4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FF7100"/>
          </a:solidFill>
          <a:ln w="3542">
            <a:solidFill>
              <a:srgbClr val="CC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3314700" y="1498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5" y="6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9400"/>
          </a:solidFill>
          <a:ln w="3542">
            <a:solidFill>
              <a:srgbClr val="CC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3378200" y="15494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4"/>
                </a:lnTo>
                <a:lnTo>
                  <a:pt x="4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C100"/>
          </a:solidFill>
          <a:ln w="3542">
            <a:solidFill>
              <a:srgbClr val="CC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3429000" y="1600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3"/>
                </a:lnTo>
                <a:lnTo>
                  <a:pt x="4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3479800" y="1638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2FF0D"/>
          </a:solidFill>
          <a:ln w="3542">
            <a:solidFill>
              <a:srgbClr val="C1C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3530600" y="1663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D5FF2A"/>
          </a:solidFill>
          <a:ln w="3542">
            <a:solidFill>
              <a:srgbClr val="AACC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3594100" y="1701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BCFF43"/>
          </a:solidFill>
          <a:ln w="3542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3644900" y="1727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8FF57"/>
          </a:solidFill>
          <a:ln w="3542">
            <a:solidFill>
              <a:srgbClr val="86C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3695700" y="1739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7FF68"/>
          </a:solidFill>
          <a:ln w="3542">
            <a:solidFill>
              <a:srgbClr val="79C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3746500" y="1765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AFF75"/>
          </a:solidFill>
          <a:ln w="3542">
            <a:solidFill>
              <a:srgbClr val="6ECC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3797300" y="1778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3860800" y="1790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8FF87"/>
          </a:solidFill>
          <a:ln w="3542">
            <a:solidFill>
              <a:srgbClr val="60C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3911600" y="1803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4FF8B"/>
          </a:solidFill>
          <a:ln w="3542">
            <a:solidFill>
              <a:srgbClr val="5DC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2387600" y="12319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7"/>
                </a:lnTo>
                <a:lnTo>
                  <a:pt x="4" y="9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30000"/>
          </a:solidFill>
          <a:ln w="3542">
            <a:solidFill>
              <a:srgbClr val="9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2438400" y="13208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6"/>
                </a:lnTo>
                <a:lnTo>
                  <a:pt x="5" y="8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2000"/>
          </a:solidFill>
          <a:ln w="3542">
            <a:solidFill>
              <a:srgbClr val="CC1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2501900" y="13970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5"/>
                </a:lnTo>
                <a:lnTo>
                  <a:pt x="4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6200"/>
          </a:solidFill>
          <a:ln w="3542">
            <a:solidFill>
              <a:srgbClr val="CC4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2552700" y="1460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1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8C00"/>
          </a:solidFill>
          <a:ln w="3542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2603500" y="1473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4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9F00"/>
          </a:solidFill>
          <a:ln w="3542">
            <a:solidFill>
              <a:srgbClr val="CC7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2654300" y="14859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AE00"/>
          </a:solidFill>
          <a:ln w="3542">
            <a:solidFill>
              <a:srgbClr val="CC8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2705100" y="1511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5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C000"/>
          </a:solidFill>
          <a:ln w="3542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2768600" y="15240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0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C400"/>
          </a:solidFill>
          <a:ln w="3542">
            <a:solidFill>
              <a:srgbClr val="CC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2819400" y="1511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1"/>
                </a:moveTo>
                <a:lnTo>
                  <a:pt x="6" y="0"/>
                </a:lnTo>
                <a:lnTo>
                  <a:pt x="4" y="4"/>
                </a:lnTo>
                <a:lnTo>
                  <a:pt x="0" y="5"/>
                </a:lnTo>
                <a:lnTo>
                  <a:pt x="1" y="1"/>
                </a:lnTo>
                <a:close/>
              </a:path>
            </a:pathLst>
          </a:custGeom>
          <a:solidFill>
            <a:srgbClr val="FFB600"/>
          </a:solidFill>
          <a:ln w="3542">
            <a:solidFill>
              <a:srgbClr val="CC9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2870200" y="14986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1"/>
                </a:moveTo>
                <a:lnTo>
                  <a:pt x="6" y="0"/>
                </a:lnTo>
                <a:lnTo>
                  <a:pt x="4" y="4"/>
                </a:lnTo>
                <a:lnTo>
                  <a:pt x="0" y="5"/>
                </a:lnTo>
                <a:lnTo>
                  <a:pt x="2" y="1"/>
                </a:lnTo>
                <a:close/>
              </a:path>
            </a:pathLst>
          </a:custGeom>
          <a:solidFill>
            <a:srgbClr val="FFA600"/>
          </a:solidFill>
          <a:ln w="3542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2921000" y="1498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5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9A00"/>
          </a:solidFill>
          <a:ln w="3542">
            <a:solidFill>
              <a:srgbClr val="CC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2984500" y="1498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0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9500"/>
          </a:solidFill>
          <a:ln w="3542">
            <a:solidFill>
              <a:srgbClr val="CC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3035300" y="14986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0"/>
                </a:lnTo>
                <a:lnTo>
                  <a:pt x="4" y="5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FF9300"/>
          </a:solidFill>
          <a:ln w="3542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3086100" y="14986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4" y="5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FF9300"/>
          </a:solidFill>
          <a:ln w="3542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3136900" y="1511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0"/>
                </a:lnTo>
                <a:lnTo>
                  <a:pt x="4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9400"/>
          </a:solidFill>
          <a:ln w="3542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3187700" y="15113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1"/>
                </a:lnTo>
                <a:lnTo>
                  <a:pt x="5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FF9800"/>
          </a:solidFill>
          <a:ln w="3542">
            <a:solidFill>
              <a:srgbClr val="CC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3251200" y="15240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1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FFA200"/>
          </a:solidFill>
          <a:ln w="3542">
            <a:solidFill>
              <a:srgbClr val="CC8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3302000" y="15367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3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FFB600"/>
          </a:solidFill>
          <a:ln w="3542">
            <a:solidFill>
              <a:srgbClr val="C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3352800" y="15748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4" y="6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D500"/>
          </a:solidFill>
          <a:ln w="3542">
            <a:solidFill>
              <a:srgbClr val="CC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3403600" y="16256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5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F900"/>
          </a:solidFill>
          <a:ln w="3542">
            <a:solidFill>
              <a:srgbClr val="CCC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3467100" y="16637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E4FF1B"/>
          </a:solidFill>
          <a:ln w="3542">
            <a:solidFill>
              <a:srgbClr val="B6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3517900" y="1689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C8FF37"/>
          </a:solidFill>
          <a:ln w="3542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3568700" y="1714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B1FF4E"/>
          </a:solidFill>
          <a:ln w="3542">
            <a:solidFill>
              <a:srgbClr val="8DCC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3619500" y="1739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DC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3670300" y="1765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CFF73"/>
          </a:solidFill>
          <a:ln w="3542">
            <a:solidFill>
              <a:srgbClr val="70C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3733800" y="17780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3784600" y="1803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5FF8A"/>
          </a:solidFill>
          <a:ln w="3542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3835400" y="1816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DFF92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3886200" y="1816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9FF96"/>
          </a:solidFill>
          <a:ln w="3542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2374900" y="1244600"/>
            <a:ext cx="63500" cy="127000"/>
          </a:xfrm>
          <a:custGeom>
            <a:avLst/>
            <a:gdLst/>
            <a:ahLst/>
            <a:cxnLst/>
            <a:rect l="l" t="t" r="r" b="b"/>
            <a:pathLst>
              <a:path w="5" h="10">
                <a:moveTo>
                  <a:pt x="1" y="0"/>
                </a:moveTo>
                <a:lnTo>
                  <a:pt x="5" y="8"/>
                </a:lnTo>
                <a:lnTo>
                  <a:pt x="4" y="10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CB0000"/>
          </a:solidFill>
          <a:ln w="3542">
            <a:solidFill>
              <a:srgbClr val="A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2425700" y="13462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1" y="0"/>
                </a:moveTo>
                <a:lnTo>
                  <a:pt x="6" y="6"/>
                </a:lnTo>
                <a:lnTo>
                  <a:pt x="4" y="8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2A00"/>
          </a:solidFill>
          <a:ln w="3542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2476500" y="1422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4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6E00"/>
          </a:solidFill>
          <a:ln w="3542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2527300" y="1473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4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9F00"/>
          </a:solidFill>
          <a:ln w="3542">
            <a:solidFill>
              <a:srgbClr val="CC7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2578100" y="1524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BF00"/>
          </a:solidFill>
          <a:ln w="3542">
            <a:solidFill>
              <a:srgbClr val="CC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2641600" y="1536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1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FD100"/>
          </a:solidFill>
          <a:ln w="3542">
            <a:solidFill>
              <a:srgbClr val="CCA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2692400" y="15494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2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E300"/>
          </a:solidFill>
          <a:ln w="3542">
            <a:solidFill>
              <a:srgbClr val="CCB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2743200" y="1574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E8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2794000" y="1562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1"/>
                </a:moveTo>
                <a:lnTo>
                  <a:pt x="6" y="0"/>
                </a:lnTo>
                <a:lnTo>
                  <a:pt x="5" y="3"/>
                </a:lnTo>
                <a:lnTo>
                  <a:pt x="0" y="4"/>
                </a:lnTo>
                <a:lnTo>
                  <a:pt x="2" y="1"/>
                </a:lnTo>
                <a:close/>
              </a:path>
            </a:pathLst>
          </a:custGeom>
          <a:solidFill>
            <a:srgbClr val="FFDA00"/>
          </a:solidFill>
          <a:ln w="3542">
            <a:solidFill>
              <a:srgbClr val="CCA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2857500" y="15494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1"/>
                </a:moveTo>
                <a:lnTo>
                  <a:pt x="5" y="0"/>
                </a:lnTo>
                <a:lnTo>
                  <a:pt x="4" y="4"/>
                </a:lnTo>
                <a:lnTo>
                  <a:pt x="0" y="4"/>
                </a:lnTo>
                <a:lnTo>
                  <a:pt x="1" y="1"/>
                </a:lnTo>
                <a:close/>
              </a:path>
            </a:pathLst>
          </a:custGeom>
          <a:solidFill>
            <a:srgbClr val="FFCB00"/>
          </a:solidFill>
          <a:ln w="3542">
            <a:solidFill>
              <a:srgbClr val="CCA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2908300" y="1549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0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C400"/>
          </a:solidFill>
          <a:ln w="3542">
            <a:solidFill>
              <a:srgbClr val="CC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2959100" y="15494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4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C300"/>
          </a:solidFill>
          <a:ln w="3542">
            <a:solidFill>
              <a:srgbClr val="CC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3009900" y="1562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4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C300"/>
          </a:solidFill>
          <a:ln w="3542">
            <a:solidFill>
              <a:srgbClr val="CC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3060700" y="1562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5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C300"/>
          </a:solidFill>
          <a:ln w="3542">
            <a:solidFill>
              <a:srgbClr val="CC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3124200" y="15621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1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C300"/>
          </a:solidFill>
          <a:ln w="3542">
            <a:solidFill>
              <a:srgbClr val="CC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3175000" y="1574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1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C700"/>
          </a:solidFill>
          <a:ln w="3542">
            <a:solidFill>
              <a:srgbClr val="CC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3225800" y="1587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4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D000"/>
          </a:solidFill>
          <a:ln w="3542">
            <a:solidFill>
              <a:srgbClr val="CC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3276600" y="1600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5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DE00"/>
          </a:solidFill>
          <a:ln w="3542">
            <a:solidFill>
              <a:srgbClr val="CCB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3340100" y="16129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3"/>
                </a:lnTo>
                <a:lnTo>
                  <a:pt x="4" y="6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F200"/>
          </a:solidFill>
          <a:ln w="3542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3390900" y="1651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3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1FF0E"/>
          </a:solidFill>
          <a:ln w="3542">
            <a:solidFill>
              <a:srgbClr val="C1C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3441700" y="1689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D3FF2C"/>
          </a:solidFill>
          <a:ln w="3542">
            <a:solidFill>
              <a:srgbClr val="A9C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3492500" y="1714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B9FF46"/>
          </a:solidFill>
          <a:ln w="3542">
            <a:solidFill>
              <a:srgbClr val="94C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3543300" y="1739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A2FF5D"/>
          </a:solidFill>
          <a:ln w="3542">
            <a:solidFill>
              <a:srgbClr val="82C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3606800" y="17653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8FFF70"/>
          </a:solidFill>
          <a:ln w="3542">
            <a:solidFill>
              <a:srgbClr val="72C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3657600" y="1790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3708400" y="1803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2FF8D"/>
          </a:solidFill>
          <a:ln w="3542">
            <a:solidFill>
              <a:srgbClr val="5B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3759200" y="1828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7FF98"/>
          </a:solidFill>
          <a:ln w="3542">
            <a:solidFill>
              <a:srgbClr val="53CC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3822700" y="1841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0FF9F"/>
          </a:solidFill>
          <a:ln w="3542">
            <a:solidFill>
              <a:srgbClr val="4DC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3873500" y="1841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5BFFA4"/>
          </a:solidFill>
          <a:ln w="3542">
            <a:solidFill>
              <a:srgbClr val="49C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2349500" y="12700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0"/>
                </a:moveTo>
                <a:lnTo>
                  <a:pt x="6" y="8"/>
                </a:lnTo>
                <a:lnTo>
                  <a:pt x="4" y="10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D50000"/>
          </a:solidFill>
          <a:ln w="3542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2400300" y="13716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6"/>
                </a:lnTo>
                <a:lnTo>
                  <a:pt x="5" y="8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3700"/>
          </a:solidFill>
          <a:ln w="3542">
            <a:solidFill>
              <a:srgbClr val="CC2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2463800" y="14478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4"/>
                </a:lnTo>
                <a:lnTo>
                  <a:pt x="4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7C00"/>
          </a:solidFill>
          <a:ln w="3542">
            <a:solidFill>
              <a:srgbClr val="CC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2514600" y="14986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4"/>
                </a:lnTo>
                <a:lnTo>
                  <a:pt x="4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AE00"/>
          </a:solidFill>
          <a:ln w="3542">
            <a:solidFill>
              <a:srgbClr val="CC8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2565400" y="1549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D100"/>
          </a:solidFill>
          <a:ln w="3542">
            <a:solidFill>
              <a:srgbClr val="CCA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2616200" y="1574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E900"/>
          </a:solidFill>
          <a:ln w="3542">
            <a:solidFill>
              <a:srgbClr val="CCB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2667000" y="1600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FB00"/>
          </a:solidFill>
          <a:ln w="3542">
            <a:solidFill>
              <a:srgbClr val="CCC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2730500" y="1612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EFF01"/>
          </a:solidFill>
          <a:ln w="3542">
            <a:solidFill>
              <a:srgbClr val="CC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2781300" y="1600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1"/>
                </a:moveTo>
                <a:lnTo>
                  <a:pt x="6" y="0"/>
                </a:lnTo>
                <a:lnTo>
                  <a:pt x="4" y="3"/>
                </a:lnTo>
                <a:lnTo>
                  <a:pt x="0" y="3"/>
                </a:lnTo>
                <a:lnTo>
                  <a:pt x="1" y="1"/>
                </a:lnTo>
                <a:close/>
              </a:path>
            </a:pathLst>
          </a:custGeom>
          <a:solidFill>
            <a:srgbClr val="FFF400"/>
          </a:solidFill>
          <a:ln w="3542">
            <a:solidFill>
              <a:srgbClr val="CCC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2832100" y="1600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EC00"/>
          </a:solidFill>
          <a:ln w="3542">
            <a:solidFill>
              <a:srgbClr val="CCB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2882900" y="1600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5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2946400" y="16002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2997200" y="1612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0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3048000" y="1612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0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3098800" y="1612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EB00"/>
          </a:solidFill>
          <a:ln w="3542">
            <a:solidFill>
              <a:srgbClr val="CCB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3149600" y="1625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EE00"/>
          </a:solidFill>
          <a:ln w="3542">
            <a:solidFill>
              <a:srgbClr val="CCB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3213100" y="16383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FF600"/>
          </a:solidFill>
          <a:ln w="3542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3263900" y="1651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1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BFF04"/>
          </a:solidFill>
          <a:ln w="3542">
            <a:solidFill>
              <a:srgbClr val="C9CC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3314700" y="16637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EBFF14"/>
          </a:solidFill>
          <a:ln w="3542">
            <a:solidFill>
              <a:srgbClr val="BCC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3365500" y="1689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3416300" y="1714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5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BFFF40"/>
          </a:solidFill>
          <a:ln w="3542">
            <a:solidFill>
              <a:srgbClr val="99C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3479800" y="17526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A7FF58"/>
          </a:solidFill>
          <a:ln w="3542">
            <a:solidFill>
              <a:srgbClr val="85C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3530600" y="1778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1FF6E"/>
          </a:solidFill>
          <a:ln w="3542">
            <a:solidFill>
              <a:srgbClr val="74C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3581400" y="1790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3632200" y="1816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FFF90"/>
          </a:solidFill>
          <a:ln w="3542">
            <a:solidFill>
              <a:srgbClr val="59C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3695700" y="18288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62FF9D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3746500" y="1854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57FFA8"/>
          </a:solidFill>
          <a:ln w="3542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3797300" y="1866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4EFFB1"/>
          </a:solidFill>
          <a:ln w="3542">
            <a:solidFill>
              <a:srgbClr val="3FC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3848100" y="1866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4AFFB5"/>
          </a:solidFill>
          <a:ln w="3542">
            <a:solidFill>
              <a:srgbClr val="3BC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2336800" y="1282700"/>
            <a:ext cx="63500" cy="139700"/>
          </a:xfrm>
          <a:custGeom>
            <a:avLst/>
            <a:gdLst/>
            <a:ahLst/>
            <a:cxnLst/>
            <a:rect l="l" t="t" r="r" b="b"/>
            <a:pathLst>
              <a:path w="5" h="11">
                <a:moveTo>
                  <a:pt x="1" y="0"/>
                </a:moveTo>
                <a:lnTo>
                  <a:pt x="5" y="9"/>
                </a:lnTo>
                <a:lnTo>
                  <a:pt x="4" y="11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E10000"/>
          </a:solidFill>
          <a:ln w="3542">
            <a:solidFill>
              <a:srgbClr val="B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2387600" y="13970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1" y="0"/>
                </a:moveTo>
                <a:lnTo>
                  <a:pt x="6" y="6"/>
                </a:lnTo>
                <a:lnTo>
                  <a:pt x="4" y="8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4700"/>
          </a:solidFill>
          <a:ln w="3542">
            <a:solidFill>
              <a:srgbClr val="CC3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2438400" y="14732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4"/>
                </a:lnTo>
                <a:lnTo>
                  <a:pt x="4" y="7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8E00"/>
          </a:solidFill>
          <a:ln w="3542">
            <a:solidFill>
              <a:srgbClr val="CC7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2489200" y="1524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4" y="6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C000"/>
          </a:solidFill>
          <a:ln w="3542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2540000" y="1574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5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E300"/>
          </a:solidFill>
          <a:ln w="3542">
            <a:solidFill>
              <a:srgbClr val="CCB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2603500" y="16002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FFB00"/>
          </a:solidFill>
          <a:ln w="3542">
            <a:solidFill>
              <a:srgbClr val="CCC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2654300" y="1625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1FF0D"/>
          </a:solidFill>
          <a:ln w="3542">
            <a:solidFill>
              <a:srgbClr val="C1C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2705100" y="1638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1"/>
                </a:moveTo>
                <a:lnTo>
                  <a:pt x="6" y="0"/>
                </a:lnTo>
                <a:lnTo>
                  <a:pt x="4" y="3"/>
                </a:lnTo>
                <a:lnTo>
                  <a:pt x="0" y="3"/>
                </a:lnTo>
                <a:lnTo>
                  <a:pt x="2" y="1"/>
                </a:lnTo>
                <a:close/>
              </a:path>
            </a:pathLst>
          </a:custGeom>
          <a:solidFill>
            <a:srgbClr val="ECFF13"/>
          </a:solidFill>
          <a:ln w="3542">
            <a:solidFill>
              <a:srgbClr val="BDCC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2755900" y="1638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5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1FF0E"/>
          </a:solidFill>
          <a:ln w="3542">
            <a:solidFill>
              <a:srgbClr val="C1C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2819400" y="16383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2870200" y="1651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0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2921000" y="1651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2971800" y="1651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3022600" y="1663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5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3086100" y="16637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0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3136900" y="1663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EFFF10"/>
          </a:solidFill>
          <a:ln w="3542">
            <a:solidFill>
              <a:srgbClr val="BFCC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3187700" y="1676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E8FF17"/>
          </a:solidFill>
          <a:ln w="3542">
            <a:solidFill>
              <a:srgbClr val="B9C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3238500" y="1689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5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DCFF23"/>
          </a:solidFill>
          <a:ln w="3542">
            <a:solidFill>
              <a:srgbClr val="B0C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3302000" y="1714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CEFF31"/>
          </a:solidFill>
          <a:ln w="3542">
            <a:solidFill>
              <a:srgbClr val="A5CC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3352800" y="17272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2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BCFF43"/>
          </a:solidFill>
          <a:ln w="3542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3403600" y="1752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A9FF56"/>
          </a:solidFill>
          <a:ln w="3542">
            <a:solidFill>
              <a:srgbClr val="87C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3454400" y="1778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3FF6C"/>
          </a:solidFill>
          <a:ln w="3542">
            <a:solidFill>
              <a:srgbClr val="76CC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3505200" y="1803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3568700" y="18288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DFF92"/>
          </a:solidFill>
          <a:ln w="3542">
            <a:solidFill>
              <a:srgbClr val="57C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3619500" y="1841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5CFFA3"/>
          </a:solidFill>
          <a:ln w="3542">
            <a:solidFill>
              <a:srgbClr val="4AC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3670300" y="1866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4EFFB1"/>
          </a:solidFill>
          <a:ln w="3542">
            <a:solidFill>
              <a:srgbClr val="3ECC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3721100" y="1879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42FFBD"/>
          </a:solidFill>
          <a:ln w="3542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3771900" y="1892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3AFFC5"/>
          </a:solidFill>
          <a:ln w="3542">
            <a:solidFill>
              <a:srgbClr val="2EC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3835400" y="1905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0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35FFCA"/>
          </a:solidFill>
          <a:ln w="3542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2311400" y="13081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9"/>
                </a:lnTo>
                <a:lnTo>
                  <a:pt x="4" y="9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E40000"/>
          </a:solidFill>
          <a:ln w="3542">
            <a:solidFill>
              <a:srgbClr val="B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2362200" y="14224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6"/>
                </a:lnTo>
                <a:lnTo>
                  <a:pt x="4" y="7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F4B00"/>
          </a:solidFill>
          <a:ln w="3542">
            <a:solidFill>
              <a:srgbClr val="CC3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2413000" y="14986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5"/>
                </a:lnTo>
                <a:lnTo>
                  <a:pt x="5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9300"/>
          </a:solidFill>
          <a:ln w="3542">
            <a:solidFill>
              <a:srgbClr val="CC7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2476500" y="1562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C400"/>
          </a:solidFill>
          <a:ln w="3542">
            <a:solidFill>
              <a:srgbClr val="CC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2527300" y="1600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3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E8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2578100" y="1638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EFF01"/>
          </a:solidFill>
          <a:ln w="3542">
            <a:solidFill>
              <a:srgbClr val="CC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2628900" y="1651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ECFF13"/>
          </a:solidFill>
          <a:ln w="3542">
            <a:solidFill>
              <a:srgbClr val="BDCC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2692400" y="1676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0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DEFF21"/>
          </a:solidFill>
          <a:ln w="3542">
            <a:solidFill>
              <a:srgbClr val="B1CC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2743200" y="1676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0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2794000" y="1676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2844800" y="1689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2895600" y="1689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5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2959100" y="1689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3009900" y="1701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0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3060700" y="1701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3111500" y="1714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D4FF2B"/>
          </a:solidFill>
          <a:ln w="3542">
            <a:solidFill>
              <a:srgbClr val="A9C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3175000" y="1714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CDFF32"/>
          </a:solidFill>
          <a:ln w="3542">
            <a:solidFill>
              <a:srgbClr val="A4CC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3225800" y="1727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C2FF3D"/>
          </a:solidFill>
          <a:ln w="3542">
            <a:solidFill>
              <a:srgbClr val="9BCC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3276600" y="1752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B5FF4A"/>
          </a:solidFill>
          <a:ln w="3542">
            <a:solidFill>
              <a:srgbClr val="90C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3327400" y="1765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A4FF5A"/>
          </a:solidFill>
          <a:ln w="3542">
            <a:solidFill>
              <a:srgbClr val="84C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3378200" y="1790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3FF6C"/>
          </a:solidFill>
          <a:ln w="3542">
            <a:solidFill>
              <a:srgbClr val="75C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3441700" y="1803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2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3492500" y="1828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6BFF94"/>
          </a:solidFill>
          <a:ln w="3542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3543300" y="1854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58FFA7"/>
          </a:solidFill>
          <a:ln w="3542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3594100" y="1879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46FFB9"/>
          </a:solidFill>
          <a:ln w="3542">
            <a:solidFill>
              <a:srgbClr val="38CC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3657600" y="18923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36FFC9"/>
          </a:solidFill>
          <a:ln w="3542">
            <a:solidFill>
              <a:srgbClr val="2BC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3708400" y="19177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2AFFD5"/>
          </a:solidFill>
          <a:ln w="3542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3759200" y="1930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21FFDE"/>
          </a:solidFill>
          <a:ln w="3542">
            <a:solidFill>
              <a:srgbClr val="1AC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3810000" y="1943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1BFFE4"/>
          </a:solidFill>
          <a:ln w="3542">
            <a:solidFill>
              <a:srgbClr val="16C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2286000" y="13208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8"/>
                </a:lnTo>
                <a:lnTo>
                  <a:pt x="5" y="8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DA0000"/>
          </a:solidFill>
          <a:ln w="3542">
            <a:solidFill>
              <a:srgbClr val="A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2349500" y="14224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7"/>
                </a:lnTo>
                <a:lnTo>
                  <a:pt x="4" y="7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3F00"/>
          </a:solidFill>
          <a:ln w="3542">
            <a:solidFill>
              <a:srgbClr val="CC3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2400300" y="1511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4"/>
                </a:lnTo>
                <a:lnTo>
                  <a:pt x="4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8500"/>
          </a:solidFill>
          <a:ln w="3542">
            <a:solidFill>
              <a:srgbClr val="CC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2451100" y="1562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4"/>
                </a:lnTo>
                <a:lnTo>
                  <a:pt x="4" y="3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FB600"/>
          </a:solidFill>
          <a:ln w="3542">
            <a:solidFill>
              <a:srgbClr val="CC9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2501900" y="1600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1"/>
                </a:moveTo>
                <a:lnTo>
                  <a:pt x="6" y="3"/>
                </a:lnTo>
                <a:lnTo>
                  <a:pt x="5" y="3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FFDA00"/>
          </a:solidFill>
          <a:ln w="3542">
            <a:solidFill>
              <a:srgbClr val="CCA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2565400" y="1638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2"/>
                </a:lnTo>
                <a:lnTo>
                  <a:pt x="4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F400"/>
          </a:solidFill>
          <a:ln w="3542">
            <a:solidFill>
              <a:srgbClr val="CCC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2616200" y="1663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1FF0E"/>
          </a:solidFill>
          <a:ln w="3542">
            <a:solidFill>
              <a:srgbClr val="C1C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2667000" y="1689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2717800" y="1714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5FF3A"/>
          </a:solidFill>
          <a:ln w="3542">
            <a:solidFill>
              <a:srgbClr val="9EC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2768600" y="1714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5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2832100" y="17145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2882900" y="1727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0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2933700" y="1727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2984500" y="1739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3048000" y="1739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0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9C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3098800" y="1739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BDFF42"/>
          </a:solidFill>
          <a:ln w="3542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3149600" y="1752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B6FF49"/>
          </a:solidFill>
          <a:ln w="3542">
            <a:solidFill>
              <a:srgbClr val="92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3200400" y="1765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ACFF53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3251200" y="1778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9FFF60"/>
          </a:solidFill>
          <a:ln w="3542">
            <a:solidFill>
              <a:srgbClr val="80C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3314700" y="18034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0FF6F"/>
          </a:solidFill>
          <a:ln w="3542">
            <a:solidFill>
              <a:srgbClr val="73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3365500" y="1816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3416300" y="1841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CFF93"/>
          </a:solidFill>
          <a:ln w="3542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3467100" y="1866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56FFA9"/>
          </a:solidFill>
          <a:ln w="3542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3530600" y="18923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3FFFC0"/>
          </a:solidFill>
          <a:ln w="3542">
            <a:solidFill>
              <a:srgbClr val="33CC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3581400" y="1905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2BFFD4"/>
          </a:solidFill>
          <a:ln w="3542">
            <a:solidFill>
              <a:srgbClr val="23C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3632200" y="19304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1AFFE5"/>
          </a:solidFill>
          <a:ln w="3542">
            <a:solidFill>
              <a:srgbClr val="15CC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3683000" y="1943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DFFF2"/>
          </a:solidFill>
          <a:ln w="3542">
            <a:solidFill>
              <a:srgbClr val="0AC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3733800" y="1968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3FFFC"/>
          </a:solidFill>
          <a:ln w="3542">
            <a:solidFill>
              <a:srgbClr val="02C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3797300" y="1968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FCFF"/>
          </a:solidFill>
          <a:ln w="3542">
            <a:solidFill>
              <a:srgbClr val="00C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2273300" y="13208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8"/>
                </a:lnTo>
                <a:lnTo>
                  <a:pt x="4" y="9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D00000"/>
          </a:solidFill>
          <a:ln w="3542">
            <a:solidFill>
              <a:srgbClr val="A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2324100" y="14224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7"/>
                </a:lnTo>
                <a:lnTo>
                  <a:pt x="4" y="7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3000"/>
          </a:solidFill>
          <a:ln w="3542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2374900" y="1511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4"/>
                </a:lnTo>
                <a:lnTo>
                  <a:pt x="5" y="4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F7500"/>
          </a:solidFill>
          <a:ln w="3542">
            <a:solidFill>
              <a:srgbClr val="CC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2438400" y="1562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3"/>
                </a:lnTo>
                <a:lnTo>
                  <a:pt x="4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A600"/>
          </a:solidFill>
          <a:ln w="3542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2489200" y="1600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3"/>
                </a:lnTo>
                <a:lnTo>
                  <a:pt x="4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CB00"/>
          </a:solidFill>
          <a:ln w="3542">
            <a:solidFill>
              <a:srgbClr val="CCA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2540000" y="1638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FEC00"/>
          </a:solidFill>
          <a:ln w="3542">
            <a:solidFill>
              <a:srgbClr val="CCB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2590800" y="1663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2641600" y="1701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2705100" y="1727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2755900" y="1752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B1FF4E"/>
          </a:solidFill>
          <a:ln w="3542">
            <a:solidFill>
              <a:srgbClr val="8EC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2806700" y="1752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ADFF52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2857500" y="1752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ADFF52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2921000" y="1765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ADFF52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2971800" y="1765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ADFF52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3022600" y="1778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ACFF53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3073400" y="1778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AAFF55"/>
          </a:solidFill>
          <a:ln w="3542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3124200" y="1790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A3FF5C"/>
          </a:solidFill>
          <a:ln w="3542">
            <a:solidFill>
              <a:srgbClr val="83C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3187700" y="1803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AFF65"/>
          </a:solidFill>
          <a:ln w="3542">
            <a:solidFill>
              <a:srgbClr val="7BCC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3238500" y="1816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8EFF71"/>
          </a:solidFill>
          <a:ln w="3542">
            <a:solidFill>
              <a:srgbClr val="71C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3289300" y="1828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3340100" y="1854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EFF91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3403600" y="1866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5AFFA5"/>
          </a:solidFill>
          <a:ln w="3542">
            <a:solidFill>
              <a:srgbClr val="48C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3454400" y="1892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2"/>
                </a:lnTo>
                <a:lnTo>
                  <a:pt x="4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42FFBD"/>
          </a:solidFill>
          <a:ln w="3542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3505200" y="19177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3556000" y="19431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2"/>
                </a:lnTo>
                <a:lnTo>
                  <a:pt x="4" y="6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EFFF1"/>
          </a:solidFill>
          <a:ln w="3542">
            <a:solidFill>
              <a:srgbClr val="0B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3606800" y="1968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5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F8FF"/>
          </a:solidFill>
          <a:ln w="3542">
            <a:solidFill>
              <a:srgbClr val="00C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3670300" y="1993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1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3721100" y="20066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1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DFFF"/>
          </a:solidFill>
          <a:ln w="3542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3771900" y="2019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4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D8FF"/>
          </a:solidFill>
          <a:ln w="3542">
            <a:solidFill>
              <a:srgbClr val="00A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2247900" y="13208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9"/>
                </a:lnTo>
                <a:lnTo>
                  <a:pt x="5" y="9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70000"/>
          </a:solidFill>
          <a:ln w="3542">
            <a:solidFill>
              <a:srgbClr val="9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2311400" y="14351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6"/>
                </a:lnTo>
                <a:lnTo>
                  <a:pt x="4" y="6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2500"/>
          </a:solidFill>
          <a:ln w="3542">
            <a:solidFill>
              <a:srgbClr val="CC1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2362200" y="1511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4"/>
                </a:lnTo>
                <a:lnTo>
                  <a:pt x="4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6800"/>
          </a:solidFill>
          <a:ln w="3542">
            <a:solidFill>
              <a:srgbClr val="CC5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2413000" y="1562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F9A00"/>
          </a:solidFill>
          <a:ln w="3542">
            <a:solidFill>
              <a:srgbClr val="CC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2463800" y="1600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C400"/>
          </a:solidFill>
          <a:ln w="3542">
            <a:solidFill>
              <a:srgbClr val="CC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2514600" y="1638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Freeform 428"/>
          <p:cNvSpPr/>
          <p:nvPr/>
        </p:nvSpPr>
        <p:spPr>
          <a:xfrm>
            <a:off x="2578100" y="16764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2628900" y="1714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2679700" y="1739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2730500" y="1765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DFF52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2794000" y="1778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0FF5F"/>
          </a:solidFill>
          <a:ln w="3542">
            <a:solidFill>
              <a:srgbClr val="80C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2844800" y="1790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EC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2895600" y="1790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EC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2946400" y="1790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EC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2997200" y="1803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DC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3060700" y="1803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AFF65"/>
          </a:solidFill>
          <a:ln w="3542">
            <a:solidFill>
              <a:srgbClr val="7BCC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3111500" y="1816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4FF6B"/>
          </a:solidFill>
          <a:ln w="3542">
            <a:solidFill>
              <a:srgbClr val="76CC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3162300" y="1828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BFF74"/>
          </a:solidFill>
          <a:ln w="3542">
            <a:solidFill>
              <a:srgbClr val="6FC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3213100" y="1841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3276600" y="18542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1FF8E"/>
          </a:solidFill>
          <a:ln w="3542">
            <a:solidFill>
              <a:srgbClr val="5AC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3327400" y="1879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5FFFA0"/>
          </a:solidFill>
          <a:ln w="3542">
            <a:solidFill>
              <a:srgbClr val="4CC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3378200" y="1892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4AFFB5"/>
          </a:solidFill>
          <a:ln w="3542">
            <a:solidFill>
              <a:srgbClr val="3BC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3429000" y="19177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31FFCE"/>
          </a:solidFill>
          <a:ln w="3542">
            <a:solidFill>
              <a:srgbClr val="27C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3479800" y="1955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5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13FFEC"/>
          </a:solidFill>
          <a:ln w="3542">
            <a:solidFill>
              <a:srgbClr val="0FC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3543300" y="19812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3"/>
                </a:lnTo>
                <a:lnTo>
                  <a:pt x="4" y="6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F1FF"/>
          </a:solidFill>
          <a:ln w="3542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3594100" y="2019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1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D4FF"/>
          </a:solidFill>
          <a:ln w="3542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3644900" y="2032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2"/>
                </a:lnTo>
                <a:lnTo>
                  <a:pt x="4" y="6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C0FF"/>
          </a:solidFill>
          <a:ln w="3542">
            <a:solidFill>
              <a:srgbClr val="009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3695700" y="20574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5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B4FF"/>
          </a:solidFill>
          <a:ln w="3542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3759200" y="20701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0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AEFF"/>
          </a:solidFill>
          <a:ln w="3542">
            <a:solidFill>
              <a:srgbClr val="008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2235200" y="13335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1" y="0"/>
                </a:moveTo>
                <a:lnTo>
                  <a:pt x="6" y="8"/>
                </a:lnTo>
                <a:lnTo>
                  <a:pt x="4" y="8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BF0000"/>
          </a:solidFill>
          <a:ln w="3542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2286000" y="14351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6"/>
                </a:lnTo>
                <a:lnTo>
                  <a:pt x="4" y="6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F1B00"/>
          </a:solidFill>
          <a:ln w="3542">
            <a:solidFill>
              <a:srgbClr val="CC1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2336800" y="1511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4"/>
                </a:lnTo>
                <a:lnTo>
                  <a:pt x="5" y="5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F5F00"/>
          </a:solidFill>
          <a:ln w="3542">
            <a:solidFill>
              <a:srgbClr val="CC4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2400300" y="15621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4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9500"/>
          </a:solidFill>
          <a:ln w="3542">
            <a:solidFill>
              <a:srgbClr val="CC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2451100" y="1612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C300"/>
          </a:solidFill>
          <a:ln w="3542">
            <a:solidFill>
              <a:srgbClr val="CC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2501900" y="1651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2552700" y="1689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2603500" y="1727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2667000" y="1752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2717800" y="1778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DFF52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2768600" y="1790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EC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2819400" y="1816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3FF6C"/>
          </a:solidFill>
          <a:ln w="3542">
            <a:solidFill>
              <a:srgbClr val="76CC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2882900" y="1816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1FF6E"/>
          </a:solidFill>
          <a:ln w="3542">
            <a:solidFill>
              <a:srgbClr val="74C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2933700" y="1816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1FF6E"/>
          </a:solidFill>
          <a:ln w="3542">
            <a:solidFill>
              <a:srgbClr val="74C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2984500" y="1828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0FF6F"/>
          </a:solidFill>
          <a:ln w="3542">
            <a:solidFill>
              <a:srgbClr val="73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3035300" y="1828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EFF71"/>
          </a:solidFill>
          <a:ln w="3542">
            <a:solidFill>
              <a:srgbClr val="71C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3086100" y="1841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8FF77"/>
          </a:solidFill>
          <a:ln w="3542">
            <a:solidFill>
              <a:srgbClr val="6DC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3149600" y="1854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3200400" y="1866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3FF8C"/>
          </a:solidFill>
          <a:ln w="3542">
            <a:solidFill>
              <a:srgbClr val="5CC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3251200" y="1879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4FF9B"/>
          </a:solidFill>
          <a:ln w="3542">
            <a:solidFill>
              <a:srgbClr val="50CC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3302000" y="1905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3352800" y="1917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3CFFC3"/>
          </a:solidFill>
          <a:ln w="3542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3416300" y="19558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2FFDD"/>
          </a:solidFill>
          <a:ln w="3542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3467100" y="1981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3"/>
                </a:lnTo>
                <a:lnTo>
                  <a:pt x="4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3FFFC"/>
          </a:solidFill>
          <a:ln w="3542">
            <a:solidFill>
              <a:srgbClr val="02C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3517900" y="2019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4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DDFF"/>
          </a:solidFill>
          <a:ln w="3542">
            <a:solidFill>
              <a:srgbClr val="00B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3568700" y="2057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2"/>
                </a:lnTo>
                <a:lnTo>
                  <a:pt x="5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B5FF"/>
          </a:solidFill>
          <a:ln w="3542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3632200" y="20828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2"/>
                </a:lnTo>
                <a:lnTo>
                  <a:pt x="4" y="7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94FF"/>
          </a:solidFill>
          <a:ln w="3542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3683000" y="2108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1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0081FF"/>
          </a:solidFill>
          <a:ln w="3542">
            <a:solidFill>
              <a:srgbClr val="006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3733800" y="2120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1"/>
                </a:lnTo>
                <a:lnTo>
                  <a:pt x="4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007AFF"/>
          </a:solidFill>
          <a:ln w="3542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2209800" y="13462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7"/>
                </a:lnTo>
                <a:lnTo>
                  <a:pt x="5" y="8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B90000"/>
          </a:solidFill>
          <a:ln w="3542">
            <a:solidFill>
              <a:srgbClr val="9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2273300" y="14351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6"/>
                </a:lnTo>
                <a:lnTo>
                  <a:pt x="4" y="7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1500"/>
          </a:solidFill>
          <a:ln w="3542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2324100" y="15113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5"/>
                </a:lnTo>
                <a:lnTo>
                  <a:pt x="4" y="6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5A00"/>
          </a:solidFill>
          <a:ln w="3542">
            <a:solidFill>
              <a:srgbClr val="CC4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2374900" y="1574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4"/>
                </a:lnTo>
                <a:lnTo>
                  <a:pt x="4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9300"/>
          </a:solidFill>
          <a:ln w="3542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2425700" y="1625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C300"/>
          </a:solidFill>
          <a:ln w="3542">
            <a:solidFill>
              <a:srgbClr val="CC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2476500" y="1663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2540000" y="17018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2590800" y="1739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Freeform 488"/>
          <p:cNvSpPr/>
          <p:nvPr/>
        </p:nvSpPr>
        <p:spPr>
          <a:xfrm>
            <a:off x="2641600" y="1765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Freeform 489"/>
          <p:cNvSpPr/>
          <p:nvPr/>
        </p:nvSpPr>
        <p:spPr>
          <a:xfrm>
            <a:off x="2692400" y="1790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DFF52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Freeform 490"/>
          <p:cNvSpPr/>
          <p:nvPr/>
        </p:nvSpPr>
        <p:spPr>
          <a:xfrm>
            <a:off x="2755900" y="1803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EC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Freeform 491"/>
          <p:cNvSpPr/>
          <p:nvPr/>
        </p:nvSpPr>
        <p:spPr>
          <a:xfrm>
            <a:off x="2806700" y="1828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1FF6E"/>
          </a:solidFill>
          <a:ln w="3542">
            <a:solidFill>
              <a:srgbClr val="74C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Freeform 492"/>
          <p:cNvSpPr/>
          <p:nvPr/>
        </p:nvSpPr>
        <p:spPr>
          <a:xfrm>
            <a:off x="2857500" y="1841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9FF75"/>
          </a:solidFill>
          <a:ln w="3542">
            <a:solidFill>
              <a:srgbClr val="6ECC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Freeform 493"/>
          <p:cNvSpPr/>
          <p:nvPr/>
        </p:nvSpPr>
        <p:spPr>
          <a:xfrm>
            <a:off x="2908300" y="1841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8FF77"/>
          </a:solidFill>
          <a:ln w="3542">
            <a:solidFill>
              <a:srgbClr val="6DC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Freeform 494"/>
          <p:cNvSpPr/>
          <p:nvPr/>
        </p:nvSpPr>
        <p:spPr>
          <a:xfrm>
            <a:off x="2959100" y="1854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7FF78"/>
          </a:solidFill>
          <a:ln w="3542">
            <a:solidFill>
              <a:srgbClr val="6CCC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Freeform 495"/>
          <p:cNvSpPr/>
          <p:nvPr/>
        </p:nvSpPr>
        <p:spPr>
          <a:xfrm>
            <a:off x="3022600" y="1854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85FF7A"/>
          </a:solidFill>
          <a:ln w="3542">
            <a:solidFill>
              <a:srgbClr val="6AC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Freeform 496"/>
          <p:cNvSpPr/>
          <p:nvPr/>
        </p:nvSpPr>
        <p:spPr>
          <a:xfrm>
            <a:off x="3073400" y="1866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Freeform 497"/>
          <p:cNvSpPr/>
          <p:nvPr/>
        </p:nvSpPr>
        <p:spPr>
          <a:xfrm>
            <a:off x="3124200" y="1879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6FF89"/>
          </a:solidFill>
          <a:ln w="3542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Freeform 498"/>
          <p:cNvSpPr/>
          <p:nvPr/>
        </p:nvSpPr>
        <p:spPr>
          <a:xfrm>
            <a:off x="3175000" y="1892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AFF95"/>
          </a:solidFill>
          <a:ln w="3542">
            <a:solidFill>
              <a:srgbClr val="55CC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Freeform 499"/>
          <p:cNvSpPr/>
          <p:nvPr/>
        </p:nvSpPr>
        <p:spPr>
          <a:xfrm>
            <a:off x="3238500" y="1905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5BFFA4"/>
          </a:solidFill>
          <a:ln w="3542">
            <a:solidFill>
              <a:srgbClr val="49C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Freeform 500"/>
          <p:cNvSpPr/>
          <p:nvPr/>
        </p:nvSpPr>
        <p:spPr>
          <a:xfrm>
            <a:off x="3289300" y="1930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48FFB7"/>
          </a:solidFill>
          <a:ln w="3542">
            <a:solidFill>
              <a:srgbClr val="3ACC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Freeform 501"/>
          <p:cNvSpPr/>
          <p:nvPr/>
        </p:nvSpPr>
        <p:spPr>
          <a:xfrm>
            <a:off x="3340100" y="1943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32FFCD"/>
          </a:solidFill>
          <a:ln w="3542">
            <a:solidFill>
              <a:srgbClr val="28C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Freeform 502"/>
          <p:cNvSpPr/>
          <p:nvPr/>
        </p:nvSpPr>
        <p:spPr>
          <a:xfrm>
            <a:off x="3390900" y="1968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4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17FFE8"/>
          </a:solidFill>
          <a:ln w="3542">
            <a:solidFill>
              <a:srgbClr val="12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Freeform 503"/>
          <p:cNvSpPr/>
          <p:nvPr/>
        </p:nvSpPr>
        <p:spPr>
          <a:xfrm>
            <a:off x="3441700" y="2006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F6FF"/>
          </a:solidFill>
          <a:ln w="3542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Freeform 504"/>
          <p:cNvSpPr/>
          <p:nvPr/>
        </p:nvSpPr>
        <p:spPr>
          <a:xfrm>
            <a:off x="3505200" y="2044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3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0FF"/>
          </a:solidFill>
          <a:ln w="3542">
            <a:solidFill>
              <a:srgbClr val="00A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Freeform 505"/>
          <p:cNvSpPr/>
          <p:nvPr/>
        </p:nvSpPr>
        <p:spPr>
          <a:xfrm>
            <a:off x="3556000" y="20828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4"/>
                </a:lnTo>
                <a:lnTo>
                  <a:pt x="4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A2FF"/>
          </a:solidFill>
          <a:ln w="3542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Freeform 506"/>
          <p:cNvSpPr/>
          <p:nvPr/>
        </p:nvSpPr>
        <p:spPr>
          <a:xfrm>
            <a:off x="3606800" y="21336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3"/>
                </a:lnTo>
                <a:lnTo>
                  <a:pt x="4" y="7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70FF"/>
          </a:solidFill>
          <a:ln w="3542">
            <a:solidFill>
              <a:srgbClr val="005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Freeform 507"/>
          <p:cNvSpPr/>
          <p:nvPr/>
        </p:nvSpPr>
        <p:spPr>
          <a:xfrm>
            <a:off x="3657600" y="21717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1"/>
                </a:lnTo>
                <a:lnTo>
                  <a:pt x="5" y="7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4AFF"/>
          </a:solidFill>
          <a:ln w="3542">
            <a:solidFill>
              <a:srgbClr val="003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Freeform 508"/>
          <p:cNvSpPr/>
          <p:nvPr/>
        </p:nvSpPr>
        <p:spPr>
          <a:xfrm>
            <a:off x="3721100" y="21844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1"/>
                </a:lnTo>
                <a:lnTo>
                  <a:pt x="4" y="7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3AFF"/>
          </a:solidFill>
          <a:ln w="3542">
            <a:solidFill>
              <a:srgbClr val="002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Freeform 509"/>
          <p:cNvSpPr/>
          <p:nvPr/>
        </p:nvSpPr>
        <p:spPr>
          <a:xfrm>
            <a:off x="2197100" y="13462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8"/>
                </a:lnTo>
                <a:lnTo>
                  <a:pt x="4" y="9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B60000"/>
          </a:solidFill>
          <a:ln w="3542">
            <a:solidFill>
              <a:srgbClr val="9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Freeform 510"/>
          <p:cNvSpPr/>
          <p:nvPr/>
        </p:nvSpPr>
        <p:spPr>
          <a:xfrm>
            <a:off x="2247900" y="14478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6"/>
                </a:lnTo>
                <a:lnTo>
                  <a:pt x="4" y="7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1200"/>
          </a:solidFill>
          <a:ln w="3542">
            <a:solidFill>
              <a:srgbClr val="CC0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Freeform 511"/>
          <p:cNvSpPr/>
          <p:nvPr/>
        </p:nvSpPr>
        <p:spPr>
          <a:xfrm>
            <a:off x="2298700" y="1524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5"/>
                </a:lnTo>
                <a:lnTo>
                  <a:pt x="4" y="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5A00"/>
          </a:solidFill>
          <a:ln w="3542">
            <a:solidFill>
              <a:srgbClr val="CC4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Freeform 512"/>
          <p:cNvSpPr/>
          <p:nvPr/>
        </p:nvSpPr>
        <p:spPr>
          <a:xfrm>
            <a:off x="2349500" y="1587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4"/>
                </a:lnTo>
                <a:lnTo>
                  <a:pt x="5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9300"/>
          </a:solidFill>
          <a:ln w="3542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Freeform 513"/>
          <p:cNvSpPr/>
          <p:nvPr/>
        </p:nvSpPr>
        <p:spPr>
          <a:xfrm>
            <a:off x="2413000" y="16383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C300"/>
          </a:solidFill>
          <a:ln w="3542">
            <a:solidFill>
              <a:srgbClr val="CC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Freeform 514"/>
          <p:cNvSpPr/>
          <p:nvPr/>
        </p:nvSpPr>
        <p:spPr>
          <a:xfrm>
            <a:off x="2463800" y="1676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Freeform 515"/>
          <p:cNvSpPr/>
          <p:nvPr/>
        </p:nvSpPr>
        <p:spPr>
          <a:xfrm>
            <a:off x="2514600" y="1714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Freeform 516"/>
          <p:cNvSpPr/>
          <p:nvPr/>
        </p:nvSpPr>
        <p:spPr>
          <a:xfrm>
            <a:off x="2565400" y="1752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Freeform 517"/>
          <p:cNvSpPr/>
          <p:nvPr/>
        </p:nvSpPr>
        <p:spPr>
          <a:xfrm>
            <a:off x="2628900" y="1778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Freeform 518"/>
          <p:cNvSpPr/>
          <p:nvPr/>
        </p:nvSpPr>
        <p:spPr>
          <a:xfrm>
            <a:off x="2679700" y="1803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DFF52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Freeform 519"/>
          <p:cNvSpPr/>
          <p:nvPr/>
        </p:nvSpPr>
        <p:spPr>
          <a:xfrm>
            <a:off x="2730500" y="1816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EC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Freeform 520"/>
          <p:cNvSpPr/>
          <p:nvPr/>
        </p:nvSpPr>
        <p:spPr>
          <a:xfrm>
            <a:off x="2781300" y="1841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1FF6E"/>
          </a:solidFill>
          <a:ln w="3542">
            <a:solidFill>
              <a:srgbClr val="74C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Freeform 521"/>
          <p:cNvSpPr/>
          <p:nvPr/>
        </p:nvSpPr>
        <p:spPr>
          <a:xfrm>
            <a:off x="2832100" y="1854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8FF77"/>
          </a:solidFill>
          <a:ln w="3542">
            <a:solidFill>
              <a:srgbClr val="6DC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Freeform 522"/>
          <p:cNvSpPr/>
          <p:nvPr/>
        </p:nvSpPr>
        <p:spPr>
          <a:xfrm>
            <a:off x="2895600" y="1866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3FF7C"/>
          </a:solidFill>
          <a:ln w="3542">
            <a:solidFill>
              <a:srgbClr val="69CC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Freeform 523"/>
          <p:cNvSpPr/>
          <p:nvPr/>
        </p:nvSpPr>
        <p:spPr>
          <a:xfrm>
            <a:off x="2946400" y="1866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2FF7D"/>
          </a:solidFill>
          <a:ln w="3542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Freeform 524"/>
          <p:cNvSpPr/>
          <p:nvPr/>
        </p:nvSpPr>
        <p:spPr>
          <a:xfrm>
            <a:off x="2997200" y="1879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Freeform 525"/>
          <p:cNvSpPr/>
          <p:nvPr/>
        </p:nvSpPr>
        <p:spPr>
          <a:xfrm>
            <a:off x="3048000" y="1879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AFF85"/>
          </a:solidFill>
          <a:ln w="3542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Freeform 526"/>
          <p:cNvSpPr/>
          <p:nvPr/>
        </p:nvSpPr>
        <p:spPr>
          <a:xfrm>
            <a:off x="3111500" y="1892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1FF8E"/>
          </a:solidFill>
          <a:ln w="3542">
            <a:solidFill>
              <a:srgbClr val="5AC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Freeform 527"/>
          <p:cNvSpPr/>
          <p:nvPr/>
        </p:nvSpPr>
        <p:spPr>
          <a:xfrm>
            <a:off x="3162300" y="1905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4FF9B"/>
          </a:solidFill>
          <a:ln w="3542">
            <a:solidFill>
              <a:srgbClr val="50CC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Freeform 528"/>
          <p:cNvSpPr/>
          <p:nvPr/>
        </p:nvSpPr>
        <p:spPr>
          <a:xfrm>
            <a:off x="3213100" y="1930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55FFAA"/>
          </a:solidFill>
          <a:ln w="3542">
            <a:solidFill>
              <a:srgbClr val="44C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Freeform 529"/>
          <p:cNvSpPr/>
          <p:nvPr/>
        </p:nvSpPr>
        <p:spPr>
          <a:xfrm>
            <a:off x="3263900" y="1943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42FFBD"/>
          </a:solidFill>
          <a:ln w="3542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Freeform 530"/>
          <p:cNvSpPr/>
          <p:nvPr/>
        </p:nvSpPr>
        <p:spPr>
          <a:xfrm>
            <a:off x="3314700" y="1968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BFFD4"/>
          </a:solidFill>
          <a:ln w="3542">
            <a:solidFill>
              <a:srgbClr val="22C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Freeform 531"/>
          <p:cNvSpPr/>
          <p:nvPr/>
        </p:nvSpPr>
        <p:spPr>
          <a:xfrm>
            <a:off x="3378200" y="1993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FFFF0"/>
          </a:solidFill>
          <a:ln w="3542">
            <a:solidFill>
              <a:srgbClr val="0CC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Freeform 532"/>
          <p:cNvSpPr/>
          <p:nvPr/>
        </p:nvSpPr>
        <p:spPr>
          <a:xfrm>
            <a:off x="3429000" y="2032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DFF"/>
          </a:solidFill>
          <a:ln w="3542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Freeform 533"/>
          <p:cNvSpPr/>
          <p:nvPr/>
        </p:nvSpPr>
        <p:spPr>
          <a:xfrm>
            <a:off x="3479800" y="20574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4"/>
                </a:lnTo>
                <a:lnTo>
                  <a:pt x="4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C7FF"/>
          </a:solidFill>
          <a:ln w="3542">
            <a:solidFill>
              <a:srgbClr val="009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Freeform 534"/>
          <p:cNvSpPr/>
          <p:nvPr/>
        </p:nvSpPr>
        <p:spPr>
          <a:xfrm>
            <a:off x="3530600" y="2108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4"/>
                </a:lnTo>
                <a:lnTo>
                  <a:pt x="5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8FF"/>
          </a:solidFill>
          <a:ln w="3542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Freeform 535"/>
          <p:cNvSpPr/>
          <p:nvPr/>
        </p:nvSpPr>
        <p:spPr>
          <a:xfrm>
            <a:off x="3594100" y="21590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5"/>
                </a:lnTo>
                <a:lnTo>
                  <a:pt x="4" y="6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FFF"/>
          </a:solidFill>
          <a:ln w="3542">
            <a:solidFill>
              <a:srgbClr val="004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3644900" y="22225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3"/>
                </a:lnTo>
                <a:lnTo>
                  <a:pt x="4" y="7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21FF"/>
          </a:solidFill>
          <a:ln w="3542">
            <a:solidFill>
              <a:srgbClr val="001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3695700" y="22606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1"/>
                </a:lnTo>
                <a:lnTo>
                  <a:pt x="4" y="8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00F3"/>
          </a:solidFill>
          <a:ln w="3542">
            <a:solidFill>
              <a:srgbClr val="000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2171700" y="13589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8"/>
                </a:lnTo>
                <a:lnTo>
                  <a:pt x="4" y="9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C30000"/>
          </a:solidFill>
          <a:ln w="3542">
            <a:solidFill>
              <a:srgbClr val="9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2222500" y="14605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6"/>
                </a:lnTo>
                <a:lnTo>
                  <a:pt x="5" y="7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1300"/>
          </a:solidFill>
          <a:ln w="3542">
            <a:solidFill>
              <a:srgbClr val="CC0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Freeform 540"/>
          <p:cNvSpPr/>
          <p:nvPr/>
        </p:nvSpPr>
        <p:spPr>
          <a:xfrm>
            <a:off x="2286000" y="15367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5"/>
                </a:lnTo>
                <a:lnTo>
                  <a:pt x="4" y="6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5A00"/>
          </a:solidFill>
          <a:ln w="3542">
            <a:solidFill>
              <a:srgbClr val="CC4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Freeform 541"/>
          <p:cNvSpPr/>
          <p:nvPr/>
        </p:nvSpPr>
        <p:spPr>
          <a:xfrm>
            <a:off x="2336800" y="1600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4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9400"/>
          </a:solidFill>
          <a:ln w="3542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Freeform 542"/>
          <p:cNvSpPr/>
          <p:nvPr/>
        </p:nvSpPr>
        <p:spPr>
          <a:xfrm>
            <a:off x="2387600" y="1651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C300"/>
          </a:solidFill>
          <a:ln w="3542">
            <a:solidFill>
              <a:srgbClr val="CC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Freeform 543"/>
          <p:cNvSpPr/>
          <p:nvPr/>
        </p:nvSpPr>
        <p:spPr>
          <a:xfrm>
            <a:off x="2438400" y="1689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EB00"/>
          </a:solidFill>
          <a:ln w="3542">
            <a:solidFill>
              <a:srgbClr val="CCB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Freeform 544"/>
          <p:cNvSpPr/>
          <p:nvPr/>
        </p:nvSpPr>
        <p:spPr>
          <a:xfrm>
            <a:off x="2501900" y="17272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Freeform 545"/>
          <p:cNvSpPr/>
          <p:nvPr/>
        </p:nvSpPr>
        <p:spPr>
          <a:xfrm>
            <a:off x="2552700" y="1765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Freeform 546"/>
          <p:cNvSpPr/>
          <p:nvPr/>
        </p:nvSpPr>
        <p:spPr>
          <a:xfrm>
            <a:off x="2603500" y="1790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9C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Freeform 547"/>
          <p:cNvSpPr/>
          <p:nvPr/>
        </p:nvSpPr>
        <p:spPr>
          <a:xfrm>
            <a:off x="2654300" y="1816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CFF53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Freeform 548"/>
          <p:cNvSpPr/>
          <p:nvPr/>
        </p:nvSpPr>
        <p:spPr>
          <a:xfrm>
            <a:off x="2705100" y="1828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DC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Freeform 549"/>
          <p:cNvSpPr/>
          <p:nvPr/>
        </p:nvSpPr>
        <p:spPr>
          <a:xfrm>
            <a:off x="2768600" y="1854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0FF6F"/>
          </a:solidFill>
          <a:ln w="3542">
            <a:solidFill>
              <a:srgbClr val="73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Freeform 550"/>
          <p:cNvSpPr/>
          <p:nvPr/>
        </p:nvSpPr>
        <p:spPr>
          <a:xfrm>
            <a:off x="2819400" y="1866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7FF78"/>
          </a:solidFill>
          <a:ln w="3542">
            <a:solidFill>
              <a:srgbClr val="6CCC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Freeform 551"/>
          <p:cNvSpPr/>
          <p:nvPr/>
        </p:nvSpPr>
        <p:spPr>
          <a:xfrm>
            <a:off x="2870200" y="18796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2FF7D"/>
          </a:solidFill>
          <a:ln w="3542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Freeform 552"/>
          <p:cNvSpPr/>
          <p:nvPr/>
        </p:nvSpPr>
        <p:spPr>
          <a:xfrm>
            <a:off x="2921000" y="1879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Freeform 553"/>
          <p:cNvSpPr/>
          <p:nvPr/>
        </p:nvSpPr>
        <p:spPr>
          <a:xfrm>
            <a:off x="2984500" y="1892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DFF82"/>
          </a:solidFill>
          <a:ln w="3542">
            <a:solidFill>
              <a:srgbClr val="64CC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Freeform 554"/>
          <p:cNvSpPr/>
          <p:nvPr/>
        </p:nvSpPr>
        <p:spPr>
          <a:xfrm>
            <a:off x="3035300" y="19050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1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7FF88"/>
          </a:solidFill>
          <a:ln w="3542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Freeform 555"/>
          <p:cNvSpPr/>
          <p:nvPr/>
        </p:nvSpPr>
        <p:spPr>
          <a:xfrm>
            <a:off x="3086100" y="1905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EFF91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Freeform 556"/>
          <p:cNvSpPr/>
          <p:nvPr/>
        </p:nvSpPr>
        <p:spPr>
          <a:xfrm>
            <a:off x="3136900" y="1930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2FF9D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Freeform 557"/>
          <p:cNvSpPr/>
          <p:nvPr/>
        </p:nvSpPr>
        <p:spPr>
          <a:xfrm>
            <a:off x="3187700" y="1943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Freeform 558"/>
          <p:cNvSpPr/>
          <p:nvPr/>
        </p:nvSpPr>
        <p:spPr>
          <a:xfrm>
            <a:off x="3251200" y="1955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3FFFC0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Freeform 559"/>
          <p:cNvSpPr/>
          <p:nvPr/>
        </p:nvSpPr>
        <p:spPr>
          <a:xfrm>
            <a:off x="3302000" y="1981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8FFD7"/>
          </a:solidFill>
          <a:ln w="3542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Freeform 560"/>
          <p:cNvSpPr/>
          <p:nvPr/>
        </p:nvSpPr>
        <p:spPr>
          <a:xfrm>
            <a:off x="3352800" y="2019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CFFF3"/>
          </a:solidFill>
          <a:ln w="3542">
            <a:solidFill>
              <a:srgbClr val="0AC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Freeform 561"/>
          <p:cNvSpPr/>
          <p:nvPr/>
        </p:nvSpPr>
        <p:spPr>
          <a:xfrm>
            <a:off x="3403600" y="2044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A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Freeform 562"/>
          <p:cNvSpPr/>
          <p:nvPr/>
        </p:nvSpPr>
        <p:spPr>
          <a:xfrm>
            <a:off x="3467100" y="20828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C3FF"/>
          </a:solidFill>
          <a:ln w="3542">
            <a:solidFill>
              <a:srgbClr val="009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Freeform 563"/>
          <p:cNvSpPr/>
          <p:nvPr/>
        </p:nvSpPr>
        <p:spPr>
          <a:xfrm>
            <a:off x="3517900" y="21209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4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3FF"/>
          </a:solidFill>
          <a:ln w="3542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Freeform 564"/>
          <p:cNvSpPr/>
          <p:nvPr/>
        </p:nvSpPr>
        <p:spPr>
          <a:xfrm>
            <a:off x="3568700" y="21717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5"/>
                </a:lnTo>
                <a:lnTo>
                  <a:pt x="4" y="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AFF"/>
          </a:solidFill>
          <a:ln w="3542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Freeform 565"/>
          <p:cNvSpPr/>
          <p:nvPr/>
        </p:nvSpPr>
        <p:spPr>
          <a:xfrm>
            <a:off x="3619500" y="22352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6"/>
                </a:lnTo>
                <a:lnTo>
                  <a:pt x="4" y="7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12FF"/>
          </a:solidFill>
          <a:ln w="3542">
            <a:solidFill>
              <a:srgbClr val="000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Freeform 566"/>
          <p:cNvSpPr/>
          <p:nvPr/>
        </p:nvSpPr>
        <p:spPr>
          <a:xfrm>
            <a:off x="3670300" y="23114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4"/>
                </a:lnTo>
                <a:lnTo>
                  <a:pt x="5" y="9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C3"/>
          </a:solidFill>
          <a:ln w="3542">
            <a:solidFill>
              <a:srgbClr val="000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Freeform 567"/>
          <p:cNvSpPr/>
          <p:nvPr/>
        </p:nvSpPr>
        <p:spPr>
          <a:xfrm>
            <a:off x="2159000" y="14224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4"/>
                </a:lnTo>
                <a:lnTo>
                  <a:pt x="4" y="8"/>
                </a:lnTo>
                <a:lnTo>
                  <a:pt x="0" y="8"/>
                </a:lnTo>
                <a:lnTo>
                  <a:pt x="1" y="0"/>
                </a:lnTo>
                <a:close/>
              </a:path>
            </a:pathLst>
          </a:custGeom>
          <a:solidFill>
            <a:srgbClr val="F40000"/>
          </a:solidFill>
          <a:ln w="3542">
            <a:solidFill>
              <a:srgbClr val="C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Freeform 568"/>
          <p:cNvSpPr/>
          <p:nvPr/>
        </p:nvSpPr>
        <p:spPr>
          <a:xfrm>
            <a:off x="2209800" y="14732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1" y="0"/>
                </a:moveTo>
                <a:lnTo>
                  <a:pt x="6" y="6"/>
                </a:lnTo>
                <a:lnTo>
                  <a:pt x="4" y="8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2100"/>
          </a:solidFill>
          <a:ln w="3542">
            <a:solidFill>
              <a:srgbClr val="CC1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Freeform 569"/>
          <p:cNvSpPr/>
          <p:nvPr/>
        </p:nvSpPr>
        <p:spPr>
          <a:xfrm>
            <a:off x="2260600" y="15494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5"/>
                </a:lnTo>
                <a:lnTo>
                  <a:pt x="4" y="7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5F00"/>
          </a:solidFill>
          <a:ln w="3542">
            <a:solidFill>
              <a:srgbClr val="CC4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Freeform 570"/>
          <p:cNvSpPr/>
          <p:nvPr/>
        </p:nvSpPr>
        <p:spPr>
          <a:xfrm>
            <a:off x="2311400" y="1612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5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9800"/>
          </a:solidFill>
          <a:ln w="3542">
            <a:solidFill>
              <a:srgbClr val="CC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Freeform 571"/>
          <p:cNvSpPr/>
          <p:nvPr/>
        </p:nvSpPr>
        <p:spPr>
          <a:xfrm>
            <a:off x="2374900" y="1663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3"/>
                </a:lnTo>
                <a:lnTo>
                  <a:pt x="4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C700"/>
          </a:solidFill>
          <a:ln w="3542">
            <a:solidFill>
              <a:srgbClr val="CC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Freeform 572"/>
          <p:cNvSpPr/>
          <p:nvPr/>
        </p:nvSpPr>
        <p:spPr>
          <a:xfrm>
            <a:off x="2425700" y="1701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3"/>
                </a:lnTo>
                <a:lnTo>
                  <a:pt x="4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EE00"/>
          </a:solidFill>
          <a:ln w="3542">
            <a:solidFill>
              <a:srgbClr val="CCB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Freeform 573"/>
          <p:cNvSpPr/>
          <p:nvPr/>
        </p:nvSpPr>
        <p:spPr>
          <a:xfrm>
            <a:off x="2476500" y="1739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FFF10"/>
          </a:solidFill>
          <a:ln w="3542">
            <a:solidFill>
              <a:srgbClr val="BFCC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Freeform 574"/>
          <p:cNvSpPr/>
          <p:nvPr/>
        </p:nvSpPr>
        <p:spPr>
          <a:xfrm>
            <a:off x="2527300" y="1778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D4FF2B"/>
          </a:solidFill>
          <a:ln w="3542">
            <a:solidFill>
              <a:srgbClr val="A9C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Freeform 575"/>
          <p:cNvSpPr/>
          <p:nvPr/>
        </p:nvSpPr>
        <p:spPr>
          <a:xfrm>
            <a:off x="2578100" y="1803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BDFF42"/>
          </a:solidFill>
          <a:ln w="3542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Freeform 576"/>
          <p:cNvSpPr/>
          <p:nvPr/>
        </p:nvSpPr>
        <p:spPr>
          <a:xfrm>
            <a:off x="2641600" y="1828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AFF55"/>
          </a:solidFill>
          <a:ln w="3542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Freeform 577"/>
          <p:cNvSpPr/>
          <p:nvPr/>
        </p:nvSpPr>
        <p:spPr>
          <a:xfrm>
            <a:off x="2692400" y="1841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AFF65"/>
          </a:solidFill>
          <a:ln w="3542">
            <a:solidFill>
              <a:srgbClr val="7BCC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Freeform 578"/>
          <p:cNvSpPr/>
          <p:nvPr/>
        </p:nvSpPr>
        <p:spPr>
          <a:xfrm>
            <a:off x="2743200" y="1866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EFF71"/>
          </a:solidFill>
          <a:ln w="3542">
            <a:solidFill>
              <a:srgbClr val="71C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Freeform 579"/>
          <p:cNvSpPr/>
          <p:nvPr/>
        </p:nvSpPr>
        <p:spPr>
          <a:xfrm>
            <a:off x="2794000" y="1879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5FF7A"/>
          </a:solidFill>
          <a:ln w="3542">
            <a:solidFill>
              <a:srgbClr val="6AC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Freeform 580"/>
          <p:cNvSpPr/>
          <p:nvPr/>
        </p:nvSpPr>
        <p:spPr>
          <a:xfrm>
            <a:off x="2857500" y="1892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Freeform 581"/>
          <p:cNvSpPr/>
          <p:nvPr/>
        </p:nvSpPr>
        <p:spPr>
          <a:xfrm>
            <a:off x="2908300" y="1892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DFF82"/>
          </a:solidFill>
          <a:ln w="3542">
            <a:solidFill>
              <a:srgbClr val="64CC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Freeform 582"/>
          <p:cNvSpPr/>
          <p:nvPr/>
        </p:nvSpPr>
        <p:spPr>
          <a:xfrm>
            <a:off x="2959100" y="1905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BFF84"/>
          </a:solidFill>
          <a:ln w="3542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Freeform 583"/>
          <p:cNvSpPr/>
          <p:nvPr/>
        </p:nvSpPr>
        <p:spPr>
          <a:xfrm>
            <a:off x="3009900" y="19177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7FF88"/>
          </a:solidFill>
          <a:ln w="3542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Freeform 584"/>
          <p:cNvSpPr/>
          <p:nvPr/>
        </p:nvSpPr>
        <p:spPr>
          <a:xfrm>
            <a:off x="3060700" y="1917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EFF91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Freeform 585"/>
          <p:cNvSpPr/>
          <p:nvPr/>
        </p:nvSpPr>
        <p:spPr>
          <a:xfrm>
            <a:off x="3124200" y="1943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61FF9D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Freeform 586"/>
          <p:cNvSpPr/>
          <p:nvPr/>
        </p:nvSpPr>
        <p:spPr>
          <a:xfrm>
            <a:off x="3175000" y="1955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Freeform 587"/>
          <p:cNvSpPr/>
          <p:nvPr/>
        </p:nvSpPr>
        <p:spPr>
          <a:xfrm>
            <a:off x="3225800" y="1981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Freeform 588"/>
          <p:cNvSpPr/>
          <p:nvPr/>
        </p:nvSpPr>
        <p:spPr>
          <a:xfrm>
            <a:off x="3276600" y="1993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Freeform 589"/>
          <p:cNvSpPr/>
          <p:nvPr/>
        </p:nvSpPr>
        <p:spPr>
          <a:xfrm>
            <a:off x="3340100" y="2032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Freeform 590"/>
          <p:cNvSpPr/>
          <p:nvPr/>
        </p:nvSpPr>
        <p:spPr>
          <a:xfrm>
            <a:off x="3390900" y="2057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Freeform 591"/>
          <p:cNvSpPr/>
          <p:nvPr/>
        </p:nvSpPr>
        <p:spPr>
          <a:xfrm>
            <a:off x="3441700" y="2095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C2FF"/>
          </a:solidFill>
          <a:ln w="3542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Freeform 592"/>
          <p:cNvSpPr/>
          <p:nvPr/>
        </p:nvSpPr>
        <p:spPr>
          <a:xfrm>
            <a:off x="3492500" y="2133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4" y="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3FF"/>
          </a:solidFill>
          <a:ln w="3542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Freeform 593"/>
          <p:cNvSpPr/>
          <p:nvPr/>
        </p:nvSpPr>
        <p:spPr>
          <a:xfrm>
            <a:off x="3543300" y="2184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5"/>
                </a:lnTo>
                <a:lnTo>
                  <a:pt x="5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59FF"/>
          </a:solidFill>
          <a:ln w="3542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Freeform 594"/>
          <p:cNvSpPr/>
          <p:nvPr/>
        </p:nvSpPr>
        <p:spPr>
          <a:xfrm>
            <a:off x="3606800" y="22479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6"/>
                </a:lnTo>
                <a:lnTo>
                  <a:pt x="4" y="7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12FF"/>
          </a:solidFill>
          <a:ln w="3542">
            <a:solidFill>
              <a:srgbClr val="000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Freeform 595"/>
          <p:cNvSpPr/>
          <p:nvPr/>
        </p:nvSpPr>
        <p:spPr>
          <a:xfrm>
            <a:off x="3657600" y="23241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8"/>
                </a:lnTo>
                <a:lnTo>
                  <a:pt x="4" y="9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B5"/>
          </a:solidFill>
          <a:ln w="3542">
            <a:solidFill>
              <a:srgbClr val="000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Freeform 596"/>
          <p:cNvSpPr/>
          <p:nvPr/>
        </p:nvSpPr>
        <p:spPr>
          <a:xfrm>
            <a:off x="2133600" y="1524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0"/>
                </a:lnTo>
                <a:lnTo>
                  <a:pt x="4" y="6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FF3A00"/>
          </a:solidFill>
          <a:ln w="3542">
            <a:solidFill>
              <a:srgbClr val="CC2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Freeform 597"/>
          <p:cNvSpPr/>
          <p:nvPr/>
        </p:nvSpPr>
        <p:spPr>
          <a:xfrm>
            <a:off x="2184400" y="15240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4"/>
                </a:lnTo>
                <a:lnTo>
                  <a:pt x="5" y="8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FF4A00"/>
          </a:solidFill>
          <a:ln w="3542">
            <a:solidFill>
              <a:srgbClr val="CC3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Freeform 598"/>
          <p:cNvSpPr/>
          <p:nvPr/>
        </p:nvSpPr>
        <p:spPr>
          <a:xfrm>
            <a:off x="2247900" y="15748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5"/>
                </a:lnTo>
                <a:lnTo>
                  <a:pt x="4" y="7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7100"/>
          </a:solidFill>
          <a:ln w="3542">
            <a:solidFill>
              <a:srgbClr val="CC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Freeform 599"/>
          <p:cNvSpPr/>
          <p:nvPr/>
        </p:nvSpPr>
        <p:spPr>
          <a:xfrm>
            <a:off x="2298700" y="1638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4"/>
                </a:lnTo>
                <a:lnTo>
                  <a:pt x="4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A200"/>
          </a:solidFill>
          <a:ln w="3542">
            <a:solidFill>
              <a:srgbClr val="CC8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Freeform 600"/>
          <p:cNvSpPr/>
          <p:nvPr/>
        </p:nvSpPr>
        <p:spPr>
          <a:xfrm>
            <a:off x="2349500" y="1689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4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D000"/>
          </a:solidFill>
          <a:ln w="3542">
            <a:solidFill>
              <a:srgbClr val="CCA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Freeform 601"/>
          <p:cNvSpPr/>
          <p:nvPr/>
        </p:nvSpPr>
        <p:spPr>
          <a:xfrm>
            <a:off x="2400300" y="1727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F600"/>
          </a:solidFill>
          <a:ln w="3542">
            <a:solidFill>
              <a:srgbClr val="CCC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Freeform 602"/>
          <p:cNvSpPr/>
          <p:nvPr/>
        </p:nvSpPr>
        <p:spPr>
          <a:xfrm>
            <a:off x="2463800" y="17653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8FF17"/>
          </a:solidFill>
          <a:ln w="3542">
            <a:solidFill>
              <a:srgbClr val="B9CC1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Freeform 603"/>
          <p:cNvSpPr/>
          <p:nvPr/>
        </p:nvSpPr>
        <p:spPr>
          <a:xfrm>
            <a:off x="2514600" y="17907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CDFF32"/>
          </a:solidFill>
          <a:ln w="3542">
            <a:solidFill>
              <a:srgbClr val="A4CC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Freeform 604"/>
          <p:cNvSpPr/>
          <p:nvPr/>
        </p:nvSpPr>
        <p:spPr>
          <a:xfrm>
            <a:off x="2565400" y="1816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B6FF49"/>
          </a:solidFill>
          <a:ln w="3542">
            <a:solidFill>
              <a:srgbClr val="92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Freeform 605"/>
          <p:cNvSpPr/>
          <p:nvPr/>
        </p:nvSpPr>
        <p:spPr>
          <a:xfrm>
            <a:off x="2616200" y="1841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A3FF5C"/>
          </a:solidFill>
          <a:ln w="3542">
            <a:solidFill>
              <a:srgbClr val="83C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Freeform 606"/>
          <p:cNvSpPr/>
          <p:nvPr/>
        </p:nvSpPr>
        <p:spPr>
          <a:xfrm>
            <a:off x="2667000" y="1866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4FF6B"/>
          </a:solidFill>
          <a:ln w="3542">
            <a:solidFill>
              <a:srgbClr val="76CC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Freeform 607"/>
          <p:cNvSpPr/>
          <p:nvPr/>
        </p:nvSpPr>
        <p:spPr>
          <a:xfrm>
            <a:off x="2730500" y="1879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88FF77"/>
          </a:solidFill>
          <a:ln w="3542">
            <a:solidFill>
              <a:srgbClr val="6DC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Freeform 608"/>
          <p:cNvSpPr/>
          <p:nvPr/>
        </p:nvSpPr>
        <p:spPr>
          <a:xfrm>
            <a:off x="2781300" y="1892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Freeform 609"/>
          <p:cNvSpPr/>
          <p:nvPr/>
        </p:nvSpPr>
        <p:spPr>
          <a:xfrm>
            <a:off x="2832100" y="1905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AFF85"/>
          </a:solidFill>
          <a:ln w="3542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Freeform 610"/>
          <p:cNvSpPr/>
          <p:nvPr/>
        </p:nvSpPr>
        <p:spPr>
          <a:xfrm>
            <a:off x="2882900" y="1917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7FF88"/>
          </a:solidFill>
          <a:ln w="3542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Freeform 611"/>
          <p:cNvSpPr/>
          <p:nvPr/>
        </p:nvSpPr>
        <p:spPr>
          <a:xfrm>
            <a:off x="2933700" y="1917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7FF88"/>
          </a:solidFill>
          <a:ln w="3542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Freeform 612"/>
          <p:cNvSpPr/>
          <p:nvPr/>
        </p:nvSpPr>
        <p:spPr>
          <a:xfrm>
            <a:off x="2997200" y="1930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5FF8A"/>
          </a:solidFill>
          <a:ln w="3542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Freeform 613"/>
          <p:cNvSpPr/>
          <p:nvPr/>
        </p:nvSpPr>
        <p:spPr>
          <a:xfrm>
            <a:off x="3048000" y="1930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EFF91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Freeform 614"/>
          <p:cNvSpPr/>
          <p:nvPr/>
        </p:nvSpPr>
        <p:spPr>
          <a:xfrm>
            <a:off x="3098800" y="1955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1FF9D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Freeform 615"/>
          <p:cNvSpPr/>
          <p:nvPr/>
        </p:nvSpPr>
        <p:spPr>
          <a:xfrm>
            <a:off x="3149600" y="1968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Freeform 616"/>
          <p:cNvSpPr/>
          <p:nvPr/>
        </p:nvSpPr>
        <p:spPr>
          <a:xfrm>
            <a:off x="3213100" y="1993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Freeform 617"/>
          <p:cNvSpPr/>
          <p:nvPr/>
        </p:nvSpPr>
        <p:spPr>
          <a:xfrm>
            <a:off x="3263900" y="2006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Freeform 618"/>
          <p:cNvSpPr/>
          <p:nvPr/>
        </p:nvSpPr>
        <p:spPr>
          <a:xfrm>
            <a:off x="3314700" y="2044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Freeform 619"/>
          <p:cNvSpPr/>
          <p:nvPr/>
        </p:nvSpPr>
        <p:spPr>
          <a:xfrm>
            <a:off x="3365500" y="2070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Freeform 620"/>
          <p:cNvSpPr/>
          <p:nvPr/>
        </p:nvSpPr>
        <p:spPr>
          <a:xfrm>
            <a:off x="3416300" y="2108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C2FF"/>
          </a:solidFill>
          <a:ln w="3542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Freeform 621"/>
          <p:cNvSpPr/>
          <p:nvPr/>
        </p:nvSpPr>
        <p:spPr>
          <a:xfrm>
            <a:off x="3479800" y="21463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5"/>
                </a:lnTo>
                <a:lnTo>
                  <a:pt x="4" y="6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3FF"/>
          </a:solidFill>
          <a:ln w="3542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Freeform 622"/>
          <p:cNvSpPr/>
          <p:nvPr/>
        </p:nvSpPr>
        <p:spPr>
          <a:xfrm>
            <a:off x="3530600" y="2209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4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AFF"/>
          </a:solidFill>
          <a:ln w="3542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Freeform 623"/>
          <p:cNvSpPr/>
          <p:nvPr/>
        </p:nvSpPr>
        <p:spPr>
          <a:xfrm>
            <a:off x="3581400" y="22606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6"/>
                </a:lnTo>
                <a:lnTo>
                  <a:pt x="4" y="7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14FF"/>
          </a:solidFill>
          <a:ln w="3542">
            <a:solidFill>
              <a:srgbClr val="001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Freeform 624"/>
          <p:cNvSpPr/>
          <p:nvPr/>
        </p:nvSpPr>
        <p:spPr>
          <a:xfrm>
            <a:off x="3632200" y="23368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8"/>
                </a:lnTo>
                <a:lnTo>
                  <a:pt x="5" y="9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B9"/>
          </a:solidFill>
          <a:ln w="3542">
            <a:solidFill>
              <a:srgbClr val="0000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Freeform 625"/>
          <p:cNvSpPr/>
          <p:nvPr/>
        </p:nvSpPr>
        <p:spPr>
          <a:xfrm>
            <a:off x="2120900" y="16002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0"/>
                </a:lnTo>
                <a:lnTo>
                  <a:pt x="4" y="5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FF7A00"/>
          </a:solidFill>
          <a:ln w="3542">
            <a:solidFill>
              <a:srgbClr val="CC6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Freeform 626"/>
          <p:cNvSpPr/>
          <p:nvPr/>
        </p:nvSpPr>
        <p:spPr>
          <a:xfrm>
            <a:off x="2171700" y="16002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2"/>
                </a:lnTo>
                <a:lnTo>
                  <a:pt x="4" y="7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FF8200"/>
          </a:solidFill>
          <a:ln w="3542">
            <a:solidFill>
              <a:srgbClr val="CC6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Freeform 627"/>
          <p:cNvSpPr/>
          <p:nvPr/>
        </p:nvSpPr>
        <p:spPr>
          <a:xfrm>
            <a:off x="2222500" y="1625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3"/>
                </a:lnTo>
                <a:lnTo>
                  <a:pt x="4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FF9400"/>
          </a:solidFill>
          <a:ln w="3542">
            <a:solidFill>
              <a:srgbClr val="CC7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Freeform 628"/>
          <p:cNvSpPr/>
          <p:nvPr/>
        </p:nvSpPr>
        <p:spPr>
          <a:xfrm>
            <a:off x="2273300" y="16637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3"/>
                </a:lnTo>
                <a:lnTo>
                  <a:pt x="5" y="6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B600"/>
          </a:solidFill>
          <a:ln w="3542">
            <a:solidFill>
              <a:srgbClr val="C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Freeform 629"/>
          <p:cNvSpPr/>
          <p:nvPr/>
        </p:nvSpPr>
        <p:spPr>
          <a:xfrm>
            <a:off x="2336800" y="17018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4"/>
                </a:lnTo>
                <a:lnTo>
                  <a:pt x="4" y="6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FDE00"/>
          </a:solidFill>
          <a:ln w="3542">
            <a:solidFill>
              <a:srgbClr val="CCB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Freeform 630"/>
          <p:cNvSpPr/>
          <p:nvPr/>
        </p:nvSpPr>
        <p:spPr>
          <a:xfrm>
            <a:off x="2387600" y="1752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BFF04"/>
          </a:solidFill>
          <a:ln w="3542">
            <a:solidFill>
              <a:srgbClr val="C9CC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Freeform 631"/>
          <p:cNvSpPr/>
          <p:nvPr/>
        </p:nvSpPr>
        <p:spPr>
          <a:xfrm>
            <a:off x="2438400" y="1778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4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DCFF23"/>
          </a:solidFill>
          <a:ln w="3542">
            <a:solidFill>
              <a:srgbClr val="B0C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Freeform 632"/>
          <p:cNvSpPr/>
          <p:nvPr/>
        </p:nvSpPr>
        <p:spPr>
          <a:xfrm>
            <a:off x="2489200" y="1816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C2FF3D"/>
          </a:solidFill>
          <a:ln w="3542">
            <a:solidFill>
              <a:srgbClr val="9BCC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Freeform 633"/>
          <p:cNvSpPr/>
          <p:nvPr/>
        </p:nvSpPr>
        <p:spPr>
          <a:xfrm>
            <a:off x="2540000" y="1841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ACFF53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Freeform 634"/>
          <p:cNvSpPr/>
          <p:nvPr/>
        </p:nvSpPr>
        <p:spPr>
          <a:xfrm>
            <a:off x="2603500" y="1866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AFF65"/>
          </a:solidFill>
          <a:ln w="3542">
            <a:solidFill>
              <a:srgbClr val="7BCC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Freeform 635"/>
          <p:cNvSpPr/>
          <p:nvPr/>
        </p:nvSpPr>
        <p:spPr>
          <a:xfrm>
            <a:off x="2654300" y="1879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8BFF74"/>
          </a:solidFill>
          <a:ln w="3542">
            <a:solidFill>
              <a:srgbClr val="6FC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Freeform 636"/>
          <p:cNvSpPr/>
          <p:nvPr/>
        </p:nvSpPr>
        <p:spPr>
          <a:xfrm>
            <a:off x="2705100" y="1905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Freeform 637"/>
          <p:cNvSpPr/>
          <p:nvPr/>
        </p:nvSpPr>
        <p:spPr>
          <a:xfrm>
            <a:off x="2755900" y="1917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6FF89"/>
          </a:solidFill>
          <a:ln w="3542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Freeform 638"/>
          <p:cNvSpPr/>
          <p:nvPr/>
        </p:nvSpPr>
        <p:spPr>
          <a:xfrm>
            <a:off x="2819400" y="1930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1FF8E"/>
          </a:solidFill>
          <a:ln w="3542">
            <a:solidFill>
              <a:srgbClr val="5AC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Freeform 639"/>
          <p:cNvSpPr/>
          <p:nvPr/>
        </p:nvSpPr>
        <p:spPr>
          <a:xfrm>
            <a:off x="2870200" y="1930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EFF91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Freeform 640"/>
          <p:cNvSpPr/>
          <p:nvPr/>
        </p:nvSpPr>
        <p:spPr>
          <a:xfrm>
            <a:off x="2921000" y="1943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EFF91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Freeform 641"/>
          <p:cNvSpPr/>
          <p:nvPr/>
        </p:nvSpPr>
        <p:spPr>
          <a:xfrm>
            <a:off x="2971800" y="1943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EFF91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Freeform 642"/>
          <p:cNvSpPr/>
          <p:nvPr/>
        </p:nvSpPr>
        <p:spPr>
          <a:xfrm>
            <a:off x="3022600" y="1955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BFF94"/>
          </a:solidFill>
          <a:ln w="3542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Freeform 643"/>
          <p:cNvSpPr/>
          <p:nvPr/>
        </p:nvSpPr>
        <p:spPr>
          <a:xfrm>
            <a:off x="3086100" y="1968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61FF9D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Freeform 644"/>
          <p:cNvSpPr/>
          <p:nvPr/>
        </p:nvSpPr>
        <p:spPr>
          <a:xfrm>
            <a:off x="3136900" y="1981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Freeform 645"/>
          <p:cNvSpPr/>
          <p:nvPr/>
        </p:nvSpPr>
        <p:spPr>
          <a:xfrm>
            <a:off x="3187700" y="2006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Freeform 646"/>
          <p:cNvSpPr/>
          <p:nvPr/>
        </p:nvSpPr>
        <p:spPr>
          <a:xfrm>
            <a:off x="3238500" y="2019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Freeform 647"/>
          <p:cNvSpPr/>
          <p:nvPr/>
        </p:nvSpPr>
        <p:spPr>
          <a:xfrm>
            <a:off x="3289300" y="2057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Freeform 648"/>
          <p:cNvSpPr/>
          <p:nvPr/>
        </p:nvSpPr>
        <p:spPr>
          <a:xfrm>
            <a:off x="3352800" y="20828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Freeform 649"/>
          <p:cNvSpPr/>
          <p:nvPr/>
        </p:nvSpPr>
        <p:spPr>
          <a:xfrm>
            <a:off x="3403600" y="21209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3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C2FF"/>
          </a:solidFill>
          <a:ln w="3542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Freeform 650"/>
          <p:cNvSpPr/>
          <p:nvPr/>
        </p:nvSpPr>
        <p:spPr>
          <a:xfrm>
            <a:off x="3454400" y="2159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5"/>
                </a:lnTo>
                <a:lnTo>
                  <a:pt x="4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4FF"/>
          </a:solidFill>
          <a:ln w="3542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Freeform 651"/>
          <p:cNvSpPr/>
          <p:nvPr/>
        </p:nvSpPr>
        <p:spPr>
          <a:xfrm>
            <a:off x="3505200" y="2222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4"/>
                </a:lnTo>
                <a:lnTo>
                  <a:pt x="5" y="5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5EFF"/>
          </a:solidFill>
          <a:ln w="3542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Freeform 652"/>
          <p:cNvSpPr/>
          <p:nvPr/>
        </p:nvSpPr>
        <p:spPr>
          <a:xfrm>
            <a:off x="3568700" y="22733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6"/>
                </a:lnTo>
                <a:lnTo>
                  <a:pt x="4" y="6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1BFF"/>
          </a:solidFill>
          <a:ln w="3542">
            <a:solidFill>
              <a:srgbClr val="001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Freeform 653"/>
          <p:cNvSpPr/>
          <p:nvPr/>
        </p:nvSpPr>
        <p:spPr>
          <a:xfrm>
            <a:off x="3619500" y="23495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1" y="0"/>
                </a:moveTo>
                <a:lnTo>
                  <a:pt x="6" y="8"/>
                </a:lnTo>
                <a:lnTo>
                  <a:pt x="4" y="8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F"/>
          </a:solidFill>
          <a:ln w="3542">
            <a:solidFill>
              <a:srgbClr val="0000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Freeform 654"/>
          <p:cNvSpPr/>
          <p:nvPr/>
        </p:nvSpPr>
        <p:spPr>
          <a:xfrm>
            <a:off x="2095500" y="16637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0"/>
                </a:lnTo>
                <a:lnTo>
                  <a:pt x="4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AE00"/>
          </a:solidFill>
          <a:ln w="3542">
            <a:solidFill>
              <a:srgbClr val="CC8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Freeform 655"/>
          <p:cNvSpPr/>
          <p:nvPr/>
        </p:nvSpPr>
        <p:spPr>
          <a:xfrm>
            <a:off x="2146300" y="16637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2"/>
                </a:lnTo>
                <a:lnTo>
                  <a:pt x="5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FFB500"/>
          </a:solidFill>
          <a:ln w="3542">
            <a:solidFill>
              <a:srgbClr val="C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Freeform 656"/>
          <p:cNvSpPr/>
          <p:nvPr/>
        </p:nvSpPr>
        <p:spPr>
          <a:xfrm>
            <a:off x="2209800" y="16891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1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C100"/>
          </a:solidFill>
          <a:ln w="3542">
            <a:solidFill>
              <a:srgbClr val="CC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Freeform 657"/>
          <p:cNvSpPr/>
          <p:nvPr/>
        </p:nvSpPr>
        <p:spPr>
          <a:xfrm>
            <a:off x="2260600" y="17018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3"/>
                </a:lnTo>
                <a:lnTo>
                  <a:pt x="4" y="6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D500"/>
          </a:solidFill>
          <a:ln w="3542">
            <a:solidFill>
              <a:srgbClr val="CC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Freeform 658"/>
          <p:cNvSpPr/>
          <p:nvPr/>
        </p:nvSpPr>
        <p:spPr>
          <a:xfrm>
            <a:off x="2311400" y="17399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F200"/>
          </a:solidFill>
          <a:ln w="3542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Freeform 659"/>
          <p:cNvSpPr/>
          <p:nvPr/>
        </p:nvSpPr>
        <p:spPr>
          <a:xfrm>
            <a:off x="2362200" y="1778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BFF14"/>
          </a:solidFill>
          <a:ln w="3542">
            <a:solidFill>
              <a:srgbClr val="BCC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Freeform 660"/>
          <p:cNvSpPr/>
          <p:nvPr/>
        </p:nvSpPr>
        <p:spPr>
          <a:xfrm>
            <a:off x="2413000" y="18034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5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CEFF31"/>
          </a:solidFill>
          <a:ln w="3542">
            <a:solidFill>
              <a:srgbClr val="A5CC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Freeform 661"/>
          <p:cNvSpPr/>
          <p:nvPr/>
        </p:nvSpPr>
        <p:spPr>
          <a:xfrm>
            <a:off x="2476500" y="1841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B5FF4A"/>
          </a:solidFill>
          <a:ln w="3542">
            <a:solidFill>
              <a:srgbClr val="90C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Freeform 662"/>
          <p:cNvSpPr/>
          <p:nvPr/>
        </p:nvSpPr>
        <p:spPr>
          <a:xfrm>
            <a:off x="2527300" y="1866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FFF60"/>
          </a:solidFill>
          <a:ln w="3542">
            <a:solidFill>
              <a:srgbClr val="80CC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Freeform 663"/>
          <p:cNvSpPr/>
          <p:nvPr/>
        </p:nvSpPr>
        <p:spPr>
          <a:xfrm>
            <a:off x="2578100" y="1892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EFF71"/>
          </a:solidFill>
          <a:ln w="3542">
            <a:solidFill>
              <a:srgbClr val="71C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Freeform 664"/>
          <p:cNvSpPr/>
          <p:nvPr/>
        </p:nvSpPr>
        <p:spPr>
          <a:xfrm>
            <a:off x="2628900" y="1905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Freeform 665"/>
          <p:cNvSpPr/>
          <p:nvPr/>
        </p:nvSpPr>
        <p:spPr>
          <a:xfrm>
            <a:off x="2692400" y="19177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3FF8C"/>
          </a:solidFill>
          <a:ln w="3542">
            <a:solidFill>
              <a:srgbClr val="5CC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Freeform 666"/>
          <p:cNvSpPr/>
          <p:nvPr/>
        </p:nvSpPr>
        <p:spPr>
          <a:xfrm>
            <a:off x="2743200" y="1943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AFF95"/>
          </a:solidFill>
          <a:ln w="3542">
            <a:solidFill>
              <a:srgbClr val="55CC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Freeform 667"/>
          <p:cNvSpPr/>
          <p:nvPr/>
        </p:nvSpPr>
        <p:spPr>
          <a:xfrm>
            <a:off x="2794000" y="1943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4FF9B"/>
          </a:solidFill>
          <a:ln w="3542">
            <a:solidFill>
              <a:srgbClr val="50CC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Freeform 668"/>
          <p:cNvSpPr/>
          <p:nvPr/>
        </p:nvSpPr>
        <p:spPr>
          <a:xfrm>
            <a:off x="2844800" y="1955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2FF9D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Freeform 669"/>
          <p:cNvSpPr/>
          <p:nvPr/>
        </p:nvSpPr>
        <p:spPr>
          <a:xfrm>
            <a:off x="2895600" y="1968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1FF9D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Freeform 670"/>
          <p:cNvSpPr/>
          <p:nvPr/>
        </p:nvSpPr>
        <p:spPr>
          <a:xfrm>
            <a:off x="2959100" y="1968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1FF9D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Freeform 671"/>
          <p:cNvSpPr/>
          <p:nvPr/>
        </p:nvSpPr>
        <p:spPr>
          <a:xfrm>
            <a:off x="3009900" y="1968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1FF9D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Freeform 672"/>
          <p:cNvSpPr/>
          <p:nvPr/>
        </p:nvSpPr>
        <p:spPr>
          <a:xfrm>
            <a:off x="3060700" y="1981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5EFFA1"/>
          </a:solidFill>
          <a:ln w="3542">
            <a:solidFill>
              <a:srgbClr val="4BCC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Freeform 673"/>
          <p:cNvSpPr/>
          <p:nvPr/>
        </p:nvSpPr>
        <p:spPr>
          <a:xfrm>
            <a:off x="3111500" y="1993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Freeform 674"/>
          <p:cNvSpPr/>
          <p:nvPr/>
        </p:nvSpPr>
        <p:spPr>
          <a:xfrm>
            <a:off x="3175000" y="2019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Freeform 675"/>
          <p:cNvSpPr/>
          <p:nvPr/>
        </p:nvSpPr>
        <p:spPr>
          <a:xfrm>
            <a:off x="3225800" y="2044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Freeform 676"/>
          <p:cNvSpPr/>
          <p:nvPr/>
        </p:nvSpPr>
        <p:spPr>
          <a:xfrm>
            <a:off x="3276600" y="2070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Freeform 677"/>
          <p:cNvSpPr/>
          <p:nvPr/>
        </p:nvSpPr>
        <p:spPr>
          <a:xfrm>
            <a:off x="3327400" y="2095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Freeform 678"/>
          <p:cNvSpPr/>
          <p:nvPr/>
        </p:nvSpPr>
        <p:spPr>
          <a:xfrm>
            <a:off x="3378200" y="2133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4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C4FF"/>
          </a:solidFill>
          <a:ln w="3542">
            <a:solidFill>
              <a:srgbClr val="009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Freeform 679"/>
          <p:cNvSpPr/>
          <p:nvPr/>
        </p:nvSpPr>
        <p:spPr>
          <a:xfrm>
            <a:off x="3441700" y="2184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3"/>
                </a:lnTo>
                <a:lnTo>
                  <a:pt x="4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AFF"/>
          </a:solidFill>
          <a:ln w="3542">
            <a:solidFill>
              <a:srgbClr val="007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Freeform 680"/>
          <p:cNvSpPr/>
          <p:nvPr/>
        </p:nvSpPr>
        <p:spPr>
          <a:xfrm>
            <a:off x="3492500" y="2222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5"/>
                </a:lnTo>
                <a:lnTo>
                  <a:pt x="4" y="5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542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Freeform 681"/>
          <p:cNvSpPr/>
          <p:nvPr/>
        </p:nvSpPr>
        <p:spPr>
          <a:xfrm>
            <a:off x="3543300" y="2286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5"/>
                </a:lnTo>
                <a:lnTo>
                  <a:pt x="4" y="6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24FF"/>
          </a:solidFill>
          <a:ln w="3542">
            <a:solidFill>
              <a:srgbClr val="001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Freeform 682"/>
          <p:cNvSpPr/>
          <p:nvPr/>
        </p:nvSpPr>
        <p:spPr>
          <a:xfrm>
            <a:off x="3594100" y="23495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8"/>
                </a:lnTo>
                <a:lnTo>
                  <a:pt x="5" y="9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C6"/>
          </a:solidFill>
          <a:ln w="3542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Freeform 683"/>
          <p:cNvSpPr/>
          <p:nvPr/>
        </p:nvSpPr>
        <p:spPr>
          <a:xfrm>
            <a:off x="2082800" y="1714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1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D900"/>
          </a:solidFill>
          <a:ln w="3542">
            <a:solidFill>
              <a:srgbClr val="CCA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Freeform 684"/>
          <p:cNvSpPr/>
          <p:nvPr/>
        </p:nvSpPr>
        <p:spPr>
          <a:xfrm>
            <a:off x="2133600" y="1727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DF00"/>
          </a:solidFill>
          <a:ln w="3542">
            <a:solidFill>
              <a:srgbClr val="CCB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Freeform 685"/>
          <p:cNvSpPr/>
          <p:nvPr/>
        </p:nvSpPr>
        <p:spPr>
          <a:xfrm>
            <a:off x="2184400" y="17399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Freeform 686"/>
          <p:cNvSpPr/>
          <p:nvPr/>
        </p:nvSpPr>
        <p:spPr>
          <a:xfrm>
            <a:off x="2235200" y="17526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F900"/>
          </a:solidFill>
          <a:ln w="3542">
            <a:solidFill>
              <a:srgbClr val="CCC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Freeform 687"/>
          <p:cNvSpPr/>
          <p:nvPr/>
        </p:nvSpPr>
        <p:spPr>
          <a:xfrm>
            <a:off x="2286000" y="1778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5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1FF0E"/>
          </a:solidFill>
          <a:ln w="3542">
            <a:solidFill>
              <a:srgbClr val="C1C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Freeform 688"/>
          <p:cNvSpPr/>
          <p:nvPr/>
        </p:nvSpPr>
        <p:spPr>
          <a:xfrm>
            <a:off x="2349500" y="1803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3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Freeform 689"/>
          <p:cNvSpPr/>
          <p:nvPr/>
        </p:nvSpPr>
        <p:spPr>
          <a:xfrm>
            <a:off x="2400300" y="1841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BCFF43"/>
          </a:solidFill>
          <a:ln w="3542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Freeform 690"/>
          <p:cNvSpPr/>
          <p:nvPr/>
        </p:nvSpPr>
        <p:spPr>
          <a:xfrm>
            <a:off x="2451100" y="1866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A4FF5A"/>
          </a:solidFill>
          <a:ln w="3542">
            <a:solidFill>
              <a:srgbClr val="84C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Freeform 691"/>
          <p:cNvSpPr/>
          <p:nvPr/>
        </p:nvSpPr>
        <p:spPr>
          <a:xfrm>
            <a:off x="2501900" y="1892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0FF6F"/>
          </a:solidFill>
          <a:ln w="3542">
            <a:solidFill>
              <a:srgbClr val="73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Freeform 692"/>
          <p:cNvSpPr/>
          <p:nvPr/>
        </p:nvSpPr>
        <p:spPr>
          <a:xfrm>
            <a:off x="2565400" y="1917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Freeform 693"/>
          <p:cNvSpPr/>
          <p:nvPr/>
        </p:nvSpPr>
        <p:spPr>
          <a:xfrm>
            <a:off x="2616200" y="1930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1FF8E"/>
          </a:solidFill>
          <a:ln w="3542">
            <a:solidFill>
              <a:srgbClr val="5AC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Freeform 694"/>
          <p:cNvSpPr/>
          <p:nvPr/>
        </p:nvSpPr>
        <p:spPr>
          <a:xfrm>
            <a:off x="2667000" y="1943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64FF9B"/>
          </a:solidFill>
          <a:ln w="3542">
            <a:solidFill>
              <a:srgbClr val="50CC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Freeform 695"/>
          <p:cNvSpPr/>
          <p:nvPr/>
        </p:nvSpPr>
        <p:spPr>
          <a:xfrm>
            <a:off x="2717800" y="1968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5BFFA4"/>
          </a:solidFill>
          <a:ln w="3542">
            <a:solidFill>
              <a:srgbClr val="49C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Freeform 696"/>
          <p:cNvSpPr/>
          <p:nvPr/>
        </p:nvSpPr>
        <p:spPr>
          <a:xfrm>
            <a:off x="2768600" y="1968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55FFAA"/>
          </a:solidFill>
          <a:ln w="3542">
            <a:solidFill>
              <a:srgbClr val="44C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Freeform 697"/>
          <p:cNvSpPr/>
          <p:nvPr/>
        </p:nvSpPr>
        <p:spPr>
          <a:xfrm>
            <a:off x="2832100" y="1981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Freeform 698"/>
          <p:cNvSpPr/>
          <p:nvPr/>
        </p:nvSpPr>
        <p:spPr>
          <a:xfrm>
            <a:off x="2882900" y="1993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Freeform 699"/>
          <p:cNvSpPr/>
          <p:nvPr/>
        </p:nvSpPr>
        <p:spPr>
          <a:xfrm>
            <a:off x="2933700" y="1993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Freeform 700"/>
          <p:cNvSpPr/>
          <p:nvPr/>
        </p:nvSpPr>
        <p:spPr>
          <a:xfrm>
            <a:off x="2984500" y="1993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Freeform 701"/>
          <p:cNvSpPr/>
          <p:nvPr/>
        </p:nvSpPr>
        <p:spPr>
          <a:xfrm>
            <a:off x="3048000" y="2006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reeform 702"/>
          <p:cNvSpPr/>
          <p:nvPr/>
        </p:nvSpPr>
        <p:spPr>
          <a:xfrm>
            <a:off x="3098800" y="2006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4DFFB2"/>
          </a:solidFill>
          <a:ln w="3542">
            <a:solidFill>
              <a:srgbClr val="3ECC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Freeform 703"/>
          <p:cNvSpPr/>
          <p:nvPr/>
        </p:nvSpPr>
        <p:spPr>
          <a:xfrm>
            <a:off x="3149600" y="2032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Freeform 704"/>
          <p:cNvSpPr/>
          <p:nvPr/>
        </p:nvSpPr>
        <p:spPr>
          <a:xfrm>
            <a:off x="3200400" y="2057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Freeform 705"/>
          <p:cNvSpPr/>
          <p:nvPr/>
        </p:nvSpPr>
        <p:spPr>
          <a:xfrm>
            <a:off x="3251200" y="2082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Freeform 706"/>
          <p:cNvSpPr/>
          <p:nvPr/>
        </p:nvSpPr>
        <p:spPr>
          <a:xfrm>
            <a:off x="3314700" y="21082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BFF"/>
          </a:solidFill>
          <a:ln w="3542">
            <a:solidFill>
              <a:srgbClr val="00B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Freeform 707"/>
          <p:cNvSpPr/>
          <p:nvPr/>
        </p:nvSpPr>
        <p:spPr>
          <a:xfrm>
            <a:off x="3365500" y="2146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3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CBFF"/>
          </a:solidFill>
          <a:ln w="3542">
            <a:solidFill>
              <a:srgbClr val="00A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Freeform 708"/>
          <p:cNvSpPr/>
          <p:nvPr/>
        </p:nvSpPr>
        <p:spPr>
          <a:xfrm>
            <a:off x="3416300" y="2184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3"/>
                </a:lnTo>
                <a:lnTo>
                  <a:pt x="4" y="3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A6FF"/>
          </a:solidFill>
          <a:ln w="3542">
            <a:solidFill>
              <a:srgbClr val="008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Freeform 709"/>
          <p:cNvSpPr/>
          <p:nvPr/>
        </p:nvSpPr>
        <p:spPr>
          <a:xfrm>
            <a:off x="3467100" y="2222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5"/>
                </a:lnTo>
                <a:lnTo>
                  <a:pt x="5" y="5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74FF"/>
          </a:solidFill>
          <a:ln w="3542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Freeform 710"/>
          <p:cNvSpPr/>
          <p:nvPr/>
        </p:nvSpPr>
        <p:spPr>
          <a:xfrm>
            <a:off x="3530600" y="22860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6"/>
                </a:lnTo>
                <a:lnTo>
                  <a:pt x="4" y="6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30FF"/>
          </a:solidFill>
          <a:ln w="3542">
            <a:solidFill>
              <a:srgbClr val="002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Freeform 711"/>
          <p:cNvSpPr/>
          <p:nvPr/>
        </p:nvSpPr>
        <p:spPr>
          <a:xfrm>
            <a:off x="3581400" y="23622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1" y="0"/>
                </a:moveTo>
                <a:lnTo>
                  <a:pt x="6" y="8"/>
                </a:lnTo>
                <a:lnTo>
                  <a:pt x="4" y="8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F"/>
          </a:solidFill>
          <a:ln w="3542">
            <a:solidFill>
              <a:srgbClr val="0000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Freeform 712"/>
          <p:cNvSpPr/>
          <p:nvPr/>
        </p:nvSpPr>
        <p:spPr>
          <a:xfrm>
            <a:off x="2057400" y="1765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FD00"/>
          </a:solidFill>
          <a:ln w="3542">
            <a:solidFill>
              <a:srgbClr val="CCC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Freeform 713"/>
          <p:cNvSpPr/>
          <p:nvPr/>
        </p:nvSpPr>
        <p:spPr>
          <a:xfrm>
            <a:off x="2108200" y="1778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CFF03"/>
          </a:solidFill>
          <a:ln w="3542">
            <a:solidFill>
              <a:srgbClr val="C9CC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reeform 714"/>
          <p:cNvSpPr/>
          <p:nvPr/>
        </p:nvSpPr>
        <p:spPr>
          <a:xfrm>
            <a:off x="2159000" y="1778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5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2FF0D"/>
          </a:solidFill>
          <a:ln w="3542">
            <a:solidFill>
              <a:srgbClr val="C1C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Freeform 715"/>
          <p:cNvSpPr/>
          <p:nvPr/>
        </p:nvSpPr>
        <p:spPr>
          <a:xfrm>
            <a:off x="2222500" y="18034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E4FF1B"/>
          </a:solidFill>
          <a:ln w="3542">
            <a:solidFill>
              <a:srgbClr val="B6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Freeform 716"/>
          <p:cNvSpPr/>
          <p:nvPr/>
        </p:nvSpPr>
        <p:spPr>
          <a:xfrm>
            <a:off x="2273300" y="1816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D3FF2C"/>
          </a:solidFill>
          <a:ln w="3542">
            <a:solidFill>
              <a:srgbClr val="A9C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Freeform 717"/>
          <p:cNvSpPr/>
          <p:nvPr/>
        </p:nvSpPr>
        <p:spPr>
          <a:xfrm>
            <a:off x="2324100" y="1841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BFFF40"/>
          </a:solidFill>
          <a:ln w="3542">
            <a:solidFill>
              <a:srgbClr val="99C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Freeform 718"/>
          <p:cNvSpPr/>
          <p:nvPr/>
        </p:nvSpPr>
        <p:spPr>
          <a:xfrm>
            <a:off x="2374900" y="18669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5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A9FF56"/>
          </a:solidFill>
          <a:ln w="3542">
            <a:solidFill>
              <a:srgbClr val="87C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Freeform 719"/>
          <p:cNvSpPr/>
          <p:nvPr/>
        </p:nvSpPr>
        <p:spPr>
          <a:xfrm>
            <a:off x="2438400" y="18923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93FF6C"/>
          </a:solidFill>
          <a:ln w="3542">
            <a:solidFill>
              <a:srgbClr val="75C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Freeform 720"/>
          <p:cNvSpPr/>
          <p:nvPr/>
        </p:nvSpPr>
        <p:spPr>
          <a:xfrm>
            <a:off x="2489200" y="1917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Freeform 721"/>
          <p:cNvSpPr/>
          <p:nvPr/>
        </p:nvSpPr>
        <p:spPr>
          <a:xfrm>
            <a:off x="2540000" y="1943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EFF91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Freeform 722"/>
          <p:cNvSpPr/>
          <p:nvPr/>
        </p:nvSpPr>
        <p:spPr>
          <a:xfrm>
            <a:off x="2590800" y="1955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5FFFA0"/>
          </a:solidFill>
          <a:ln w="3542">
            <a:solidFill>
              <a:srgbClr val="4CC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Freeform 723"/>
          <p:cNvSpPr/>
          <p:nvPr/>
        </p:nvSpPr>
        <p:spPr>
          <a:xfrm>
            <a:off x="2641600" y="1981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Freeform 724"/>
          <p:cNvSpPr/>
          <p:nvPr/>
        </p:nvSpPr>
        <p:spPr>
          <a:xfrm>
            <a:off x="2705100" y="1993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48FFB7"/>
          </a:solidFill>
          <a:ln w="3542">
            <a:solidFill>
              <a:srgbClr val="3ACC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Freeform 725"/>
          <p:cNvSpPr/>
          <p:nvPr/>
        </p:nvSpPr>
        <p:spPr>
          <a:xfrm>
            <a:off x="2755900" y="2006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0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42FFBD"/>
          </a:solidFill>
          <a:ln w="3542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Freeform 726"/>
          <p:cNvSpPr/>
          <p:nvPr/>
        </p:nvSpPr>
        <p:spPr>
          <a:xfrm>
            <a:off x="2806700" y="2006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3FFFC0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Freeform 727"/>
          <p:cNvSpPr/>
          <p:nvPr/>
        </p:nvSpPr>
        <p:spPr>
          <a:xfrm>
            <a:off x="2857500" y="2019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Freeform 728"/>
          <p:cNvSpPr/>
          <p:nvPr/>
        </p:nvSpPr>
        <p:spPr>
          <a:xfrm>
            <a:off x="2921000" y="2019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Freeform 729"/>
          <p:cNvSpPr/>
          <p:nvPr/>
        </p:nvSpPr>
        <p:spPr>
          <a:xfrm>
            <a:off x="2971800" y="2032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Freeform 730"/>
          <p:cNvSpPr/>
          <p:nvPr/>
        </p:nvSpPr>
        <p:spPr>
          <a:xfrm>
            <a:off x="3022600" y="2032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Freeform 731"/>
          <p:cNvSpPr/>
          <p:nvPr/>
        </p:nvSpPr>
        <p:spPr>
          <a:xfrm>
            <a:off x="3073400" y="2032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Freeform 732"/>
          <p:cNvSpPr/>
          <p:nvPr/>
        </p:nvSpPr>
        <p:spPr>
          <a:xfrm>
            <a:off x="3124200" y="2044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39FFC6"/>
          </a:solidFill>
          <a:ln w="3542">
            <a:solidFill>
              <a:srgbClr val="2EC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Freeform 733"/>
          <p:cNvSpPr/>
          <p:nvPr/>
        </p:nvSpPr>
        <p:spPr>
          <a:xfrm>
            <a:off x="3187700" y="2070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Freeform 734"/>
          <p:cNvSpPr/>
          <p:nvPr/>
        </p:nvSpPr>
        <p:spPr>
          <a:xfrm>
            <a:off x="3238500" y="2095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EFFF1"/>
          </a:solidFill>
          <a:ln w="3542">
            <a:solidFill>
              <a:srgbClr val="0B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Freeform 735"/>
          <p:cNvSpPr/>
          <p:nvPr/>
        </p:nvSpPr>
        <p:spPr>
          <a:xfrm>
            <a:off x="3289300" y="2120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3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F4FF"/>
          </a:solidFill>
          <a:ln w="3542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Freeform 736"/>
          <p:cNvSpPr/>
          <p:nvPr/>
        </p:nvSpPr>
        <p:spPr>
          <a:xfrm>
            <a:off x="3340100" y="2146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1"/>
                </a:moveTo>
                <a:lnTo>
                  <a:pt x="6" y="3"/>
                </a:lnTo>
                <a:lnTo>
                  <a:pt x="5" y="3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00D9FF"/>
          </a:solidFill>
          <a:ln w="3542">
            <a:solidFill>
              <a:srgbClr val="00A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Freeform 737"/>
          <p:cNvSpPr/>
          <p:nvPr/>
        </p:nvSpPr>
        <p:spPr>
          <a:xfrm>
            <a:off x="3403600" y="2184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3"/>
                </a:lnTo>
                <a:lnTo>
                  <a:pt x="4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B6FF"/>
          </a:solidFill>
          <a:ln w="3542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Freeform 738"/>
          <p:cNvSpPr/>
          <p:nvPr/>
        </p:nvSpPr>
        <p:spPr>
          <a:xfrm>
            <a:off x="3454400" y="2222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5"/>
                </a:lnTo>
                <a:lnTo>
                  <a:pt x="4" y="5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4FF"/>
          </a:solidFill>
          <a:ln w="3542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Freeform 739"/>
          <p:cNvSpPr/>
          <p:nvPr/>
        </p:nvSpPr>
        <p:spPr>
          <a:xfrm>
            <a:off x="3505200" y="2286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6"/>
                </a:lnTo>
                <a:lnTo>
                  <a:pt x="4" y="6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3EFF"/>
          </a:solidFill>
          <a:ln w="3542">
            <a:solidFill>
              <a:srgbClr val="003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Freeform 740"/>
          <p:cNvSpPr/>
          <p:nvPr/>
        </p:nvSpPr>
        <p:spPr>
          <a:xfrm>
            <a:off x="3556000" y="23622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8"/>
                </a:lnTo>
                <a:lnTo>
                  <a:pt x="4" y="9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DA"/>
          </a:solidFill>
          <a:ln w="3542">
            <a:solidFill>
              <a:srgbClr val="0000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Freeform 741"/>
          <p:cNvSpPr/>
          <p:nvPr/>
        </p:nvSpPr>
        <p:spPr>
          <a:xfrm>
            <a:off x="2032000" y="1803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E3FF1C"/>
          </a:solidFill>
          <a:ln w="3542">
            <a:solidFill>
              <a:srgbClr val="B6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Freeform 742"/>
          <p:cNvSpPr/>
          <p:nvPr/>
        </p:nvSpPr>
        <p:spPr>
          <a:xfrm>
            <a:off x="2095500" y="1816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DEFF21"/>
          </a:solidFill>
          <a:ln w="3542">
            <a:solidFill>
              <a:srgbClr val="B2C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Freeform 743"/>
          <p:cNvSpPr/>
          <p:nvPr/>
        </p:nvSpPr>
        <p:spPr>
          <a:xfrm>
            <a:off x="2146300" y="1828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D5FF2A"/>
          </a:solidFill>
          <a:ln w="3542">
            <a:solidFill>
              <a:srgbClr val="AACC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Freeform 744"/>
          <p:cNvSpPr/>
          <p:nvPr/>
        </p:nvSpPr>
        <p:spPr>
          <a:xfrm>
            <a:off x="2197100" y="1841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C8FF37"/>
          </a:solidFill>
          <a:ln w="3542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Freeform 745"/>
          <p:cNvSpPr/>
          <p:nvPr/>
        </p:nvSpPr>
        <p:spPr>
          <a:xfrm>
            <a:off x="2247900" y="1854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5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B9FF46"/>
          </a:solidFill>
          <a:ln w="3542">
            <a:solidFill>
              <a:srgbClr val="94C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Freeform 746"/>
          <p:cNvSpPr/>
          <p:nvPr/>
        </p:nvSpPr>
        <p:spPr>
          <a:xfrm>
            <a:off x="2311400" y="18796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A7FF58"/>
          </a:solidFill>
          <a:ln w="3542">
            <a:solidFill>
              <a:srgbClr val="85C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Freeform 747"/>
          <p:cNvSpPr/>
          <p:nvPr/>
        </p:nvSpPr>
        <p:spPr>
          <a:xfrm>
            <a:off x="2362200" y="1905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3FF6C"/>
          </a:solidFill>
          <a:ln w="3542">
            <a:solidFill>
              <a:srgbClr val="76CC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Freeform 748"/>
          <p:cNvSpPr/>
          <p:nvPr/>
        </p:nvSpPr>
        <p:spPr>
          <a:xfrm>
            <a:off x="2413000" y="1930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Freeform 749"/>
          <p:cNvSpPr/>
          <p:nvPr/>
        </p:nvSpPr>
        <p:spPr>
          <a:xfrm>
            <a:off x="2463800" y="1943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6CFF93"/>
          </a:solidFill>
          <a:ln w="3542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Freeform 750"/>
          <p:cNvSpPr/>
          <p:nvPr/>
        </p:nvSpPr>
        <p:spPr>
          <a:xfrm>
            <a:off x="2514600" y="1968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5AFFA5"/>
          </a:solidFill>
          <a:ln w="3542">
            <a:solidFill>
              <a:srgbClr val="48C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Freeform 751"/>
          <p:cNvSpPr/>
          <p:nvPr/>
        </p:nvSpPr>
        <p:spPr>
          <a:xfrm>
            <a:off x="2578100" y="1993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4AFFB5"/>
          </a:solidFill>
          <a:ln w="3542">
            <a:solidFill>
              <a:srgbClr val="3BC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Freeform 752"/>
          <p:cNvSpPr/>
          <p:nvPr/>
        </p:nvSpPr>
        <p:spPr>
          <a:xfrm>
            <a:off x="2628900" y="2006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3CFFC3"/>
          </a:solidFill>
          <a:ln w="3542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Freeform 753"/>
          <p:cNvSpPr/>
          <p:nvPr/>
        </p:nvSpPr>
        <p:spPr>
          <a:xfrm>
            <a:off x="2679700" y="2019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32FFCD"/>
          </a:solidFill>
          <a:ln w="3542">
            <a:solidFill>
              <a:srgbClr val="28C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Freeform 754"/>
          <p:cNvSpPr/>
          <p:nvPr/>
        </p:nvSpPr>
        <p:spPr>
          <a:xfrm>
            <a:off x="2730500" y="2032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2BFFD4"/>
          </a:solidFill>
          <a:ln w="3542">
            <a:solidFill>
              <a:srgbClr val="22C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Freeform 755"/>
          <p:cNvSpPr/>
          <p:nvPr/>
        </p:nvSpPr>
        <p:spPr>
          <a:xfrm>
            <a:off x="2794000" y="2044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0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28FFD7"/>
          </a:solidFill>
          <a:ln w="3542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Freeform 756"/>
          <p:cNvSpPr/>
          <p:nvPr/>
        </p:nvSpPr>
        <p:spPr>
          <a:xfrm>
            <a:off x="2844800" y="2044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Freeform 757"/>
          <p:cNvSpPr/>
          <p:nvPr/>
        </p:nvSpPr>
        <p:spPr>
          <a:xfrm>
            <a:off x="2895600" y="2057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Freeform 758"/>
          <p:cNvSpPr/>
          <p:nvPr/>
        </p:nvSpPr>
        <p:spPr>
          <a:xfrm>
            <a:off x="2946400" y="2057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Freeform 759"/>
          <p:cNvSpPr/>
          <p:nvPr/>
        </p:nvSpPr>
        <p:spPr>
          <a:xfrm>
            <a:off x="2997200" y="2057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Freeform 760"/>
          <p:cNvSpPr/>
          <p:nvPr/>
        </p:nvSpPr>
        <p:spPr>
          <a:xfrm>
            <a:off x="3060700" y="2070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0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Freeform 761"/>
          <p:cNvSpPr/>
          <p:nvPr/>
        </p:nvSpPr>
        <p:spPr>
          <a:xfrm>
            <a:off x="3111500" y="2070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Freeform 762"/>
          <p:cNvSpPr/>
          <p:nvPr/>
        </p:nvSpPr>
        <p:spPr>
          <a:xfrm>
            <a:off x="3162300" y="2082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21FFDE"/>
          </a:solidFill>
          <a:ln w="3542">
            <a:solidFill>
              <a:srgbClr val="1AC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Freeform 763"/>
          <p:cNvSpPr/>
          <p:nvPr/>
        </p:nvSpPr>
        <p:spPr>
          <a:xfrm>
            <a:off x="3213100" y="2108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2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12FFED"/>
          </a:solidFill>
          <a:ln w="3542">
            <a:solidFill>
              <a:srgbClr val="0FC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Freeform 764"/>
          <p:cNvSpPr/>
          <p:nvPr/>
        </p:nvSpPr>
        <p:spPr>
          <a:xfrm>
            <a:off x="3276600" y="2133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FFF"/>
          </a:solidFill>
          <a:ln w="3542">
            <a:solidFill>
              <a:srgbClr val="00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Freeform 765"/>
          <p:cNvSpPr/>
          <p:nvPr/>
        </p:nvSpPr>
        <p:spPr>
          <a:xfrm>
            <a:off x="3327400" y="2146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3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7FF"/>
          </a:solidFill>
          <a:ln w="3542">
            <a:solidFill>
              <a:srgbClr val="00B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Freeform 766"/>
          <p:cNvSpPr/>
          <p:nvPr/>
        </p:nvSpPr>
        <p:spPr>
          <a:xfrm>
            <a:off x="3378200" y="2184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3"/>
                </a:lnTo>
                <a:lnTo>
                  <a:pt x="4" y="3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C4FF"/>
          </a:solidFill>
          <a:ln w="3542">
            <a:solidFill>
              <a:srgbClr val="009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Freeform 767"/>
          <p:cNvSpPr/>
          <p:nvPr/>
        </p:nvSpPr>
        <p:spPr>
          <a:xfrm>
            <a:off x="3429000" y="2222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5"/>
                </a:lnTo>
                <a:lnTo>
                  <a:pt x="4" y="5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92FF"/>
          </a:solidFill>
          <a:ln w="3542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Freeform 768"/>
          <p:cNvSpPr/>
          <p:nvPr/>
        </p:nvSpPr>
        <p:spPr>
          <a:xfrm>
            <a:off x="3479800" y="2286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6"/>
                </a:lnTo>
                <a:lnTo>
                  <a:pt x="5" y="6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4BFF"/>
          </a:solidFill>
          <a:ln w="3542">
            <a:solidFill>
              <a:srgbClr val="003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Freeform 769"/>
          <p:cNvSpPr/>
          <p:nvPr/>
        </p:nvSpPr>
        <p:spPr>
          <a:xfrm>
            <a:off x="3543300" y="2362200"/>
            <a:ext cx="63500" cy="127000"/>
          </a:xfrm>
          <a:custGeom>
            <a:avLst/>
            <a:gdLst/>
            <a:ahLst/>
            <a:cxnLst/>
            <a:rect l="l" t="t" r="r" b="b"/>
            <a:pathLst>
              <a:path w="5" h="10">
                <a:moveTo>
                  <a:pt x="1" y="0"/>
                </a:moveTo>
                <a:lnTo>
                  <a:pt x="5" y="9"/>
                </a:lnTo>
                <a:lnTo>
                  <a:pt x="4" y="1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E3"/>
          </a:solidFill>
          <a:ln w="3542">
            <a:solidFill>
              <a:srgbClr val="0000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Freeform 770"/>
          <p:cNvSpPr/>
          <p:nvPr/>
        </p:nvSpPr>
        <p:spPr>
          <a:xfrm>
            <a:off x="2019300" y="1841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CAFF35"/>
          </a:solidFill>
          <a:ln w="3542">
            <a:solidFill>
              <a:srgbClr val="A1C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Freeform 771"/>
          <p:cNvSpPr/>
          <p:nvPr/>
        </p:nvSpPr>
        <p:spPr>
          <a:xfrm>
            <a:off x="2070100" y="1854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C5FF3A"/>
          </a:solidFill>
          <a:ln w="3542">
            <a:solidFill>
              <a:srgbClr val="9EC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Freeform 772"/>
          <p:cNvSpPr/>
          <p:nvPr/>
        </p:nvSpPr>
        <p:spPr>
          <a:xfrm>
            <a:off x="2120900" y="1866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BCFF43"/>
          </a:solidFill>
          <a:ln w="3542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Freeform 773"/>
          <p:cNvSpPr/>
          <p:nvPr/>
        </p:nvSpPr>
        <p:spPr>
          <a:xfrm>
            <a:off x="2184400" y="18796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B1FF4E"/>
          </a:solidFill>
          <a:ln w="3542">
            <a:solidFill>
              <a:srgbClr val="8DCC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Freeform 774"/>
          <p:cNvSpPr/>
          <p:nvPr/>
        </p:nvSpPr>
        <p:spPr>
          <a:xfrm>
            <a:off x="2235200" y="1892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A2FF5D"/>
          </a:solidFill>
          <a:ln w="3542">
            <a:solidFill>
              <a:srgbClr val="82C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Freeform 775"/>
          <p:cNvSpPr/>
          <p:nvPr/>
        </p:nvSpPr>
        <p:spPr>
          <a:xfrm>
            <a:off x="2286000" y="1917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1FF6E"/>
          </a:solidFill>
          <a:ln w="3542">
            <a:solidFill>
              <a:srgbClr val="74C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Freeform 776"/>
          <p:cNvSpPr/>
          <p:nvPr/>
        </p:nvSpPr>
        <p:spPr>
          <a:xfrm>
            <a:off x="2336800" y="1930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Freeform 777"/>
          <p:cNvSpPr/>
          <p:nvPr/>
        </p:nvSpPr>
        <p:spPr>
          <a:xfrm>
            <a:off x="2400300" y="19558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BFF94"/>
          </a:solidFill>
          <a:ln w="3542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Freeform 778"/>
          <p:cNvSpPr/>
          <p:nvPr/>
        </p:nvSpPr>
        <p:spPr>
          <a:xfrm>
            <a:off x="2451100" y="19812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56FFA9"/>
          </a:solidFill>
          <a:ln w="3542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Freeform 779"/>
          <p:cNvSpPr/>
          <p:nvPr/>
        </p:nvSpPr>
        <p:spPr>
          <a:xfrm>
            <a:off x="2501900" y="2006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42FFBD"/>
          </a:solidFill>
          <a:ln w="3542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Freeform 780"/>
          <p:cNvSpPr/>
          <p:nvPr/>
        </p:nvSpPr>
        <p:spPr>
          <a:xfrm>
            <a:off x="2552700" y="2019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31FFCE"/>
          </a:solidFill>
          <a:ln w="3542">
            <a:solidFill>
              <a:srgbClr val="27C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Freeform 781"/>
          <p:cNvSpPr/>
          <p:nvPr/>
        </p:nvSpPr>
        <p:spPr>
          <a:xfrm>
            <a:off x="2603500" y="2044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22FFDD"/>
          </a:solidFill>
          <a:ln w="3542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Freeform 782"/>
          <p:cNvSpPr/>
          <p:nvPr/>
        </p:nvSpPr>
        <p:spPr>
          <a:xfrm>
            <a:off x="2667000" y="20574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17FFE8"/>
          </a:solidFill>
          <a:ln w="3542">
            <a:solidFill>
              <a:srgbClr val="12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Freeform 783"/>
          <p:cNvSpPr/>
          <p:nvPr/>
        </p:nvSpPr>
        <p:spPr>
          <a:xfrm>
            <a:off x="2717800" y="2070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FFFF0"/>
          </a:solidFill>
          <a:ln w="3542">
            <a:solidFill>
              <a:srgbClr val="0CC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Freeform 784"/>
          <p:cNvSpPr/>
          <p:nvPr/>
        </p:nvSpPr>
        <p:spPr>
          <a:xfrm>
            <a:off x="2768600" y="2082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CFFF3"/>
          </a:solidFill>
          <a:ln w="3542">
            <a:solidFill>
              <a:srgbClr val="0AC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Freeform 785"/>
          <p:cNvSpPr/>
          <p:nvPr/>
        </p:nvSpPr>
        <p:spPr>
          <a:xfrm>
            <a:off x="2819400" y="2082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Freeform 786"/>
          <p:cNvSpPr/>
          <p:nvPr/>
        </p:nvSpPr>
        <p:spPr>
          <a:xfrm>
            <a:off x="2870200" y="2095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5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Freeform 787"/>
          <p:cNvSpPr/>
          <p:nvPr/>
        </p:nvSpPr>
        <p:spPr>
          <a:xfrm>
            <a:off x="2933700" y="20955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0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Freeform 788"/>
          <p:cNvSpPr/>
          <p:nvPr/>
        </p:nvSpPr>
        <p:spPr>
          <a:xfrm>
            <a:off x="2984500" y="2095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Freeform 789"/>
          <p:cNvSpPr/>
          <p:nvPr/>
        </p:nvSpPr>
        <p:spPr>
          <a:xfrm>
            <a:off x="3035300" y="2108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Freeform 790"/>
          <p:cNvSpPr/>
          <p:nvPr/>
        </p:nvSpPr>
        <p:spPr>
          <a:xfrm>
            <a:off x="3086100" y="2108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5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EFFF1"/>
          </a:solidFill>
          <a:ln w="3542">
            <a:solidFill>
              <a:srgbClr val="0B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Freeform 791"/>
          <p:cNvSpPr/>
          <p:nvPr/>
        </p:nvSpPr>
        <p:spPr>
          <a:xfrm>
            <a:off x="3149600" y="2108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12FFED"/>
          </a:solidFill>
          <a:ln w="3542">
            <a:solidFill>
              <a:srgbClr val="0FC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Freeform 792"/>
          <p:cNvSpPr/>
          <p:nvPr/>
        </p:nvSpPr>
        <p:spPr>
          <a:xfrm>
            <a:off x="3200400" y="2120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DFFF2"/>
          </a:solidFill>
          <a:ln w="3542">
            <a:solidFill>
              <a:srgbClr val="0AC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Freeform 793"/>
          <p:cNvSpPr/>
          <p:nvPr/>
        </p:nvSpPr>
        <p:spPr>
          <a:xfrm>
            <a:off x="3251200" y="2133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FBFF"/>
          </a:solidFill>
          <a:ln w="3542">
            <a:solidFill>
              <a:srgbClr val="00C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Freeform 794"/>
          <p:cNvSpPr/>
          <p:nvPr/>
        </p:nvSpPr>
        <p:spPr>
          <a:xfrm>
            <a:off x="3302000" y="2159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E2FF"/>
          </a:solidFill>
          <a:ln w="3542">
            <a:solidFill>
              <a:srgbClr val="00B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Freeform 795"/>
          <p:cNvSpPr/>
          <p:nvPr/>
        </p:nvSpPr>
        <p:spPr>
          <a:xfrm>
            <a:off x="3352800" y="2184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3"/>
                </a:lnTo>
                <a:lnTo>
                  <a:pt x="5" y="6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BFFF"/>
          </a:solidFill>
          <a:ln w="3542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Freeform 796"/>
          <p:cNvSpPr/>
          <p:nvPr/>
        </p:nvSpPr>
        <p:spPr>
          <a:xfrm>
            <a:off x="3416300" y="22225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5"/>
                </a:lnTo>
                <a:lnTo>
                  <a:pt x="4" y="7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542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Freeform 797"/>
          <p:cNvSpPr/>
          <p:nvPr/>
        </p:nvSpPr>
        <p:spPr>
          <a:xfrm>
            <a:off x="3467100" y="22860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6"/>
                </a:lnTo>
                <a:lnTo>
                  <a:pt x="4" y="9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47FF"/>
          </a:solidFill>
          <a:ln w="3542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Freeform 798"/>
          <p:cNvSpPr/>
          <p:nvPr/>
        </p:nvSpPr>
        <p:spPr>
          <a:xfrm>
            <a:off x="3517900" y="23622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2" y="0"/>
                </a:moveTo>
                <a:lnTo>
                  <a:pt x="6" y="10"/>
                </a:lnTo>
                <a:lnTo>
                  <a:pt x="4" y="11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00E0"/>
          </a:solidFill>
          <a:ln w="3542">
            <a:solidFill>
              <a:srgbClr val="000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Freeform 799"/>
          <p:cNvSpPr/>
          <p:nvPr/>
        </p:nvSpPr>
        <p:spPr>
          <a:xfrm>
            <a:off x="1993900" y="1879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B5FF4A"/>
          </a:solidFill>
          <a:ln w="3542">
            <a:solidFill>
              <a:srgbClr val="90C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Freeform 800"/>
          <p:cNvSpPr/>
          <p:nvPr/>
        </p:nvSpPr>
        <p:spPr>
          <a:xfrm>
            <a:off x="2057400" y="18796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B0FF4F"/>
          </a:solidFill>
          <a:ln w="3542">
            <a:solidFill>
              <a:srgbClr val="8DCC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Freeform 801"/>
          <p:cNvSpPr/>
          <p:nvPr/>
        </p:nvSpPr>
        <p:spPr>
          <a:xfrm>
            <a:off x="2108200" y="1892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A8FF57"/>
          </a:solidFill>
          <a:ln w="3542">
            <a:solidFill>
              <a:srgbClr val="86C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Freeform 802"/>
          <p:cNvSpPr/>
          <p:nvPr/>
        </p:nvSpPr>
        <p:spPr>
          <a:xfrm>
            <a:off x="2159000" y="1905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DC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Freeform 803"/>
          <p:cNvSpPr/>
          <p:nvPr/>
        </p:nvSpPr>
        <p:spPr>
          <a:xfrm>
            <a:off x="2209800" y="1930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FFF70"/>
          </a:solidFill>
          <a:ln w="3542">
            <a:solidFill>
              <a:srgbClr val="72C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Freeform 804"/>
          <p:cNvSpPr/>
          <p:nvPr/>
        </p:nvSpPr>
        <p:spPr>
          <a:xfrm>
            <a:off x="2273300" y="1943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Freeform 805"/>
          <p:cNvSpPr/>
          <p:nvPr/>
        </p:nvSpPr>
        <p:spPr>
          <a:xfrm>
            <a:off x="2324100" y="1968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DFF92"/>
          </a:solidFill>
          <a:ln w="3542">
            <a:solidFill>
              <a:srgbClr val="57C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Freeform 806"/>
          <p:cNvSpPr/>
          <p:nvPr/>
        </p:nvSpPr>
        <p:spPr>
          <a:xfrm>
            <a:off x="2374900" y="1981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58FFA7"/>
          </a:solidFill>
          <a:ln w="3542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Freeform 807"/>
          <p:cNvSpPr/>
          <p:nvPr/>
        </p:nvSpPr>
        <p:spPr>
          <a:xfrm>
            <a:off x="2425700" y="20066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3FFFC0"/>
          </a:solidFill>
          <a:ln w="3542">
            <a:solidFill>
              <a:srgbClr val="33CC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Freeform 808"/>
          <p:cNvSpPr/>
          <p:nvPr/>
        </p:nvSpPr>
        <p:spPr>
          <a:xfrm>
            <a:off x="2476500" y="2032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5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Freeform 809"/>
          <p:cNvSpPr/>
          <p:nvPr/>
        </p:nvSpPr>
        <p:spPr>
          <a:xfrm>
            <a:off x="2540000" y="2057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2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13FFEC"/>
          </a:solidFill>
          <a:ln w="3542">
            <a:solidFill>
              <a:srgbClr val="0FCC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Freeform 810"/>
          <p:cNvSpPr/>
          <p:nvPr/>
        </p:nvSpPr>
        <p:spPr>
          <a:xfrm>
            <a:off x="2590800" y="2082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3FFFC"/>
          </a:solidFill>
          <a:ln w="3542">
            <a:solidFill>
              <a:srgbClr val="02C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Freeform 811"/>
          <p:cNvSpPr/>
          <p:nvPr/>
        </p:nvSpPr>
        <p:spPr>
          <a:xfrm>
            <a:off x="2641600" y="2095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F6FF"/>
          </a:solidFill>
          <a:ln w="3542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Freeform 812"/>
          <p:cNvSpPr/>
          <p:nvPr/>
        </p:nvSpPr>
        <p:spPr>
          <a:xfrm>
            <a:off x="2692400" y="2108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EDFF"/>
          </a:solidFill>
          <a:ln w="3542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Freeform 813"/>
          <p:cNvSpPr/>
          <p:nvPr/>
        </p:nvSpPr>
        <p:spPr>
          <a:xfrm>
            <a:off x="2755900" y="2120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0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EA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Freeform 814"/>
          <p:cNvSpPr/>
          <p:nvPr/>
        </p:nvSpPr>
        <p:spPr>
          <a:xfrm>
            <a:off x="2806700" y="2120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Freeform 815"/>
          <p:cNvSpPr/>
          <p:nvPr/>
        </p:nvSpPr>
        <p:spPr>
          <a:xfrm>
            <a:off x="2857500" y="2133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0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Freeform 816"/>
          <p:cNvSpPr/>
          <p:nvPr/>
        </p:nvSpPr>
        <p:spPr>
          <a:xfrm>
            <a:off x="2908300" y="2133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4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Freeform 817"/>
          <p:cNvSpPr/>
          <p:nvPr/>
        </p:nvSpPr>
        <p:spPr>
          <a:xfrm>
            <a:off x="2959100" y="2133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Freeform 818"/>
          <p:cNvSpPr/>
          <p:nvPr/>
        </p:nvSpPr>
        <p:spPr>
          <a:xfrm>
            <a:off x="3022600" y="2146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0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EBFF"/>
          </a:solidFill>
          <a:ln w="3542">
            <a:solidFill>
              <a:srgbClr val="00B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Freeform 819"/>
          <p:cNvSpPr/>
          <p:nvPr/>
        </p:nvSpPr>
        <p:spPr>
          <a:xfrm>
            <a:off x="3073400" y="2146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542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Freeform 820"/>
          <p:cNvSpPr/>
          <p:nvPr/>
        </p:nvSpPr>
        <p:spPr>
          <a:xfrm>
            <a:off x="3124200" y="2146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FFFF"/>
          </a:solidFill>
          <a:ln w="3542">
            <a:solidFill>
              <a:srgbClr val="00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Freeform 821"/>
          <p:cNvSpPr/>
          <p:nvPr/>
        </p:nvSpPr>
        <p:spPr>
          <a:xfrm>
            <a:off x="3175000" y="2146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FBFF"/>
          </a:solidFill>
          <a:ln w="3542">
            <a:solidFill>
              <a:srgbClr val="00C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Freeform 822"/>
          <p:cNvSpPr/>
          <p:nvPr/>
        </p:nvSpPr>
        <p:spPr>
          <a:xfrm>
            <a:off x="3225800" y="2159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E8FF"/>
          </a:solidFill>
          <a:ln w="3542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Freeform 823"/>
          <p:cNvSpPr/>
          <p:nvPr/>
        </p:nvSpPr>
        <p:spPr>
          <a:xfrm>
            <a:off x="3289300" y="2184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3"/>
                </a:lnTo>
                <a:lnTo>
                  <a:pt x="4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D1FF"/>
          </a:solidFill>
          <a:ln w="3542">
            <a:solidFill>
              <a:srgbClr val="00A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Freeform 824"/>
          <p:cNvSpPr/>
          <p:nvPr/>
        </p:nvSpPr>
        <p:spPr>
          <a:xfrm>
            <a:off x="3340100" y="2222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3"/>
                </a:lnTo>
                <a:lnTo>
                  <a:pt x="4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ADFF"/>
          </a:solidFill>
          <a:ln w="3542">
            <a:solidFill>
              <a:srgbClr val="008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Freeform 825"/>
          <p:cNvSpPr/>
          <p:nvPr/>
        </p:nvSpPr>
        <p:spPr>
          <a:xfrm>
            <a:off x="3390900" y="2260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4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7CFF"/>
          </a:solidFill>
          <a:ln w="3542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Freeform 826"/>
          <p:cNvSpPr/>
          <p:nvPr/>
        </p:nvSpPr>
        <p:spPr>
          <a:xfrm>
            <a:off x="3441700" y="23114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7"/>
                </a:lnTo>
                <a:lnTo>
                  <a:pt x="5" y="8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37FF"/>
          </a:solidFill>
          <a:ln w="3542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Freeform 827"/>
          <p:cNvSpPr/>
          <p:nvPr/>
        </p:nvSpPr>
        <p:spPr>
          <a:xfrm>
            <a:off x="3505200" y="2400300"/>
            <a:ext cx="63500" cy="127000"/>
          </a:xfrm>
          <a:custGeom>
            <a:avLst/>
            <a:gdLst/>
            <a:ahLst/>
            <a:cxnLst/>
            <a:rect l="l" t="t" r="r" b="b"/>
            <a:pathLst>
              <a:path w="5" h="10">
                <a:moveTo>
                  <a:pt x="1" y="0"/>
                </a:moveTo>
                <a:lnTo>
                  <a:pt x="5" y="8"/>
                </a:lnTo>
                <a:lnTo>
                  <a:pt x="4" y="1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D4"/>
          </a:solidFill>
          <a:ln w="3542">
            <a:solidFill>
              <a:srgbClr val="000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Freeform 828"/>
          <p:cNvSpPr/>
          <p:nvPr/>
        </p:nvSpPr>
        <p:spPr>
          <a:xfrm>
            <a:off x="1981200" y="1905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A3FF5C"/>
          </a:solidFill>
          <a:ln w="3542">
            <a:solidFill>
              <a:srgbClr val="82C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Freeform 829"/>
          <p:cNvSpPr/>
          <p:nvPr/>
        </p:nvSpPr>
        <p:spPr>
          <a:xfrm>
            <a:off x="2032000" y="1917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FFF60"/>
          </a:solidFill>
          <a:ln w="3542">
            <a:solidFill>
              <a:srgbClr val="7FCC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Freeform 830"/>
          <p:cNvSpPr/>
          <p:nvPr/>
        </p:nvSpPr>
        <p:spPr>
          <a:xfrm>
            <a:off x="2082800" y="1930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7FF68"/>
          </a:solidFill>
          <a:ln w="3542">
            <a:solidFill>
              <a:srgbClr val="79C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Freeform 831"/>
          <p:cNvSpPr/>
          <p:nvPr/>
        </p:nvSpPr>
        <p:spPr>
          <a:xfrm>
            <a:off x="2146300" y="1943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8CFF73"/>
          </a:solidFill>
          <a:ln w="3542">
            <a:solidFill>
              <a:srgbClr val="70C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Freeform 832"/>
          <p:cNvSpPr/>
          <p:nvPr/>
        </p:nvSpPr>
        <p:spPr>
          <a:xfrm>
            <a:off x="2197100" y="1955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Freeform 833"/>
          <p:cNvSpPr/>
          <p:nvPr/>
        </p:nvSpPr>
        <p:spPr>
          <a:xfrm>
            <a:off x="2247900" y="1968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FFF90"/>
          </a:solidFill>
          <a:ln w="3542">
            <a:solidFill>
              <a:srgbClr val="59C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Freeform 834"/>
          <p:cNvSpPr/>
          <p:nvPr/>
        </p:nvSpPr>
        <p:spPr>
          <a:xfrm>
            <a:off x="2298700" y="1993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5CFFA3"/>
          </a:solidFill>
          <a:ln w="3542">
            <a:solidFill>
              <a:srgbClr val="4AC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Freeform 835"/>
          <p:cNvSpPr/>
          <p:nvPr/>
        </p:nvSpPr>
        <p:spPr>
          <a:xfrm>
            <a:off x="2349500" y="2019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46FFB9"/>
          </a:solidFill>
          <a:ln w="3542">
            <a:solidFill>
              <a:srgbClr val="38CC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Freeform 836"/>
          <p:cNvSpPr/>
          <p:nvPr/>
        </p:nvSpPr>
        <p:spPr>
          <a:xfrm>
            <a:off x="2413000" y="2044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2"/>
                </a:lnTo>
                <a:lnTo>
                  <a:pt x="4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2BFFD4"/>
          </a:solidFill>
          <a:ln w="3542">
            <a:solidFill>
              <a:srgbClr val="23C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Freeform 837"/>
          <p:cNvSpPr/>
          <p:nvPr/>
        </p:nvSpPr>
        <p:spPr>
          <a:xfrm>
            <a:off x="2463800" y="2070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EFFF1"/>
          </a:solidFill>
          <a:ln w="3542">
            <a:solidFill>
              <a:srgbClr val="0B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Freeform 838"/>
          <p:cNvSpPr/>
          <p:nvPr/>
        </p:nvSpPr>
        <p:spPr>
          <a:xfrm>
            <a:off x="2514600" y="2095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2"/>
                </a:lnTo>
                <a:lnTo>
                  <a:pt x="4" y="6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F1FF"/>
          </a:solidFill>
          <a:ln w="3542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Freeform 839"/>
          <p:cNvSpPr/>
          <p:nvPr/>
        </p:nvSpPr>
        <p:spPr>
          <a:xfrm>
            <a:off x="2565400" y="21209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5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DDFF"/>
          </a:solidFill>
          <a:ln w="3542">
            <a:solidFill>
              <a:srgbClr val="00B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Freeform 840"/>
          <p:cNvSpPr/>
          <p:nvPr/>
        </p:nvSpPr>
        <p:spPr>
          <a:xfrm>
            <a:off x="2628900" y="21336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2"/>
                </a:lnTo>
                <a:lnTo>
                  <a:pt x="4" y="6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D0FF"/>
          </a:solidFill>
          <a:ln w="3542">
            <a:solidFill>
              <a:srgbClr val="00A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Freeform 841"/>
          <p:cNvSpPr/>
          <p:nvPr/>
        </p:nvSpPr>
        <p:spPr>
          <a:xfrm>
            <a:off x="2679700" y="2159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0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C7FF"/>
          </a:solidFill>
          <a:ln w="3542">
            <a:solidFill>
              <a:srgbClr val="009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Freeform 842"/>
          <p:cNvSpPr/>
          <p:nvPr/>
        </p:nvSpPr>
        <p:spPr>
          <a:xfrm>
            <a:off x="2730500" y="2159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4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C3FF"/>
          </a:solidFill>
          <a:ln w="3542">
            <a:solidFill>
              <a:srgbClr val="009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Freeform 843"/>
          <p:cNvSpPr/>
          <p:nvPr/>
        </p:nvSpPr>
        <p:spPr>
          <a:xfrm>
            <a:off x="2781300" y="2171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4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C2FF"/>
          </a:solidFill>
          <a:ln w="3542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Freeform 844"/>
          <p:cNvSpPr/>
          <p:nvPr/>
        </p:nvSpPr>
        <p:spPr>
          <a:xfrm>
            <a:off x="2832100" y="21717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5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C2FF"/>
          </a:solidFill>
          <a:ln w="3542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Freeform 845"/>
          <p:cNvSpPr/>
          <p:nvPr/>
        </p:nvSpPr>
        <p:spPr>
          <a:xfrm>
            <a:off x="2895600" y="21844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0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C2FF"/>
          </a:solidFill>
          <a:ln w="3542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Freeform 846"/>
          <p:cNvSpPr/>
          <p:nvPr/>
        </p:nvSpPr>
        <p:spPr>
          <a:xfrm>
            <a:off x="2946400" y="2184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0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C4FF"/>
          </a:solidFill>
          <a:ln w="3542">
            <a:solidFill>
              <a:srgbClr val="009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Freeform 847"/>
          <p:cNvSpPr/>
          <p:nvPr/>
        </p:nvSpPr>
        <p:spPr>
          <a:xfrm>
            <a:off x="2997200" y="2184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CBFF"/>
          </a:solidFill>
          <a:ln w="3542">
            <a:solidFill>
              <a:srgbClr val="00A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Freeform 848"/>
          <p:cNvSpPr/>
          <p:nvPr/>
        </p:nvSpPr>
        <p:spPr>
          <a:xfrm>
            <a:off x="3048000" y="2171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1"/>
                </a:moveTo>
                <a:lnTo>
                  <a:pt x="6" y="0"/>
                </a:lnTo>
                <a:lnTo>
                  <a:pt x="5" y="3"/>
                </a:lnTo>
                <a:lnTo>
                  <a:pt x="0" y="4"/>
                </a:lnTo>
                <a:lnTo>
                  <a:pt x="2" y="1"/>
                </a:lnTo>
                <a:close/>
              </a:path>
            </a:pathLst>
          </a:custGeom>
          <a:solidFill>
            <a:srgbClr val="00D9FF"/>
          </a:solidFill>
          <a:ln w="3542">
            <a:solidFill>
              <a:srgbClr val="00A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Freeform 849"/>
          <p:cNvSpPr/>
          <p:nvPr/>
        </p:nvSpPr>
        <p:spPr>
          <a:xfrm>
            <a:off x="3111500" y="2171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0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E7FF"/>
          </a:solidFill>
          <a:ln w="3542">
            <a:solidFill>
              <a:srgbClr val="00B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Freeform 850"/>
          <p:cNvSpPr/>
          <p:nvPr/>
        </p:nvSpPr>
        <p:spPr>
          <a:xfrm>
            <a:off x="3162300" y="2171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2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E2FF"/>
          </a:solidFill>
          <a:ln w="3542">
            <a:solidFill>
              <a:srgbClr val="00B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Freeform 851"/>
          <p:cNvSpPr/>
          <p:nvPr/>
        </p:nvSpPr>
        <p:spPr>
          <a:xfrm>
            <a:off x="3213100" y="2197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D1FF"/>
          </a:solidFill>
          <a:ln w="3542">
            <a:solidFill>
              <a:srgbClr val="00A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Freeform 852"/>
          <p:cNvSpPr/>
          <p:nvPr/>
        </p:nvSpPr>
        <p:spPr>
          <a:xfrm>
            <a:off x="3263900" y="2209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BEFF"/>
          </a:solidFill>
          <a:ln w="3542">
            <a:solidFill>
              <a:srgbClr val="009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Freeform 853"/>
          <p:cNvSpPr/>
          <p:nvPr/>
        </p:nvSpPr>
        <p:spPr>
          <a:xfrm>
            <a:off x="3314700" y="22479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5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FFF"/>
          </a:solidFill>
          <a:ln w="3542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Freeform 854"/>
          <p:cNvSpPr/>
          <p:nvPr/>
        </p:nvSpPr>
        <p:spPr>
          <a:xfrm>
            <a:off x="3378200" y="22860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4"/>
                </a:lnTo>
                <a:lnTo>
                  <a:pt x="4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6DFF"/>
          </a:solidFill>
          <a:ln w="3542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Freeform 855"/>
          <p:cNvSpPr/>
          <p:nvPr/>
        </p:nvSpPr>
        <p:spPr>
          <a:xfrm>
            <a:off x="3429000" y="23368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1" y="0"/>
                </a:moveTo>
                <a:lnTo>
                  <a:pt x="6" y="6"/>
                </a:lnTo>
                <a:lnTo>
                  <a:pt x="4" y="8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2AFF"/>
          </a:solidFill>
          <a:ln w="3542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Freeform 856"/>
          <p:cNvSpPr/>
          <p:nvPr/>
        </p:nvSpPr>
        <p:spPr>
          <a:xfrm>
            <a:off x="3479800" y="24130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0"/>
                </a:moveTo>
                <a:lnTo>
                  <a:pt x="6" y="9"/>
                </a:lnTo>
                <a:lnTo>
                  <a:pt x="4" y="10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CA"/>
          </a:solidFill>
          <a:ln w="3542">
            <a:solidFill>
              <a:srgbClr val="0000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Freeform 857"/>
          <p:cNvSpPr/>
          <p:nvPr/>
        </p:nvSpPr>
        <p:spPr>
          <a:xfrm>
            <a:off x="1955800" y="1930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5FF6A"/>
          </a:solidFill>
          <a:ln w="3542">
            <a:solidFill>
              <a:srgbClr val="77C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Freeform 858"/>
          <p:cNvSpPr/>
          <p:nvPr/>
        </p:nvSpPr>
        <p:spPr>
          <a:xfrm>
            <a:off x="2019300" y="1943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1FF6E"/>
          </a:solidFill>
          <a:ln w="3542">
            <a:solidFill>
              <a:srgbClr val="74C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reeform 859"/>
          <p:cNvSpPr/>
          <p:nvPr/>
        </p:nvSpPr>
        <p:spPr>
          <a:xfrm>
            <a:off x="2070100" y="1955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8AFF75"/>
          </a:solidFill>
          <a:ln w="3542">
            <a:solidFill>
              <a:srgbClr val="6ECC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reeform 860"/>
          <p:cNvSpPr/>
          <p:nvPr/>
        </p:nvSpPr>
        <p:spPr>
          <a:xfrm>
            <a:off x="2120900" y="1968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Freeform 861"/>
          <p:cNvSpPr/>
          <p:nvPr/>
        </p:nvSpPr>
        <p:spPr>
          <a:xfrm>
            <a:off x="2171700" y="1981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2FF8D"/>
          </a:solidFill>
          <a:ln w="3542">
            <a:solidFill>
              <a:srgbClr val="5B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Freeform 862"/>
          <p:cNvSpPr/>
          <p:nvPr/>
        </p:nvSpPr>
        <p:spPr>
          <a:xfrm>
            <a:off x="2222500" y="1993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2FF9D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Freeform 863"/>
          <p:cNvSpPr/>
          <p:nvPr/>
        </p:nvSpPr>
        <p:spPr>
          <a:xfrm>
            <a:off x="2286000" y="20193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4EFFB1"/>
          </a:solidFill>
          <a:ln w="3542">
            <a:solidFill>
              <a:srgbClr val="3ECC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Freeform 864"/>
          <p:cNvSpPr/>
          <p:nvPr/>
        </p:nvSpPr>
        <p:spPr>
          <a:xfrm>
            <a:off x="2336800" y="2044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36FFC9"/>
          </a:solidFill>
          <a:ln w="3542">
            <a:solidFill>
              <a:srgbClr val="2BC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Freeform 865"/>
          <p:cNvSpPr/>
          <p:nvPr/>
        </p:nvSpPr>
        <p:spPr>
          <a:xfrm>
            <a:off x="2387600" y="2070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4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1AFFE5"/>
          </a:solidFill>
          <a:ln w="3542">
            <a:solidFill>
              <a:srgbClr val="15CC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Freeform 866"/>
          <p:cNvSpPr/>
          <p:nvPr/>
        </p:nvSpPr>
        <p:spPr>
          <a:xfrm>
            <a:off x="2438400" y="2108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5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F8FF"/>
          </a:solidFill>
          <a:ln w="3542">
            <a:solidFill>
              <a:srgbClr val="00C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Freeform 867"/>
          <p:cNvSpPr/>
          <p:nvPr/>
        </p:nvSpPr>
        <p:spPr>
          <a:xfrm>
            <a:off x="2501900" y="21336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3"/>
                </a:lnTo>
                <a:lnTo>
                  <a:pt x="4" y="6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D4FF"/>
          </a:solidFill>
          <a:ln w="3542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Freeform 868"/>
          <p:cNvSpPr/>
          <p:nvPr/>
        </p:nvSpPr>
        <p:spPr>
          <a:xfrm>
            <a:off x="2552700" y="21717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1"/>
                </a:lnTo>
                <a:lnTo>
                  <a:pt x="4" y="6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B5FF"/>
          </a:solidFill>
          <a:ln w="3542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Freeform 869"/>
          <p:cNvSpPr/>
          <p:nvPr/>
        </p:nvSpPr>
        <p:spPr>
          <a:xfrm>
            <a:off x="2603500" y="2184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2"/>
                </a:lnTo>
                <a:lnTo>
                  <a:pt x="4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00A2FF"/>
          </a:solidFill>
          <a:ln w="3542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Freeform 870"/>
          <p:cNvSpPr/>
          <p:nvPr/>
        </p:nvSpPr>
        <p:spPr>
          <a:xfrm>
            <a:off x="2654300" y="2209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0"/>
                </a:lnTo>
                <a:lnTo>
                  <a:pt x="4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98FF"/>
          </a:solidFill>
          <a:ln w="3542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Freeform 871"/>
          <p:cNvSpPr/>
          <p:nvPr/>
        </p:nvSpPr>
        <p:spPr>
          <a:xfrm>
            <a:off x="2705100" y="22098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1"/>
                </a:lnTo>
                <a:lnTo>
                  <a:pt x="5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0093FF"/>
          </a:solidFill>
          <a:ln w="3542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Freeform 872"/>
          <p:cNvSpPr/>
          <p:nvPr/>
        </p:nvSpPr>
        <p:spPr>
          <a:xfrm>
            <a:off x="2768600" y="2222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0"/>
                </a:lnTo>
                <a:lnTo>
                  <a:pt x="4" y="5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0093FF"/>
          </a:solidFill>
          <a:ln w="3542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Freeform 873"/>
          <p:cNvSpPr/>
          <p:nvPr/>
        </p:nvSpPr>
        <p:spPr>
          <a:xfrm>
            <a:off x="2819400" y="2222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1"/>
                </a:lnTo>
                <a:lnTo>
                  <a:pt x="4" y="5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0093FF"/>
          </a:solidFill>
          <a:ln w="3542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Freeform 874"/>
          <p:cNvSpPr/>
          <p:nvPr/>
        </p:nvSpPr>
        <p:spPr>
          <a:xfrm>
            <a:off x="2870200" y="2235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4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94FF"/>
          </a:solidFill>
          <a:ln w="3542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Freeform 875"/>
          <p:cNvSpPr/>
          <p:nvPr/>
        </p:nvSpPr>
        <p:spPr>
          <a:xfrm>
            <a:off x="2921000" y="2235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5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9AFF"/>
          </a:solidFill>
          <a:ln w="3542">
            <a:solidFill>
              <a:srgbClr val="007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Freeform 876"/>
          <p:cNvSpPr/>
          <p:nvPr/>
        </p:nvSpPr>
        <p:spPr>
          <a:xfrm>
            <a:off x="2984500" y="2222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1"/>
                </a:moveTo>
                <a:lnTo>
                  <a:pt x="5" y="0"/>
                </a:lnTo>
                <a:lnTo>
                  <a:pt x="4" y="4"/>
                </a:lnTo>
                <a:lnTo>
                  <a:pt x="0" y="5"/>
                </a:lnTo>
                <a:lnTo>
                  <a:pt x="1" y="1"/>
                </a:lnTo>
                <a:close/>
              </a:path>
            </a:pathLst>
          </a:custGeom>
          <a:solidFill>
            <a:srgbClr val="00A6FF"/>
          </a:solidFill>
          <a:ln w="3542">
            <a:solidFill>
              <a:srgbClr val="008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Freeform 877"/>
          <p:cNvSpPr/>
          <p:nvPr/>
        </p:nvSpPr>
        <p:spPr>
          <a:xfrm>
            <a:off x="3035300" y="2209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1"/>
                </a:moveTo>
                <a:lnTo>
                  <a:pt x="6" y="0"/>
                </a:lnTo>
                <a:lnTo>
                  <a:pt x="4" y="4"/>
                </a:lnTo>
                <a:lnTo>
                  <a:pt x="0" y="5"/>
                </a:lnTo>
                <a:lnTo>
                  <a:pt x="1" y="1"/>
                </a:lnTo>
                <a:close/>
              </a:path>
            </a:pathLst>
          </a:custGeom>
          <a:solidFill>
            <a:srgbClr val="00B6FF"/>
          </a:solidFill>
          <a:ln w="3542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Freeform 878"/>
          <p:cNvSpPr/>
          <p:nvPr/>
        </p:nvSpPr>
        <p:spPr>
          <a:xfrm>
            <a:off x="3086100" y="2209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4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C4FF"/>
          </a:solidFill>
          <a:ln w="3542">
            <a:solidFill>
              <a:srgbClr val="009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Freeform 879"/>
          <p:cNvSpPr/>
          <p:nvPr/>
        </p:nvSpPr>
        <p:spPr>
          <a:xfrm>
            <a:off x="3136900" y="22098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2"/>
                </a:lnTo>
                <a:lnTo>
                  <a:pt x="4" y="6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BFFF"/>
          </a:solidFill>
          <a:ln w="3542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Freeform 880"/>
          <p:cNvSpPr/>
          <p:nvPr/>
        </p:nvSpPr>
        <p:spPr>
          <a:xfrm>
            <a:off x="3187700" y="2235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5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ADFF"/>
          </a:solidFill>
          <a:ln w="3542">
            <a:solidFill>
              <a:srgbClr val="008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Freeform 881"/>
          <p:cNvSpPr/>
          <p:nvPr/>
        </p:nvSpPr>
        <p:spPr>
          <a:xfrm>
            <a:off x="3251200" y="22479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2"/>
                </a:lnTo>
                <a:lnTo>
                  <a:pt x="4" y="6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9FFF"/>
          </a:solidFill>
          <a:ln w="3542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Freeform 882"/>
          <p:cNvSpPr/>
          <p:nvPr/>
        </p:nvSpPr>
        <p:spPr>
          <a:xfrm>
            <a:off x="3302000" y="2273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3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8BFF"/>
          </a:solidFill>
          <a:ln w="3542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Freeform 883"/>
          <p:cNvSpPr/>
          <p:nvPr/>
        </p:nvSpPr>
        <p:spPr>
          <a:xfrm>
            <a:off x="3352800" y="2311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4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62FF"/>
          </a:solidFill>
          <a:ln w="3542">
            <a:solidFill>
              <a:srgbClr val="004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Freeform 884"/>
          <p:cNvSpPr/>
          <p:nvPr/>
        </p:nvSpPr>
        <p:spPr>
          <a:xfrm>
            <a:off x="3403600" y="23622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6"/>
                </a:lnTo>
                <a:lnTo>
                  <a:pt x="5" y="8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1FFF"/>
          </a:solidFill>
          <a:ln w="3542">
            <a:solidFill>
              <a:srgbClr val="001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Freeform 885"/>
          <p:cNvSpPr/>
          <p:nvPr/>
        </p:nvSpPr>
        <p:spPr>
          <a:xfrm>
            <a:off x="3467100" y="2438400"/>
            <a:ext cx="63500" cy="127000"/>
          </a:xfrm>
          <a:custGeom>
            <a:avLst/>
            <a:gdLst/>
            <a:ahLst/>
            <a:cxnLst/>
            <a:rect l="l" t="t" r="r" b="b"/>
            <a:pathLst>
              <a:path w="5" h="10">
                <a:moveTo>
                  <a:pt x="1" y="0"/>
                </a:moveTo>
                <a:lnTo>
                  <a:pt x="5" y="8"/>
                </a:lnTo>
                <a:lnTo>
                  <a:pt x="4" y="10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C2"/>
          </a:solidFill>
          <a:ln w="3542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Freeform 886"/>
          <p:cNvSpPr/>
          <p:nvPr/>
        </p:nvSpPr>
        <p:spPr>
          <a:xfrm>
            <a:off x="1943100" y="1955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8BFF74"/>
          </a:solidFill>
          <a:ln w="3542">
            <a:solidFill>
              <a:srgbClr val="6FC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Freeform 887"/>
          <p:cNvSpPr/>
          <p:nvPr/>
        </p:nvSpPr>
        <p:spPr>
          <a:xfrm>
            <a:off x="1993900" y="1968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6FF78"/>
          </a:solidFill>
          <a:ln w="3542">
            <a:solidFill>
              <a:srgbClr val="6CCC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Freeform 888"/>
          <p:cNvSpPr/>
          <p:nvPr/>
        </p:nvSpPr>
        <p:spPr>
          <a:xfrm>
            <a:off x="2044700" y="1981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Freeform 889"/>
          <p:cNvSpPr/>
          <p:nvPr/>
        </p:nvSpPr>
        <p:spPr>
          <a:xfrm>
            <a:off x="2095500" y="1993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5FF8A"/>
          </a:solidFill>
          <a:ln w="3542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Freeform 890"/>
          <p:cNvSpPr/>
          <p:nvPr/>
        </p:nvSpPr>
        <p:spPr>
          <a:xfrm>
            <a:off x="2159000" y="2006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7FF98"/>
          </a:solidFill>
          <a:ln w="3542">
            <a:solidFill>
              <a:srgbClr val="53CC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Freeform 891"/>
          <p:cNvSpPr/>
          <p:nvPr/>
        </p:nvSpPr>
        <p:spPr>
          <a:xfrm>
            <a:off x="2209800" y="2019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57FFA8"/>
          </a:solidFill>
          <a:ln w="3542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Freeform 892"/>
          <p:cNvSpPr/>
          <p:nvPr/>
        </p:nvSpPr>
        <p:spPr>
          <a:xfrm>
            <a:off x="2260600" y="2044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42FFBD"/>
          </a:solidFill>
          <a:ln w="3542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Freeform 893"/>
          <p:cNvSpPr/>
          <p:nvPr/>
        </p:nvSpPr>
        <p:spPr>
          <a:xfrm>
            <a:off x="2311400" y="2070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2AFFD5"/>
          </a:solidFill>
          <a:ln w="3542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Freeform 894"/>
          <p:cNvSpPr/>
          <p:nvPr/>
        </p:nvSpPr>
        <p:spPr>
          <a:xfrm>
            <a:off x="2374900" y="2095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3"/>
                </a:lnTo>
                <a:lnTo>
                  <a:pt x="4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DFFF2"/>
          </a:solidFill>
          <a:ln w="3542">
            <a:solidFill>
              <a:srgbClr val="0AC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Freeform 895"/>
          <p:cNvSpPr/>
          <p:nvPr/>
        </p:nvSpPr>
        <p:spPr>
          <a:xfrm>
            <a:off x="2425700" y="21336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3"/>
                </a:lnTo>
                <a:lnTo>
                  <a:pt x="4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Freeform 896"/>
          <p:cNvSpPr/>
          <p:nvPr/>
        </p:nvSpPr>
        <p:spPr>
          <a:xfrm>
            <a:off x="2476500" y="21717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4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C0FF"/>
          </a:solidFill>
          <a:ln w="3542">
            <a:solidFill>
              <a:srgbClr val="009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Freeform 897"/>
          <p:cNvSpPr/>
          <p:nvPr/>
        </p:nvSpPr>
        <p:spPr>
          <a:xfrm>
            <a:off x="2527300" y="22098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3"/>
                </a:lnTo>
                <a:lnTo>
                  <a:pt x="4" y="7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94FF"/>
          </a:solidFill>
          <a:ln w="3542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Freeform 898"/>
          <p:cNvSpPr/>
          <p:nvPr/>
        </p:nvSpPr>
        <p:spPr>
          <a:xfrm>
            <a:off x="2578100" y="22479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1"/>
                </a:lnTo>
                <a:lnTo>
                  <a:pt x="5" y="7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70FF"/>
          </a:solidFill>
          <a:ln w="3542">
            <a:solidFill>
              <a:srgbClr val="005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Freeform 899"/>
          <p:cNvSpPr/>
          <p:nvPr/>
        </p:nvSpPr>
        <p:spPr>
          <a:xfrm>
            <a:off x="2641600" y="22606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1"/>
                </a:lnTo>
                <a:lnTo>
                  <a:pt x="4" y="7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5FFF"/>
          </a:solidFill>
          <a:ln w="3542">
            <a:solidFill>
              <a:srgbClr val="004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Freeform 900"/>
          <p:cNvSpPr/>
          <p:nvPr/>
        </p:nvSpPr>
        <p:spPr>
          <a:xfrm>
            <a:off x="2692400" y="22733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1"/>
                </a:lnTo>
                <a:lnTo>
                  <a:pt x="4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5AFF"/>
          </a:solidFill>
          <a:ln w="3542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Freeform 901"/>
          <p:cNvSpPr/>
          <p:nvPr/>
        </p:nvSpPr>
        <p:spPr>
          <a:xfrm>
            <a:off x="2743200" y="2286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0"/>
                </a:lnTo>
                <a:lnTo>
                  <a:pt x="4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0059FF"/>
          </a:solidFill>
          <a:ln w="3542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Freeform 902"/>
          <p:cNvSpPr/>
          <p:nvPr/>
        </p:nvSpPr>
        <p:spPr>
          <a:xfrm>
            <a:off x="2794000" y="2286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0"/>
                </a:lnTo>
                <a:lnTo>
                  <a:pt x="5" y="6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5AFF"/>
          </a:solidFill>
          <a:ln w="3542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Freeform 903"/>
          <p:cNvSpPr/>
          <p:nvPr/>
        </p:nvSpPr>
        <p:spPr>
          <a:xfrm>
            <a:off x="2857500" y="22860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0"/>
                </a:lnTo>
                <a:lnTo>
                  <a:pt x="4" y="5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5EFF"/>
          </a:solidFill>
          <a:ln w="3542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Freeform 904"/>
          <p:cNvSpPr/>
          <p:nvPr/>
        </p:nvSpPr>
        <p:spPr>
          <a:xfrm>
            <a:off x="2908300" y="2286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0"/>
                </a:lnTo>
                <a:lnTo>
                  <a:pt x="4" y="5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542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Freeform 905"/>
          <p:cNvSpPr/>
          <p:nvPr/>
        </p:nvSpPr>
        <p:spPr>
          <a:xfrm>
            <a:off x="2959100" y="22733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1"/>
                </a:moveTo>
                <a:lnTo>
                  <a:pt x="6" y="0"/>
                </a:lnTo>
                <a:lnTo>
                  <a:pt x="4" y="5"/>
                </a:lnTo>
                <a:lnTo>
                  <a:pt x="0" y="6"/>
                </a:lnTo>
                <a:lnTo>
                  <a:pt x="2" y="1"/>
                </a:lnTo>
                <a:close/>
              </a:path>
            </a:pathLst>
          </a:custGeom>
          <a:solidFill>
            <a:srgbClr val="0074FF"/>
          </a:solidFill>
          <a:ln w="3542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reeform 906"/>
          <p:cNvSpPr/>
          <p:nvPr/>
        </p:nvSpPr>
        <p:spPr>
          <a:xfrm>
            <a:off x="3009900" y="2260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1"/>
                </a:moveTo>
                <a:lnTo>
                  <a:pt x="6" y="0"/>
                </a:lnTo>
                <a:lnTo>
                  <a:pt x="4" y="6"/>
                </a:lnTo>
                <a:lnTo>
                  <a:pt x="0" y="6"/>
                </a:lnTo>
                <a:lnTo>
                  <a:pt x="2" y="1"/>
                </a:lnTo>
                <a:close/>
              </a:path>
            </a:pathLst>
          </a:custGeom>
          <a:solidFill>
            <a:srgbClr val="0084FF"/>
          </a:solidFill>
          <a:ln w="3542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Freeform 907"/>
          <p:cNvSpPr/>
          <p:nvPr/>
        </p:nvSpPr>
        <p:spPr>
          <a:xfrm>
            <a:off x="3060700" y="2260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0"/>
                </a:lnTo>
                <a:lnTo>
                  <a:pt x="5" y="5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92FF"/>
          </a:solidFill>
          <a:ln w="3542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Freeform 908"/>
          <p:cNvSpPr/>
          <p:nvPr/>
        </p:nvSpPr>
        <p:spPr>
          <a:xfrm>
            <a:off x="3124200" y="22606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2"/>
                </a:lnTo>
                <a:lnTo>
                  <a:pt x="4" y="7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008DFF"/>
          </a:solidFill>
          <a:ln w="3542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reeform 909"/>
          <p:cNvSpPr/>
          <p:nvPr/>
        </p:nvSpPr>
        <p:spPr>
          <a:xfrm>
            <a:off x="3175000" y="2286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1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007CFF"/>
          </a:solidFill>
          <a:ln w="3542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Freeform 910"/>
          <p:cNvSpPr/>
          <p:nvPr/>
        </p:nvSpPr>
        <p:spPr>
          <a:xfrm>
            <a:off x="3225800" y="22987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2"/>
                </a:lnTo>
                <a:lnTo>
                  <a:pt x="4" y="7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006DFF"/>
          </a:solidFill>
          <a:ln w="3542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Freeform 911"/>
          <p:cNvSpPr/>
          <p:nvPr/>
        </p:nvSpPr>
        <p:spPr>
          <a:xfrm>
            <a:off x="3276600" y="23241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1"/>
                </a:lnTo>
                <a:lnTo>
                  <a:pt x="5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0062FF"/>
          </a:solidFill>
          <a:ln w="3542">
            <a:solidFill>
              <a:srgbClr val="004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reeform 912"/>
          <p:cNvSpPr/>
          <p:nvPr/>
        </p:nvSpPr>
        <p:spPr>
          <a:xfrm>
            <a:off x="3340100" y="23368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4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004DFF"/>
          </a:solidFill>
          <a:ln w="3542">
            <a:solidFill>
              <a:srgbClr val="003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Freeform 913"/>
          <p:cNvSpPr/>
          <p:nvPr/>
        </p:nvSpPr>
        <p:spPr>
          <a:xfrm>
            <a:off x="3390900" y="23876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6"/>
                </a:lnTo>
                <a:lnTo>
                  <a:pt x="4" y="7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17FF"/>
          </a:solidFill>
          <a:ln w="3542">
            <a:solidFill>
              <a:srgbClr val="001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Freeform 914"/>
          <p:cNvSpPr/>
          <p:nvPr/>
        </p:nvSpPr>
        <p:spPr>
          <a:xfrm>
            <a:off x="3441700" y="24638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8"/>
                </a:lnTo>
                <a:lnTo>
                  <a:pt x="4" y="9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BB"/>
          </a:solidFill>
          <a:ln w="3542">
            <a:solidFill>
              <a:srgbClr val="000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Freeform 915"/>
          <p:cNvSpPr/>
          <p:nvPr/>
        </p:nvSpPr>
        <p:spPr>
          <a:xfrm>
            <a:off x="1917700" y="1981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3FF7C"/>
          </a:solidFill>
          <a:ln w="3542">
            <a:solidFill>
              <a:srgbClr val="69CC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Freeform 916"/>
          <p:cNvSpPr/>
          <p:nvPr/>
        </p:nvSpPr>
        <p:spPr>
          <a:xfrm>
            <a:off x="1968500" y="1993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Freeform 917"/>
          <p:cNvSpPr/>
          <p:nvPr/>
        </p:nvSpPr>
        <p:spPr>
          <a:xfrm>
            <a:off x="2032000" y="1993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8FF87"/>
          </a:solidFill>
          <a:ln w="3542">
            <a:solidFill>
              <a:srgbClr val="60C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Freeform 918"/>
          <p:cNvSpPr/>
          <p:nvPr/>
        </p:nvSpPr>
        <p:spPr>
          <a:xfrm>
            <a:off x="2082800" y="2006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DFF92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Freeform 919"/>
          <p:cNvSpPr/>
          <p:nvPr/>
        </p:nvSpPr>
        <p:spPr>
          <a:xfrm>
            <a:off x="2133600" y="2032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0FF9F"/>
          </a:solidFill>
          <a:ln w="3542">
            <a:solidFill>
              <a:srgbClr val="4DC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Freeform 920"/>
          <p:cNvSpPr/>
          <p:nvPr/>
        </p:nvSpPr>
        <p:spPr>
          <a:xfrm>
            <a:off x="2184400" y="2044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4EFFB1"/>
          </a:solidFill>
          <a:ln w="3542">
            <a:solidFill>
              <a:srgbClr val="3FC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Freeform 921"/>
          <p:cNvSpPr/>
          <p:nvPr/>
        </p:nvSpPr>
        <p:spPr>
          <a:xfrm>
            <a:off x="2247900" y="2070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AFFC5"/>
          </a:solidFill>
          <a:ln w="3542">
            <a:solidFill>
              <a:srgbClr val="2EC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Freeform 922"/>
          <p:cNvSpPr/>
          <p:nvPr/>
        </p:nvSpPr>
        <p:spPr>
          <a:xfrm>
            <a:off x="2298700" y="2095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1FFDE"/>
          </a:solidFill>
          <a:ln w="3542">
            <a:solidFill>
              <a:srgbClr val="1AC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Freeform 923"/>
          <p:cNvSpPr/>
          <p:nvPr/>
        </p:nvSpPr>
        <p:spPr>
          <a:xfrm>
            <a:off x="2349500" y="2120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3FFFC"/>
          </a:solidFill>
          <a:ln w="3542">
            <a:solidFill>
              <a:srgbClr val="02C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Freeform 924"/>
          <p:cNvSpPr/>
          <p:nvPr/>
        </p:nvSpPr>
        <p:spPr>
          <a:xfrm>
            <a:off x="2400300" y="2159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DFFF"/>
          </a:solidFill>
          <a:ln w="3542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Freeform 925"/>
          <p:cNvSpPr/>
          <p:nvPr/>
        </p:nvSpPr>
        <p:spPr>
          <a:xfrm>
            <a:off x="2451100" y="2197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5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4FF"/>
          </a:solidFill>
          <a:ln w="3542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Freeform 926"/>
          <p:cNvSpPr/>
          <p:nvPr/>
        </p:nvSpPr>
        <p:spPr>
          <a:xfrm>
            <a:off x="2514600" y="22352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5"/>
                </a:lnTo>
                <a:lnTo>
                  <a:pt x="4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81FF"/>
          </a:solidFill>
          <a:ln w="3542">
            <a:solidFill>
              <a:srgbClr val="006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Freeform 927"/>
          <p:cNvSpPr/>
          <p:nvPr/>
        </p:nvSpPr>
        <p:spPr>
          <a:xfrm>
            <a:off x="2565400" y="22987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3"/>
                </a:lnTo>
                <a:lnTo>
                  <a:pt x="4" y="7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4AFF"/>
          </a:solidFill>
          <a:ln w="3542">
            <a:solidFill>
              <a:srgbClr val="003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Freeform 928"/>
          <p:cNvSpPr/>
          <p:nvPr/>
        </p:nvSpPr>
        <p:spPr>
          <a:xfrm>
            <a:off x="2616200" y="23368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1"/>
                </a:lnTo>
                <a:lnTo>
                  <a:pt x="4" y="7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21FF"/>
          </a:solidFill>
          <a:ln w="3542">
            <a:solidFill>
              <a:srgbClr val="001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Freeform 929"/>
          <p:cNvSpPr/>
          <p:nvPr/>
        </p:nvSpPr>
        <p:spPr>
          <a:xfrm>
            <a:off x="2667000" y="23495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0"/>
                </a:lnTo>
                <a:lnTo>
                  <a:pt x="5" y="7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12FF"/>
          </a:solidFill>
          <a:ln w="3542">
            <a:solidFill>
              <a:srgbClr val="000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Freeform 930"/>
          <p:cNvSpPr/>
          <p:nvPr/>
        </p:nvSpPr>
        <p:spPr>
          <a:xfrm>
            <a:off x="2730500" y="23495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1"/>
                </a:lnTo>
                <a:lnTo>
                  <a:pt x="4" y="7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0012FF"/>
          </a:solidFill>
          <a:ln w="3542">
            <a:solidFill>
              <a:srgbClr val="000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Freeform 931"/>
          <p:cNvSpPr/>
          <p:nvPr/>
        </p:nvSpPr>
        <p:spPr>
          <a:xfrm>
            <a:off x="2781300" y="2362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0"/>
                </a:lnTo>
                <a:lnTo>
                  <a:pt x="4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14FF"/>
          </a:solidFill>
          <a:ln w="3542">
            <a:solidFill>
              <a:srgbClr val="001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Freeform 932"/>
          <p:cNvSpPr/>
          <p:nvPr/>
        </p:nvSpPr>
        <p:spPr>
          <a:xfrm>
            <a:off x="2832100" y="23495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1"/>
                </a:moveTo>
                <a:lnTo>
                  <a:pt x="6" y="0"/>
                </a:lnTo>
                <a:lnTo>
                  <a:pt x="4" y="7"/>
                </a:lnTo>
                <a:lnTo>
                  <a:pt x="0" y="7"/>
                </a:lnTo>
                <a:lnTo>
                  <a:pt x="2" y="1"/>
                </a:lnTo>
                <a:close/>
              </a:path>
            </a:pathLst>
          </a:custGeom>
          <a:solidFill>
            <a:srgbClr val="001BFF"/>
          </a:solidFill>
          <a:ln w="3542">
            <a:solidFill>
              <a:srgbClr val="001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Freeform 933"/>
          <p:cNvSpPr/>
          <p:nvPr/>
        </p:nvSpPr>
        <p:spPr>
          <a:xfrm>
            <a:off x="2882900" y="23495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0"/>
                </a:lnTo>
                <a:lnTo>
                  <a:pt x="4" y="7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0024FF"/>
          </a:solidFill>
          <a:ln w="3542">
            <a:solidFill>
              <a:srgbClr val="001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Freeform 934"/>
          <p:cNvSpPr/>
          <p:nvPr/>
        </p:nvSpPr>
        <p:spPr>
          <a:xfrm>
            <a:off x="2933700" y="23368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1"/>
                </a:moveTo>
                <a:lnTo>
                  <a:pt x="6" y="0"/>
                </a:lnTo>
                <a:lnTo>
                  <a:pt x="5" y="7"/>
                </a:lnTo>
                <a:lnTo>
                  <a:pt x="0" y="8"/>
                </a:lnTo>
                <a:lnTo>
                  <a:pt x="2" y="1"/>
                </a:lnTo>
                <a:close/>
              </a:path>
            </a:pathLst>
          </a:custGeom>
          <a:solidFill>
            <a:srgbClr val="0030FF"/>
          </a:solidFill>
          <a:ln w="3542">
            <a:solidFill>
              <a:srgbClr val="002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Freeform 935"/>
          <p:cNvSpPr/>
          <p:nvPr/>
        </p:nvSpPr>
        <p:spPr>
          <a:xfrm>
            <a:off x="2997200" y="23368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0"/>
                </a:lnTo>
                <a:lnTo>
                  <a:pt x="4" y="6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003EFF"/>
          </a:solidFill>
          <a:ln w="3542">
            <a:solidFill>
              <a:srgbClr val="003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Freeform 936"/>
          <p:cNvSpPr/>
          <p:nvPr/>
        </p:nvSpPr>
        <p:spPr>
          <a:xfrm>
            <a:off x="3048000" y="23241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1"/>
                </a:moveTo>
                <a:lnTo>
                  <a:pt x="6" y="0"/>
                </a:lnTo>
                <a:lnTo>
                  <a:pt x="4" y="7"/>
                </a:lnTo>
                <a:lnTo>
                  <a:pt x="0" y="7"/>
                </a:lnTo>
                <a:lnTo>
                  <a:pt x="1" y="1"/>
                </a:lnTo>
                <a:close/>
              </a:path>
            </a:pathLst>
          </a:custGeom>
          <a:solidFill>
            <a:srgbClr val="004BFF"/>
          </a:solidFill>
          <a:ln w="3542">
            <a:solidFill>
              <a:srgbClr val="003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Freeform 937"/>
          <p:cNvSpPr/>
          <p:nvPr/>
        </p:nvSpPr>
        <p:spPr>
          <a:xfrm>
            <a:off x="3098800" y="23241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2"/>
                </a:lnTo>
                <a:lnTo>
                  <a:pt x="4" y="9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0047FF"/>
          </a:solidFill>
          <a:ln w="3542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Freeform 938"/>
          <p:cNvSpPr/>
          <p:nvPr/>
        </p:nvSpPr>
        <p:spPr>
          <a:xfrm>
            <a:off x="3149600" y="23495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1"/>
                </a:lnTo>
                <a:lnTo>
                  <a:pt x="5" y="8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0037FF"/>
          </a:solidFill>
          <a:ln w="3542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Freeform 939"/>
          <p:cNvSpPr/>
          <p:nvPr/>
        </p:nvSpPr>
        <p:spPr>
          <a:xfrm>
            <a:off x="3213100" y="23622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2"/>
                </a:lnTo>
                <a:lnTo>
                  <a:pt x="4" y="8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002AFF"/>
          </a:solidFill>
          <a:ln w="3542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Freeform 940"/>
          <p:cNvSpPr/>
          <p:nvPr/>
        </p:nvSpPr>
        <p:spPr>
          <a:xfrm>
            <a:off x="3263900" y="23876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1"/>
                </a:lnTo>
                <a:lnTo>
                  <a:pt x="4" y="7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1FFF"/>
          </a:solidFill>
          <a:ln w="3542">
            <a:solidFill>
              <a:srgbClr val="001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Freeform 941"/>
          <p:cNvSpPr/>
          <p:nvPr/>
        </p:nvSpPr>
        <p:spPr>
          <a:xfrm>
            <a:off x="3314700" y="24003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1"/>
                </a:lnTo>
                <a:lnTo>
                  <a:pt x="4" y="7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17FF"/>
          </a:solidFill>
          <a:ln w="3542">
            <a:solidFill>
              <a:srgbClr val="001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Freeform 942"/>
          <p:cNvSpPr/>
          <p:nvPr/>
        </p:nvSpPr>
        <p:spPr>
          <a:xfrm>
            <a:off x="3365500" y="24130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5"/>
                </a:lnTo>
                <a:lnTo>
                  <a:pt x="4" y="7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00FE"/>
          </a:solidFill>
          <a:ln w="3542">
            <a:solidFill>
              <a:srgbClr val="0000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Freeform 943"/>
          <p:cNvSpPr/>
          <p:nvPr/>
        </p:nvSpPr>
        <p:spPr>
          <a:xfrm>
            <a:off x="3416300" y="24765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8"/>
                </a:lnTo>
                <a:lnTo>
                  <a:pt x="5" y="9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B7"/>
          </a:solidFill>
          <a:ln w="3542">
            <a:solidFill>
              <a:srgbClr val="000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Freeform 944"/>
          <p:cNvSpPr/>
          <p:nvPr/>
        </p:nvSpPr>
        <p:spPr>
          <a:xfrm>
            <a:off x="1905000" y="1993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Freeform 945"/>
          <p:cNvSpPr/>
          <p:nvPr/>
        </p:nvSpPr>
        <p:spPr>
          <a:xfrm>
            <a:off x="1955800" y="2006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BFF84"/>
          </a:solidFill>
          <a:ln w="3542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Freeform 946"/>
          <p:cNvSpPr/>
          <p:nvPr/>
        </p:nvSpPr>
        <p:spPr>
          <a:xfrm>
            <a:off x="2006600" y="2019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4FF8B"/>
          </a:solidFill>
          <a:ln w="3542">
            <a:solidFill>
              <a:srgbClr val="5DC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Freeform 947"/>
          <p:cNvSpPr/>
          <p:nvPr/>
        </p:nvSpPr>
        <p:spPr>
          <a:xfrm>
            <a:off x="2057400" y="2032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9FF96"/>
          </a:solidFill>
          <a:ln w="3542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Freeform 948"/>
          <p:cNvSpPr/>
          <p:nvPr/>
        </p:nvSpPr>
        <p:spPr>
          <a:xfrm>
            <a:off x="2120900" y="2044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5BFFA4"/>
          </a:solidFill>
          <a:ln w="3542">
            <a:solidFill>
              <a:srgbClr val="49C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Freeform 949"/>
          <p:cNvSpPr/>
          <p:nvPr/>
        </p:nvSpPr>
        <p:spPr>
          <a:xfrm>
            <a:off x="2171700" y="2057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4AFFB5"/>
          </a:solidFill>
          <a:ln w="3542">
            <a:solidFill>
              <a:srgbClr val="3BC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Freeform 950"/>
          <p:cNvSpPr/>
          <p:nvPr/>
        </p:nvSpPr>
        <p:spPr>
          <a:xfrm>
            <a:off x="2222500" y="2082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5FFCA"/>
          </a:solidFill>
          <a:ln w="3542">
            <a:solidFill>
              <a:srgbClr val="2AC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Freeform 951"/>
          <p:cNvSpPr/>
          <p:nvPr/>
        </p:nvSpPr>
        <p:spPr>
          <a:xfrm>
            <a:off x="2273300" y="2108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1BFFE4"/>
          </a:solidFill>
          <a:ln w="3542">
            <a:solidFill>
              <a:srgbClr val="16C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Freeform 952"/>
          <p:cNvSpPr/>
          <p:nvPr/>
        </p:nvSpPr>
        <p:spPr>
          <a:xfrm>
            <a:off x="2336800" y="2146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FCFF"/>
          </a:solidFill>
          <a:ln w="3542">
            <a:solidFill>
              <a:srgbClr val="00C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Freeform 953"/>
          <p:cNvSpPr/>
          <p:nvPr/>
        </p:nvSpPr>
        <p:spPr>
          <a:xfrm>
            <a:off x="2387600" y="2171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3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8FF"/>
          </a:solidFill>
          <a:ln w="3542">
            <a:solidFill>
              <a:srgbClr val="00A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Freeform 954"/>
          <p:cNvSpPr/>
          <p:nvPr/>
        </p:nvSpPr>
        <p:spPr>
          <a:xfrm>
            <a:off x="2438400" y="2209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4"/>
                </a:lnTo>
                <a:lnTo>
                  <a:pt x="4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AEFF"/>
          </a:solidFill>
          <a:ln w="3542">
            <a:solidFill>
              <a:srgbClr val="008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Freeform 955"/>
          <p:cNvSpPr/>
          <p:nvPr/>
        </p:nvSpPr>
        <p:spPr>
          <a:xfrm>
            <a:off x="2489200" y="2260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4" y="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AFF"/>
          </a:solidFill>
          <a:ln w="3542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Freeform 956"/>
          <p:cNvSpPr/>
          <p:nvPr/>
        </p:nvSpPr>
        <p:spPr>
          <a:xfrm>
            <a:off x="2540000" y="23114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6"/>
                </a:lnTo>
                <a:lnTo>
                  <a:pt x="5" y="7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3AFF"/>
          </a:solidFill>
          <a:ln w="3542">
            <a:solidFill>
              <a:srgbClr val="002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Freeform 957"/>
          <p:cNvSpPr/>
          <p:nvPr/>
        </p:nvSpPr>
        <p:spPr>
          <a:xfrm>
            <a:off x="2603500" y="23876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3"/>
                </a:lnTo>
                <a:lnTo>
                  <a:pt x="4" y="8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F3"/>
          </a:solidFill>
          <a:ln w="3542">
            <a:solidFill>
              <a:srgbClr val="000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Freeform 958"/>
          <p:cNvSpPr/>
          <p:nvPr/>
        </p:nvSpPr>
        <p:spPr>
          <a:xfrm>
            <a:off x="2654300" y="24257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1"/>
                </a:lnTo>
                <a:lnTo>
                  <a:pt x="4" y="9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0000C3"/>
          </a:solidFill>
          <a:ln w="3542">
            <a:solidFill>
              <a:srgbClr val="000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Freeform 959"/>
          <p:cNvSpPr/>
          <p:nvPr/>
        </p:nvSpPr>
        <p:spPr>
          <a:xfrm>
            <a:off x="2705100" y="24384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0"/>
                </a:lnTo>
                <a:lnTo>
                  <a:pt x="4" y="9"/>
                </a:lnTo>
                <a:lnTo>
                  <a:pt x="0" y="8"/>
                </a:lnTo>
                <a:lnTo>
                  <a:pt x="2" y="0"/>
                </a:lnTo>
                <a:close/>
              </a:path>
            </a:pathLst>
          </a:custGeom>
          <a:solidFill>
            <a:srgbClr val="0000B5"/>
          </a:solidFill>
          <a:ln w="3542">
            <a:solidFill>
              <a:srgbClr val="0000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Freeform 960"/>
          <p:cNvSpPr/>
          <p:nvPr/>
        </p:nvSpPr>
        <p:spPr>
          <a:xfrm>
            <a:off x="2755900" y="24384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0"/>
                </a:lnTo>
                <a:lnTo>
                  <a:pt x="4" y="9"/>
                </a:lnTo>
                <a:lnTo>
                  <a:pt x="0" y="9"/>
                </a:lnTo>
                <a:lnTo>
                  <a:pt x="2" y="0"/>
                </a:lnTo>
                <a:close/>
              </a:path>
            </a:pathLst>
          </a:custGeom>
          <a:solidFill>
            <a:srgbClr val="0000B9"/>
          </a:solidFill>
          <a:ln w="3542">
            <a:solidFill>
              <a:srgbClr val="0000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Freeform 961"/>
          <p:cNvSpPr/>
          <p:nvPr/>
        </p:nvSpPr>
        <p:spPr>
          <a:xfrm>
            <a:off x="2806700" y="24384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0"/>
                </a:lnTo>
                <a:lnTo>
                  <a:pt x="5" y="9"/>
                </a:lnTo>
                <a:lnTo>
                  <a:pt x="0" y="9"/>
                </a:lnTo>
                <a:lnTo>
                  <a:pt x="2" y="0"/>
                </a:lnTo>
                <a:close/>
              </a:path>
            </a:pathLst>
          </a:custGeom>
          <a:solidFill>
            <a:srgbClr val="0000BF"/>
          </a:solidFill>
          <a:ln w="3542">
            <a:solidFill>
              <a:srgbClr val="0000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Freeform 962"/>
          <p:cNvSpPr/>
          <p:nvPr/>
        </p:nvSpPr>
        <p:spPr>
          <a:xfrm>
            <a:off x="2870200" y="2438400"/>
            <a:ext cx="63500" cy="114300"/>
          </a:xfrm>
          <a:custGeom>
            <a:avLst/>
            <a:gdLst/>
            <a:ahLst/>
            <a:cxnLst/>
            <a:rect l="l" t="t" r="r" b="b"/>
            <a:pathLst>
              <a:path w="5" h="9">
                <a:moveTo>
                  <a:pt x="1" y="0"/>
                </a:moveTo>
                <a:lnTo>
                  <a:pt x="5" y="0"/>
                </a:lnTo>
                <a:lnTo>
                  <a:pt x="4" y="8"/>
                </a:lnTo>
                <a:lnTo>
                  <a:pt x="0" y="9"/>
                </a:lnTo>
                <a:lnTo>
                  <a:pt x="1" y="0"/>
                </a:lnTo>
                <a:close/>
              </a:path>
            </a:pathLst>
          </a:custGeom>
          <a:solidFill>
            <a:srgbClr val="0000C6"/>
          </a:solidFill>
          <a:ln w="3542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Freeform 963"/>
          <p:cNvSpPr/>
          <p:nvPr/>
        </p:nvSpPr>
        <p:spPr>
          <a:xfrm>
            <a:off x="2921000" y="24257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1"/>
                </a:moveTo>
                <a:lnTo>
                  <a:pt x="6" y="0"/>
                </a:lnTo>
                <a:lnTo>
                  <a:pt x="4" y="9"/>
                </a:lnTo>
                <a:lnTo>
                  <a:pt x="0" y="9"/>
                </a:lnTo>
                <a:lnTo>
                  <a:pt x="1" y="1"/>
                </a:lnTo>
                <a:close/>
              </a:path>
            </a:pathLst>
          </a:custGeom>
          <a:solidFill>
            <a:srgbClr val="0000CF"/>
          </a:solidFill>
          <a:ln w="3542">
            <a:solidFill>
              <a:srgbClr val="0000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Freeform 964"/>
          <p:cNvSpPr/>
          <p:nvPr/>
        </p:nvSpPr>
        <p:spPr>
          <a:xfrm>
            <a:off x="2971800" y="24130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1"/>
                </a:moveTo>
                <a:lnTo>
                  <a:pt x="6" y="0"/>
                </a:lnTo>
                <a:lnTo>
                  <a:pt x="4" y="10"/>
                </a:lnTo>
                <a:lnTo>
                  <a:pt x="0" y="10"/>
                </a:lnTo>
                <a:lnTo>
                  <a:pt x="2" y="1"/>
                </a:lnTo>
                <a:close/>
              </a:path>
            </a:pathLst>
          </a:custGeom>
          <a:solidFill>
            <a:srgbClr val="0000DA"/>
          </a:solidFill>
          <a:ln w="3542">
            <a:solidFill>
              <a:srgbClr val="0000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Freeform 965"/>
          <p:cNvSpPr/>
          <p:nvPr/>
        </p:nvSpPr>
        <p:spPr>
          <a:xfrm>
            <a:off x="3022600" y="24130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0"/>
                </a:moveTo>
                <a:lnTo>
                  <a:pt x="6" y="0"/>
                </a:lnTo>
                <a:lnTo>
                  <a:pt x="5" y="10"/>
                </a:lnTo>
                <a:lnTo>
                  <a:pt x="0" y="10"/>
                </a:lnTo>
                <a:lnTo>
                  <a:pt x="2" y="0"/>
                </a:lnTo>
                <a:close/>
              </a:path>
            </a:pathLst>
          </a:custGeom>
          <a:solidFill>
            <a:srgbClr val="0000E3"/>
          </a:solidFill>
          <a:ln w="3542">
            <a:solidFill>
              <a:srgbClr val="0000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Freeform 966"/>
          <p:cNvSpPr/>
          <p:nvPr/>
        </p:nvSpPr>
        <p:spPr>
          <a:xfrm>
            <a:off x="3086100" y="2413000"/>
            <a:ext cx="63500" cy="139700"/>
          </a:xfrm>
          <a:custGeom>
            <a:avLst/>
            <a:gdLst/>
            <a:ahLst/>
            <a:cxnLst/>
            <a:rect l="l" t="t" r="r" b="b"/>
            <a:pathLst>
              <a:path w="5" h="11">
                <a:moveTo>
                  <a:pt x="1" y="0"/>
                </a:moveTo>
                <a:lnTo>
                  <a:pt x="5" y="2"/>
                </a:lnTo>
                <a:lnTo>
                  <a:pt x="4" y="11"/>
                </a:lnTo>
                <a:lnTo>
                  <a:pt x="0" y="10"/>
                </a:lnTo>
                <a:lnTo>
                  <a:pt x="1" y="0"/>
                </a:lnTo>
                <a:close/>
              </a:path>
            </a:pathLst>
          </a:custGeom>
          <a:solidFill>
            <a:srgbClr val="0000E0"/>
          </a:solidFill>
          <a:ln w="3542">
            <a:solidFill>
              <a:srgbClr val="000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Freeform 967"/>
          <p:cNvSpPr/>
          <p:nvPr/>
        </p:nvSpPr>
        <p:spPr>
          <a:xfrm>
            <a:off x="3136900" y="24384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1" y="0"/>
                </a:moveTo>
                <a:lnTo>
                  <a:pt x="6" y="1"/>
                </a:lnTo>
                <a:lnTo>
                  <a:pt x="4" y="10"/>
                </a:lnTo>
                <a:lnTo>
                  <a:pt x="0" y="9"/>
                </a:lnTo>
                <a:lnTo>
                  <a:pt x="1" y="0"/>
                </a:lnTo>
                <a:close/>
              </a:path>
            </a:pathLst>
          </a:custGeom>
          <a:solidFill>
            <a:srgbClr val="0000D4"/>
          </a:solidFill>
          <a:ln w="3542">
            <a:solidFill>
              <a:srgbClr val="000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Freeform 968"/>
          <p:cNvSpPr/>
          <p:nvPr/>
        </p:nvSpPr>
        <p:spPr>
          <a:xfrm>
            <a:off x="3187700" y="24511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0"/>
                </a:moveTo>
                <a:lnTo>
                  <a:pt x="6" y="1"/>
                </a:lnTo>
                <a:lnTo>
                  <a:pt x="4" y="10"/>
                </a:lnTo>
                <a:lnTo>
                  <a:pt x="0" y="9"/>
                </a:lnTo>
                <a:lnTo>
                  <a:pt x="2" y="0"/>
                </a:lnTo>
                <a:close/>
              </a:path>
            </a:pathLst>
          </a:custGeom>
          <a:solidFill>
            <a:srgbClr val="0000CA"/>
          </a:solidFill>
          <a:ln w="3542">
            <a:solidFill>
              <a:srgbClr val="0000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Freeform 969"/>
          <p:cNvSpPr/>
          <p:nvPr/>
        </p:nvSpPr>
        <p:spPr>
          <a:xfrm>
            <a:off x="3238500" y="24638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0"/>
                </a:moveTo>
                <a:lnTo>
                  <a:pt x="6" y="1"/>
                </a:lnTo>
                <a:lnTo>
                  <a:pt x="4" y="10"/>
                </a:lnTo>
                <a:lnTo>
                  <a:pt x="0" y="9"/>
                </a:lnTo>
                <a:lnTo>
                  <a:pt x="2" y="0"/>
                </a:lnTo>
                <a:close/>
              </a:path>
            </a:pathLst>
          </a:custGeom>
          <a:solidFill>
            <a:srgbClr val="0000C2"/>
          </a:solidFill>
          <a:ln w="3542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Freeform 970"/>
          <p:cNvSpPr/>
          <p:nvPr/>
        </p:nvSpPr>
        <p:spPr>
          <a:xfrm>
            <a:off x="3289300" y="24765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1"/>
                </a:lnTo>
                <a:lnTo>
                  <a:pt x="5" y="9"/>
                </a:lnTo>
                <a:lnTo>
                  <a:pt x="0" y="9"/>
                </a:lnTo>
                <a:lnTo>
                  <a:pt x="2" y="0"/>
                </a:lnTo>
                <a:close/>
              </a:path>
            </a:pathLst>
          </a:custGeom>
          <a:solidFill>
            <a:srgbClr val="0000BB"/>
          </a:solidFill>
          <a:ln w="3542">
            <a:solidFill>
              <a:srgbClr val="000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Freeform 971"/>
          <p:cNvSpPr/>
          <p:nvPr/>
        </p:nvSpPr>
        <p:spPr>
          <a:xfrm>
            <a:off x="3352800" y="2489200"/>
            <a:ext cx="63500" cy="114300"/>
          </a:xfrm>
          <a:custGeom>
            <a:avLst/>
            <a:gdLst/>
            <a:ahLst/>
            <a:cxnLst/>
            <a:rect l="l" t="t" r="r" b="b"/>
            <a:pathLst>
              <a:path w="5" h="9">
                <a:moveTo>
                  <a:pt x="1" y="0"/>
                </a:moveTo>
                <a:lnTo>
                  <a:pt x="5" y="1"/>
                </a:lnTo>
                <a:lnTo>
                  <a:pt x="4" y="9"/>
                </a:lnTo>
                <a:lnTo>
                  <a:pt x="0" y="8"/>
                </a:lnTo>
                <a:lnTo>
                  <a:pt x="1" y="0"/>
                </a:lnTo>
                <a:close/>
              </a:path>
            </a:pathLst>
          </a:custGeom>
          <a:solidFill>
            <a:srgbClr val="0000B7"/>
          </a:solidFill>
          <a:ln w="3542">
            <a:solidFill>
              <a:srgbClr val="000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Freeform 972"/>
          <p:cNvSpPr/>
          <p:nvPr/>
        </p:nvSpPr>
        <p:spPr>
          <a:xfrm>
            <a:off x="3403600" y="25019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7"/>
                </a:lnTo>
                <a:lnTo>
                  <a:pt x="4" y="9"/>
                </a:lnTo>
                <a:lnTo>
                  <a:pt x="0" y="8"/>
                </a:lnTo>
                <a:lnTo>
                  <a:pt x="1" y="0"/>
                </a:lnTo>
                <a:close/>
              </a:path>
            </a:pathLst>
          </a:custGeom>
          <a:solidFill>
            <a:srgbClr val="00009B"/>
          </a:solidFill>
          <a:ln w="3542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Rectangle 97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Rectangle 97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6" name="Picture 97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77" name="Picture 97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78" name="TextBox 97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979" name="TextBox 978"/>
          <p:cNvSpPr txBox="1"/>
          <p:nvPr/>
        </p:nvSpPr>
        <p:spPr>
          <a:xfrm>
            <a:off x="359993" y="62376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tune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980" name="TextBox 979"/>
          <p:cNvSpPr txBox="1"/>
          <p:nvPr/>
        </p:nvSpPr>
        <p:spPr>
          <a:xfrm>
            <a:off x="359993" y="861249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plotted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against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(0-10).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3488326" y="2720934"/>
            <a:ext cx="2297069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2" name="TextBox 981"/>
          <p:cNvSpPr txBox="1"/>
          <p:nvPr/>
        </p:nvSpPr>
        <p:spPr>
          <a:xfrm>
            <a:off x="3771215" y="2532422"/>
            <a:ext cx="2014180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83" name="TextBox 982"/>
          <p:cNvSpPr txBox="1"/>
          <p:nvPr/>
        </p:nvSpPr>
        <p:spPr>
          <a:xfrm>
            <a:off x="4040351" y="2353084"/>
            <a:ext cx="1745045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84" name="TextBox 983"/>
          <p:cNvSpPr txBox="1"/>
          <p:nvPr/>
        </p:nvSpPr>
        <p:spPr>
          <a:xfrm>
            <a:off x="3401071" y="2723290"/>
            <a:ext cx="2384325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3090178" y="2695847"/>
            <a:ext cx="2695217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86" name="TextBox 985"/>
          <p:cNvSpPr txBox="1"/>
          <p:nvPr/>
        </p:nvSpPr>
        <p:spPr>
          <a:xfrm>
            <a:off x="2779277" y="2668403"/>
            <a:ext cx="3006118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2468385" y="2640960"/>
            <a:ext cx="3317010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88" name="TextBox 987"/>
          <p:cNvSpPr txBox="1"/>
          <p:nvPr/>
        </p:nvSpPr>
        <p:spPr>
          <a:xfrm>
            <a:off x="2157493" y="2613525"/>
            <a:ext cx="3627902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1823460" y="2587949"/>
            <a:ext cx="3961935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90" name="TextBox 989"/>
          <p:cNvSpPr txBox="1"/>
          <p:nvPr/>
        </p:nvSpPr>
        <p:spPr>
          <a:xfrm>
            <a:off x="1781873" y="2220196"/>
            <a:ext cx="4003522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1781873" y="1765820"/>
            <a:ext cx="4003522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20</a:t>
            </a:r>
          </a:p>
        </p:txBody>
      </p:sp>
      <p:sp>
        <p:nvSpPr>
          <p:cNvPr id="992" name="TextBox 991"/>
          <p:cNvSpPr txBox="1"/>
          <p:nvPr/>
        </p:nvSpPr>
        <p:spPr>
          <a:xfrm>
            <a:off x="3829746" y="2718881"/>
            <a:ext cx="1955649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93" name="TextBox 992"/>
          <p:cNvSpPr txBox="1"/>
          <p:nvPr/>
        </p:nvSpPr>
        <p:spPr>
          <a:xfrm>
            <a:off x="2472199" y="2807479"/>
            <a:ext cx="3313196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994" name="TextBox 993"/>
          <p:cNvSpPr txBox="1"/>
          <p:nvPr/>
        </p:nvSpPr>
        <p:spPr>
          <a:xfrm>
            <a:off x="1624199" y="1942618"/>
            <a:ext cx="4161196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Josefin Sans"/>
              </a:rPr>
              <a:t>Tips,</a:t>
            </a:r>
            <a:r>
              <a:rPr sz="697" b="0">
                <a:solidFill>
                  <a:srgbClr val="000000"/>
                </a:solidFill>
                <a:latin typeface="Josefin Sans"/>
              </a:rPr>
              <a:t> </a:t>
            </a:r>
            <a:r>
              <a:rPr sz="69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96" name="TextBox 995"/>
          <p:cNvSpPr txBox="1"/>
          <p:nvPr/>
        </p:nvSpPr>
        <p:spPr>
          <a:xfrm>
            <a:off x="5626467" y="3150693"/>
            <a:ext cx="1589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75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693269" y="-2314993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693269" y="-231787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981274" y="-231787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269278" y="-231787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557279" y="-231787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845283" y="-231787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133287" y="-231787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6693269" y="-2386994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693269" y="-2314993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693269" y="-232939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6693269" y="-234379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693269" y="-235819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693269" y="-237259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693269" y="-2386994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693269" y="-23869944"/>
            <a:ext cx="720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6693269" y="-23869944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413278" y="-23869944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7413278" y="-23869944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637284" y="-2314994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8637284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8925288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9213292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9501293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9789297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0077302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637284" y="-23869953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8637284" y="-2314994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8637284" y="-2329394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8637284" y="-2343794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8637284" y="-2358194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637284" y="-2372595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8637284" y="-2386995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637284" y="-23869953"/>
            <a:ext cx="432005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925288" y="-23869953"/>
            <a:ext cx="432005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9357293" y="-23869953"/>
            <a:ext cx="432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9501293" y="-23869953"/>
            <a:ext cx="576009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-2" y="3146727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880002" y="3146727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5" name="Picture 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3" y="88074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889662" y="3150915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27444" y="3150691"/>
            <a:ext cx="157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76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693269" y="-2314993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693269" y="-231787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981274" y="-231787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269278" y="-231787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557279" y="-231787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845283" y="-231787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133287" y="-2317873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6693269" y="-2386994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693269" y="-2314993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693269" y="-232939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6693269" y="-234379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693269" y="-2358194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693269" y="-2372594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693269" y="-2386994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693269" y="-23869944"/>
            <a:ext cx="720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6693269" y="-23869944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413278" y="-23869944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7413278" y="-23869944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637284" y="-2314994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8637284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8925288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9213292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9501293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9789297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0077302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637284" y="-23869953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8637284" y="-2314994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8637284" y="-2329394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8637284" y="-2343794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8637284" y="-2358194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637284" y="-2372595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8637284" y="-2386995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637284" y="-23869953"/>
            <a:ext cx="432005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925288" y="-23869953"/>
            <a:ext cx="432005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9357293" y="-23869953"/>
            <a:ext cx="432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9501293" y="-23869953"/>
            <a:ext cx="576009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-2" y="3146727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880002" y="3146727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5" name="Picture 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3" y="88074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9991" y="1118614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I’m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happy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result,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modify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9991" y="1270442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89662" y="3150915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27444" y="3150691"/>
            <a:ext cx="157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76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92941" y="2250392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92941" y="22215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580944" y="22215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68948" y="22215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156952" y="22215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444955" y="22215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732959" y="22215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292941" y="153038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292941" y="225039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292941" y="210639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292941" y="196238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292941" y="18183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292941" y="16743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92941" y="153038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292941" y="1530383"/>
            <a:ext cx="720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292941" y="1530383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12950" y="1530383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012950" y="1530383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637284" y="-2314994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8637284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8925288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9213292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9501293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9789297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0077302" y="-23178746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637284" y="-23869953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8637284" y="-23149945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8637284" y="-2329394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8637284" y="-2343794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8637284" y="-2358194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637284" y="-2372595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8637284" y="-2386995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637284" y="-23869953"/>
            <a:ext cx="432005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925288" y="-23869953"/>
            <a:ext cx="432005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9357293" y="-23869953"/>
            <a:ext cx="432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9501293" y="-23869953"/>
            <a:ext cx="576009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-2" y="3146727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880002" y="3146727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5" name="Picture 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3" y="88074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9991" y="1118614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I’m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happy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result,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modify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9991" y="1270442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36136" y="2267436"/>
            <a:ext cx="45492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8673" y="2267436"/>
            <a:ext cx="425672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16232" y="2267436"/>
            <a:ext cx="39691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03780" y="2267436"/>
            <a:ext cx="36816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392395" y="2267436"/>
            <a:ext cx="33930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63383" y="2267436"/>
            <a:ext cx="31220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18960" y="2421075"/>
            <a:ext cx="40664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Service,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50325" y="2211901"/>
            <a:ext cx="463507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59388" y="2067903"/>
            <a:ext cx="46260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61501" y="1923906"/>
            <a:ext cx="46238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7610" y="1779705"/>
            <a:ext cx="462778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58829" y="1635697"/>
            <a:ext cx="46265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74943" y="1491903"/>
            <a:ext cx="46104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11139" y="1499150"/>
            <a:ext cx="47742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78214" y="1863500"/>
            <a:ext cx="4407181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904776" y="1858867"/>
            <a:ext cx="388061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17861" y="1864334"/>
            <a:ext cx="326753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89662" y="3150915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7444" y="3150691"/>
            <a:ext cx="157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76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92941" y="2250392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92941" y="22215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580944" y="22215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68948" y="22215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156952" y="22215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444955" y="22215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732959" y="2221590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292941" y="153038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292941" y="225039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292941" y="210639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292941" y="196238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292941" y="181838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292941" y="167438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92941" y="153038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292941" y="1530383"/>
            <a:ext cx="720009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292941" y="1530383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12950" y="1530383"/>
            <a:ext cx="720009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012950" y="1530383"/>
            <a:ext cx="720009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236956" y="2250381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236956" y="222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524959" y="222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812963" y="222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100966" y="222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388970" y="222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4676973" y="222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236956" y="1530373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236956" y="225038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236956" y="21063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236956" y="196237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236956" y="181837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236956" y="167437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236956" y="153037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236956" y="1530373"/>
            <a:ext cx="432005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524959" y="1530373"/>
            <a:ext cx="432005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956964" y="1530373"/>
            <a:ext cx="432006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100966" y="1530373"/>
            <a:ext cx="576007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-2" y="3146727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880002" y="3146727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5" name="Picture 7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59993" y="88074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9991" y="1118614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I’m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happy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result,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modify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score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9991" y="1270442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that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36136" y="2267436"/>
            <a:ext cx="45492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8673" y="2267436"/>
            <a:ext cx="425672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16232" y="2267436"/>
            <a:ext cx="39691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03780" y="2267436"/>
            <a:ext cx="368161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392395" y="2267436"/>
            <a:ext cx="33930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63383" y="2267436"/>
            <a:ext cx="31220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10.0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18960" y="2421075"/>
            <a:ext cx="40664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Service,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50325" y="2211901"/>
            <a:ext cx="463507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59388" y="2067903"/>
            <a:ext cx="46260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61501" y="1923906"/>
            <a:ext cx="46238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7610" y="1779705"/>
            <a:ext cx="462778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58829" y="1635697"/>
            <a:ext cx="462656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74943" y="1491903"/>
            <a:ext cx="46104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11139" y="1499150"/>
            <a:ext cx="477425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78214" y="1863500"/>
            <a:ext cx="4407181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904776" y="1858867"/>
            <a:ext cx="388061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17861" y="1864334"/>
            <a:ext cx="326753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80151" y="2267425"/>
            <a:ext cx="260524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472688" y="2267425"/>
            <a:ext cx="23127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2.0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760236" y="2267425"/>
            <a:ext cx="20251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4.0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47795" y="2267425"/>
            <a:ext cx="17376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6.0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36400" y="2267425"/>
            <a:ext cx="14489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8.0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607397" y="2267425"/>
            <a:ext cx="117799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10.0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662974" y="2421065"/>
            <a:ext cx="212242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Service,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out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94330" y="2211890"/>
            <a:ext cx="26910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103402" y="2067892"/>
            <a:ext cx="26819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05505" y="1923895"/>
            <a:ext cx="26798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01614" y="1779694"/>
            <a:ext cx="26837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102833" y="1635686"/>
            <a:ext cx="268256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118947" y="1491892"/>
            <a:ext cx="266644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955153" y="1499141"/>
            <a:ext cx="283024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264632" y="1863490"/>
            <a:ext cx="252076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Poor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848791" y="1858857"/>
            <a:ext cx="193660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Average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19462" y="1864323"/>
            <a:ext cx="126593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Good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89662" y="3150915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627444" y="3150691"/>
            <a:ext cx="157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76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1901712" y="2423394"/>
            <a:ext cx="1554485" cy="137213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2184606" y="2234886"/>
            <a:ext cx="1554485" cy="13721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2467499" y="2046378"/>
            <a:ext cx="1554485" cy="13721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456197" y="2183592"/>
            <a:ext cx="565787" cy="377015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3145301" y="2156149"/>
            <a:ext cx="565786" cy="377016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34404" y="2128707"/>
            <a:ext cx="565786" cy="377015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523506" y="2101264"/>
            <a:ext cx="565787" cy="377015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212609" y="2073821"/>
            <a:ext cx="565787" cy="377016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901712" y="2046378"/>
            <a:ext cx="565787" cy="377016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3418541" y="2557283"/>
            <a:ext cx="37656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 flipV="1">
            <a:off x="3701434" y="2368776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 flipV="1">
            <a:off x="3984328" y="2180268"/>
            <a:ext cx="37656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901712" y="2423394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184606" y="2234886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467499" y="2046378"/>
            <a:ext cx="37657" cy="332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456197" y="2539647"/>
            <a:ext cx="31455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145301" y="2512205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834404" y="2484762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523506" y="2457320"/>
            <a:ext cx="31455" cy="2095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212609" y="2429877"/>
            <a:ext cx="31455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901712" y="2402434"/>
            <a:ext cx="31455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3990530" y="2183592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3679633" y="2156149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3368736" y="2128707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3057839" y="2101264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2746942" y="2073821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2436045" y="2046378"/>
            <a:ext cx="31454" cy="2096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456197" y="2183592"/>
            <a:ext cx="565787" cy="377015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901712" y="2046378"/>
            <a:ext cx="565787" cy="377016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1901712" y="2423394"/>
            <a:ext cx="1554485" cy="137213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467499" y="2046378"/>
            <a:ext cx="1554485" cy="137214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01712" y="1321950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184606" y="1133443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467499" y="944935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3990530" y="1082148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3679633" y="1054705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3368736" y="1027263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3057839" y="999820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2746942" y="972377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2436045" y="944935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901712" y="944935"/>
            <a:ext cx="565787" cy="377015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 flipV="1">
            <a:off x="2467499" y="944935"/>
            <a:ext cx="1554485" cy="137213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456197" y="2522804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3145301" y="2495362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34404" y="2467919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523506" y="2440477"/>
            <a:ext cx="0" cy="378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212609" y="2413034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901712" y="2385591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901712" y="2099866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901712" y="1645479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901712" y="1321950"/>
            <a:ext cx="0" cy="1101444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021984" y="1082148"/>
            <a:ext cx="0" cy="110144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11087" y="1054705"/>
            <a:ext cx="0" cy="110144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400190" y="1027263"/>
            <a:ext cx="0" cy="110144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089293" y="999820"/>
            <a:ext cx="0" cy="110144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778396" y="972377"/>
            <a:ext cx="0" cy="110144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467499" y="944935"/>
            <a:ext cx="0" cy="1101443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021984" y="2145789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711087" y="2118346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3400190" y="2090903"/>
            <a:ext cx="0" cy="3780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089293" y="2063461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778396" y="2036018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467499" y="2008576"/>
            <a:ext cx="0" cy="378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4021984" y="1082148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711087" y="1054705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400190" y="1027263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089293" y="999820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778396" y="972377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467499" y="944935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 flipV="1">
            <a:off x="2467499" y="1722850"/>
            <a:ext cx="1554485" cy="137213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2467499" y="1268463"/>
            <a:ext cx="1554485" cy="13721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 flipV="1">
            <a:off x="3984328" y="1856739"/>
            <a:ext cx="37656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 flipV="1">
            <a:off x="3984328" y="1402353"/>
            <a:ext cx="37656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467499" y="1722850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467499" y="1268463"/>
            <a:ext cx="37657" cy="332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4021984" y="1082148"/>
            <a:ext cx="0" cy="1101444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467499" y="944935"/>
            <a:ext cx="0" cy="1101443"/>
          </a:xfrm>
          <a:prstGeom prst="line">
            <a:avLst/>
          </a:prstGeom>
          <a:ln w="354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456197" y="2522804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739091" y="2334297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021984" y="2145789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>
            <a:off x="3990530" y="1860063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H="1">
            <a:off x="3990530" y="1405677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901712" y="1321950"/>
            <a:ext cx="0" cy="1101444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184606" y="1133443"/>
            <a:ext cx="0" cy="1101443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467499" y="944935"/>
            <a:ext cx="0" cy="1101443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1901712" y="2385591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184606" y="2197083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467499" y="2008576"/>
            <a:ext cx="0" cy="378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901712" y="1321950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184606" y="1133443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467499" y="944935"/>
            <a:ext cx="0" cy="378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1901712" y="1722850"/>
            <a:ext cx="565787" cy="377016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901712" y="1268463"/>
            <a:ext cx="565787" cy="377016"/>
          </a:xfrm>
          <a:prstGeom prst="line">
            <a:avLst/>
          </a:prstGeom>
          <a:ln w="3542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901712" y="2078906"/>
            <a:ext cx="31455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901712" y="1624519"/>
            <a:ext cx="31455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436045" y="1722850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2436045" y="1268463"/>
            <a:ext cx="31454" cy="2096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2451100" y="10414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1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20000"/>
          </a:solidFill>
          <a:ln w="3542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2501900" y="1041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40000"/>
          </a:solidFill>
          <a:ln w="3542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2552700" y="10541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80000"/>
          </a:solidFill>
          <a:ln w="3542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2603500" y="1054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D0000"/>
          </a:solidFill>
          <a:ln w="3542">
            <a:solidFill>
              <a:srgbClr val="7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2667000" y="1066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40000"/>
          </a:solidFill>
          <a:ln w="3542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2717800" y="1079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C0000"/>
          </a:solidFill>
          <a:ln w="3542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2768600" y="1092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50000"/>
          </a:solidFill>
          <a:ln w="3542">
            <a:solidFill>
              <a:srgbClr val="8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2819400" y="11049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5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70000"/>
          </a:solidFill>
          <a:ln w="3542">
            <a:solidFill>
              <a:srgbClr val="8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2882900" y="1104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00000"/>
          </a:solidFill>
          <a:ln w="3542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2933700" y="1104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80000"/>
          </a:solidFill>
          <a:ln w="3542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2984500" y="11049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1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10000"/>
          </a:solidFill>
          <a:ln w="3542">
            <a:solidFill>
              <a:srgbClr val="7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3035300" y="11049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A0000"/>
          </a:solidFill>
          <a:ln w="3542">
            <a:solidFill>
              <a:srgbClr val="6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3086100" y="11049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5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50000"/>
          </a:solidFill>
          <a:ln w="3542">
            <a:solidFill>
              <a:srgbClr val="6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3149600" y="1104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30000"/>
          </a:solidFill>
          <a:ln w="3542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3200400" y="11049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4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D0000"/>
          </a:solidFill>
          <a:ln w="3542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3251200" y="11557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7"/>
                </a:lnTo>
                <a:lnTo>
                  <a:pt x="4" y="8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E60000"/>
          </a:solidFill>
          <a:ln w="3542">
            <a:solidFill>
              <a:srgbClr val="B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3302000" y="1244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5"/>
                </a:lnTo>
                <a:lnTo>
                  <a:pt x="5" y="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3800"/>
          </a:solidFill>
          <a:ln w="3542">
            <a:solidFill>
              <a:srgbClr val="CC2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3365500" y="13081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5"/>
                </a:lnTo>
                <a:lnTo>
                  <a:pt x="4" y="6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7800"/>
          </a:solidFill>
          <a:ln w="3542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3416300" y="1371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4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AC00"/>
          </a:solidFill>
          <a:ln w="3542">
            <a:solidFill>
              <a:srgbClr val="CC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3467100" y="1422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D700"/>
          </a:solidFill>
          <a:ln w="3542">
            <a:solidFill>
              <a:srgbClr val="CCA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3517900" y="1460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FB00"/>
          </a:solidFill>
          <a:ln w="3542">
            <a:solidFill>
              <a:srgbClr val="CCC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3568700" y="1485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E5FF1A"/>
          </a:solidFill>
          <a:ln w="3542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3632200" y="1524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CBFF34"/>
          </a:solidFill>
          <a:ln w="3542">
            <a:solidFill>
              <a:srgbClr val="A2C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3683000" y="1549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B6FF49"/>
          </a:solidFill>
          <a:ln w="3542">
            <a:solidFill>
              <a:srgbClr val="91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3733800" y="1574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4FF5B"/>
          </a:solidFill>
          <a:ln w="3542">
            <a:solidFill>
              <a:srgbClr val="84C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3784600" y="1587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6FF69"/>
          </a:solidFill>
          <a:ln w="3542">
            <a:solidFill>
              <a:srgbClr val="78C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3835400" y="1600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CFF73"/>
          </a:solidFill>
          <a:ln w="3542">
            <a:solidFill>
              <a:srgbClr val="70C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3898900" y="1612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4FF7B"/>
          </a:solidFill>
          <a:ln w="3542">
            <a:solidFill>
              <a:srgbClr val="6AC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3949700" y="1625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0FF7F"/>
          </a:solidFill>
          <a:ln w="3542">
            <a:solidFill>
              <a:srgbClr val="67C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2425700" y="1054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50000"/>
          </a:solidFill>
          <a:ln w="3542">
            <a:solidFill>
              <a:srgbClr val="6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2476500" y="1054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60000"/>
          </a:solidFill>
          <a:ln w="3542">
            <a:solidFill>
              <a:srgbClr val="6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2540000" y="10668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80000"/>
          </a:solidFill>
          <a:ln w="3542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2590800" y="1066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D0000"/>
          </a:solidFill>
          <a:ln w="3542">
            <a:solidFill>
              <a:srgbClr val="7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2641600" y="1079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40000"/>
          </a:solidFill>
          <a:ln w="3542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2692400" y="1092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C0000"/>
          </a:solidFill>
          <a:ln w="3542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2755900" y="1104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50000"/>
          </a:solidFill>
          <a:ln w="3542">
            <a:solidFill>
              <a:srgbClr val="8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806700" y="11176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1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70000"/>
          </a:solidFill>
          <a:ln w="3542">
            <a:solidFill>
              <a:srgbClr val="8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857500" y="11176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00000"/>
          </a:solidFill>
          <a:ln w="3542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908300" y="11176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80000"/>
          </a:solidFill>
          <a:ln w="3542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959100" y="11176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5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10000"/>
          </a:solidFill>
          <a:ln w="3542">
            <a:solidFill>
              <a:srgbClr val="7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3022600" y="1117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A0000"/>
          </a:solidFill>
          <a:ln w="3542">
            <a:solidFill>
              <a:srgbClr val="6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3073400" y="11176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1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60000"/>
          </a:solidFill>
          <a:ln w="3542">
            <a:solidFill>
              <a:srgbClr val="6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3124200" y="11176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50000"/>
          </a:solidFill>
          <a:ln w="3542">
            <a:solidFill>
              <a:srgbClr val="6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3175000" y="1117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5" y="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10000"/>
          </a:solidFill>
          <a:ln w="3542">
            <a:solidFill>
              <a:srgbClr val="8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3238500" y="11684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7"/>
                </a:lnTo>
                <a:lnTo>
                  <a:pt x="4" y="8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E90000"/>
          </a:solidFill>
          <a:ln w="3542">
            <a:solidFill>
              <a:srgbClr val="B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3289300" y="12573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5"/>
                </a:lnTo>
                <a:lnTo>
                  <a:pt x="4" y="6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3900"/>
          </a:solidFill>
          <a:ln w="3542">
            <a:solidFill>
              <a:srgbClr val="CC2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3340100" y="13208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5"/>
                </a:lnTo>
                <a:lnTo>
                  <a:pt x="4" y="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7800"/>
          </a:solidFill>
          <a:ln w="3542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3390900" y="1384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4"/>
                </a:lnTo>
                <a:lnTo>
                  <a:pt x="4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AC00"/>
          </a:solidFill>
          <a:ln w="3542">
            <a:solidFill>
              <a:srgbClr val="CC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3441700" y="1435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D700"/>
          </a:solidFill>
          <a:ln w="3542">
            <a:solidFill>
              <a:srgbClr val="CCA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3505200" y="1473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FB00"/>
          </a:solidFill>
          <a:ln w="3542">
            <a:solidFill>
              <a:srgbClr val="CCC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3556000" y="1498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5FF1A"/>
          </a:solidFill>
          <a:ln w="3542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3606800" y="1536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BFF34"/>
          </a:solidFill>
          <a:ln w="3542">
            <a:solidFill>
              <a:srgbClr val="A2C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3657600" y="1562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B6FF49"/>
          </a:solidFill>
          <a:ln w="3542">
            <a:solidFill>
              <a:srgbClr val="91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3721100" y="1587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4FF5B"/>
          </a:solidFill>
          <a:ln w="3542">
            <a:solidFill>
              <a:srgbClr val="84C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3771900" y="1600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6FF69"/>
          </a:solidFill>
          <a:ln w="3542">
            <a:solidFill>
              <a:srgbClr val="78C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3822700" y="1612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CFF73"/>
          </a:solidFill>
          <a:ln w="3542">
            <a:solidFill>
              <a:srgbClr val="70C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3873500" y="1625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4FF7B"/>
          </a:solidFill>
          <a:ln w="3542">
            <a:solidFill>
              <a:srgbClr val="6AC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3924300" y="1638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0FF7F"/>
          </a:solidFill>
          <a:ln w="3542">
            <a:solidFill>
              <a:srgbClr val="67C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2413000" y="1066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8B0000"/>
          </a:solidFill>
          <a:ln w="3542">
            <a:solidFill>
              <a:srgbClr val="6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2463800" y="10795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1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B0000"/>
          </a:solidFill>
          <a:ln w="3542">
            <a:solidFill>
              <a:srgbClr val="6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2514600" y="1079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C0000"/>
          </a:solidFill>
          <a:ln w="3542">
            <a:solidFill>
              <a:srgbClr val="7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2565400" y="1079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E0000"/>
          </a:solidFill>
          <a:ln w="3542">
            <a:solidFill>
              <a:srgbClr val="7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2628900" y="1092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40000"/>
          </a:solidFill>
          <a:ln w="3542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2679700" y="1104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C0000"/>
          </a:solidFill>
          <a:ln w="3542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2730500" y="1117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50000"/>
          </a:solidFill>
          <a:ln w="3542">
            <a:solidFill>
              <a:srgbClr val="8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2781300" y="11303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70000"/>
          </a:solidFill>
          <a:ln w="3542">
            <a:solidFill>
              <a:srgbClr val="8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2832100" y="11303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5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00000"/>
          </a:solidFill>
          <a:ln w="3542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2895600" y="11303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80000"/>
          </a:solidFill>
          <a:ln w="3542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2946400" y="11303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1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10000"/>
          </a:solidFill>
          <a:ln w="3542">
            <a:solidFill>
              <a:srgbClr val="7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997200" y="11303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D0000"/>
          </a:solidFill>
          <a:ln w="3542">
            <a:solidFill>
              <a:srgbClr val="7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3048000" y="1130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B0000"/>
          </a:solidFill>
          <a:ln w="3542">
            <a:solidFill>
              <a:srgbClr val="6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3111500" y="1130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8B0000"/>
          </a:solidFill>
          <a:ln w="3542">
            <a:solidFill>
              <a:srgbClr val="6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3162300" y="11303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5"/>
                </a:lnTo>
                <a:lnTo>
                  <a:pt x="4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A80000"/>
          </a:solidFill>
          <a:ln w="3542">
            <a:solidFill>
              <a:srgbClr val="8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3213100" y="11938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6"/>
                </a:lnTo>
                <a:lnTo>
                  <a:pt x="4" y="8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10000"/>
          </a:solidFill>
          <a:ln w="3542">
            <a:solidFill>
              <a:srgbClr val="C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3263900" y="12700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5"/>
                </a:lnTo>
                <a:lnTo>
                  <a:pt x="4" y="7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4000"/>
          </a:solidFill>
          <a:ln w="3542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3314700" y="1333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5"/>
                </a:lnTo>
                <a:lnTo>
                  <a:pt x="5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7C00"/>
          </a:solidFill>
          <a:ln w="3542">
            <a:solidFill>
              <a:srgbClr val="CC6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3378200" y="13970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4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AD00"/>
          </a:solidFill>
          <a:ln w="3542">
            <a:solidFill>
              <a:srgbClr val="CC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3429000" y="1447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D700"/>
          </a:solidFill>
          <a:ln w="3542">
            <a:solidFill>
              <a:srgbClr val="CCA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3479800" y="1485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FB00"/>
          </a:solidFill>
          <a:ln w="3542">
            <a:solidFill>
              <a:srgbClr val="CCC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3530600" y="1511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5FF1A"/>
          </a:solidFill>
          <a:ln w="3542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3594100" y="1549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CBFF34"/>
          </a:solidFill>
          <a:ln w="3542">
            <a:solidFill>
              <a:srgbClr val="A2C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3644900" y="1574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B6FF49"/>
          </a:solidFill>
          <a:ln w="3542">
            <a:solidFill>
              <a:srgbClr val="91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3695700" y="1600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4FF5B"/>
          </a:solidFill>
          <a:ln w="3542">
            <a:solidFill>
              <a:srgbClr val="84C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3746500" y="1612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6FF68"/>
          </a:solidFill>
          <a:ln w="3542">
            <a:solidFill>
              <a:srgbClr val="78CC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3797300" y="1625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CFF73"/>
          </a:solidFill>
          <a:ln w="3542">
            <a:solidFill>
              <a:srgbClr val="70C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3860800" y="1638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5FF7A"/>
          </a:solidFill>
          <a:ln w="3542">
            <a:solidFill>
              <a:srgbClr val="6AC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3911600" y="1651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0FF7F"/>
          </a:solidFill>
          <a:ln w="3542">
            <a:solidFill>
              <a:srgbClr val="67C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2387600" y="1092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30000"/>
          </a:solidFill>
          <a:ln w="3542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2438400" y="1092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30000"/>
          </a:solidFill>
          <a:ln w="3542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2501900" y="1092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30000"/>
          </a:solidFill>
          <a:ln w="3542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2552700" y="1104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40000"/>
          </a:solidFill>
          <a:ln w="3542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2603500" y="1104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60000"/>
          </a:solidFill>
          <a:ln w="3542">
            <a:solidFill>
              <a:srgbClr val="7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2654300" y="1117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C0000"/>
          </a:solidFill>
          <a:ln w="3542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2705100" y="1130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50000"/>
          </a:solidFill>
          <a:ln w="3542">
            <a:solidFill>
              <a:srgbClr val="8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2768600" y="1143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70000"/>
          </a:solidFill>
          <a:ln w="3542">
            <a:solidFill>
              <a:srgbClr val="8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2819400" y="11430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1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00000"/>
          </a:solidFill>
          <a:ln w="3542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2870200" y="11430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90000"/>
          </a:solidFill>
          <a:ln w="3542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2921000" y="11430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5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40000"/>
          </a:solidFill>
          <a:ln w="3542">
            <a:solidFill>
              <a:srgbClr val="7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2984500" y="1143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30000"/>
          </a:solidFill>
          <a:ln w="3542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3035300" y="1143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30000"/>
          </a:solidFill>
          <a:ln w="3542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3086100" y="1155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30000"/>
          </a:solidFill>
          <a:ln w="3542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3136900" y="11557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4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B10000"/>
          </a:solidFill>
          <a:ln w="3542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3187700" y="12065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7"/>
                </a:lnTo>
                <a:lnTo>
                  <a:pt x="5" y="9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D0000"/>
          </a:solidFill>
          <a:ln w="3542">
            <a:solidFill>
              <a:srgbClr val="C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3251200" y="12954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5"/>
                </a:lnTo>
                <a:lnTo>
                  <a:pt x="4" y="7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4D00"/>
          </a:solidFill>
          <a:ln w="3542">
            <a:solidFill>
              <a:srgbClr val="CC3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3302000" y="1358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4"/>
                </a:lnTo>
                <a:lnTo>
                  <a:pt x="4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8700"/>
          </a:solidFill>
          <a:ln w="3542">
            <a:solidFill>
              <a:srgbClr val="CC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3352800" y="14097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4"/>
                </a:lnTo>
                <a:lnTo>
                  <a:pt x="4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B300"/>
          </a:solidFill>
          <a:ln w="3542">
            <a:solidFill>
              <a:srgbClr val="CC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3403600" y="1460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D900"/>
          </a:solidFill>
          <a:ln w="3542">
            <a:solidFill>
              <a:srgbClr val="CCA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3467100" y="14986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FB00"/>
          </a:solidFill>
          <a:ln w="3542">
            <a:solidFill>
              <a:srgbClr val="CCC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3517900" y="1536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E5FF1A"/>
          </a:solidFill>
          <a:ln w="3542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3568700" y="1562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BFF34"/>
          </a:solidFill>
          <a:ln w="3542">
            <a:solidFill>
              <a:srgbClr val="A2C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3619500" y="1587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B6FF49"/>
          </a:solidFill>
          <a:ln w="3542">
            <a:solidFill>
              <a:srgbClr val="91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3670300" y="1612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5FF5A"/>
          </a:solidFill>
          <a:ln w="3542">
            <a:solidFill>
              <a:srgbClr val="84C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3733800" y="1625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7FF68"/>
          </a:solidFill>
          <a:ln w="3542">
            <a:solidFill>
              <a:srgbClr val="79CC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3784600" y="1638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DFF72"/>
          </a:solidFill>
          <a:ln w="3542">
            <a:solidFill>
              <a:srgbClr val="70C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3835400" y="1651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5FF7A"/>
          </a:solidFill>
          <a:ln w="3542">
            <a:solidFill>
              <a:srgbClr val="6AC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3886200" y="1663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0FF7E"/>
          </a:solidFill>
          <a:ln w="3542">
            <a:solidFill>
              <a:srgbClr val="67C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2374900" y="1104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D0000"/>
          </a:solidFill>
          <a:ln w="3542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2425700" y="1117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D0000"/>
          </a:solidFill>
          <a:ln w="3542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2476500" y="1117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D0000"/>
          </a:solidFill>
          <a:ln w="3542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2527300" y="1117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D0000"/>
          </a:solidFill>
          <a:ln w="3542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2578100" y="1130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D0000"/>
          </a:solidFill>
          <a:ln w="3542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2641600" y="1130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F0000"/>
          </a:solidFill>
          <a:ln w="3542">
            <a:solidFill>
              <a:srgbClr val="7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2692400" y="1143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50000"/>
          </a:solidFill>
          <a:ln w="3542">
            <a:solidFill>
              <a:srgbClr val="8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2743200" y="11557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70000"/>
          </a:solidFill>
          <a:ln w="3542">
            <a:solidFill>
              <a:srgbClr val="8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2794000" y="11557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5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20000"/>
          </a:solidFill>
          <a:ln w="3542">
            <a:solidFill>
              <a:srgbClr val="8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2857500" y="1155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E0000"/>
          </a:solidFill>
          <a:ln w="3542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2908300" y="1155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D0000"/>
          </a:solidFill>
          <a:ln w="3542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2959100" y="1155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D0000"/>
          </a:solidFill>
          <a:ln w="3542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3009900" y="1168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D0000"/>
          </a:solidFill>
          <a:ln w="3542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3060700" y="1168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D0000"/>
          </a:solidFill>
          <a:ln w="3542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3124200" y="11811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4"/>
                </a:lnTo>
                <a:lnTo>
                  <a:pt x="4" y="6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BC0000"/>
          </a:solidFill>
          <a:ln w="3542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3175000" y="12319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1" y="0"/>
                </a:moveTo>
                <a:lnTo>
                  <a:pt x="6" y="7"/>
                </a:lnTo>
                <a:lnTo>
                  <a:pt x="4" y="10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0D00"/>
          </a:solidFill>
          <a:ln w="3542">
            <a:solidFill>
              <a:srgbClr val="CC0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3225800" y="13208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5"/>
                </a:lnTo>
                <a:lnTo>
                  <a:pt x="4" y="8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5F00"/>
          </a:solidFill>
          <a:ln w="3542">
            <a:solidFill>
              <a:srgbClr val="CC4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3276600" y="13843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4"/>
                </a:lnTo>
                <a:lnTo>
                  <a:pt x="5" y="7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9A00"/>
          </a:solidFill>
          <a:ln w="3542">
            <a:solidFill>
              <a:srgbClr val="CC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3340100" y="14351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3"/>
                </a:lnTo>
                <a:lnTo>
                  <a:pt x="4" y="6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FC300"/>
          </a:solidFill>
          <a:ln w="3542">
            <a:solidFill>
              <a:srgbClr val="CC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3390900" y="1473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3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FE300"/>
          </a:solidFill>
          <a:ln w="3542">
            <a:solidFill>
              <a:srgbClr val="CCB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3441700" y="1511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FE00"/>
          </a:solidFill>
          <a:ln w="3542">
            <a:solidFill>
              <a:srgbClr val="CC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3492500" y="1549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E5FF1A"/>
          </a:solidFill>
          <a:ln w="3542">
            <a:solidFill>
              <a:srgbClr val="B7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3543300" y="1574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BFF34"/>
          </a:solidFill>
          <a:ln w="3542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3606800" y="1600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2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B7FF48"/>
          </a:solidFill>
          <a:ln w="3542">
            <a:solidFill>
              <a:srgbClr val="92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3657600" y="1625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A7FF58"/>
          </a:solidFill>
          <a:ln w="3542">
            <a:solidFill>
              <a:srgbClr val="85C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3708400" y="1638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9FF66"/>
          </a:solidFill>
          <a:ln w="3542">
            <a:solidFill>
              <a:srgbClr val="7AC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3759200" y="1651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DFF72"/>
          </a:solidFill>
          <a:ln w="3542">
            <a:solidFill>
              <a:srgbClr val="71C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3822700" y="16637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5FF7A"/>
          </a:solidFill>
          <a:ln w="3542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3873500" y="1676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1FF7E"/>
          </a:solidFill>
          <a:ln w="3542">
            <a:solidFill>
              <a:srgbClr val="67C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2349500" y="11303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1"/>
                </a:lnTo>
                <a:lnTo>
                  <a:pt x="4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B40000"/>
          </a:solidFill>
          <a:ln w="3542">
            <a:solidFill>
              <a:srgbClr val="9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2400300" y="1143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0"/>
                </a:lnTo>
                <a:lnTo>
                  <a:pt x="5" y="5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C00000"/>
          </a:solidFill>
          <a:ln w="3542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2463800" y="11430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0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C00000"/>
          </a:solidFill>
          <a:ln w="3542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2514600" y="11430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1"/>
                </a:lnTo>
                <a:lnTo>
                  <a:pt x="4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C00000"/>
          </a:solidFill>
          <a:ln w="3542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2565400" y="11557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0"/>
                </a:lnTo>
                <a:lnTo>
                  <a:pt x="4" y="5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C00000"/>
          </a:solidFill>
          <a:ln w="3542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2616200" y="11557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0"/>
                </a:lnTo>
                <a:lnTo>
                  <a:pt x="4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C00000"/>
          </a:solidFill>
          <a:ln w="3542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2667000" y="11557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1"/>
                </a:lnTo>
                <a:lnTo>
                  <a:pt x="5" y="6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C20000"/>
          </a:solidFill>
          <a:ln w="3542">
            <a:solidFill>
              <a:srgbClr val="9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2730500" y="1168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0"/>
                </a:lnTo>
                <a:lnTo>
                  <a:pt x="4" y="5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C30000"/>
          </a:solidFill>
          <a:ln w="3542">
            <a:solidFill>
              <a:srgbClr val="9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2781300" y="1168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0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C10000"/>
          </a:solidFill>
          <a:ln w="3542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2832100" y="1168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1"/>
                </a:lnTo>
                <a:lnTo>
                  <a:pt x="4" y="6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C00000"/>
          </a:solidFill>
          <a:ln w="3542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2882900" y="11811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0"/>
                </a:lnTo>
                <a:lnTo>
                  <a:pt x="5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C00000"/>
          </a:solidFill>
          <a:ln w="3542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2946400" y="11811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1"/>
                </a:lnTo>
                <a:lnTo>
                  <a:pt x="4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C00000"/>
          </a:solidFill>
          <a:ln w="3542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2997200" y="1193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0"/>
                </a:lnTo>
                <a:lnTo>
                  <a:pt x="4" y="5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C00000"/>
          </a:solidFill>
          <a:ln w="3542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3048000" y="11938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0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C00000"/>
          </a:solidFill>
          <a:ln w="3542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3098800" y="11938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5"/>
                </a:lnTo>
                <a:lnTo>
                  <a:pt x="4" y="8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D60000"/>
          </a:solidFill>
          <a:ln w="3542">
            <a:solidFill>
              <a:srgbClr val="A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3149600" y="12573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0"/>
                </a:moveTo>
                <a:lnTo>
                  <a:pt x="6" y="8"/>
                </a:lnTo>
                <a:lnTo>
                  <a:pt x="5" y="10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2000"/>
          </a:solidFill>
          <a:ln w="3542">
            <a:solidFill>
              <a:srgbClr val="CC1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3213100" y="13589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5"/>
                </a:lnTo>
                <a:lnTo>
                  <a:pt x="4" y="8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7600"/>
          </a:solidFill>
          <a:ln w="3542">
            <a:solidFill>
              <a:srgbClr val="CC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3263900" y="14224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4"/>
                </a:lnTo>
                <a:lnTo>
                  <a:pt x="4" y="7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FB100"/>
          </a:solidFill>
          <a:ln w="3542">
            <a:solidFill>
              <a:srgbClr val="CC8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3314700" y="1473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3"/>
                </a:lnTo>
                <a:lnTo>
                  <a:pt x="4" y="6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DB00"/>
          </a:solidFill>
          <a:ln w="3542">
            <a:solidFill>
              <a:srgbClr val="CCA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3365500" y="1511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F800"/>
          </a:solidFill>
          <a:ln w="3542">
            <a:solidFill>
              <a:srgbClr val="CCC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3416300" y="1536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1FF0E"/>
          </a:solidFill>
          <a:ln w="3542">
            <a:solidFill>
              <a:srgbClr val="C1C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3479800" y="1562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E0FF1F"/>
          </a:solidFill>
          <a:ln w="3542">
            <a:solidFill>
              <a:srgbClr val="B3CC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3530600" y="1587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2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CEFF31"/>
          </a:solidFill>
          <a:ln w="3542">
            <a:solidFill>
              <a:srgbClr val="A5CC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3581400" y="1612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BBFF44"/>
          </a:solidFill>
          <a:ln w="3542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3632200" y="1625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AFF55"/>
          </a:solidFill>
          <a:ln w="3542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3695700" y="1651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BFF64"/>
          </a:solidFill>
          <a:ln w="3542">
            <a:solidFill>
              <a:srgbClr val="7CC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3746500" y="1663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FFF70"/>
          </a:solidFill>
          <a:ln w="3542">
            <a:solidFill>
              <a:srgbClr val="72C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3797300" y="1676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6FF79"/>
          </a:solidFill>
          <a:ln w="3542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3848100" y="1689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0FF7F"/>
          </a:solidFill>
          <a:ln w="3542">
            <a:solidFill>
              <a:srgbClr val="67C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2336800" y="1155700"/>
            <a:ext cx="63500" cy="152400"/>
          </a:xfrm>
          <a:custGeom>
            <a:avLst/>
            <a:gdLst/>
            <a:ahLst/>
            <a:cxnLst/>
            <a:rect l="l" t="t" r="r" b="b"/>
            <a:pathLst>
              <a:path w="5" h="12">
                <a:moveTo>
                  <a:pt x="1" y="0"/>
                </a:moveTo>
                <a:lnTo>
                  <a:pt x="5" y="4"/>
                </a:lnTo>
                <a:lnTo>
                  <a:pt x="4" y="1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E40000"/>
          </a:solidFill>
          <a:ln w="3542">
            <a:solidFill>
              <a:srgbClr val="B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2387600" y="1206500"/>
            <a:ext cx="76200" cy="190500"/>
          </a:xfrm>
          <a:custGeom>
            <a:avLst/>
            <a:gdLst/>
            <a:ahLst/>
            <a:cxnLst/>
            <a:rect l="l" t="t" r="r" b="b"/>
            <a:pathLst>
              <a:path w="6" h="15">
                <a:moveTo>
                  <a:pt x="1" y="0"/>
                </a:moveTo>
                <a:lnTo>
                  <a:pt x="6" y="0"/>
                </a:lnTo>
                <a:lnTo>
                  <a:pt x="4" y="15"/>
                </a:lnTo>
                <a:lnTo>
                  <a:pt x="0" y="8"/>
                </a:lnTo>
                <a:lnTo>
                  <a:pt x="1" y="0"/>
                </a:lnTo>
                <a:close/>
              </a:path>
            </a:pathLst>
          </a:custGeom>
          <a:solidFill>
            <a:srgbClr val="FF2B00"/>
          </a:solidFill>
          <a:ln w="3542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2438400" y="1206500"/>
            <a:ext cx="76200" cy="203200"/>
          </a:xfrm>
          <a:custGeom>
            <a:avLst/>
            <a:gdLst/>
            <a:ahLst/>
            <a:cxnLst/>
            <a:rect l="l" t="t" r="r" b="b"/>
            <a:pathLst>
              <a:path w="6" h="16">
                <a:moveTo>
                  <a:pt x="2" y="0"/>
                </a:moveTo>
                <a:lnTo>
                  <a:pt x="6" y="1"/>
                </a:lnTo>
                <a:lnTo>
                  <a:pt x="4" y="16"/>
                </a:lnTo>
                <a:lnTo>
                  <a:pt x="0" y="15"/>
                </a:lnTo>
                <a:lnTo>
                  <a:pt x="2" y="0"/>
                </a:lnTo>
                <a:close/>
              </a:path>
            </a:pathLst>
          </a:custGeom>
          <a:solidFill>
            <a:srgbClr val="FF4200"/>
          </a:solidFill>
          <a:ln w="3542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2489200" y="1219200"/>
            <a:ext cx="76200" cy="190500"/>
          </a:xfrm>
          <a:custGeom>
            <a:avLst/>
            <a:gdLst/>
            <a:ahLst/>
            <a:cxnLst/>
            <a:rect l="l" t="t" r="r" b="b"/>
            <a:pathLst>
              <a:path w="6" h="15">
                <a:moveTo>
                  <a:pt x="2" y="0"/>
                </a:moveTo>
                <a:lnTo>
                  <a:pt x="6" y="0"/>
                </a:lnTo>
                <a:lnTo>
                  <a:pt x="4" y="15"/>
                </a:lnTo>
                <a:lnTo>
                  <a:pt x="0" y="15"/>
                </a:lnTo>
                <a:lnTo>
                  <a:pt x="2" y="0"/>
                </a:lnTo>
                <a:close/>
              </a:path>
            </a:pathLst>
          </a:custGeom>
          <a:solidFill>
            <a:srgbClr val="FF4200"/>
          </a:solidFill>
          <a:ln w="3542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2540000" y="1219200"/>
            <a:ext cx="76200" cy="190500"/>
          </a:xfrm>
          <a:custGeom>
            <a:avLst/>
            <a:gdLst/>
            <a:ahLst/>
            <a:cxnLst/>
            <a:rect l="l" t="t" r="r" b="b"/>
            <a:pathLst>
              <a:path w="6" h="15">
                <a:moveTo>
                  <a:pt x="2" y="0"/>
                </a:moveTo>
                <a:lnTo>
                  <a:pt x="6" y="0"/>
                </a:lnTo>
                <a:lnTo>
                  <a:pt x="5" y="15"/>
                </a:lnTo>
                <a:lnTo>
                  <a:pt x="0" y="15"/>
                </a:lnTo>
                <a:lnTo>
                  <a:pt x="2" y="0"/>
                </a:lnTo>
                <a:close/>
              </a:path>
            </a:pathLst>
          </a:custGeom>
          <a:solidFill>
            <a:srgbClr val="FF4200"/>
          </a:solidFill>
          <a:ln w="3542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2603500" y="1219200"/>
            <a:ext cx="63500" cy="203200"/>
          </a:xfrm>
          <a:custGeom>
            <a:avLst/>
            <a:gdLst/>
            <a:ahLst/>
            <a:cxnLst/>
            <a:rect l="l" t="t" r="r" b="b"/>
            <a:pathLst>
              <a:path w="5" h="16">
                <a:moveTo>
                  <a:pt x="1" y="0"/>
                </a:moveTo>
                <a:lnTo>
                  <a:pt x="5" y="1"/>
                </a:lnTo>
                <a:lnTo>
                  <a:pt x="4" y="16"/>
                </a:lnTo>
                <a:lnTo>
                  <a:pt x="0" y="15"/>
                </a:lnTo>
                <a:lnTo>
                  <a:pt x="1" y="0"/>
                </a:lnTo>
                <a:close/>
              </a:path>
            </a:pathLst>
          </a:custGeom>
          <a:solidFill>
            <a:srgbClr val="FF4200"/>
          </a:solidFill>
          <a:ln w="3542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2654300" y="1231900"/>
            <a:ext cx="76200" cy="190500"/>
          </a:xfrm>
          <a:custGeom>
            <a:avLst/>
            <a:gdLst/>
            <a:ahLst/>
            <a:cxnLst/>
            <a:rect l="l" t="t" r="r" b="b"/>
            <a:pathLst>
              <a:path w="6" h="15">
                <a:moveTo>
                  <a:pt x="1" y="0"/>
                </a:moveTo>
                <a:lnTo>
                  <a:pt x="6" y="0"/>
                </a:lnTo>
                <a:lnTo>
                  <a:pt x="4" y="15"/>
                </a:lnTo>
                <a:lnTo>
                  <a:pt x="0" y="15"/>
                </a:lnTo>
                <a:lnTo>
                  <a:pt x="1" y="0"/>
                </a:lnTo>
                <a:close/>
              </a:path>
            </a:pathLst>
          </a:custGeom>
          <a:solidFill>
            <a:srgbClr val="FF4200"/>
          </a:solidFill>
          <a:ln w="3542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2705100" y="1231900"/>
            <a:ext cx="76200" cy="190500"/>
          </a:xfrm>
          <a:custGeom>
            <a:avLst/>
            <a:gdLst/>
            <a:ahLst/>
            <a:cxnLst/>
            <a:rect l="l" t="t" r="r" b="b"/>
            <a:pathLst>
              <a:path w="6" h="15">
                <a:moveTo>
                  <a:pt x="2" y="0"/>
                </a:moveTo>
                <a:lnTo>
                  <a:pt x="6" y="0"/>
                </a:lnTo>
                <a:lnTo>
                  <a:pt x="4" y="15"/>
                </a:lnTo>
                <a:lnTo>
                  <a:pt x="0" y="15"/>
                </a:lnTo>
                <a:lnTo>
                  <a:pt x="2" y="0"/>
                </a:lnTo>
                <a:close/>
              </a:path>
            </a:pathLst>
          </a:custGeom>
          <a:solidFill>
            <a:srgbClr val="FF4200"/>
          </a:solidFill>
          <a:ln w="3542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2755900" y="1231900"/>
            <a:ext cx="76200" cy="203200"/>
          </a:xfrm>
          <a:custGeom>
            <a:avLst/>
            <a:gdLst/>
            <a:ahLst/>
            <a:cxnLst/>
            <a:rect l="l" t="t" r="r" b="b"/>
            <a:pathLst>
              <a:path w="6" h="16">
                <a:moveTo>
                  <a:pt x="2" y="0"/>
                </a:moveTo>
                <a:lnTo>
                  <a:pt x="6" y="1"/>
                </a:lnTo>
                <a:lnTo>
                  <a:pt x="5" y="16"/>
                </a:lnTo>
                <a:lnTo>
                  <a:pt x="0" y="15"/>
                </a:lnTo>
                <a:lnTo>
                  <a:pt x="2" y="0"/>
                </a:lnTo>
                <a:close/>
              </a:path>
            </a:pathLst>
          </a:custGeom>
          <a:solidFill>
            <a:srgbClr val="FF4200"/>
          </a:solidFill>
          <a:ln w="3542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2819400" y="1244600"/>
            <a:ext cx="63500" cy="190500"/>
          </a:xfrm>
          <a:custGeom>
            <a:avLst/>
            <a:gdLst/>
            <a:ahLst/>
            <a:cxnLst/>
            <a:rect l="l" t="t" r="r" b="b"/>
            <a:pathLst>
              <a:path w="5" h="15">
                <a:moveTo>
                  <a:pt x="1" y="0"/>
                </a:moveTo>
                <a:lnTo>
                  <a:pt x="5" y="0"/>
                </a:lnTo>
                <a:lnTo>
                  <a:pt x="4" y="15"/>
                </a:lnTo>
                <a:lnTo>
                  <a:pt x="0" y="15"/>
                </a:lnTo>
                <a:lnTo>
                  <a:pt x="1" y="0"/>
                </a:lnTo>
                <a:close/>
              </a:path>
            </a:pathLst>
          </a:custGeom>
          <a:solidFill>
            <a:srgbClr val="FF4200"/>
          </a:solidFill>
          <a:ln w="3542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2870200" y="1244600"/>
            <a:ext cx="76200" cy="203200"/>
          </a:xfrm>
          <a:custGeom>
            <a:avLst/>
            <a:gdLst/>
            <a:ahLst/>
            <a:cxnLst/>
            <a:rect l="l" t="t" r="r" b="b"/>
            <a:pathLst>
              <a:path w="6" h="16">
                <a:moveTo>
                  <a:pt x="1" y="0"/>
                </a:moveTo>
                <a:lnTo>
                  <a:pt x="6" y="1"/>
                </a:lnTo>
                <a:lnTo>
                  <a:pt x="4" y="16"/>
                </a:lnTo>
                <a:lnTo>
                  <a:pt x="0" y="15"/>
                </a:lnTo>
                <a:lnTo>
                  <a:pt x="1" y="0"/>
                </a:lnTo>
                <a:close/>
              </a:path>
            </a:pathLst>
          </a:custGeom>
          <a:solidFill>
            <a:srgbClr val="FF4200"/>
          </a:solidFill>
          <a:ln w="3542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2921000" y="1257300"/>
            <a:ext cx="76200" cy="190500"/>
          </a:xfrm>
          <a:custGeom>
            <a:avLst/>
            <a:gdLst/>
            <a:ahLst/>
            <a:cxnLst/>
            <a:rect l="l" t="t" r="r" b="b"/>
            <a:pathLst>
              <a:path w="6" h="15">
                <a:moveTo>
                  <a:pt x="2" y="0"/>
                </a:moveTo>
                <a:lnTo>
                  <a:pt x="6" y="0"/>
                </a:lnTo>
                <a:lnTo>
                  <a:pt x="4" y="15"/>
                </a:lnTo>
                <a:lnTo>
                  <a:pt x="0" y="15"/>
                </a:lnTo>
                <a:lnTo>
                  <a:pt x="2" y="0"/>
                </a:lnTo>
                <a:close/>
              </a:path>
            </a:pathLst>
          </a:custGeom>
          <a:solidFill>
            <a:srgbClr val="FF4200"/>
          </a:solidFill>
          <a:ln w="3542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2971800" y="1257300"/>
            <a:ext cx="76200" cy="190500"/>
          </a:xfrm>
          <a:custGeom>
            <a:avLst/>
            <a:gdLst/>
            <a:ahLst/>
            <a:cxnLst/>
            <a:rect l="l" t="t" r="r" b="b"/>
            <a:pathLst>
              <a:path w="6" h="15">
                <a:moveTo>
                  <a:pt x="2" y="0"/>
                </a:moveTo>
                <a:lnTo>
                  <a:pt x="6" y="0"/>
                </a:lnTo>
                <a:lnTo>
                  <a:pt x="4" y="15"/>
                </a:lnTo>
                <a:lnTo>
                  <a:pt x="0" y="15"/>
                </a:lnTo>
                <a:lnTo>
                  <a:pt x="2" y="0"/>
                </a:lnTo>
                <a:close/>
              </a:path>
            </a:pathLst>
          </a:custGeom>
          <a:solidFill>
            <a:srgbClr val="FF4200"/>
          </a:solidFill>
          <a:ln w="3542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3022600" y="1257300"/>
            <a:ext cx="76200" cy="203200"/>
          </a:xfrm>
          <a:custGeom>
            <a:avLst/>
            <a:gdLst/>
            <a:ahLst/>
            <a:cxnLst/>
            <a:rect l="l" t="t" r="r" b="b"/>
            <a:pathLst>
              <a:path w="6" h="16">
                <a:moveTo>
                  <a:pt x="2" y="0"/>
                </a:moveTo>
                <a:lnTo>
                  <a:pt x="6" y="1"/>
                </a:lnTo>
                <a:lnTo>
                  <a:pt x="5" y="16"/>
                </a:lnTo>
                <a:lnTo>
                  <a:pt x="0" y="15"/>
                </a:lnTo>
                <a:lnTo>
                  <a:pt x="2" y="0"/>
                </a:lnTo>
                <a:close/>
              </a:path>
            </a:pathLst>
          </a:custGeom>
          <a:solidFill>
            <a:srgbClr val="FF4200"/>
          </a:solidFill>
          <a:ln w="3542">
            <a:solidFill>
              <a:srgbClr val="CC3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3086100" y="1270000"/>
            <a:ext cx="63500" cy="190500"/>
          </a:xfrm>
          <a:custGeom>
            <a:avLst/>
            <a:gdLst/>
            <a:ahLst/>
            <a:cxnLst/>
            <a:rect l="l" t="t" r="r" b="b"/>
            <a:pathLst>
              <a:path w="5" h="15">
                <a:moveTo>
                  <a:pt x="1" y="0"/>
                </a:moveTo>
                <a:lnTo>
                  <a:pt x="5" y="2"/>
                </a:lnTo>
                <a:lnTo>
                  <a:pt x="4" y="15"/>
                </a:lnTo>
                <a:lnTo>
                  <a:pt x="0" y="15"/>
                </a:lnTo>
                <a:lnTo>
                  <a:pt x="1" y="0"/>
                </a:lnTo>
                <a:close/>
              </a:path>
            </a:pathLst>
          </a:custGeom>
          <a:solidFill>
            <a:srgbClr val="FF4800"/>
          </a:solidFill>
          <a:ln w="3542">
            <a:solidFill>
              <a:srgbClr val="CC3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3136900" y="1295400"/>
            <a:ext cx="76200" cy="177800"/>
          </a:xfrm>
          <a:custGeom>
            <a:avLst/>
            <a:gdLst/>
            <a:ahLst/>
            <a:cxnLst/>
            <a:rect l="l" t="t" r="r" b="b"/>
            <a:pathLst>
              <a:path w="6" h="14">
                <a:moveTo>
                  <a:pt x="1" y="0"/>
                </a:moveTo>
                <a:lnTo>
                  <a:pt x="6" y="7"/>
                </a:lnTo>
                <a:lnTo>
                  <a:pt x="4" y="14"/>
                </a:lnTo>
                <a:lnTo>
                  <a:pt x="0" y="13"/>
                </a:lnTo>
                <a:lnTo>
                  <a:pt x="1" y="0"/>
                </a:lnTo>
                <a:close/>
              </a:path>
            </a:pathLst>
          </a:custGeom>
          <a:solidFill>
            <a:srgbClr val="FF6C00"/>
          </a:solidFill>
          <a:ln w="3542">
            <a:solidFill>
              <a:srgbClr val="CC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3187700" y="13843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2" y="0"/>
                </a:moveTo>
                <a:lnTo>
                  <a:pt x="6" y="6"/>
                </a:lnTo>
                <a:lnTo>
                  <a:pt x="4" y="11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FFA400"/>
          </a:solidFill>
          <a:ln w="3542">
            <a:solidFill>
              <a:srgbClr val="CC8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3238500" y="14605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4"/>
                </a:lnTo>
                <a:lnTo>
                  <a:pt x="5" y="8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FFD800"/>
          </a:solidFill>
          <a:ln w="3542">
            <a:solidFill>
              <a:srgbClr val="CCA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3302000" y="15113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3"/>
                </a:lnTo>
                <a:lnTo>
                  <a:pt x="4" y="7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EFF01"/>
          </a:solidFill>
          <a:ln w="3542">
            <a:solidFill>
              <a:srgbClr val="CBCC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3352800" y="15494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2"/>
                </a:lnTo>
                <a:lnTo>
                  <a:pt x="4" y="6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E3FF1C"/>
          </a:solidFill>
          <a:ln w="3542">
            <a:solidFill>
              <a:srgbClr val="B6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3403600" y="1574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D4FF2B"/>
          </a:solidFill>
          <a:ln w="3542">
            <a:solidFill>
              <a:srgbClr val="A9C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3454400" y="1587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CEFF31"/>
          </a:solidFill>
          <a:ln w="3542">
            <a:solidFill>
              <a:srgbClr val="A5CC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3505200" y="1600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C8FF37"/>
          </a:solidFill>
          <a:ln w="3542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3568700" y="1612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BAFF45"/>
          </a:solidFill>
          <a:ln w="3542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3619500" y="1638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9FF56"/>
          </a:solidFill>
          <a:ln w="3542">
            <a:solidFill>
              <a:srgbClr val="87C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3670300" y="1663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8FF67"/>
          </a:solidFill>
          <a:ln w="3542">
            <a:solidFill>
              <a:srgbClr val="7AC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3721100" y="1676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AFF75"/>
          </a:solidFill>
          <a:ln w="3542">
            <a:solidFill>
              <a:srgbClr val="6FC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3771900" y="1689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0FF7F"/>
          </a:solidFill>
          <a:ln w="3542">
            <a:solidFill>
              <a:srgbClr val="67C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3835400" y="1701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BFF84"/>
          </a:solidFill>
          <a:ln w="3542">
            <a:solidFill>
              <a:srgbClr val="62C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2311400" y="1181100"/>
            <a:ext cx="76200" cy="177800"/>
          </a:xfrm>
          <a:custGeom>
            <a:avLst/>
            <a:gdLst/>
            <a:ahLst/>
            <a:cxnLst/>
            <a:rect l="l" t="t" r="r" b="b"/>
            <a:pathLst>
              <a:path w="6" h="14">
                <a:moveTo>
                  <a:pt x="2" y="0"/>
                </a:moveTo>
                <a:lnTo>
                  <a:pt x="6" y="10"/>
                </a:lnTo>
                <a:lnTo>
                  <a:pt x="4" y="1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0F00"/>
          </a:solidFill>
          <a:ln w="3542">
            <a:solidFill>
              <a:srgbClr val="CC0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2362200" y="13081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2" y="0"/>
                </a:moveTo>
                <a:lnTo>
                  <a:pt x="6" y="7"/>
                </a:lnTo>
                <a:lnTo>
                  <a:pt x="4" y="11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8A00"/>
          </a:solidFill>
          <a:ln w="3542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2413000" y="13970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1"/>
                </a:lnTo>
                <a:lnTo>
                  <a:pt x="5" y="9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C900"/>
          </a:solidFill>
          <a:ln w="3542">
            <a:solidFill>
              <a:srgbClr val="CCA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2476500" y="1409700"/>
            <a:ext cx="63500" cy="127000"/>
          </a:xfrm>
          <a:custGeom>
            <a:avLst/>
            <a:gdLst/>
            <a:ahLst/>
            <a:cxnLst/>
            <a:rect l="l" t="t" r="r" b="b"/>
            <a:pathLst>
              <a:path w="5" h="10">
                <a:moveTo>
                  <a:pt x="1" y="0"/>
                </a:moveTo>
                <a:lnTo>
                  <a:pt x="5" y="0"/>
                </a:lnTo>
                <a:lnTo>
                  <a:pt x="4" y="10"/>
                </a:lnTo>
                <a:lnTo>
                  <a:pt x="0" y="8"/>
                </a:lnTo>
                <a:lnTo>
                  <a:pt x="1" y="0"/>
                </a:lnTo>
                <a:close/>
              </a:path>
            </a:pathLst>
          </a:custGeom>
          <a:solidFill>
            <a:srgbClr val="FFE000"/>
          </a:solidFill>
          <a:ln w="3542">
            <a:solidFill>
              <a:srgbClr val="CC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2527300" y="14097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1" y="0"/>
                </a:moveTo>
                <a:lnTo>
                  <a:pt x="6" y="0"/>
                </a:lnTo>
                <a:lnTo>
                  <a:pt x="4" y="11"/>
                </a:lnTo>
                <a:lnTo>
                  <a:pt x="0" y="10"/>
                </a:lnTo>
                <a:lnTo>
                  <a:pt x="1" y="0"/>
                </a:lnTo>
                <a:close/>
              </a:path>
            </a:pathLst>
          </a:custGeom>
          <a:solidFill>
            <a:srgbClr val="FFE7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2578100" y="14097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2" y="0"/>
                </a:moveTo>
                <a:lnTo>
                  <a:pt x="6" y="1"/>
                </a:lnTo>
                <a:lnTo>
                  <a:pt x="4" y="11"/>
                </a:lnTo>
                <a:lnTo>
                  <a:pt x="0" y="11"/>
                </a:lnTo>
                <a:lnTo>
                  <a:pt x="2" y="0"/>
                </a:lnTo>
                <a:close/>
              </a:path>
            </a:pathLst>
          </a:custGeom>
          <a:solidFill>
            <a:srgbClr val="FFE7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2628900" y="14224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0"/>
                </a:moveTo>
                <a:lnTo>
                  <a:pt x="6" y="0"/>
                </a:lnTo>
                <a:lnTo>
                  <a:pt x="5" y="10"/>
                </a:lnTo>
                <a:lnTo>
                  <a:pt x="0" y="10"/>
                </a:lnTo>
                <a:lnTo>
                  <a:pt x="2" y="0"/>
                </a:lnTo>
                <a:close/>
              </a:path>
            </a:pathLst>
          </a:custGeom>
          <a:solidFill>
            <a:srgbClr val="FFE7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2692400" y="1422400"/>
            <a:ext cx="63500" cy="139700"/>
          </a:xfrm>
          <a:custGeom>
            <a:avLst/>
            <a:gdLst/>
            <a:ahLst/>
            <a:cxnLst/>
            <a:rect l="l" t="t" r="r" b="b"/>
            <a:pathLst>
              <a:path w="5" h="11">
                <a:moveTo>
                  <a:pt x="1" y="0"/>
                </a:moveTo>
                <a:lnTo>
                  <a:pt x="5" y="0"/>
                </a:lnTo>
                <a:lnTo>
                  <a:pt x="4" y="11"/>
                </a:lnTo>
                <a:lnTo>
                  <a:pt x="0" y="10"/>
                </a:lnTo>
                <a:lnTo>
                  <a:pt x="1" y="0"/>
                </a:lnTo>
                <a:close/>
              </a:path>
            </a:pathLst>
          </a:custGeom>
          <a:solidFill>
            <a:srgbClr val="FFE7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2743200" y="14224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1" y="0"/>
                </a:moveTo>
                <a:lnTo>
                  <a:pt x="6" y="1"/>
                </a:lnTo>
                <a:lnTo>
                  <a:pt x="4" y="11"/>
                </a:lnTo>
                <a:lnTo>
                  <a:pt x="0" y="11"/>
                </a:lnTo>
                <a:lnTo>
                  <a:pt x="1" y="0"/>
                </a:lnTo>
                <a:close/>
              </a:path>
            </a:pathLst>
          </a:custGeom>
          <a:solidFill>
            <a:srgbClr val="FFE7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2794000" y="14351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2" y="0"/>
                </a:moveTo>
                <a:lnTo>
                  <a:pt x="6" y="0"/>
                </a:lnTo>
                <a:lnTo>
                  <a:pt x="4" y="11"/>
                </a:lnTo>
                <a:lnTo>
                  <a:pt x="0" y="10"/>
                </a:lnTo>
                <a:lnTo>
                  <a:pt x="2" y="0"/>
                </a:lnTo>
                <a:close/>
              </a:path>
            </a:pathLst>
          </a:custGeom>
          <a:solidFill>
            <a:srgbClr val="FFE7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2844800" y="14351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2" y="0"/>
                </a:moveTo>
                <a:lnTo>
                  <a:pt x="6" y="1"/>
                </a:lnTo>
                <a:lnTo>
                  <a:pt x="4" y="11"/>
                </a:lnTo>
                <a:lnTo>
                  <a:pt x="0" y="11"/>
                </a:lnTo>
                <a:lnTo>
                  <a:pt x="2" y="0"/>
                </a:lnTo>
                <a:close/>
              </a:path>
            </a:pathLst>
          </a:custGeom>
          <a:solidFill>
            <a:srgbClr val="FFE7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2895600" y="14478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0"/>
                </a:moveTo>
                <a:lnTo>
                  <a:pt x="6" y="0"/>
                </a:lnTo>
                <a:lnTo>
                  <a:pt x="5" y="10"/>
                </a:lnTo>
                <a:lnTo>
                  <a:pt x="0" y="10"/>
                </a:lnTo>
                <a:lnTo>
                  <a:pt x="2" y="0"/>
                </a:lnTo>
                <a:close/>
              </a:path>
            </a:pathLst>
          </a:custGeom>
          <a:solidFill>
            <a:srgbClr val="FFE7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2959100" y="1447800"/>
            <a:ext cx="63500" cy="139700"/>
          </a:xfrm>
          <a:custGeom>
            <a:avLst/>
            <a:gdLst/>
            <a:ahLst/>
            <a:cxnLst/>
            <a:rect l="l" t="t" r="r" b="b"/>
            <a:pathLst>
              <a:path w="5" h="11">
                <a:moveTo>
                  <a:pt x="1" y="0"/>
                </a:moveTo>
                <a:lnTo>
                  <a:pt x="5" y="0"/>
                </a:lnTo>
                <a:lnTo>
                  <a:pt x="4" y="11"/>
                </a:lnTo>
                <a:lnTo>
                  <a:pt x="0" y="10"/>
                </a:lnTo>
                <a:lnTo>
                  <a:pt x="1" y="0"/>
                </a:lnTo>
                <a:close/>
              </a:path>
            </a:pathLst>
          </a:custGeom>
          <a:solidFill>
            <a:srgbClr val="FFE7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3009900" y="14478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1" y="0"/>
                </a:moveTo>
                <a:lnTo>
                  <a:pt x="6" y="1"/>
                </a:lnTo>
                <a:lnTo>
                  <a:pt x="4" y="11"/>
                </a:lnTo>
                <a:lnTo>
                  <a:pt x="0" y="11"/>
                </a:lnTo>
                <a:lnTo>
                  <a:pt x="1" y="0"/>
                </a:lnTo>
                <a:close/>
              </a:path>
            </a:pathLst>
          </a:custGeom>
          <a:solidFill>
            <a:srgbClr val="FFE7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3060700" y="14605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2" y="0"/>
                </a:moveTo>
                <a:lnTo>
                  <a:pt x="6" y="0"/>
                </a:lnTo>
                <a:lnTo>
                  <a:pt x="4" y="11"/>
                </a:lnTo>
                <a:lnTo>
                  <a:pt x="0" y="10"/>
                </a:lnTo>
                <a:lnTo>
                  <a:pt x="2" y="0"/>
                </a:lnTo>
                <a:close/>
              </a:path>
            </a:pathLst>
          </a:custGeom>
          <a:solidFill>
            <a:srgbClr val="FFE8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3111500" y="1460500"/>
            <a:ext cx="76200" cy="152400"/>
          </a:xfrm>
          <a:custGeom>
            <a:avLst/>
            <a:gdLst/>
            <a:ahLst/>
            <a:cxnLst/>
            <a:rect l="l" t="t" r="r" b="b"/>
            <a:pathLst>
              <a:path w="6" h="12">
                <a:moveTo>
                  <a:pt x="2" y="0"/>
                </a:moveTo>
                <a:lnTo>
                  <a:pt x="6" y="1"/>
                </a:lnTo>
                <a:lnTo>
                  <a:pt x="5" y="12"/>
                </a:lnTo>
                <a:lnTo>
                  <a:pt x="0" y="11"/>
                </a:lnTo>
                <a:lnTo>
                  <a:pt x="2" y="0"/>
                </a:lnTo>
                <a:close/>
              </a:path>
            </a:pathLst>
          </a:custGeom>
          <a:solidFill>
            <a:srgbClr val="FFED00"/>
          </a:solidFill>
          <a:ln w="3542">
            <a:solidFill>
              <a:srgbClr val="CCB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3175000" y="1473200"/>
            <a:ext cx="63500" cy="152400"/>
          </a:xfrm>
          <a:custGeom>
            <a:avLst/>
            <a:gdLst/>
            <a:ahLst/>
            <a:cxnLst/>
            <a:rect l="l" t="t" r="r" b="b"/>
            <a:pathLst>
              <a:path w="5" h="12">
                <a:moveTo>
                  <a:pt x="1" y="0"/>
                </a:moveTo>
                <a:lnTo>
                  <a:pt x="5" y="4"/>
                </a:lnTo>
                <a:lnTo>
                  <a:pt x="4" y="12"/>
                </a:lnTo>
                <a:lnTo>
                  <a:pt x="0" y="11"/>
                </a:lnTo>
                <a:lnTo>
                  <a:pt x="1" y="0"/>
                </a:lnTo>
                <a:close/>
              </a:path>
            </a:pathLst>
          </a:custGeom>
          <a:solidFill>
            <a:srgbClr val="FEFF01"/>
          </a:solidFill>
          <a:ln w="3542">
            <a:solidFill>
              <a:srgbClr val="CBCC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3225800" y="15240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1" y="0"/>
                </a:moveTo>
                <a:lnTo>
                  <a:pt x="6" y="3"/>
                </a:lnTo>
                <a:lnTo>
                  <a:pt x="4" y="10"/>
                </a:lnTo>
                <a:lnTo>
                  <a:pt x="0" y="8"/>
                </a:lnTo>
                <a:lnTo>
                  <a:pt x="1" y="0"/>
                </a:lnTo>
                <a:close/>
              </a:path>
            </a:pathLst>
          </a:custGeom>
          <a:solidFill>
            <a:srgbClr val="E0FF1F"/>
          </a:solidFill>
          <a:ln w="3542">
            <a:solidFill>
              <a:srgbClr val="B3CC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3276600" y="15621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3"/>
                </a:lnTo>
                <a:lnTo>
                  <a:pt x="4" y="9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C1FF3E"/>
          </a:solidFill>
          <a:ln w="3542">
            <a:solidFill>
              <a:srgbClr val="9BCC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3327400" y="1600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2"/>
                </a:lnTo>
                <a:lnTo>
                  <a:pt x="4" y="6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AFFF50"/>
          </a:solidFill>
          <a:ln w="3542">
            <a:solidFill>
              <a:srgbClr val="8CCC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3378200" y="16256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0"/>
                </a:lnTo>
                <a:lnTo>
                  <a:pt x="5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A9FF56"/>
          </a:solidFill>
          <a:ln w="3542">
            <a:solidFill>
              <a:srgbClr val="87C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3441700" y="16256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1"/>
                </a:lnTo>
                <a:lnTo>
                  <a:pt x="4" y="5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A8FF57"/>
          </a:solidFill>
          <a:ln w="3542">
            <a:solidFill>
              <a:srgbClr val="87C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3492500" y="1638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0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A8FF57"/>
          </a:solidFill>
          <a:ln w="3542">
            <a:solidFill>
              <a:srgbClr val="87CC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3543300" y="1638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4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A4FF5B"/>
          </a:solidFill>
          <a:ln w="3542">
            <a:solidFill>
              <a:srgbClr val="84CC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3594100" y="1651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5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99FF66"/>
          </a:solidFill>
          <a:ln w="3542">
            <a:solidFill>
              <a:srgbClr val="7AC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3657600" y="1676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2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88FF77"/>
          </a:solidFill>
          <a:ln w="3542">
            <a:solidFill>
              <a:srgbClr val="6DC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3708400" y="17018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78FF87"/>
          </a:solidFill>
          <a:ln w="3542">
            <a:solidFill>
              <a:srgbClr val="60C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3759200" y="1714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6CFF93"/>
          </a:solidFill>
          <a:ln w="3542">
            <a:solidFill>
              <a:srgbClr val="57C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3810000" y="1727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66FF99"/>
          </a:solidFill>
          <a:ln w="3542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2286000" y="1206500"/>
            <a:ext cx="76200" cy="152400"/>
          </a:xfrm>
          <a:custGeom>
            <a:avLst/>
            <a:gdLst/>
            <a:ahLst/>
            <a:cxnLst/>
            <a:rect l="l" t="t" r="r" b="b"/>
            <a:pathLst>
              <a:path w="6" h="12">
                <a:moveTo>
                  <a:pt x="2" y="0"/>
                </a:moveTo>
                <a:lnTo>
                  <a:pt x="6" y="12"/>
                </a:lnTo>
                <a:lnTo>
                  <a:pt x="5" y="11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F1200"/>
          </a:solidFill>
          <a:ln w="3542">
            <a:solidFill>
              <a:srgbClr val="CC0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2349500" y="13462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1"/>
                </a:moveTo>
                <a:lnTo>
                  <a:pt x="5" y="8"/>
                </a:lnTo>
                <a:lnTo>
                  <a:pt x="4" y="7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FF9000"/>
          </a:solidFill>
          <a:ln w="3542">
            <a:solidFill>
              <a:srgbClr val="C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2400300" y="14351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1"/>
                </a:moveTo>
                <a:lnTo>
                  <a:pt x="6" y="6"/>
                </a:lnTo>
                <a:lnTo>
                  <a:pt x="4" y="5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FFDF00"/>
          </a:solidFill>
          <a:ln w="3542">
            <a:solidFill>
              <a:srgbClr val="CCB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2451100" y="1498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1"/>
                </a:moveTo>
                <a:lnTo>
                  <a:pt x="6" y="3"/>
                </a:lnTo>
                <a:lnTo>
                  <a:pt x="4" y="3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EFFF10"/>
          </a:solidFill>
          <a:ln w="3542">
            <a:solidFill>
              <a:srgbClr val="BFCC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2501900" y="1536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D8FF27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2565400" y="1549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CFFF30"/>
          </a:solidFill>
          <a:ln w="3542">
            <a:solidFill>
              <a:srgbClr val="A6C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2616200" y="1549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0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CEFF31"/>
          </a:solidFill>
          <a:ln w="3542">
            <a:solidFill>
              <a:srgbClr val="A5CC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2667000" y="1549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CEFF31"/>
          </a:solidFill>
          <a:ln w="3542">
            <a:solidFill>
              <a:srgbClr val="A5CC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2717800" y="1562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CEFF31"/>
          </a:solidFill>
          <a:ln w="3542">
            <a:solidFill>
              <a:srgbClr val="A5CC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2768600" y="1562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C9FF36"/>
          </a:solidFill>
          <a:ln w="3542">
            <a:solidFill>
              <a:srgbClr val="A1C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2832100" y="1574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0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2882900" y="1574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0"/>
                </a:lnTo>
                <a:lnTo>
                  <a:pt x="4" y="5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BBFF44"/>
          </a:solidFill>
          <a:ln w="3542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2933700" y="15748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1"/>
                </a:lnTo>
                <a:lnTo>
                  <a:pt x="4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BAFF45"/>
          </a:solidFill>
          <a:ln w="3542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2984500" y="1587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0"/>
                </a:lnTo>
                <a:lnTo>
                  <a:pt x="5" y="5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BAFF45"/>
          </a:solidFill>
          <a:ln w="3542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3048000" y="15875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1"/>
                </a:lnTo>
                <a:lnTo>
                  <a:pt x="4" y="5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B9FF46"/>
          </a:solidFill>
          <a:ln w="3542">
            <a:solidFill>
              <a:srgbClr val="94C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3098800" y="1600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1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B4FF4B"/>
          </a:solidFill>
          <a:ln w="3542">
            <a:solidFill>
              <a:srgbClr val="90C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3149600" y="1612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1"/>
                </a:lnTo>
                <a:lnTo>
                  <a:pt x="4" y="6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AAFF55"/>
          </a:solidFill>
          <a:ln w="3542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3200400" y="1625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2"/>
                </a:lnTo>
                <a:lnTo>
                  <a:pt x="4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9AFF65"/>
          </a:solidFill>
          <a:ln w="3542">
            <a:solidFill>
              <a:srgbClr val="7CC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3251200" y="1651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2"/>
                </a:lnTo>
                <a:lnTo>
                  <a:pt x="5" y="6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87FF78"/>
          </a:solidFill>
          <a:ln w="3542">
            <a:solidFill>
              <a:srgbClr val="6CCC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3314700" y="1676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0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78FF87"/>
          </a:solidFill>
          <a:ln w="3542">
            <a:solidFill>
              <a:srgbClr val="60C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3365500" y="1676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1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74FF8B"/>
          </a:solidFill>
          <a:ln w="3542">
            <a:solidFill>
              <a:srgbClr val="5DC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3416300" y="1689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0"/>
                </a:lnTo>
                <a:lnTo>
                  <a:pt x="4" y="5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74FF8B"/>
          </a:solidFill>
          <a:ln w="3542">
            <a:solidFill>
              <a:srgbClr val="5DC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3467100" y="1689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0"/>
                </a:lnTo>
                <a:lnTo>
                  <a:pt x="5" y="5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74FF8B"/>
          </a:solidFill>
          <a:ln w="3542">
            <a:solidFill>
              <a:srgbClr val="5DC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3530600" y="16891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1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73FF8C"/>
          </a:solidFill>
          <a:ln w="3542">
            <a:solidFill>
              <a:srgbClr val="5CC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3581400" y="17018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1"/>
                </a:lnTo>
                <a:lnTo>
                  <a:pt x="4" y="7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69FF96"/>
          </a:solidFill>
          <a:ln w="3542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3632200" y="17145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2"/>
                </a:lnTo>
                <a:lnTo>
                  <a:pt x="4" y="9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55FFAA"/>
          </a:solidFill>
          <a:ln w="3542">
            <a:solidFill>
              <a:srgbClr val="44C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3683000" y="17399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1"/>
                </a:lnTo>
                <a:lnTo>
                  <a:pt x="4" y="8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40FFBF"/>
          </a:solidFill>
          <a:ln w="3542">
            <a:solidFill>
              <a:srgbClr val="33CC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3733800" y="17526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1"/>
                </a:lnTo>
                <a:lnTo>
                  <a:pt x="5" y="8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32FFCD"/>
          </a:solidFill>
          <a:ln w="3542">
            <a:solidFill>
              <a:srgbClr val="28C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3797300" y="17653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1"/>
                </a:lnTo>
                <a:lnTo>
                  <a:pt x="4" y="8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2AFFD5"/>
          </a:solidFill>
          <a:ln w="3542">
            <a:solidFill>
              <a:srgbClr val="21CC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2273300" y="12065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1" y="0"/>
                </a:moveTo>
                <a:lnTo>
                  <a:pt x="6" y="11"/>
                </a:lnTo>
                <a:lnTo>
                  <a:pt x="4" y="1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B0000"/>
          </a:solidFill>
          <a:ln w="3542">
            <a:solidFill>
              <a:srgbClr val="C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2324100" y="13335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1"/>
                </a:moveTo>
                <a:lnTo>
                  <a:pt x="6" y="8"/>
                </a:lnTo>
                <a:lnTo>
                  <a:pt x="4" y="6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FF6E00"/>
          </a:solidFill>
          <a:ln w="3542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2374900" y="14097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2"/>
                </a:moveTo>
                <a:lnTo>
                  <a:pt x="6" y="7"/>
                </a:lnTo>
                <a:lnTo>
                  <a:pt x="5" y="5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FFB900"/>
          </a:solidFill>
          <a:ln w="3542">
            <a:solidFill>
              <a:srgbClr val="CC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2438400" y="14732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2"/>
                </a:moveTo>
                <a:lnTo>
                  <a:pt x="5" y="5"/>
                </a:lnTo>
                <a:lnTo>
                  <a:pt x="4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FFEC00"/>
          </a:solidFill>
          <a:ln w="3542">
            <a:solidFill>
              <a:srgbClr val="CCB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2489200" y="1511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2"/>
                </a:moveTo>
                <a:lnTo>
                  <a:pt x="6" y="4"/>
                </a:lnTo>
                <a:lnTo>
                  <a:pt x="4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F0FF0F"/>
          </a:solidFill>
          <a:ln w="3542">
            <a:solidFill>
              <a:srgbClr val="C0CC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2540000" y="1536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2"/>
                </a:moveTo>
                <a:lnTo>
                  <a:pt x="6" y="3"/>
                </a:lnTo>
                <a:lnTo>
                  <a:pt x="4" y="2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DCFF23"/>
          </a:solidFill>
          <a:ln w="3542">
            <a:solidFill>
              <a:srgbClr val="B0C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2590800" y="1562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1"/>
                </a:moveTo>
                <a:lnTo>
                  <a:pt x="6" y="2"/>
                </a:lnTo>
                <a:lnTo>
                  <a:pt x="4" y="1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D3FF2C"/>
          </a:solidFill>
          <a:ln w="3542">
            <a:solidFill>
              <a:srgbClr val="A9C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2641600" y="15748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1"/>
                </a:moveTo>
                <a:lnTo>
                  <a:pt x="6" y="1"/>
                </a:lnTo>
                <a:lnTo>
                  <a:pt x="5" y="1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CEFF31"/>
          </a:solidFill>
          <a:ln w="3542">
            <a:solidFill>
              <a:srgbClr val="A5CC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2705100" y="1587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C7FF38"/>
          </a:solidFill>
          <a:ln w="3542">
            <a:solidFill>
              <a:srgbClr val="9FC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2755900" y="1587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B9FF46"/>
          </a:solidFill>
          <a:ln w="3542">
            <a:solidFill>
              <a:srgbClr val="94C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2806700" y="1612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A8FF57"/>
          </a:solidFill>
          <a:ln w="3542">
            <a:solidFill>
              <a:srgbClr val="86C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2857500" y="1638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BFF64"/>
          </a:solidFill>
          <a:ln w="3542">
            <a:solidFill>
              <a:srgbClr val="7CC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2921000" y="1638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5FF6A"/>
          </a:solidFill>
          <a:ln w="3542">
            <a:solidFill>
              <a:srgbClr val="77C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2971800" y="1651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4FF6B"/>
          </a:solidFill>
          <a:ln w="3542">
            <a:solidFill>
              <a:srgbClr val="76CC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3022600" y="1651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93FF6C"/>
          </a:solidFill>
          <a:ln w="3542">
            <a:solidFill>
              <a:srgbClr val="76CC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3073400" y="1651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90FF6F"/>
          </a:solidFill>
          <a:ln w="3542">
            <a:solidFill>
              <a:srgbClr val="73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3124200" y="1663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88FF77"/>
          </a:solidFill>
          <a:ln w="3542">
            <a:solidFill>
              <a:srgbClr val="6CCC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3187700" y="1689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7BFF84"/>
          </a:solidFill>
          <a:ln w="3542">
            <a:solidFill>
              <a:srgbClr val="62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3238500" y="1701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BFF94"/>
          </a:solidFill>
          <a:ln w="3542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3289300" y="1727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5AFFA5"/>
          </a:solidFill>
          <a:ln w="3542">
            <a:solidFill>
              <a:srgbClr val="48C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3340100" y="1739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4CFFB3"/>
          </a:solidFill>
          <a:ln w="3542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3403600" y="17526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0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45FFBA"/>
          </a:solidFill>
          <a:ln w="3542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3454400" y="17526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0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40FFBF"/>
          </a:solidFill>
          <a:ln w="3542">
            <a:solidFill>
              <a:srgbClr val="33CC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3505200" y="17526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1"/>
                </a:lnTo>
                <a:lnTo>
                  <a:pt x="4" y="7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38FFC7"/>
          </a:solidFill>
          <a:ln w="3542">
            <a:solidFill>
              <a:srgbClr val="2DC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3556000" y="17653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2"/>
                </a:lnTo>
                <a:lnTo>
                  <a:pt x="4" y="8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26FFD9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3606800" y="17907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3"/>
                </a:lnTo>
                <a:lnTo>
                  <a:pt x="5" y="9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9FFF6"/>
          </a:solidFill>
          <a:ln w="3542">
            <a:solidFill>
              <a:srgbClr val="07C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3670300" y="1828800"/>
            <a:ext cx="63500" cy="127000"/>
          </a:xfrm>
          <a:custGeom>
            <a:avLst/>
            <a:gdLst/>
            <a:ahLst/>
            <a:cxnLst/>
            <a:rect l="l" t="t" r="r" b="b"/>
            <a:pathLst>
              <a:path w="5" h="10">
                <a:moveTo>
                  <a:pt x="1" y="0"/>
                </a:moveTo>
                <a:lnTo>
                  <a:pt x="5" y="1"/>
                </a:lnTo>
                <a:lnTo>
                  <a:pt x="4" y="10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00E5FF"/>
          </a:solidFill>
          <a:ln w="3542">
            <a:solidFill>
              <a:srgbClr val="00B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3721100" y="18415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1" y="0"/>
                </a:moveTo>
                <a:lnTo>
                  <a:pt x="6" y="1"/>
                </a:lnTo>
                <a:lnTo>
                  <a:pt x="4" y="11"/>
                </a:lnTo>
                <a:lnTo>
                  <a:pt x="0" y="9"/>
                </a:lnTo>
                <a:lnTo>
                  <a:pt x="1" y="0"/>
                </a:lnTo>
                <a:close/>
              </a:path>
            </a:pathLst>
          </a:custGeom>
          <a:solidFill>
            <a:srgbClr val="00CBFF"/>
          </a:solidFill>
          <a:ln w="3542">
            <a:solidFill>
              <a:srgbClr val="00A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3771900" y="18542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2" y="0"/>
                </a:moveTo>
                <a:lnTo>
                  <a:pt x="6" y="1"/>
                </a:lnTo>
                <a:lnTo>
                  <a:pt x="4" y="11"/>
                </a:lnTo>
                <a:lnTo>
                  <a:pt x="0" y="10"/>
                </a:lnTo>
                <a:lnTo>
                  <a:pt x="2" y="0"/>
                </a:lnTo>
                <a:close/>
              </a:path>
            </a:pathLst>
          </a:custGeom>
          <a:solidFill>
            <a:srgbClr val="00C2FF"/>
          </a:solidFill>
          <a:ln w="3542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2247900" y="12065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0"/>
                </a:moveTo>
                <a:lnTo>
                  <a:pt x="6" y="10"/>
                </a:lnTo>
                <a:lnTo>
                  <a:pt x="5" y="9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E30000"/>
          </a:solidFill>
          <a:ln w="3542">
            <a:solidFill>
              <a:srgbClr val="B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2311400" y="13208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1"/>
                </a:moveTo>
                <a:lnTo>
                  <a:pt x="5" y="7"/>
                </a:lnTo>
                <a:lnTo>
                  <a:pt x="4" y="6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FF4B00"/>
          </a:solidFill>
          <a:ln w="3542">
            <a:solidFill>
              <a:srgbClr val="CC3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2362200" y="1397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1"/>
                </a:moveTo>
                <a:lnTo>
                  <a:pt x="6" y="6"/>
                </a:lnTo>
                <a:lnTo>
                  <a:pt x="4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FF9200"/>
          </a:solidFill>
          <a:ln w="3542">
            <a:solidFill>
              <a:srgbClr val="CC7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2413000" y="1447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2"/>
                </a:moveTo>
                <a:lnTo>
                  <a:pt x="6" y="5"/>
                </a:lnTo>
                <a:lnTo>
                  <a:pt x="4" y="4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FFC400"/>
          </a:solidFill>
          <a:ln w="3542">
            <a:solidFill>
              <a:srgbClr val="CC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2463800" y="1498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1"/>
                </a:moveTo>
                <a:lnTo>
                  <a:pt x="6" y="3"/>
                </a:lnTo>
                <a:lnTo>
                  <a:pt x="4" y="2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FFE7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2514600" y="1524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1"/>
                </a:moveTo>
                <a:lnTo>
                  <a:pt x="6" y="3"/>
                </a:lnTo>
                <a:lnTo>
                  <a:pt x="5" y="2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FEFF01"/>
          </a:solidFill>
          <a:ln w="3542">
            <a:solidFill>
              <a:srgbClr val="CBCC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Freeform 428"/>
          <p:cNvSpPr/>
          <p:nvPr/>
        </p:nvSpPr>
        <p:spPr>
          <a:xfrm>
            <a:off x="2578100" y="1549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1"/>
                </a:moveTo>
                <a:lnTo>
                  <a:pt x="5" y="2"/>
                </a:lnTo>
                <a:lnTo>
                  <a:pt x="4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9FF16"/>
          </a:solidFill>
          <a:ln w="3542">
            <a:solidFill>
              <a:srgbClr val="BBCC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2628900" y="1574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D6FF29"/>
          </a:solidFill>
          <a:ln w="3542">
            <a:solidFill>
              <a:srgbClr val="ABC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2679700" y="1587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C4FF3B"/>
          </a:solidFill>
          <a:ln w="3542">
            <a:solidFill>
              <a:srgbClr val="9DCC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2730500" y="1612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B2FF4D"/>
          </a:solidFill>
          <a:ln w="3542">
            <a:solidFill>
              <a:srgbClr val="8EC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2794000" y="1638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2FF5D"/>
          </a:solidFill>
          <a:ln w="3542">
            <a:solidFill>
              <a:srgbClr val="81C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2844800" y="1651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4FF6B"/>
          </a:solidFill>
          <a:ln w="3542">
            <a:solidFill>
              <a:srgbClr val="77C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2895600" y="1663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BFF74"/>
          </a:solidFill>
          <a:ln w="3542">
            <a:solidFill>
              <a:srgbClr val="6FC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2946400" y="1676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6FF79"/>
          </a:solidFill>
          <a:ln w="3542">
            <a:solidFill>
              <a:srgbClr val="6CCC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2997200" y="1676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85FF7A"/>
          </a:solidFill>
          <a:ln w="3542">
            <a:solidFill>
              <a:srgbClr val="6AC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3060700" y="1689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82FF7D"/>
          </a:solidFill>
          <a:ln w="3542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3111500" y="1701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BFF84"/>
          </a:solidFill>
          <a:ln w="3542">
            <a:solidFill>
              <a:srgbClr val="62C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3162300" y="1714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0FF8F"/>
          </a:solidFill>
          <a:ln w="3542">
            <a:solidFill>
              <a:srgbClr val="5AC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3213100" y="1727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3FF9C"/>
          </a:solidFill>
          <a:ln w="3542">
            <a:solidFill>
              <a:srgbClr val="4FC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3276600" y="1752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53FFAC"/>
          </a:solidFill>
          <a:ln w="3542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3327400" y="1765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41FFBE"/>
          </a:solidFill>
          <a:ln w="3542">
            <a:solidFill>
              <a:srgbClr val="34CC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3378200" y="1790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EFFD1"/>
          </a:solidFill>
          <a:ln w="3542">
            <a:solidFill>
              <a:srgbClr val="25CC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3429000" y="18034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4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1BFFE4"/>
          </a:solidFill>
          <a:ln w="3542">
            <a:solidFill>
              <a:srgbClr val="16CC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3479800" y="18161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2"/>
                </a:lnTo>
                <a:lnTo>
                  <a:pt x="5" y="6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7FFF8"/>
          </a:solidFill>
          <a:ln w="3542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3543300" y="18415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2"/>
                </a:lnTo>
                <a:lnTo>
                  <a:pt x="4" y="6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EEFF"/>
          </a:solidFill>
          <a:ln w="3542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3594100" y="18669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3"/>
                </a:lnTo>
                <a:lnTo>
                  <a:pt x="4" y="7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CDFF"/>
          </a:solidFill>
          <a:ln w="3542">
            <a:solidFill>
              <a:srgbClr val="00A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3644900" y="19050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4"/>
                </a:lnTo>
                <a:lnTo>
                  <a:pt x="4" y="9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9CFF"/>
          </a:solidFill>
          <a:ln w="3542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3695700" y="19558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2" y="0"/>
                </a:moveTo>
                <a:lnTo>
                  <a:pt x="6" y="2"/>
                </a:lnTo>
                <a:lnTo>
                  <a:pt x="5" y="11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0068FF"/>
          </a:solidFill>
          <a:ln w="3542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3759200" y="1981200"/>
            <a:ext cx="63500" cy="139700"/>
          </a:xfrm>
          <a:custGeom>
            <a:avLst/>
            <a:gdLst/>
            <a:ahLst/>
            <a:cxnLst/>
            <a:rect l="l" t="t" r="r" b="b"/>
            <a:pathLst>
              <a:path w="5" h="11">
                <a:moveTo>
                  <a:pt x="1" y="0"/>
                </a:moveTo>
                <a:lnTo>
                  <a:pt x="5" y="1"/>
                </a:lnTo>
                <a:lnTo>
                  <a:pt x="4" y="11"/>
                </a:lnTo>
                <a:lnTo>
                  <a:pt x="0" y="9"/>
                </a:lnTo>
                <a:lnTo>
                  <a:pt x="1" y="0"/>
                </a:lnTo>
                <a:close/>
              </a:path>
            </a:pathLst>
          </a:custGeom>
          <a:solidFill>
            <a:srgbClr val="0048FF"/>
          </a:solidFill>
          <a:ln w="3542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2235200" y="12065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9"/>
                </a:lnTo>
                <a:lnTo>
                  <a:pt x="4" y="8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D00000"/>
          </a:solidFill>
          <a:ln w="3542">
            <a:solidFill>
              <a:srgbClr val="A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2286000" y="13081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1"/>
                </a:moveTo>
                <a:lnTo>
                  <a:pt x="6" y="7"/>
                </a:lnTo>
                <a:lnTo>
                  <a:pt x="4" y="6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FF3100"/>
          </a:solidFill>
          <a:ln w="3542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2336800" y="1384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1"/>
                </a:moveTo>
                <a:lnTo>
                  <a:pt x="6" y="5"/>
                </a:lnTo>
                <a:lnTo>
                  <a:pt x="5" y="5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FF7600"/>
          </a:solidFill>
          <a:ln w="3542">
            <a:solidFill>
              <a:srgbClr val="CC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2400300" y="14478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4"/>
                </a:lnTo>
                <a:lnTo>
                  <a:pt x="4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A700"/>
          </a:solidFill>
          <a:ln w="3542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2451100" y="1485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1"/>
                </a:moveTo>
                <a:lnTo>
                  <a:pt x="5" y="3"/>
                </a:lnTo>
                <a:lnTo>
                  <a:pt x="4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FFCD00"/>
          </a:solidFill>
          <a:ln w="3542">
            <a:solidFill>
              <a:srgbClr val="CCA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2501900" y="1524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ED00"/>
          </a:solidFill>
          <a:ln w="3542">
            <a:solidFill>
              <a:srgbClr val="CCB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2552700" y="1549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2603500" y="1574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2667000" y="1612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2717800" y="1625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AEFF51"/>
          </a:solidFill>
          <a:ln w="3542">
            <a:solidFill>
              <a:srgbClr val="8BC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2768600" y="1651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EFF61"/>
          </a:solidFill>
          <a:ln w="3542">
            <a:solidFill>
              <a:srgbClr val="7FCC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2819400" y="1663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2FF6D"/>
          </a:solidFill>
          <a:ln w="3542">
            <a:solidFill>
              <a:srgbClr val="75C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2882900" y="1689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9FF76"/>
          </a:solidFill>
          <a:ln w="3542">
            <a:solidFill>
              <a:srgbClr val="6DC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2933700" y="1689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83FF7C"/>
          </a:solidFill>
          <a:ln w="3542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2984500" y="1701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0FF7F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3035300" y="17145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DFF82"/>
          </a:solidFill>
          <a:ln w="3542">
            <a:solidFill>
              <a:srgbClr val="64CC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3086100" y="1714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7FF88"/>
          </a:solidFill>
          <a:ln w="3542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3149600" y="1727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6DFF92"/>
          </a:solidFill>
          <a:ln w="3542">
            <a:solidFill>
              <a:srgbClr val="57C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3200400" y="1739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61FF9E"/>
          </a:solidFill>
          <a:ln w="3542">
            <a:solidFill>
              <a:srgbClr val="4DC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3251200" y="1765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3302000" y="1778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FFFC0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3352800" y="1803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8FFD7"/>
          </a:solidFill>
          <a:ln w="3542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3416300" y="18288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CFFF3"/>
          </a:solidFill>
          <a:ln w="3542">
            <a:solidFill>
              <a:srgbClr val="0AC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3467100" y="1866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EFF"/>
          </a:solidFill>
          <a:ln w="3542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3517900" y="1892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CEFF"/>
          </a:solidFill>
          <a:ln w="3542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3568700" y="19177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3"/>
                </a:lnTo>
                <a:lnTo>
                  <a:pt x="5" y="6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A8FF"/>
          </a:solidFill>
          <a:ln w="3542">
            <a:solidFill>
              <a:srgbClr val="008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3632200" y="19558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5"/>
                </a:lnTo>
                <a:lnTo>
                  <a:pt x="4" y="8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77FF"/>
          </a:solidFill>
          <a:ln w="3542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3683000" y="20193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6"/>
                </a:lnTo>
                <a:lnTo>
                  <a:pt x="4" y="9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32FF"/>
          </a:solidFill>
          <a:ln w="3542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3733800" y="20955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2" y="0"/>
                </a:moveTo>
                <a:lnTo>
                  <a:pt x="6" y="2"/>
                </a:lnTo>
                <a:lnTo>
                  <a:pt x="4" y="11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00E7"/>
          </a:solidFill>
          <a:ln w="3542">
            <a:solidFill>
              <a:srgbClr val="000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2209800" y="12065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8"/>
                </a:lnTo>
                <a:lnTo>
                  <a:pt x="5" y="8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C20000"/>
          </a:solidFill>
          <a:ln w="3542">
            <a:solidFill>
              <a:srgbClr val="9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2273300" y="13081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6"/>
                </a:lnTo>
                <a:lnTo>
                  <a:pt x="4" y="6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1F00"/>
          </a:solidFill>
          <a:ln w="3542">
            <a:solidFill>
              <a:srgbClr val="CC1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2324100" y="1384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5"/>
                </a:lnTo>
                <a:lnTo>
                  <a:pt x="4" y="5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FF6200"/>
          </a:solidFill>
          <a:ln w="3542">
            <a:solidFill>
              <a:srgbClr val="CC4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2374900" y="1447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FF9700"/>
          </a:solidFill>
          <a:ln w="3542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2425700" y="1485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C300"/>
          </a:solidFill>
          <a:ln w="3542">
            <a:solidFill>
              <a:srgbClr val="CC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2476500" y="1524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2540000" y="1562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2590800" y="1600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Freeform 488"/>
          <p:cNvSpPr/>
          <p:nvPr/>
        </p:nvSpPr>
        <p:spPr>
          <a:xfrm>
            <a:off x="2641600" y="1625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Freeform 489"/>
          <p:cNvSpPr/>
          <p:nvPr/>
        </p:nvSpPr>
        <p:spPr>
          <a:xfrm>
            <a:off x="2692400" y="1651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DFF52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Freeform 490"/>
          <p:cNvSpPr/>
          <p:nvPr/>
        </p:nvSpPr>
        <p:spPr>
          <a:xfrm>
            <a:off x="2755900" y="1663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EC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Freeform 491"/>
          <p:cNvSpPr/>
          <p:nvPr/>
        </p:nvSpPr>
        <p:spPr>
          <a:xfrm>
            <a:off x="2806700" y="1676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91FF6E"/>
          </a:solidFill>
          <a:ln w="3542">
            <a:solidFill>
              <a:srgbClr val="74C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Freeform 492"/>
          <p:cNvSpPr/>
          <p:nvPr/>
        </p:nvSpPr>
        <p:spPr>
          <a:xfrm>
            <a:off x="2857500" y="1701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8FF77"/>
          </a:solidFill>
          <a:ln w="3542">
            <a:solidFill>
              <a:srgbClr val="6DC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Freeform 493"/>
          <p:cNvSpPr/>
          <p:nvPr/>
        </p:nvSpPr>
        <p:spPr>
          <a:xfrm>
            <a:off x="2908300" y="17145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2FF7D"/>
          </a:solidFill>
          <a:ln w="3542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Freeform 494"/>
          <p:cNvSpPr/>
          <p:nvPr/>
        </p:nvSpPr>
        <p:spPr>
          <a:xfrm>
            <a:off x="2959100" y="1714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Freeform 495"/>
          <p:cNvSpPr/>
          <p:nvPr/>
        </p:nvSpPr>
        <p:spPr>
          <a:xfrm>
            <a:off x="3022600" y="1727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CFF83"/>
          </a:solidFill>
          <a:ln w="3542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Freeform 496"/>
          <p:cNvSpPr/>
          <p:nvPr/>
        </p:nvSpPr>
        <p:spPr>
          <a:xfrm>
            <a:off x="3073400" y="1727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7FF88"/>
          </a:solidFill>
          <a:ln w="3542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Freeform 497"/>
          <p:cNvSpPr/>
          <p:nvPr/>
        </p:nvSpPr>
        <p:spPr>
          <a:xfrm>
            <a:off x="3124200" y="1739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DFF92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Freeform 498"/>
          <p:cNvSpPr/>
          <p:nvPr/>
        </p:nvSpPr>
        <p:spPr>
          <a:xfrm>
            <a:off x="3175000" y="1752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1FF9E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Freeform 499"/>
          <p:cNvSpPr/>
          <p:nvPr/>
        </p:nvSpPr>
        <p:spPr>
          <a:xfrm>
            <a:off x="3238500" y="1778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Freeform 500"/>
          <p:cNvSpPr/>
          <p:nvPr/>
        </p:nvSpPr>
        <p:spPr>
          <a:xfrm>
            <a:off x="3289300" y="1790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Freeform 501"/>
          <p:cNvSpPr/>
          <p:nvPr/>
        </p:nvSpPr>
        <p:spPr>
          <a:xfrm>
            <a:off x="3340100" y="1816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Freeform 502"/>
          <p:cNvSpPr/>
          <p:nvPr/>
        </p:nvSpPr>
        <p:spPr>
          <a:xfrm>
            <a:off x="3390900" y="1841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Freeform 503"/>
          <p:cNvSpPr/>
          <p:nvPr/>
        </p:nvSpPr>
        <p:spPr>
          <a:xfrm>
            <a:off x="3441700" y="1879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Freeform 504"/>
          <p:cNvSpPr/>
          <p:nvPr/>
        </p:nvSpPr>
        <p:spPr>
          <a:xfrm>
            <a:off x="3505200" y="19177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C3FF"/>
          </a:solidFill>
          <a:ln w="3542">
            <a:solidFill>
              <a:srgbClr val="009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Freeform 505"/>
          <p:cNvSpPr/>
          <p:nvPr/>
        </p:nvSpPr>
        <p:spPr>
          <a:xfrm>
            <a:off x="3556000" y="1955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3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6FF"/>
          </a:solidFill>
          <a:ln w="3542">
            <a:solidFill>
              <a:srgbClr val="007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Freeform 506"/>
          <p:cNvSpPr/>
          <p:nvPr/>
        </p:nvSpPr>
        <p:spPr>
          <a:xfrm>
            <a:off x="3606800" y="19939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5"/>
                </a:lnTo>
                <a:lnTo>
                  <a:pt x="4" y="7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62FF"/>
          </a:solidFill>
          <a:ln w="3542">
            <a:solidFill>
              <a:srgbClr val="004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Freeform 507"/>
          <p:cNvSpPr/>
          <p:nvPr/>
        </p:nvSpPr>
        <p:spPr>
          <a:xfrm>
            <a:off x="3657600" y="20574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6"/>
                </a:lnTo>
                <a:lnTo>
                  <a:pt x="5" y="8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1EFF"/>
          </a:solidFill>
          <a:ln w="3542">
            <a:solidFill>
              <a:srgbClr val="001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Freeform 508"/>
          <p:cNvSpPr/>
          <p:nvPr/>
        </p:nvSpPr>
        <p:spPr>
          <a:xfrm>
            <a:off x="3721100" y="2133600"/>
            <a:ext cx="63500" cy="127000"/>
          </a:xfrm>
          <a:custGeom>
            <a:avLst/>
            <a:gdLst/>
            <a:ahLst/>
            <a:cxnLst/>
            <a:rect l="l" t="t" r="r" b="b"/>
            <a:pathLst>
              <a:path w="5" h="10">
                <a:moveTo>
                  <a:pt x="1" y="0"/>
                </a:moveTo>
                <a:lnTo>
                  <a:pt x="5" y="8"/>
                </a:lnTo>
                <a:lnTo>
                  <a:pt x="4" y="10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542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Freeform 509"/>
          <p:cNvSpPr/>
          <p:nvPr/>
        </p:nvSpPr>
        <p:spPr>
          <a:xfrm>
            <a:off x="2197100" y="12065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8"/>
                </a:lnTo>
                <a:lnTo>
                  <a:pt x="4" y="9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B80000"/>
          </a:solidFill>
          <a:ln w="3542">
            <a:solidFill>
              <a:srgbClr val="9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Freeform 510"/>
          <p:cNvSpPr/>
          <p:nvPr/>
        </p:nvSpPr>
        <p:spPr>
          <a:xfrm>
            <a:off x="2247900" y="13081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6"/>
                </a:lnTo>
                <a:lnTo>
                  <a:pt x="4" y="7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1400"/>
          </a:solidFill>
          <a:ln w="3542">
            <a:solidFill>
              <a:srgbClr val="CC1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Freeform 511"/>
          <p:cNvSpPr/>
          <p:nvPr/>
        </p:nvSpPr>
        <p:spPr>
          <a:xfrm>
            <a:off x="2298700" y="13843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5"/>
                </a:lnTo>
                <a:lnTo>
                  <a:pt x="4" y="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5A00"/>
          </a:solidFill>
          <a:ln w="3542">
            <a:solidFill>
              <a:srgbClr val="CC4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Freeform 512"/>
          <p:cNvSpPr/>
          <p:nvPr/>
        </p:nvSpPr>
        <p:spPr>
          <a:xfrm>
            <a:off x="2349500" y="1447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4"/>
                </a:lnTo>
                <a:lnTo>
                  <a:pt x="5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9300"/>
          </a:solidFill>
          <a:ln w="3542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Freeform 513"/>
          <p:cNvSpPr/>
          <p:nvPr/>
        </p:nvSpPr>
        <p:spPr>
          <a:xfrm>
            <a:off x="2413000" y="14986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C300"/>
          </a:solidFill>
          <a:ln w="3542">
            <a:solidFill>
              <a:srgbClr val="CC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Freeform 514"/>
          <p:cNvSpPr/>
          <p:nvPr/>
        </p:nvSpPr>
        <p:spPr>
          <a:xfrm>
            <a:off x="2463800" y="1536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Freeform 515"/>
          <p:cNvSpPr/>
          <p:nvPr/>
        </p:nvSpPr>
        <p:spPr>
          <a:xfrm>
            <a:off x="2514600" y="1574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Freeform 516"/>
          <p:cNvSpPr/>
          <p:nvPr/>
        </p:nvSpPr>
        <p:spPr>
          <a:xfrm>
            <a:off x="2565400" y="1612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Freeform 517"/>
          <p:cNvSpPr/>
          <p:nvPr/>
        </p:nvSpPr>
        <p:spPr>
          <a:xfrm>
            <a:off x="2628900" y="1638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Freeform 518"/>
          <p:cNvSpPr/>
          <p:nvPr/>
        </p:nvSpPr>
        <p:spPr>
          <a:xfrm>
            <a:off x="2679700" y="1663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DFF52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Freeform 519"/>
          <p:cNvSpPr/>
          <p:nvPr/>
        </p:nvSpPr>
        <p:spPr>
          <a:xfrm>
            <a:off x="2730500" y="1676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EC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Freeform 520"/>
          <p:cNvSpPr/>
          <p:nvPr/>
        </p:nvSpPr>
        <p:spPr>
          <a:xfrm>
            <a:off x="2781300" y="1701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1FF6E"/>
          </a:solidFill>
          <a:ln w="3542">
            <a:solidFill>
              <a:srgbClr val="74C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Freeform 521"/>
          <p:cNvSpPr/>
          <p:nvPr/>
        </p:nvSpPr>
        <p:spPr>
          <a:xfrm>
            <a:off x="2832100" y="1714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8FF77"/>
          </a:solidFill>
          <a:ln w="3542">
            <a:solidFill>
              <a:srgbClr val="6DC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Freeform 522"/>
          <p:cNvSpPr/>
          <p:nvPr/>
        </p:nvSpPr>
        <p:spPr>
          <a:xfrm>
            <a:off x="2895600" y="17272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2FF7D"/>
          </a:solidFill>
          <a:ln w="3542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Freeform 523"/>
          <p:cNvSpPr/>
          <p:nvPr/>
        </p:nvSpPr>
        <p:spPr>
          <a:xfrm>
            <a:off x="2946400" y="1727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Freeform 524"/>
          <p:cNvSpPr/>
          <p:nvPr/>
        </p:nvSpPr>
        <p:spPr>
          <a:xfrm>
            <a:off x="2997200" y="17399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CFF83"/>
          </a:solidFill>
          <a:ln w="3542">
            <a:solidFill>
              <a:srgbClr val="64CC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Freeform 525"/>
          <p:cNvSpPr/>
          <p:nvPr/>
        </p:nvSpPr>
        <p:spPr>
          <a:xfrm>
            <a:off x="3048000" y="1739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7FF88"/>
          </a:solidFill>
          <a:ln w="3542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Freeform 526"/>
          <p:cNvSpPr/>
          <p:nvPr/>
        </p:nvSpPr>
        <p:spPr>
          <a:xfrm>
            <a:off x="3111500" y="1752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6EFF91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Freeform 527"/>
          <p:cNvSpPr/>
          <p:nvPr/>
        </p:nvSpPr>
        <p:spPr>
          <a:xfrm>
            <a:off x="3162300" y="1765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61FF9D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Freeform 528"/>
          <p:cNvSpPr/>
          <p:nvPr/>
        </p:nvSpPr>
        <p:spPr>
          <a:xfrm>
            <a:off x="3213100" y="1790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Freeform 529"/>
          <p:cNvSpPr/>
          <p:nvPr/>
        </p:nvSpPr>
        <p:spPr>
          <a:xfrm>
            <a:off x="3263900" y="1803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Freeform 530"/>
          <p:cNvSpPr/>
          <p:nvPr/>
        </p:nvSpPr>
        <p:spPr>
          <a:xfrm>
            <a:off x="3314700" y="1828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Freeform 531"/>
          <p:cNvSpPr/>
          <p:nvPr/>
        </p:nvSpPr>
        <p:spPr>
          <a:xfrm>
            <a:off x="3378200" y="18542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Freeform 532"/>
          <p:cNvSpPr/>
          <p:nvPr/>
        </p:nvSpPr>
        <p:spPr>
          <a:xfrm>
            <a:off x="3429000" y="1892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Freeform 533"/>
          <p:cNvSpPr/>
          <p:nvPr/>
        </p:nvSpPr>
        <p:spPr>
          <a:xfrm>
            <a:off x="3479800" y="1930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C2FF"/>
          </a:solidFill>
          <a:ln w="3542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Freeform 534"/>
          <p:cNvSpPr/>
          <p:nvPr/>
        </p:nvSpPr>
        <p:spPr>
          <a:xfrm>
            <a:off x="3530600" y="1968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4"/>
                </a:lnTo>
                <a:lnTo>
                  <a:pt x="5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3FF"/>
          </a:solidFill>
          <a:ln w="3542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Freeform 535"/>
          <p:cNvSpPr/>
          <p:nvPr/>
        </p:nvSpPr>
        <p:spPr>
          <a:xfrm>
            <a:off x="3594100" y="20193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5"/>
                </a:lnTo>
                <a:lnTo>
                  <a:pt x="4" y="6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5AFF"/>
          </a:solidFill>
          <a:ln w="3542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3644900" y="20828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6"/>
                </a:lnTo>
                <a:lnTo>
                  <a:pt x="4" y="7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14FF"/>
          </a:solidFill>
          <a:ln w="3542">
            <a:solidFill>
              <a:srgbClr val="001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3695700" y="21590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8"/>
                </a:lnTo>
                <a:lnTo>
                  <a:pt x="4" y="9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B8"/>
          </a:solidFill>
          <a:ln w="3542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2171700" y="12192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8"/>
                </a:lnTo>
                <a:lnTo>
                  <a:pt x="4" y="9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B50000"/>
          </a:solidFill>
          <a:ln w="3542">
            <a:solidFill>
              <a:srgbClr val="9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2222500" y="13208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6"/>
                </a:lnTo>
                <a:lnTo>
                  <a:pt x="5" y="7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1200"/>
          </a:solidFill>
          <a:ln w="3542">
            <a:solidFill>
              <a:srgbClr val="CC0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Freeform 540"/>
          <p:cNvSpPr/>
          <p:nvPr/>
        </p:nvSpPr>
        <p:spPr>
          <a:xfrm>
            <a:off x="2286000" y="13970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5"/>
                </a:lnTo>
                <a:lnTo>
                  <a:pt x="4" y="6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5A00"/>
          </a:solidFill>
          <a:ln w="3542">
            <a:solidFill>
              <a:srgbClr val="CC4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Freeform 541"/>
          <p:cNvSpPr/>
          <p:nvPr/>
        </p:nvSpPr>
        <p:spPr>
          <a:xfrm>
            <a:off x="2336800" y="1460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4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9300"/>
          </a:solidFill>
          <a:ln w="3542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Freeform 542"/>
          <p:cNvSpPr/>
          <p:nvPr/>
        </p:nvSpPr>
        <p:spPr>
          <a:xfrm>
            <a:off x="2387600" y="1511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C300"/>
          </a:solidFill>
          <a:ln w="3542">
            <a:solidFill>
              <a:srgbClr val="CC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Freeform 543"/>
          <p:cNvSpPr/>
          <p:nvPr/>
        </p:nvSpPr>
        <p:spPr>
          <a:xfrm>
            <a:off x="2438400" y="1549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Freeform 544"/>
          <p:cNvSpPr/>
          <p:nvPr/>
        </p:nvSpPr>
        <p:spPr>
          <a:xfrm>
            <a:off x="2501900" y="1587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Freeform 545"/>
          <p:cNvSpPr/>
          <p:nvPr/>
        </p:nvSpPr>
        <p:spPr>
          <a:xfrm>
            <a:off x="2552700" y="1625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Freeform 546"/>
          <p:cNvSpPr/>
          <p:nvPr/>
        </p:nvSpPr>
        <p:spPr>
          <a:xfrm>
            <a:off x="2603500" y="1651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Freeform 547"/>
          <p:cNvSpPr/>
          <p:nvPr/>
        </p:nvSpPr>
        <p:spPr>
          <a:xfrm>
            <a:off x="2654300" y="1676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DFF52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Freeform 548"/>
          <p:cNvSpPr/>
          <p:nvPr/>
        </p:nvSpPr>
        <p:spPr>
          <a:xfrm>
            <a:off x="2705100" y="1689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EC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Freeform 549"/>
          <p:cNvSpPr/>
          <p:nvPr/>
        </p:nvSpPr>
        <p:spPr>
          <a:xfrm>
            <a:off x="2768600" y="1714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1FF6E"/>
          </a:solidFill>
          <a:ln w="3542">
            <a:solidFill>
              <a:srgbClr val="74C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Freeform 550"/>
          <p:cNvSpPr/>
          <p:nvPr/>
        </p:nvSpPr>
        <p:spPr>
          <a:xfrm>
            <a:off x="2819400" y="1727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8FF77"/>
          </a:solidFill>
          <a:ln w="3542">
            <a:solidFill>
              <a:srgbClr val="6DC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Freeform 551"/>
          <p:cNvSpPr/>
          <p:nvPr/>
        </p:nvSpPr>
        <p:spPr>
          <a:xfrm>
            <a:off x="2870200" y="17399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2FF7D"/>
          </a:solidFill>
          <a:ln w="3542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Freeform 552"/>
          <p:cNvSpPr/>
          <p:nvPr/>
        </p:nvSpPr>
        <p:spPr>
          <a:xfrm>
            <a:off x="2921000" y="1739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Freeform 553"/>
          <p:cNvSpPr/>
          <p:nvPr/>
        </p:nvSpPr>
        <p:spPr>
          <a:xfrm>
            <a:off x="2984500" y="1752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CFF82"/>
          </a:solidFill>
          <a:ln w="3542">
            <a:solidFill>
              <a:srgbClr val="64CC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Freeform 554"/>
          <p:cNvSpPr/>
          <p:nvPr/>
        </p:nvSpPr>
        <p:spPr>
          <a:xfrm>
            <a:off x="3035300" y="1752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7FF88"/>
          </a:solidFill>
          <a:ln w="3542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Freeform 555"/>
          <p:cNvSpPr/>
          <p:nvPr/>
        </p:nvSpPr>
        <p:spPr>
          <a:xfrm>
            <a:off x="3086100" y="1765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EFF91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Freeform 556"/>
          <p:cNvSpPr/>
          <p:nvPr/>
        </p:nvSpPr>
        <p:spPr>
          <a:xfrm>
            <a:off x="3136900" y="1778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1FF9D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Freeform 557"/>
          <p:cNvSpPr/>
          <p:nvPr/>
        </p:nvSpPr>
        <p:spPr>
          <a:xfrm>
            <a:off x="3187700" y="1803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Freeform 558"/>
          <p:cNvSpPr/>
          <p:nvPr/>
        </p:nvSpPr>
        <p:spPr>
          <a:xfrm>
            <a:off x="3251200" y="1816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Freeform 559"/>
          <p:cNvSpPr/>
          <p:nvPr/>
        </p:nvSpPr>
        <p:spPr>
          <a:xfrm>
            <a:off x="3302000" y="1841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Freeform 560"/>
          <p:cNvSpPr/>
          <p:nvPr/>
        </p:nvSpPr>
        <p:spPr>
          <a:xfrm>
            <a:off x="3352800" y="1866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Freeform 561"/>
          <p:cNvSpPr/>
          <p:nvPr/>
        </p:nvSpPr>
        <p:spPr>
          <a:xfrm>
            <a:off x="3403600" y="19050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Freeform 562"/>
          <p:cNvSpPr/>
          <p:nvPr/>
        </p:nvSpPr>
        <p:spPr>
          <a:xfrm>
            <a:off x="3467100" y="19431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C2FF"/>
          </a:solidFill>
          <a:ln w="3542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Freeform 563"/>
          <p:cNvSpPr/>
          <p:nvPr/>
        </p:nvSpPr>
        <p:spPr>
          <a:xfrm>
            <a:off x="3517900" y="1981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4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3FF"/>
          </a:solidFill>
          <a:ln w="3542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Freeform 564"/>
          <p:cNvSpPr/>
          <p:nvPr/>
        </p:nvSpPr>
        <p:spPr>
          <a:xfrm>
            <a:off x="3568700" y="2032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5"/>
                </a:lnTo>
                <a:lnTo>
                  <a:pt x="4" y="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9FF"/>
          </a:solidFill>
          <a:ln w="3542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Freeform 565"/>
          <p:cNvSpPr/>
          <p:nvPr/>
        </p:nvSpPr>
        <p:spPr>
          <a:xfrm>
            <a:off x="3619500" y="20955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6"/>
                </a:lnTo>
                <a:lnTo>
                  <a:pt x="4" y="7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11FF"/>
          </a:solidFill>
          <a:ln w="3542">
            <a:solidFill>
              <a:srgbClr val="000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Freeform 566"/>
          <p:cNvSpPr/>
          <p:nvPr/>
        </p:nvSpPr>
        <p:spPr>
          <a:xfrm>
            <a:off x="3670300" y="21717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8"/>
                </a:lnTo>
                <a:lnTo>
                  <a:pt x="5" y="9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B5"/>
          </a:solidFill>
          <a:ln w="3542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Freeform 567"/>
          <p:cNvSpPr/>
          <p:nvPr/>
        </p:nvSpPr>
        <p:spPr>
          <a:xfrm>
            <a:off x="2159000" y="1231900"/>
            <a:ext cx="63500" cy="114300"/>
          </a:xfrm>
          <a:custGeom>
            <a:avLst/>
            <a:gdLst/>
            <a:ahLst/>
            <a:cxnLst/>
            <a:rect l="l" t="t" r="r" b="b"/>
            <a:pathLst>
              <a:path w="5" h="9">
                <a:moveTo>
                  <a:pt x="1" y="0"/>
                </a:moveTo>
                <a:lnTo>
                  <a:pt x="5" y="8"/>
                </a:lnTo>
                <a:lnTo>
                  <a:pt x="4" y="9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B80000"/>
          </a:solidFill>
          <a:ln w="3542">
            <a:solidFill>
              <a:srgbClr val="9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Freeform 568"/>
          <p:cNvSpPr/>
          <p:nvPr/>
        </p:nvSpPr>
        <p:spPr>
          <a:xfrm>
            <a:off x="2209800" y="13335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6"/>
                </a:lnTo>
                <a:lnTo>
                  <a:pt x="4" y="7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1400"/>
          </a:solidFill>
          <a:ln w="3542">
            <a:solidFill>
              <a:srgbClr val="CC1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Freeform 569"/>
          <p:cNvSpPr/>
          <p:nvPr/>
        </p:nvSpPr>
        <p:spPr>
          <a:xfrm>
            <a:off x="2260600" y="14097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5"/>
                </a:lnTo>
                <a:lnTo>
                  <a:pt x="4" y="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5A00"/>
          </a:solidFill>
          <a:ln w="3542">
            <a:solidFill>
              <a:srgbClr val="CC4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Freeform 570"/>
          <p:cNvSpPr/>
          <p:nvPr/>
        </p:nvSpPr>
        <p:spPr>
          <a:xfrm>
            <a:off x="2311400" y="1473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4"/>
                </a:lnTo>
                <a:lnTo>
                  <a:pt x="5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9300"/>
          </a:solidFill>
          <a:ln w="3542">
            <a:solidFill>
              <a:srgbClr val="CC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Freeform 571"/>
          <p:cNvSpPr/>
          <p:nvPr/>
        </p:nvSpPr>
        <p:spPr>
          <a:xfrm>
            <a:off x="2374900" y="15240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C300"/>
          </a:solidFill>
          <a:ln w="3542">
            <a:solidFill>
              <a:srgbClr val="CC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Freeform 572"/>
          <p:cNvSpPr/>
          <p:nvPr/>
        </p:nvSpPr>
        <p:spPr>
          <a:xfrm>
            <a:off x="2425700" y="1562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Freeform 573"/>
          <p:cNvSpPr/>
          <p:nvPr/>
        </p:nvSpPr>
        <p:spPr>
          <a:xfrm>
            <a:off x="2476500" y="1600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Freeform 574"/>
          <p:cNvSpPr/>
          <p:nvPr/>
        </p:nvSpPr>
        <p:spPr>
          <a:xfrm>
            <a:off x="2527300" y="1638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Freeform 575"/>
          <p:cNvSpPr/>
          <p:nvPr/>
        </p:nvSpPr>
        <p:spPr>
          <a:xfrm>
            <a:off x="2578100" y="1663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Freeform 576"/>
          <p:cNvSpPr/>
          <p:nvPr/>
        </p:nvSpPr>
        <p:spPr>
          <a:xfrm>
            <a:off x="2641600" y="1689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DFF52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Freeform 577"/>
          <p:cNvSpPr/>
          <p:nvPr/>
        </p:nvSpPr>
        <p:spPr>
          <a:xfrm>
            <a:off x="2692400" y="1701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EC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Freeform 578"/>
          <p:cNvSpPr/>
          <p:nvPr/>
        </p:nvSpPr>
        <p:spPr>
          <a:xfrm>
            <a:off x="2743200" y="1727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1FF6E"/>
          </a:solidFill>
          <a:ln w="3542">
            <a:solidFill>
              <a:srgbClr val="74C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Freeform 579"/>
          <p:cNvSpPr/>
          <p:nvPr/>
        </p:nvSpPr>
        <p:spPr>
          <a:xfrm>
            <a:off x="2794000" y="1739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8FF77"/>
          </a:solidFill>
          <a:ln w="3542">
            <a:solidFill>
              <a:srgbClr val="6DC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Freeform 580"/>
          <p:cNvSpPr/>
          <p:nvPr/>
        </p:nvSpPr>
        <p:spPr>
          <a:xfrm>
            <a:off x="2857500" y="1752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2FF7D"/>
          </a:solidFill>
          <a:ln w="3542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Freeform 581"/>
          <p:cNvSpPr/>
          <p:nvPr/>
        </p:nvSpPr>
        <p:spPr>
          <a:xfrm>
            <a:off x="2908300" y="1752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Freeform 582"/>
          <p:cNvSpPr/>
          <p:nvPr/>
        </p:nvSpPr>
        <p:spPr>
          <a:xfrm>
            <a:off x="2959100" y="17653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CFF83"/>
          </a:solidFill>
          <a:ln w="3542">
            <a:solidFill>
              <a:srgbClr val="64CC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Freeform 583"/>
          <p:cNvSpPr/>
          <p:nvPr/>
        </p:nvSpPr>
        <p:spPr>
          <a:xfrm>
            <a:off x="3009900" y="1765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7FF88"/>
          </a:solidFill>
          <a:ln w="3542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Freeform 584"/>
          <p:cNvSpPr/>
          <p:nvPr/>
        </p:nvSpPr>
        <p:spPr>
          <a:xfrm>
            <a:off x="3060700" y="1778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EFF91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Freeform 585"/>
          <p:cNvSpPr/>
          <p:nvPr/>
        </p:nvSpPr>
        <p:spPr>
          <a:xfrm>
            <a:off x="3124200" y="1790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61FF9D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Freeform 586"/>
          <p:cNvSpPr/>
          <p:nvPr/>
        </p:nvSpPr>
        <p:spPr>
          <a:xfrm>
            <a:off x="3175000" y="1816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Freeform 587"/>
          <p:cNvSpPr/>
          <p:nvPr/>
        </p:nvSpPr>
        <p:spPr>
          <a:xfrm>
            <a:off x="3225800" y="1828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Freeform 588"/>
          <p:cNvSpPr/>
          <p:nvPr/>
        </p:nvSpPr>
        <p:spPr>
          <a:xfrm>
            <a:off x="3276600" y="1854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Freeform 589"/>
          <p:cNvSpPr/>
          <p:nvPr/>
        </p:nvSpPr>
        <p:spPr>
          <a:xfrm>
            <a:off x="3340100" y="18796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Freeform 590"/>
          <p:cNvSpPr/>
          <p:nvPr/>
        </p:nvSpPr>
        <p:spPr>
          <a:xfrm>
            <a:off x="3390900" y="1917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Freeform 591"/>
          <p:cNvSpPr/>
          <p:nvPr/>
        </p:nvSpPr>
        <p:spPr>
          <a:xfrm>
            <a:off x="3441700" y="1955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C2FF"/>
          </a:solidFill>
          <a:ln w="3542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Freeform 592"/>
          <p:cNvSpPr/>
          <p:nvPr/>
        </p:nvSpPr>
        <p:spPr>
          <a:xfrm>
            <a:off x="3492500" y="19939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4"/>
                </a:lnTo>
                <a:lnTo>
                  <a:pt x="4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93FF"/>
          </a:solidFill>
          <a:ln w="3542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Freeform 593"/>
          <p:cNvSpPr/>
          <p:nvPr/>
        </p:nvSpPr>
        <p:spPr>
          <a:xfrm>
            <a:off x="3543300" y="20447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5"/>
                </a:lnTo>
                <a:lnTo>
                  <a:pt x="5" y="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5AFF"/>
          </a:solidFill>
          <a:ln w="3542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Freeform 594"/>
          <p:cNvSpPr/>
          <p:nvPr/>
        </p:nvSpPr>
        <p:spPr>
          <a:xfrm>
            <a:off x="3606800" y="21082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6"/>
                </a:lnTo>
                <a:lnTo>
                  <a:pt x="4" y="7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14FF"/>
          </a:solidFill>
          <a:ln w="3542">
            <a:solidFill>
              <a:srgbClr val="001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Freeform 595"/>
          <p:cNvSpPr/>
          <p:nvPr/>
        </p:nvSpPr>
        <p:spPr>
          <a:xfrm>
            <a:off x="3657600" y="21844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8"/>
                </a:lnTo>
                <a:lnTo>
                  <a:pt x="4" y="9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B8"/>
          </a:solidFill>
          <a:ln w="3542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Freeform 596"/>
          <p:cNvSpPr/>
          <p:nvPr/>
        </p:nvSpPr>
        <p:spPr>
          <a:xfrm>
            <a:off x="2133600" y="12573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7"/>
                </a:lnTo>
                <a:lnTo>
                  <a:pt x="4" y="9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20000"/>
          </a:solidFill>
          <a:ln w="3542">
            <a:solidFill>
              <a:srgbClr val="9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Freeform 597"/>
          <p:cNvSpPr/>
          <p:nvPr/>
        </p:nvSpPr>
        <p:spPr>
          <a:xfrm>
            <a:off x="2184400" y="13462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6"/>
                </a:lnTo>
                <a:lnTo>
                  <a:pt x="5" y="8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1F00"/>
          </a:solidFill>
          <a:ln w="3542">
            <a:solidFill>
              <a:srgbClr val="CC1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Freeform 598"/>
          <p:cNvSpPr/>
          <p:nvPr/>
        </p:nvSpPr>
        <p:spPr>
          <a:xfrm>
            <a:off x="2247900" y="14224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5"/>
                </a:lnTo>
                <a:lnTo>
                  <a:pt x="4" y="7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6200"/>
          </a:solidFill>
          <a:ln w="3542">
            <a:solidFill>
              <a:srgbClr val="CC4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Freeform 599"/>
          <p:cNvSpPr/>
          <p:nvPr/>
        </p:nvSpPr>
        <p:spPr>
          <a:xfrm>
            <a:off x="2298700" y="14859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4"/>
                </a:lnTo>
                <a:lnTo>
                  <a:pt x="4" y="5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9700"/>
          </a:solidFill>
          <a:ln w="3542">
            <a:solidFill>
              <a:srgbClr val="CC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Freeform 600"/>
          <p:cNvSpPr/>
          <p:nvPr/>
        </p:nvSpPr>
        <p:spPr>
          <a:xfrm>
            <a:off x="2349500" y="1536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C300"/>
          </a:solidFill>
          <a:ln w="3542">
            <a:solidFill>
              <a:srgbClr val="CC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Freeform 601"/>
          <p:cNvSpPr/>
          <p:nvPr/>
        </p:nvSpPr>
        <p:spPr>
          <a:xfrm>
            <a:off x="2400300" y="1574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FEA00"/>
          </a:solidFill>
          <a:ln w="3542">
            <a:solidFill>
              <a:srgbClr val="CCB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Freeform 602"/>
          <p:cNvSpPr/>
          <p:nvPr/>
        </p:nvSpPr>
        <p:spPr>
          <a:xfrm>
            <a:off x="2463800" y="16129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Freeform 603"/>
          <p:cNvSpPr/>
          <p:nvPr/>
        </p:nvSpPr>
        <p:spPr>
          <a:xfrm>
            <a:off x="2514600" y="1651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Freeform 604"/>
          <p:cNvSpPr/>
          <p:nvPr/>
        </p:nvSpPr>
        <p:spPr>
          <a:xfrm>
            <a:off x="2565400" y="1676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Freeform 605"/>
          <p:cNvSpPr/>
          <p:nvPr/>
        </p:nvSpPr>
        <p:spPr>
          <a:xfrm>
            <a:off x="2616200" y="1701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DFF52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Freeform 606"/>
          <p:cNvSpPr/>
          <p:nvPr/>
        </p:nvSpPr>
        <p:spPr>
          <a:xfrm>
            <a:off x="2667000" y="1714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DFF62"/>
          </a:solidFill>
          <a:ln w="3542">
            <a:solidFill>
              <a:srgbClr val="7EC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Freeform 607"/>
          <p:cNvSpPr/>
          <p:nvPr/>
        </p:nvSpPr>
        <p:spPr>
          <a:xfrm>
            <a:off x="2730500" y="1739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1FF6E"/>
          </a:solidFill>
          <a:ln w="3542">
            <a:solidFill>
              <a:srgbClr val="74C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Freeform 608"/>
          <p:cNvSpPr/>
          <p:nvPr/>
        </p:nvSpPr>
        <p:spPr>
          <a:xfrm>
            <a:off x="2781300" y="1752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8FF77"/>
          </a:solidFill>
          <a:ln w="3542">
            <a:solidFill>
              <a:srgbClr val="6DC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Freeform 609"/>
          <p:cNvSpPr/>
          <p:nvPr/>
        </p:nvSpPr>
        <p:spPr>
          <a:xfrm>
            <a:off x="2832100" y="17653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2FF7D"/>
          </a:solidFill>
          <a:ln w="3542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Freeform 610"/>
          <p:cNvSpPr/>
          <p:nvPr/>
        </p:nvSpPr>
        <p:spPr>
          <a:xfrm>
            <a:off x="2882900" y="1765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Freeform 611"/>
          <p:cNvSpPr/>
          <p:nvPr/>
        </p:nvSpPr>
        <p:spPr>
          <a:xfrm>
            <a:off x="2933700" y="17780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5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CFF83"/>
          </a:solidFill>
          <a:ln w="3542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Freeform 612"/>
          <p:cNvSpPr/>
          <p:nvPr/>
        </p:nvSpPr>
        <p:spPr>
          <a:xfrm>
            <a:off x="2997200" y="1778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7FF88"/>
          </a:solidFill>
          <a:ln w="3542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Freeform 613"/>
          <p:cNvSpPr/>
          <p:nvPr/>
        </p:nvSpPr>
        <p:spPr>
          <a:xfrm>
            <a:off x="3048000" y="1790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6DFF92"/>
          </a:solidFill>
          <a:ln w="3542">
            <a:solidFill>
              <a:srgbClr val="58CC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Freeform 614"/>
          <p:cNvSpPr/>
          <p:nvPr/>
        </p:nvSpPr>
        <p:spPr>
          <a:xfrm>
            <a:off x="3098800" y="1803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1FF9E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Freeform 615"/>
          <p:cNvSpPr/>
          <p:nvPr/>
        </p:nvSpPr>
        <p:spPr>
          <a:xfrm>
            <a:off x="3149600" y="1828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Freeform 616"/>
          <p:cNvSpPr/>
          <p:nvPr/>
        </p:nvSpPr>
        <p:spPr>
          <a:xfrm>
            <a:off x="3213100" y="18415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Freeform 617"/>
          <p:cNvSpPr/>
          <p:nvPr/>
        </p:nvSpPr>
        <p:spPr>
          <a:xfrm>
            <a:off x="3263900" y="1866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Freeform 618"/>
          <p:cNvSpPr/>
          <p:nvPr/>
        </p:nvSpPr>
        <p:spPr>
          <a:xfrm>
            <a:off x="3314700" y="1892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Freeform 619"/>
          <p:cNvSpPr/>
          <p:nvPr/>
        </p:nvSpPr>
        <p:spPr>
          <a:xfrm>
            <a:off x="3365500" y="1930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Freeform 620"/>
          <p:cNvSpPr/>
          <p:nvPr/>
        </p:nvSpPr>
        <p:spPr>
          <a:xfrm>
            <a:off x="3416300" y="1968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C3FF"/>
          </a:solidFill>
          <a:ln w="3542">
            <a:solidFill>
              <a:srgbClr val="009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Freeform 621"/>
          <p:cNvSpPr/>
          <p:nvPr/>
        </p:nvSpPr>
        <p:spPr>
          <a:xfrm>
            <a:off x="3479800" y="20066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4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96FF"/>
          </a:solidFill>
          <a:ln w="3542">
            <a:solidFill>
              <a:srgbClr val="007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Freeform 622"/>
          <p:cNvSpPr/>
          <p:nvPr/>
        </p:nvSpPr>
        <p:spPr>
          <a:xfrm>
            <a:off x="3530600" y="20574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5"/>
                </a:lnTo>
                <a:lnTo>
                  <a:pt x="4" y="5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2FF"/>
          </a:solidFill>
          <a:ln w="3542">
            <a:solidFill>
              <a:srgbClr val="004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Freeform 623"/>
          <p:cNvSpPr/>
          <p:nvPr/>
        </p:nvSpPr>
        <p:spPr>
          <a:xfrm>
            <a:off x="3581400" y="2120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6"/>
                </a:lnTo>
                <a:lnTo>
                  <a:pt x="4" y="6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1EFF"/>
          </a:solidFill>
          <a:ln w="3542">
            <a:solidFill>
              <a:srgbClr val="001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Freeform 624"/>
          <p:cNvSpPr/>
          <p:nvPr/>
        </p:nvSpPr>
        <p:spPr>
          <a:xfrm>
            <a:off x="3632200" y="21971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8"/>
                </a:lnTo>
                <a:lnTo>
                  <a:pt x="5" y="8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00C1"/>
          </a:solidFill>
          <a:ln w="3542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Freeform 625"/>
          <p:cNvSpPr/>
          <p:nvPr/>
        </p:nvSpPr>
        <p:spPr>
          <a:xfrm>
            <a:off x="2120900" y="1270000"/>
            <a:ext cx="63500" cy="139700"/>
          </a:xfrm>
          <a:custGeom>
            <a:avLst/>
            <a:gdLst/>
            <a:ahLst/>
            <a:cxnLst/>
            <a:rect l="l" t="t" r="r" b="b"/>
            <a:pathLst>
              <a:path w="5" h="11">
                <a:moveTo>
                  <a:pt x="1" y="0"/>
                </a:moveTo>
                <a:lnTo>
                  <a:pt x="5" y="8"/>
                </a:lnTo>
                <a:lnTo>
                  <a:pt x="4" y="11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D00000"/>
          </a:solidFill>
          <a:ln w="3542">
            <a:solidFill>
              <a:srgbClr val="A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Freeform 626"/>
          <p:cNvSpPr/>
          <p:nvPr/>
        </p:nvSpPr>
        <p:spPr>
          <a:xfrm>
            <a:off x="2171700" y="13716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6"/>
                </a:lnTo>
                <a:lnTo>
                  <a:pt x="4" y="9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F3100"/>
          </a:solidFill>
          <a:ln w="3542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Freeform 627"/>
          <p:cNvSpPr/>
          <p:nvPr/>
        </p:nvSpPr>
        <p:spPr>
          <a:xfrm>
            <a:off x="2222500" y="14478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5"/>
                </a:lnTo>
                <a:lnTo>
                  <a:pt x="4" y="7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7600"/>
          </a:solidFill>
          <a:ln w="3542">
            <a:solidFill>
              <a:srgbClr val="CC5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Freeform 628"/>
          <p:cNvSpPr/>
          <p:nvPr/>
        </p:nvSpPr>
        <p:spPr>
          <a:xfrm>
            <a:off x="2273300" y="15113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3"/>
                </a:lnTo>
                <a:lnTo>
                  <a:pt x="5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FFA700"/>
          </a:solidFill>
          <a:ln w="3542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Freeform 629"/>
          <p:cNvSpPr/>
          <p:nvPr/>
        </p:nvSpPr>
        <p:spPr>
          <a:xfrm>
            <a:off x="2336800" y="15494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3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FCD00"/>
          </a:solidFill>
          <a:ln w="3542">
            <a:solidFill>
              <a:srgbClr val="CCA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Freeform 630"/>
          <p:cNvSpPr/>
          <p:nvPr/>
        </p:nvSpPr>
        <p:spPr>
          <a:xfrm>
            <a:off x="2387600" y="1587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FFED00"/>
          </a:solidFill>
          <a:ln w="3542">
            <a:solidFill>
              <a:srgbClr val="CCB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Freeform 631"/>
          <p:cNvSpPr/>
          <p:nvPr/>
        </p:nvSpPr>
        <p:spPr>
          <a:xfrm>
            <a:off x="2438400" y="1625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F3FF0C"/>
          </a:solidFill>
          <a:ln w="3542">
            <a:solidFill>
              <a:srgbClr val="C2CC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Freeform 632"/>
          <p:cNvSpPr/>
          <p:nvPr/>
        </p:nvSpPr>
        <p:spPr>
          <a:xfrm>
            <a:off x="2489200" y="1663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D7FF28"/>
          </a:solidFill>
          <a:ln w="3542">
            <a:solidFill>
              <a:srgbClr val="ACCC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Freeform 633"/>
          <p:cNvSpPr/>
          <p:nvPr/>
        </p:nvSpPr>
        <p:spPr>
          <a:xfrm>
            <a:off x="2540000" y="1689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0FF3F"/>
          </a:solidFill>
          <a:ln w="3542">
            <a:solidFill>
              <a:srgbClr val="9ACC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Freeform 634"/>
          <p:cNvSpPr/>
          <p:nvPr/>
        </p:nvSpPr>
        <p:spPr>
          <a:xfrm>
            <a:off x="2603500" y="1714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AEFF51"/>
          </a:solidFill>
          <a:ln w="3542">
            <a:solidFill>
              <a:srgbClr val="8BC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Freeform 635"/>
          <p:cNvSpPr/>
          <p:nvPr/>
        </p:nvSpPr>
        <p:spPr>
          <a:xfrm>
            <a:off x="2654300" y="1727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2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EFF61"/>
          </a:solidFill>
          <a:ln w="3542">
            <a:solidFill>
              <a:srgbClr val="7FCC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Freeform 636"/>
          <p:cNvSpPr/>
          <p:nvPr/>
        </p:nvSpPr>
        <p:spPr>
          <a:xfrm>
            <a:off x="2705100" y="1752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92FF6D"/>
          </a:solidFill>
          <a:ln w="3542">
            <a:solidFill>
              <a:srgbClr val="75C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Freeform 637"/>
          <p:cNvSpPr/>
          <p:nvPr/>
        </p:nvSpPr>
        <p:spPr>
          <a:xfrm>
            <a:off x="2755900" y="1765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9FF76"/>
          </a:solidFill>
          <a:ln w="3542">
            <a:solidFill>
              <a:srgbClr val="6DC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Freeform 638"/>
          <p:cNvSpPr/>
          <p:nvPr/>
        </p:nvSpPr>
        <p:spPr>
          <a:xfrm>
            <a:off x="2819400" y="17780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2FF7D"/>
          </a:solidFill>
          <a:ln w="3542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Freeform 639"/>
          <p:cNvSpPr/>
          <p:nvPr/>
        </p:nvSpPr>
        <p:spPr>
          <a:xfrm>
            <a:off x="2870200" y="17780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Freeform 640"/>
          <p:cNvSpPr/>
          <p:nvPr/>
        </p:nvSpPr>
        <p:spPr>
          <a:xfrm>
            <a:off x="2921000" y="1790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CFF83"/>
          </a:solidFill>
          <a:ln w="3542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Freeform 641"/>
          <p:cNvSpPr/>
          <p:nvPr/>
        </p:nvSpPr>
        <p:spPr>
          <a:xfrm>
            <a:off x="2971800" y="1790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6FF89"/>
          </a:solidFill>
          <a:ln w="3542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Freeform 642"/>
          <p:cNvSpPr/>
          <p:nvPr/>
        </p:nvSpPr>
        <p:spPr>
          <a:xfrm>
            <a:off x="3022600" y="1803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6CFF93"/>
          </a:solidFill>
          <a:ln w="3542">
            <a:solidFill>
              <a:srgbClr val="57C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Freeform 643"/>
          <p:cNvSpPr/>
          <p:nvPr/>
        </p:nvSpPr>
        <p:spPr>
          <a:xfrm>
            <a:off x="3086100" y="1828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60FF9F"/>
          </a:solidFill>
          <a:ln w="3542">
            <a:solidFill>
              <a:srgbClr val="4DC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Freeform 644"/>
          <p:cNvSpPr/>
          <p:nvPr/>
        </p:nvSpPr>
        <p:spPr>
          <a:xfrm>
            <a:off x="3136900" y="1841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51FFAE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Freeform 645"/>
          <p:cNvSpPr/>
          <p:nvPr/>
        </p:nvSpPr>
        <p:spPr>
          <a:xfrm>
            <a:off x="3187700" y="1854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Freeform 646"/>
          <p:cNvSpPr/>
          <p:nvPr/>
        </p:nvSpPr>
        <p:spPr>
          <a:xfrm>
            <a:off x="3238500" y="1879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7FFD8"/>
          </a:solidFill>
          <a:ln w="3542">
            <a:solidFill>
              <a:srgbClr val="1FCC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Freeform 647"/>
          <p:cNvSpPr/>
          <p:nvPr/>
        </p:nvSpPr>
        <p:spPr>
          <a:xfrm>
            <a:off x="3289300" y="1917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BFFF4"/>
          </a:solidFill>
          <a:ln w="3542">
            <a:solidFill>
              <a:srgbClr val="09CC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Freeform 648"/>
          <p:cNvSpPr/>
          <p:nvPr/>
        </p:nvSpPr>
        <p:spPr>
          <a:xfrm>
            <a:off x="3352800" y="1943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3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EDFF"/>
          </a:solidFill>
          <a:ln w="3542">
            <a:solidFill>
              <a:srgbClr val="00B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Freeform 649"/>
          <p:cNvSpPr/>
          <p:nvPr/>
        </p:nvSpPr>
        <p:spPr>
          <a:xfrm>
            <a:off x="3403600" y="1981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3"/>
                </a:lnTo>
                <a:lnTo>
                  <a:pt x="4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CCFF"/>
          </a:solidFill>
          <a:ln w="3542">
            <a:solidFill>
              <a:srgbClr val="00A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Freeform 650"/>
          <p:cNvSpPr/>
          <p:nvPr/>
        </p:nvSpPr>
        <p:spPr>
          <a:xfrm>
            <a:off x="3454400" y="2006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1"/>
                </a:moveTo>
                <a:lnTo>
                  <a:pt x="6" y="4"/>
                </a:lnTo>
                <a:lnTo>
                  <a:pt x="4" y="4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00A6FF"/>
          </a:solidFill>
          <a:ln w="3542">
            <a:solidFill>
              <a:srgbClr val="008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Freeform 651"/>
          <p:cNvSpPr/>
          <p:nvPr/>
        </p:nvSpPr>
        <p:spPr>
          <a:xfrm>
            <a:off x="3505200" y="20574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5"/>
                </a:lnTo>
                <a:lnTo>
                  <a:pt x="5" y="4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0075FF"/>
          </a:solidFill>
          <a:ln w="3542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Freeform 652"/>
          <p:cNvSpPr/>
          <p:nvPr/>
        </p:nvSpPr>
        <p:spPr>
          <a:xfrm>
            <a:off x="3568700" y="21082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1"/>
                </a:moveTo>
                <a:lnTo>
                  <a:pt x="5" y="7"/>
                </a:lnTo>
                <a:lnTo>
                  <a:pt x="4" y="6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0FF"/>
          </a:solidFill>
          <a:ln w="3542">
            <a:solidFill>
              <a:srgbClr val="002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Freeform 653"/>
          <p:cNvSpPr/>
          <p:nvPr/>
        </p:nvSpPr>
        <p:spPr>
          <a:xfrm>
            <a:off x="3619500" y="21844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1"/>
                </a:moveTo>
                <a:lnTo>
                  <a:pt x="6" y="9"/>
                </a:lnTo>
                <a:lnTo>
                  <a:pt x="4" y="9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D0"/>
          </a:solidFill>
          <a:ln w="3542">
            <a:solidFill>
              <a:srgbClr val="0000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Freeform 654"/>
          <p:cNvSpPr/>
          <p:nvPr/>
        </p:nvSpPr>
        <p:spPr>
          <a:xfrm>
            <a:off x="2095500" y="1295400"/>
            <a:ext cx="76200" cy="152400"/>
          </a:xfrm>
          <a:custGeom>
            <a:avLst/>
            <a:gdLst/>
            <a:ahLst/>
            <a:cxnLst/>
            <a:rect l="l" t="t" r="r" b="b"/>
            <a:pathLst>
              <a:path w="6" h="12">
                <a:moveTo>
                  <a:pt x="2" y="0"/>
                </a:moveTo>
                <a:lnTo>
                  <a:pt x="6" y="9"/>
                </a:lnTo>
                <a:lnTo>
                  <a:pt x="4" y="1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E30000"/>
          </a:solidFill>
          <a:ln w="3542">
            <a:solidFill>
              <a:srgbClr val="B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Freeform 655"/>
          <p:cNvSpPr/>
          <p:nvPr/>
        </p:nvSpPr>
        <p:spPr>
          <a:xfrm>
            <a:off x="2146300" y="14097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6"/>
                </a:lnTo>
                <a:lnTo>
                  <a:pt x="5" y="9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4B00"/>
          </a:solidFill>
          <a:ln w="3542">
            <a:solidFill>
              <a:srgbClr val="CC3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Freeform 656"/>
          <p:cNvSpPr/>
          <p:nvPr/>
        </p:nvSpPr>
        <p:spPr>
          <a:xfrm>
            <a:off x="2209800" y="14859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4"/>
                </a:lnTo>
                <a:lnTo>
                  <a:pt x="4" y="8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F9200"/>
          </a:solidFill>
          <a:ln w="3542">
            <a:solidFill>
              <a:srgbClr val="CC7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Freeform 657"/>
          <p:cNvSpPr/>
          <p:nvPr/>
        </p:nvSpPr>
        <p:spPr>
          <a:xfrm>
            <a:off x="2260600" y="15367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4"/>
                </a:lnTo>
                <a:lnTo>
                  <a:pt x="4" y="7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FFC400"/>
          </a:solidFill>
          <a:ln w="3542">
            <a:solidFill>
              <a:srgbClr val="CC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Freeform 658"/>
          <p:cNvSpPr/>
          <p:nvPr/>
        </p:nvSpPr>
        <p:spPr>
          <a:xfrm>
            <a:off x="2311400" y="1587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FE700"/>
          </a:solidFill>
          <a:ln w="3542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Freeform 659"/>
          <p:cNvSpPr/>
          <p:nvPr/>
        </p:nvSpPr>
        <p:spPr>
          <a:xfrm>
            <a:off x="2362200" y="16129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FEFF01"/>
          </a:solidFill>
          <a:ln w="3542">
            <a:solidFill>
              <a:srgbClr val="CBCC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Freeform 660"/>
          <p:cNvSpPr/>
          <p:nvPr/>
        </p:nvSpPr>
        <p:spPr>
          <a:xfrm>
            <a:off x="2413000" y="1638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E9FF16"/>
          </a:solidFill>
          <a:ln w="3542">
            <a:solidFill>
              <a:srgbClr val="BBCC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Freeform 661"/>
          <p:cNvSpPr/>
          <p:nvPr/>
        </p:nvSpPr>
        <p:spPr>
          <a:xfrm>
            <a:off x="2476500" y="1676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2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D6FF29"/>
          </a:solidFill>
          <a:ln w="3542">
            <a:solidFill>
              <a:srgbClr val="ABC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Freeform 662"/>
          <p:cNvSpPr/>
          <p:nvPr/>
        </p:nvSpPr>
        <p:spPr>
          <a:xfrm>
            <a:off x="2527300" y="1701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2"/>
                </a:lnTo>
                <a:lnTo>
                  <a:pt x="4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C4FF3B"/>
          </a:solidFill>
          <a:ln w="3542">
            <a:solidFill>
              <a:srgbClr val="9DCC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Freeform 663"/>
          <p:cNvSpPr/>
          <p:nvPr/>
        </p:nvSpPr>
        <p:spPr>
          <a:xfrm>
            <a:off x="2578100" y="1727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B2FF4D"/>
          </a:solidFill>
          <a:ln w="3542">
            <a:solidFill>
              <a:srgbClr val="8EC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Freeform 664"/>
          <p:cNvSpPr/>
          <p:nvPr/>
        </p:nvSpPr>
        <p:spPr>
          <a:xfrm>
            <a:off x="2628900" y="1739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A2FF5D"/>
          </a:solidFill>
          <a:ln w="3542">
            <a:solidFill>
              <a:srgbClr val="81C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Freeform 665"/>
          <p:cNvSpPr/>
          <p:nvPr/>
        </p:nvSpPr>
        <p:spPr>
          <a:xfrm>
            <a:off x="2692400" y="1752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94FF6B"/>
          </a:solidFill>
          <a:ln w="3542">
            <a:solidFill>
              <a:srgbClr val="77C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Freeform 666"/>
          <p:cNvSpPr/>
          <p:nvPr/>
        </p:nvSpPr>
        <p:spPr>
          <a:xfrm>
            <a:off x="2743200" y="1778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AFF75"/>
          </a:solidFill>
          <a:ln w="3542">
            <a:solidFill>
              <a:srgbClr val="6ECC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Freeform 667"/>
          <p:cNvSpPr/>
          <p:nvPr/>
        </p:nvSpPr>
        <p:spPr>
          <a:xfrm>
            <a:off x="2794000" y="17907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3FF7C"/>
          </a:solidFill>
          <a:ln w="3542">
            <a:solidFill>
              <a:srgbClr val="69CC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Freeform 668"/>
          <p:cNvSpPr/>
          <p:nvPr/>
        </p:nvSpPr>
        <p:spPr>
          <a:xfrm>
            <a:off x="2844800" y="1790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Freeform 669"/>
          <p:cNvSpPr/>
          <p:nvPr/>
        </p:nvSpPr>
        <p:spPr>
          <a:xfrm>
            <a:off x="2895600" y="1803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CFF83"/>
          </a:solidFill>
          <a:ln w="3542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Freeform 670"/>
          <p:cNvSpPr/>
          <p:nvPr/>
        </p:nvSpPr>
        <p:spPr>
          <a:xfrm>
            <a:off x="2959100" y="1816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5FF8A"/>
          </a:solidFill>
          <a:ln w="3542">
            <a:solidFill>
              <a:srgbClr val="5DCC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Freeform 671"/>
          <p:cNvSpPr/>
          <p:nvPr/>
        </p:nvSpPr>
        <p:spPr>
          <a:xfrm>
            <a:off x="3009900" y="1828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6AFF95"/>
          </a:solidFill>
          <a:ln w="3542">
            <a:solidFill>
              <a:srgbClr val="55CC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Freeform 672"/>
          <p:cNvSpPr/>
          <p:nvPr/>
        </p:nvSpPr>
        <p:spPr>
          <a:xfrm>
            <a:off x="3060700" y="1841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5DFFA2"/>
          </a:solidFill>
          <a:ln w="3542">
            <a:solidFill>
              <a:srgbClr val="4AC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Freeform 673"/>
          <p:cNvSpPr/>
          <p:nvPr/>
        </p:nvSpPr>
        <p:spPr>
          <a:xfrm>
            <a:off x="3111500" y="1854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4DFFB2"/>
          </a:solidFill>
          <a:ln w="3542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Freeform 674"/>
          <p:cNvSpPr/>
          <p:nvPr/>
        </p:nvSpPr>
        <p:spPr>
          <a:xfrm>
            <a:off x="3175000" y="1879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BFFC4"/>
          </a:solidFill>
          <a:ln w="3542">
            <a:solidFill>
              <a:srgbClr val="2FCC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Freeform 675"/>
          <p:cNvSpPr/>
          <p:nvPr/>
        </p:nvSpPr>
        <p:spPr>
          <a:xfrm>
            <a:off x="3225800" y="18923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3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28FFD7"/>
          </a:solidFill>
          <a:ln w="3542">
            <a:solidFill>
              <a:srgbClr val="20CC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Freeform 676"/>
          <p:cNvSpPr/>
          <p:nvPr/>
        </p:nvSpPr>
        <p:spPr>
          <a:xfrm>
            <a:off x="3276600" y="1930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2"/>
                </a:lnTo>
                <a:lnTo>
                  <a:pt x="4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15FFEA"/>
          </a:solidFill>
          <a:ln w="3542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Freeform 677"/>
          <p:cNvSpPr/>
          <p:nvPr/>
        </p:nvSpPr>
        <p:spPr>
          <a:xfrm>
            <a:off x="3327400" y="1943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1"/>
                </a:moveTo>
                <a:lnTo>
                  <a:pt x="6" y="3"/>
                </a:lnTo>
                <a:lnTo>
                  <a:pt x="4" y="2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00FFFF"/>
          </a:solidFill>
          <a:ln w="3542">
            <a:solidFill>
              <a:srgbClr val="00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Freeform 678"/>
          <p:cNvSpPr/>
          <p:nvPr/>
        </p:nvSpPr>
        <p:spPr>
          <a:xfrm>
            <a:off x="3378200" y="1968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1"/>
                </a:moveTo>
                <a:lnTo>
                  <a:pt x="6" y="3"/>
                </a:lnTo>
                <a:lnTo>
                  <a:pt x="5" y="2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00E6FF"/>
          </a:solidFill>
          <a:ln w="3542">
            <a:solidFill>
              <a:srgbClr val="00B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Freeform 679"/>
          <p:cNvSpPr/>
          <p:nvPr/>
        </p:nvSpPr>
        <p:spPr>
          <a:xfrm>
            <a:off x="3441700" y="19939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1"/>
                </a:moveTo>
                <a:lnTo>
                  <a:pt x="5" y="5"/>
                </a:lnTo>
                <a:lnTo>
                  <a:pt x="4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C3FF"/>
          </a:solidFill>
          <a:ln w="3542">
            <a:solidFill>
              <a:srgbClr val="009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Freeform 680"/>
          <p:cNvSpPr/>
          <p:nvPr/>
        </p:nvSpPr>
        <p:spPr>
          <a:xfrm>
            <a:off x="3492500" y="2032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2"/>
                </a:moveTo>
                <a:lnTo>
                  <a:pt x="6" y="6"/>
                </a:lnTo>
                <a:lnTo>
                  <a:pt x="4" y="5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1FF"/>
          </a:solidFill>
          <a:ln w="3542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Freeform 681"/>
          <p:cNvSpPr/>
          <p:nvPr/>
        </p:nvSpPr>
        <p:spPr>
          <a:xfrm>
            <a:off x="3543300" y="20955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1"/>
                </a:moveTo>
                <a:lnTo>
                  <a:pt x="6" y="7"/>
                </a:lnTo>
                <a:lnTo>
                  <a:pt x="4" y="6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004AFF"/>
          </a:solidFill>
          <a:ln w="3542">
            <a:solidFill>
              <a:srgbClr val="003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Freeform 682"/>
          <p:cNvSpPr/>
          <p:nvPr/>
        </p:nvSpPr>
        <p:spPr>
          <a:xfrm>
            <a:off x="3594100" y="21717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1"/>
                </a:moveTo>
                <a:lnTo>
                  <a:pt x="6" y="10"/>
                </a:lnTo>
                <a:lnTo>
                  <a:pt x="5" y="1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E2"/>
          </a:solidFill>
          <a:ln w="3542">
            <a:solidFill>
              <a:srgbClr val="0000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Freeform 683"/>
          <p:cNvSpPr/>
          <p:nvPr/>
        </p:nvSpPr>
        <p:spPr>
          <a:xfrm>
            <a:off x="2082800" y="1320800"/>
            <a:ext cx="63500" cy="165100"/>
          </a:xfrm>
          <a:custGeom>
            <a:avLst/>
            <a:gdLst/>
            <a:ahLst/>
            <a:cxnLst/>
            <a:rect l="l" t="t" r="r" b="b"/>
            <a:pathLst>
              <a:path w="5" h="13">
                <a:moveTo>
                  <a:pt x="1" y="0"/>
                </a:moveTo>
                <a:lnTo>
                  <a:pt x="5" y="10"/>
                </a:lnTo>
                <a:lnTo>
                  <a:pt x="4" y="1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B0000"/>
          </a:solidFill>
          <a:ln w="3542">
            <a:solidFill>
              <a:srgbClr val="C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Freeform 684"/>
          <p:cNvSpPr/>
          <p:nvPr/>
        </p:nvSpPr>
        <p:spPr>
          <a:xfrm>
            <a:off x="2133600" y="14478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1" y="0"/>
                </a:moveTo>
                <a:lnTo>
                  <a:pt x="6" y="6"/>
                </a:lnTo>
                <a:lnTo>
                  <a:pt x="4" y="10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FF6E00"/>
          </a:solidFill>
          <a:ln w="3542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Freeform 685"/>
          <p:cNvSpPr/>
          <p:nvPr/>
        </p:nvSpPr>
        <p:spPr>
          <a:xfrm>
            <a:off x="2184400" y="15240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5"/>
                </a:lnTo>
                <a:lnTo>
                  <a:pt x="4" y="9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B900"/>
          </a:solidFill>
          <a:ln w="3542">
            <a:solidFill>
              <a:srgbClr val="CC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Freeform 686"/>
          <p:cNvSpPr/>
          <p:nvPr/>
        </p:nvSpPr>
        <p:spPr>
          <a:xfrm>
            <a:off x="2235200" y="15875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3"/>
                </a:lnTo>
                <a:lnTo>
                  <a:pt x="4" y="7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FEC00"/>
          </a:solidFill>
          <a:ln w="3542">
            <a:solidFill>
              <a:srgbClr val="CCB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Freeform 687"/>
          <p:cNvSpPr/>
          <p:nvPr/>
        </p:nvSpPr>
        <p:spPr>
          <a:xfrm>
            <a:off x="2286000" y="16256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2"/>
                </a:lnTo>
                <a:lnTo>
                  <a:pt x="5" y="7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F0FF0F"/>
          </a:solidFill>
          <a:ln w="3542">
            <a:solidFill>
              <a:srgbClr val="C0CC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Freeform 688"/>
          <p:cNvSpPr/>
          <p:nvPr/>
        </p:nvSpPr>
        <p:spPr>
          <a:xfrm>
            <a:off x="2349500" y="16510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2"/>
                </a:lnTo>
                <a:lnTo>
                  <a:pt x="4" y="5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DCFF23"/>
          </a:solidFill>
          <a:ln w="3542">
            <a:solidFill>
              <a:srgbClr val="B0C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Freeform 689"/>
          <p:cNvSpPr/>
          <p:nvPr/>
        </p:nvSpPr>
        <p:spPr>
          <a:xfrm>
            <a:off x="2400300" y="1676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D3FF2C"/>
          </a:solidFill>
          <a:ln w="3542">
            <a:solidFill>
              <a:srgbClr val="A9C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Freeform 690"/>
          <p:cNvSpPr/>
          <p:nvPr/>
        </p:nvSpPr>
        <p:spPr>
          <a:xfrm>
            <a:off x="2451100" y="1689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CEFF31"/>
          </a:solidFill>
          <a:ln w="3542">
            <a:solidFill>
              <a:srgbClr val="A5CC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Freeform 691"/>
          <p:cNvSpPr/>
          <p:nvPr/>
        </p:nvSpPr>
        <p:spPr>
          <a:xfrm>
            <a:off x="2501900" y="1701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C7FF38"/>
          </a:solidFill>
          <a:ln w="3542">
            <a:solidFill>
              <a:srgbClr val="9FC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Freeform 692"/>
          <p:cNvSpPr/>
          <p:nvPr/>
        </p:nvSpPr>
        <p:spPr>
          <a:xfrm>
            <a:off x="2565400" y="1727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2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B9FF46"/>
          </a:solidFill>
          <a:ln w="3542">
            <a:solidFill>
              <a:srgbClr val="94C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Freeform 693"/>
          <p:cNvSpPr/>
          <p:nvPr/>
        </p:nvSpPr>
        <p:spPr>
          <a:xfrm>
            <a:off x="2616200" y="1752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A8FF57"/>
          </a:solidFill>
          <a:ln w="3542">
            <a:solidFill>
              <a:srgbClr val="86C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Freeform 694"/>
          <p:cNvSpPr/>
          <p:nvPr/>
        </p:nvSpPr>
        <p:spPr>
          <a:xfrm>
            <a:off x="2667000" y="1765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2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8FF67"/>
          </a:solidFill>
          <a:ln w="3542">
            <a:solidFill>
              <a:srgbClr val="7AC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Freeform 695"/>
          <p:cNvSpPr/>
          <p:nvPr/>
        </p:nvSpPr>
        <p:spPr>
          <a:xfrm>
            <a:off x="2717800" y="1790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8CFF73"/>
          </a:solidFill>
          <a:ln w="3542">
            <a:solidFill>
              <a:srgbClr val="70C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Freeform 696"/>
          <p:cNvSpPr/>
          <p:nvPr/>
        </p:nvSpPr>
        <p:spPr>
          <a:xfrm>
            <a:off x="2768600" y="18034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5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83FF7C"/>
          </a:solidFill>
          <a:ln w="3542">
            <a:solidFill>
              <a:srgbClr val="69CC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Freeform 697"/>
          <p:cNvSpPr/>
          <p:nvPr/>
        </p:nvSpPr>
        <p:spPr>
          <a:xfrm>
            <a:off x="2832100" y="1803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Freeform 698"/>
          <p:cNvSpPr/>
          <p:nvPr/>
        </p:nvSpPr>
        <p:spPr>
          <a:xfrm>
            <a:off x="2882900" y="1816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BFF84"/>
          </a:solidFill>
          <a:ln w="3542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Freeform 699"/>
          <p:cNvSpPr/>
          <p:nvPr/>
        </p:nvSpPr>
        <p:spPr>
          <a:xfrm>
            <a:off x="2933700" y="1828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3FF8C"/>
          </a:solidFill>
          <a:ln w="3542">
            <a:solidFill>
              <a:srgbClr val="5CC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Freeform 700"/>
          <p:cNvSpPr/>
          <p:nvPr/>
        </p:nvSpPr>
        <p:spPr>
          <a:xfrm>
            <a:off x="2984500" y="1841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6FF99"/>
          </a:solidFill>
          <a:ln w="3542">
            <a:solidFill>
              <a:srgbClr val="52CC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Freeform 701"/>
          <p:cNvSpPr/>
          <p:nvPr/>
        </p:nvSpPr>
        <p:spPr>
          <a:xfrm>
            <a:off x="3048000" y="1854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57FFA8"/>
          </a:solidFill>
          <a:ln w="3542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reeform 702"/>
          <p:cNvSpPr/>
          <p:nvPr/>
        </p:nvSpPr>
        <p:spPr>
          <a:xfrm>
            <a:off x="3098800" y="18669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45FFBA"/>
          </a:solidFill>
          <a:ln w="3542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Freeform 703"/>
          <p:cNvSpPr/>
          <p:nvPr/>
        </p:nvSpPr>
        <p:spPr>
          <a:xfrm>
            <a:off x="3149600" y="1892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2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38FFC7"/>
          </a:solidFill>
          <a:ln w="3542">
            <a:solidFill>
              <a:srgbClr val="2DC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Freeform 704"/>
          <p:cNvSpPr/>
          <p:nvPr/>
        </p:nvSpPr>
        <p:spPr>
          <a:xfrm>
            <a:off x="3200400" y="19177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1"/>
                </a:lnTo>
                <a:lnTo>
                  <a:pt x="4" y="0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1FFCE"/>
          </a:solidFill>
          <a:ln w="3542">
            <a:solidFill>
              <a:srgbClr val="27C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Freeform 705"/>
          <p:cNvSpPr/>
          <p:nvPr/>
        </p:nvSpPr>
        <p:spPr>
          <a:xfrm>
            <a:off x="3251200" y="1917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1"/>
                </a:moveTo>
                <a:lnTo>
                  <a:pt x="6" y="2"/>
                </a:lnTo>
                <a:lnTo>
                  <a:pt x="5" y="1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2BFFD4"/>
          </a:solidFill>
          <a:ln w="3542">
            <a:solidFill>
              <a:srgbClr val="23C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Freeform 706"/>
          <p:cNvSpPr/>
          <p:nvPr/>
        </p:nvSpPr>
        <p:spPr>
          <a:xfrm>
            <a:off x="3314700" y="1930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1"/>
                </a:moveTo>
                <a:lnTo>
                  <a:pt x="5" y="3"/>
                </a:lnTo>
                <a:lnTo>
                  <a:pt x="4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2FFDD"/>
          </a:solidFill>
          <a:ln w="3542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Freeform 707"/>
          <p:cNvSpPr/>
          <p:nvPr/>
        </p:nvSpPr>
        <p:spPr>
          <a:xfrm>
            <a:off x="3365500" y="1943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2"/>
                </a:moveTo>
                <a:lnTo>
                  <a:pt x="6" y="4"/>
                </a:lnTo>
                <a:lnTo>
                  <a:pt x="4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EFFF1"/>
          </a:solidFill>
          <a:ln w="3542">
            <a:solidFill>
              <a:srgbClr val="0BCC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Freeform 708"/>
          <p:cNvSpPr/>
          <p:nvPr/>
        </p:nvSpPr>
        <p:spPr>
          <a:xfrm>
            <a:off x="3416300" y="19685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2"/>
                </a:moveTo>
                <a:lnTo>
                  <a:pt x="6" y="5"/>
                </a:lnTo>
                <a:lnTo>
                  <a:pt x="4" y="3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00EBFF"/>
          </a:solidFill>
          <a:ln w="3542">
            <a:solidFill>
              <a:srgbClr val="00B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Freeform 709"/>
          <p:cNvSpPr/>
          <p:nvPr/>
        </p:nvSpPr>
        <p:spPr>
          <a:xfrm>
            <a:off x="3467100" y="20066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2"/>
                </a:moveTo>
                <a:lnTo>
                  <a:pt x="6" y="7"/>
                </a:lnTo>
                <a:lnTo>
                  <a:pt x="5" y="5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00B9FF"/>
          </a:solidFill>
          <a:ln w="3542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Freeform 710"/>
          <p:cNvSpPr/>
          <p:nvPr/>
        </p:nvSpPr>
        <p:spPr>
          <a:xfrm>
            <a:off x="3530600" y="20701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2"/>
                </a:moveTo>
                <a:lnTo>
                  <a:pt x="5" y="8"/>
                </a:lnTo>
                <a:lnTo>
                  <a:pt x="4" y="7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542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Freeform 711"/>
          <p:cNvSpPr/>
          <p:nvPr/>
        </p:nvSpPr>
        <p:spPr>
          <a:xfrm>
            <a:off x="3581400" y="21590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1" y="1"/>
                </a:moveTo>
                <a:lnTo>
                  <a:pt x="6" y="11"/>
                </a:lnTo>
                <a:lnTo>
                  <a:pt x="4" y="1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FB"/>
          </a:solidFill>
          <a:ln w="3542">
            <a:solidFill>
              <a:srgbClr val="000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Freeform 712"/>
          <p:cNvSpPr/>
          <p:nvPr/>
        </p:nvSpPr>
        <p:spPr>
          <a:xfrm>
            <a:off x="2057400" y="1358900"/>
            <a:ext cx="76200" cy="228600"/>
          </a:xfrm>
          <a:custGeom>
            <a:avLst/>
            <a:gdLst/>
            <a:ahLst/>
            <a:cxnLst/>
            <a:rect l="l" t="t" r="r" b="b"/>
            <a:pathLst>
              <a:path w="6" h="18">
                <a:moveTo>
                  <a:pt x="2" y="0"/>
                </a:moveTo>
                <a:lnTo>
                  <a:pt x="6" y="10"/>
                </a:lnTo>
                <a:lnTo>
                  <a:pt x="4" y="18"/>
                </a:lnTo>
                <a:lnTo>
                  <a:pt x="0" y="16"/>
                </a:lnTo>
                <a:lnTo>
                  <a:pt x="2" y="0"/>
                </a:lnTo>
                <a:close/>
              </a:path>
            </a:pathLst>
          </a:custGeom>
          <a:solidFill>
            <a:srgbClr val="FF5800"/>
          </a:solidFill>
          <a:ln w="3542">
            <a:solidFill>
              <a:srgbClr val="CC4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Freeform 713"/>
          <p:cNvSpPr/>
          <p:nvPr/>
        </p:nvSpPr>
        <p:spPr>
          <a:xfrm>
            <a:off x="2108200" y="1485900"/>
            <a:ext cx="76200" cy="177800"/>
          </a:xfrm>
          <a:custGeom>
            <a:avLst/>
            <a:gdLst/>
            <a:ahLst/>
            <a:cxnLst/>
            <a:rect l="l" t="t" r="r" b="b"/>
            <a:pathLst>
              <a:path w="6" h="14">
                <a:moveTo>
                  <a:pt x="2" y="0"/>
                </a:moveTo>
                <a:lnTo>
                  <a:pt x="6" y="7"/>
                </a:lnTo>
                <a:lnTo>
                  <a:pt x="4" y="14"/>
                </a:lnTo>
                <a:lnTo>
                  <a:pt x="0" y="8"/>
                </a:lnTo>
                <a:lnTo>
                  <a:pt x="2" y="0"/>
                </a:lnTo>
                <a:close/>
              </a:path>
            </a:pathLst>
          </a:custGeom>
          <a:solidFill>
            <a:srgbClr val="FFAB00"/>
          </a:solidFill>
          <a:ln w="3542">
            <a:solidFill>
              <a:srgbClr val="CC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reeform 714"/>
          <p:cNvSpPr/>
          <p:nvPr/>
        </p:nvSpPr>
        <p:spPr>
          <a:xfrm>
            <a:off x="2159000" y="15748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2" y="0"/>
                </a:moveTo>
                <a:lnTo>
                  <a:pt x="6" y="5"/>
                </a:lnTo>
                <a:lnTo>
                  <a:pt x="5" y="11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FFF500"/>
          </a:solidFill>
          <a:ln w="3542">
            <a:solidFill>
              <a:srgbClr val="CC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Freeform 715"/>
          <p:cNvSpPr/>
          <p:nvPr/>
        </p:nvSpPr>
        <p:spPr>
          <a:xfrm>
            <a:off x="2222500" y="1638300"/>
            <a:ext cx="63500" cy="114300"/>
          </a:xfrm>
          <a:custGeom>
            <a:avLst/>
            <a:gdLst/>
            <a:ahLst/>
            <a:cxnLst/>
            <a:rect l="l" t="t" r="r" b="b"/>
            <a:pathLst>
              <a:path w="5" h="9">
                <a:moveTo>
                  <a:pt x="1" y="0"/>
                </a:moveTo>
                <a:lnTo>
                  <a:pt x="5" y="3"/>
                </a:lnTo>
                <a:lnTo>
                  <a:pt x="4" y="9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DAFF25"/>
          </a:solidFill>
          <a:ln w="3542">
            <a:solidFill>
              <a:srgbClr val="AEC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Freeform 716"/>
          <p:cNvSpPr/>
          <p:nvPr/>
        </p:nvSpPr>
        <p:spPr>
          <a:xfrm>
            <a:off x="2273300" y="1676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3"/>
                </a:lnTo>
                <a:lnTo>
                  <a:pt x="4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C3FF3C"/>
          </a:solidFill>
          <a:ln w="3542">
            <a:solidFill>
              <a:srgbClr val="9C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Freeform 717"/>
          <p:cNvSpPr/>
          <p:nvPr/>
        </p:nvSpPr>
        <p:spPr>
          <a:xfrm>
            <a:off x="2324100" y="1714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BAFF45"/>
          </a:solidFill>
          <a:ln w="3542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Freeform 718"/>
          <p:cNvSpPr/>
          <p:nvPr/>
        </p:nvSpPr>
        <p:spPr>
          <a:xfrm>
            <a:off x="2374900" y="1714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1"/>
                </a:lnTo>
                <a:lnTo>
                  <a:pt x="5" y="4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B9FF46"/>
          </a:solidFill>
          <a:ln w="3542">
            <a:solidFill>
              <a:srgbClr val="94C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Freeform 719"/>
          <p:cNvSpPr/>
          <p:nvPr/>
        </p:nvSpPr>
        <p:spPr>
          <a:xfrm>
            <a:off x="2438400" y="1727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0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B9FF46"/>
          </a:solidFill>
          <a:ln w="3542">
            <a:solidFill>
              <a:srgbClr val="94C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Freeform 720"/>
          <p:cNvSpPr/>
          <p:nvPr/>
        </p:nvSpPr>
        <p:spPr>
          <a:xfrm>
            <a:off x="2489200" y="1727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1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B9FF46"/>
          </a:solidFill>
          <a:ln w="3542">
            <a:solidFill>
              <a:srgbClr val="94C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Freeform 721"/>
          <p:cNvSpPr/>
          <p:nvPr/>
        </p:nvSpPr>
        <p:spPr>
          <a:xfrm>
            <a:off x="2540000" y="1739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B4FF4B"/>
          </a:solidFill>
          <a:ln w="3542">
            <a:solidFill>
              <a:srgbClr val="90C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Freeform 722"/>
          <p:cNvSpPr/>
          <p:nvPr/>
        </p:nvSpPr>
        <p:spPr>
          <a:xfrm>
            <a:off x="2590800" y="1752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AAFF55"/>
          </a:solidFill>
          <a:ln w="3542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Freeform 723"/>
          <p:cNvSpPr/>
          <p:nvPr/>
        </p:nvSpPr>
        <p:spPr>
          <a:xfrm>
            <a:off x="2641600" y="1778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9CFF63"/>
          </a:solidFill>
          <a:ln w="3542">
            <a:solidFill>
              <a:srgbClr val="7DC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Freeform 724"/>
          <p:cNvSpPr/>
          <p:nvPr/>
        </p:nvSpPr>
        <p:spPr>
          <a:xfrm>
            <a:off x="2705100" y="1790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CFF73"/>
          </a:solidFill>
          <a:ln w="3542">
            <a:solidFill>
              <a:srgbClr val="70C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Freeform 725"/>
          <p:cNvSpPr/>
          <p:nvPr/>
        </p:nvSpPr>
        <p:spPr>
          <a:xfrm>
            <a:off x="2755900" y="1816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81FF7E"/>
          </a:solidFill>
          <a:ln w="3542">
            <a:solidFill>
              <a:srgbClr val="67C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Freeform 726"/>
          <p:cNvSpPr/>
          <p:nvPr/>
        </p:nvSpPr>
        <p:spPr>
          <a:xfrm>
            <a:off x="2806700" y="1816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CFF83"/>
          </a:solidFill>
          <a:ln w="3542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Freeform 727"/>
          <p:cNvSpPr/>
          <p:nvPr/>
        </p:nvSpPr>
        <p:spPr>
          <a:xfrm>
            <a:off x="2857500" y="1828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9FF86"/>
          </a:solidFill>
          <a:ln w="3542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Freeform 728"/>
          <p:cNvSpPr/>
          <p:nvPr/>
        </p:nvSpPr>
        <p:spPr>
          <a:xfrm>
            <a:off x="2921000" y="1841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6FFF90"/>
          </a:solidFill>
          <a:ln w="3542">
            <a:solidFill>
              <a:srgbClr val="59C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Freeform 729"/>
          <p:cNvSpPr/>
          <p:nvPr/>
        </p:nvSpPr>
        <p:spPr>
          <a:xfrm>
            <a:off x="2971800" y="1854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5FFFA0"/>
          </a:solidFill>
          <a:ln w="3542">
            <a:solidFill>
              <a:srgbClr val="4CC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Freeform 730"/>
          <p:cNvSpPr/>
          <p:nvPr/>
        </p:nvSpPr>
        <p:spPr>
          <a:xfrm>
            <a:off x="3022600" y="1866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51FFAE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Freeform 731"/>
          <p:cNvSpPr/>
          <p:nvPr/>
        </p:nvSpPr>
        <p:spPr>
          <a:xfrm>
            <a:off x="3073400" y="1892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2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47FFB8"/>
          </a:solidFill>
          <a:ln w="3542">
            <a:solidFill>
              <a:srgbClr val="39C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Freeform 732"/>
          <p:cNvSpPr/>
          <p:nvPr/>
        </p:nvSpPr>
        <p:spPr>
          <a:xfrm>
            <a:off x="3124200" y="19050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1"/>
                </a:moveTo>
                <a:lnTo>
                  <a:pt x="6" y="1"/>
                </a:lnTo>
                <a:lnTo>
                  <a:pt x="5" y="1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42FFBD"/>
          </a:solidFill>
          <a:ln w="3542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Freeform 733"/>
          <p:cNvSpPr/>
          <p:nvPr/>
        </p:nvSpPr>
        <p:spPr>
          <a:xfrm>
            <a:off x="3187700" y="1917700"/>
            <a:ext cx="63500" cy="0"/>
          </a:xfrm>
          <a:custGeom>
            <a:avLst/>
            <a:gdLst/>
            <a:ahLst/>
            <a:cxnLst/>
            <a:rect l="l" t="t" r="r" b="b"/>
            <a:pathLst>
              <a:path w="5" h="0">
                <a:moveTo>
                  <a:pt x="1" y="0"/>
                </a:moveTo>
                <a:lnTo>
                  <a:pt x="5" y="0"/>
                </a:lnTo>
                <a:lnTo>
                  <a:pt x="4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2FFBD"/>
          </a:solidFill>
          <a:ln w="3542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Freeform 734"/>
          <p:cNvSpPr/>
          <p:nvPr/>
        </p:nvSpPr>
        <p:spPr>
          <a:xfrm>
            <a:off x="3238500" y="19177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1" y="0"/>
                </a:moveTo>
                <a:lnTo>
                  <a:pt x="6" y="1"/>
                </a:lnTo>
                <a:lnTo>
                  <a:pt x="4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2FFBD"/>
          </a:solidFill>
          <a:ln w="3542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Freeform 735"/>
          <p:cNvSpPr/>
          <p:nvPr/>
        </p:nvSpPr>
        <p:spPr>
          <a:xfrm>
            <a:off x="3289300" y="1917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1"/>
                </a:moveTo>
                <a:lnTo>
                  <a:pt x="6" y="2"/>
                </a:lnTo>
                <a:lnTo>
                  <a:pt x="4" y="1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41FFBE"/>
          </a:solidFill>
          <a:ln w="3542">
            <a:solidFill>
              <a:srgbClr val="34CC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Freeform 736"/>
          <p:cNvSpPr/>
          <p:nvPr/>
        </p:nvSpPr>
        <p:spPr>
          <a:xfrm>
            <a:off x="3340100" y="1930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1"/>
                </a:moveTo>
                <a:lnTo>
                  <a:pt x="6" y="3"/>
                </a:lnTo>
                <a:lnTo>
                  <a:pt x="5" y="0"/>
                </a:lnTo>
                <a:lnTo>
                  <a:pt x="0" y="0"/>
                </a:lnTo>
                <a:lnTo>
                  <a:pt x="2" y="1"/>
                </a:lnTo>
                <a:close/>
              </a:path>
            </a:pathLst>
          </a:custGeom>
          <a:solidFill>
            <a:srgbClr val="39FFC6"/>
          </a:solidFill>
          <a:ln w="3542">
            <a:solidFill>
              <a:srgbClr val="2DC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Freeform 737"/>
          <p:cNvSpPr/>
          <p:nvPr/>
        </p:nvSpPr>
        <p:spPr>
          <a:xfrm>
            <a:off x="3403600" y="19304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3"/>
                </a:moveTo>
                <a:lnTo>
                  <a:pt x="5" y="6"/>
                </a:lnTo>
                <a:lnTo>
                  <a:pt x="4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21FFDE"/>
          </a:solidFill>
          <a:ln w="3542">
            <a:solidFill>
              <a:srgbClr val="1AC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Freeform 738"/>
          <p:cNvSpPr/>
          <p:nvPr/>
        </p:nvSpPr>
        <p:spPr>
          <a:xfrm>
            <a:off x="3454400" y="19558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4"/>
                </a:moveTo>
                <a:lnTo>
                  <a:pt x="6" y="9"/>
                </a:lnTo>
                <a:lnTo>
                  <a:pt x="4" y="5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F0FF"/>
          </a:solidFill>
          <a:ln w="3542">
            <a:solidFill>
              <a:srgbClr val="00C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Freeform 739"/>
          <p:cNvSpPr/>
          <p:nvPr/>
        </p:nvSpPr>
        <p:spPr>
          <a:xfrm>
            <a:off x="3505200" y="20193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2" y="4"/>
                </a:moveTo>
                <a:lnTo>
                  <a:pt x="6" y="11"/>
                </a:lnTo>
                <a:lnTo>
                  <a:pt x="4" y="8"/>
                </a:lnTo>
                <a:lnTo>
                  <a:pt x="0" y="0"/>
                </a:lnTo>
                <a:lnTo>
                  <a:pt x="2" y="4"/>
                </a:lnTo>
                <a:close/>
              </a:path>
            </a:pathLst>
          </a:custGeom>
          <a:solidFill>
            <a:srgbClr val="00A0FF"/>
          </a:solidFill>
          <a:ln w="3542">
            <a:solidFill>
              <a:srgbClr val="008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Freeform 740"/>
          <p:cNvSpPr/>
          <p:nvPr/>
        </p:nvSpPr>
        <p:spPr>
          <a:xfrm>
            <a:off x="3556000" y="2120900"/>
            <a:ext cx="76200" cy="177800"/>
          </a:xfrm>
          <a:custGeom>
            <a:avLst/>
            <a:gdLst/>
            <a:ahLst/>
            <a:cxnLst/>
            <a:rect l="l" t="t" r="r" b="b"/>
            <a:pathLst>
              <a:path w="6" h="14">
                <a:moveTo>
                  <a:pt x="2" y="3"/>
                </a:moveTo>
                <a:lnTo>
                  <a:pt x="6" y="14"/>
                </a:lnTo>
                <a:lnTo>
                  <a:pt x="4" y="13"/>
                </a:lnTo>
                <a:lnTo>
                  <a:pt x="0" y="0"/>
                </a:lnTo>
                <a:lnTo>
                  <a:pt x="2" y="3"/>
                </a:lnTo>
                <a:close/>
              </a:path>
            </a:pathLst>
          </a:custGeom>
          <a:solidFill>
            <a:srgbClr val="001CFF"/>
          </a:solidFill>
          <a:ln w="3542">
            <a:solidFill>
              <a:srgbClr val="001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Freeform 741"/>
          <p:cNvSpPr/>
          <p:nvPr/>
        </p:nvSpPr>
        <p:spPr>
          <a:xfrm>
            <a:off x="2032000" y="1562100"/>
            <a:ext cx="76200" cy="215900"/>
          </a:xfrm>
          <a:custGeom>
            <a:avLst/>
            <a:gdLst/>
            <a:ahLst/>
            <a:cxnLst/>
            <a:rect l="l" t="t" r="r" b="b"/>
            <a:pathLst>
              <a:path w="6" h="17">
                <a:moveTo>
                  <a:pt x="2" y="0"/>
                </a:moveTo>
                <a:lnTo>
                  <a:pt x="6" y="2"/>
                </a:lnTo>
                <a:lnTo>
                  <a:pt x="5" y="17"/>
                </a:lnTo>
                <a:lnTo>
                  <a:pt x="0" y="16"/>
                </a:lnTo>
                <a:lnTo>
                  <a:pt x="2" y="0"/>
                </a:lnTo>
                <a:close/>
              </a:path>
            </a:pathLst>
          </a:custGeom>
          <a:solidFill>
            <a:srgbClr val="F5FF0A"/>
          </a:solidFill>
          <a:ln w="3542">
            <a:solidFill>
              <a:srgbClr val="C4CC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Freeform 742"/>
          <p:cNvSpPr/>
          <p:nvPr/>
        </p:nvSpPr>
        <p:spPr>
          <a:xfrm>
            <a:off x="2095500" y="1587500"/>
            <a:ext cx="63500" cy="203200"/>
          </a:xfrm>
          <a:custGeom>
            <a:avLst/>
            <a:gdLst/>
            <a:ahLst/>
            <a:cxnLst/>
            <a:rect l="l" t="t" r="r" b="b"/>
            <a:pathLst>
              <a:path w="5" h="16">
                <a:moveTo>
                  <a:pt x="1" y="0"/>
                </a:moveTo>
                <a:lnTo>
                  <a:pt x="5" y="6"/>
                </a:lnTo>
                <a:lnTo>
                  <a:pt x="4" y="16"/>
                </a:lnTo>
                <a:lnTo>
                  <a:pt x="0" y="15"/>
                </a:lnTo>
                <a:lnTo>
                  <a:pt x="1" y="0"/>
                </a:lnTo>
                <a:close/>
              </a:path>
            </a:pathLst>
          </a:custGeom>
          <a:solidFill>
            <a:srgbClr val="D9FF26"/>
          </a:solidFill>
          <a:ln w="3542">
            <a:solidFill>
              <a:srgbClr val="ADCC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Freeform 743"/>
          <p:cNvSpPr/>
          <p:nvPr/>
        </p:nvSpPr>
        <p:spPr>
          <a:xfrm>
            <a:off x="2146300" y="1663700"/>
            <a:ext cx="76200" cy="152400"/>
          </a:xfrm>
          <a:custGeom>
            <a:avLst/>
            <a:gdLst/>
            <a:ahLst/>
            <a:cxnLst/>
            <a:rect l="l" t="t" r="r" b="b"/>
            <a:pathLst>
              <a:path w="6" h="12">
                <a:moveTo>
                  <a:pt x="1" y="0"/>
                </a:moveTo>
                <a:lnTo>
                  <a:pt x="6" y="4"/>
                </a:lnTo>
                <a:lnTo>
                  <a:pt x="4" y="12"/>
                </a:lnTo>
                <a:lnTo>
                  <a:pt x="0" y="10"/>
                </a:lnTo>
                <a:lnTo>
                  <a:pt x="1" y="0"/>
                </a:lnTo>
                <a:close/>
              </a:path>
            </a:pathLst>
          </a:custGeom>
          <a:solidFill>
            <a:srgbClr val="ADFF52"/>
          </a:solidFill>
          <a:ln w="3542">
            <a:solidFill>
              <a:srgbClr val="8AC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Freeform 744"/>
          <p:cNvSpPr/>
          <p:nvPr/>
        </p:nvSpPr>
        <p:spPr>
          <a:xfrm>
            <a:off x="2197100" y="17145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3"/>
                </a:lnTo>
                <a:lnTo>
                  <a:pt x="4" y="8"/>
                </a:lnTo>
                <a:lnTo>
                  <a:pt x="0" y="8"/>
                </a:lnTo>
                <a:lnTo>
                  <a:pt x="2" y="0"/>
                </a:lnTo>
                <a:close/>
              </a:path>
            </a:pathLst>
          </a:custGeom>
          <a:solidFill>
            <a:srgbClr val="93FF6C"/>
          </a:solidFill>
          <a:ln w="3542">
            <a:solidFill>
              <a:srgbClr val="75C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Freeform 745"/>
          <p:cNvSpPr/>
          <p:nvPr/>
        </p:nvSpPr>
        <p:spPr>
          <a:xfrm>
            <a:off x="2247900" y="17526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0"/>
                </a:lnTo>
                <a:lnTo>
                  <a:pt x="5" y="5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8CFF73"/>
          </a:solidFill>
          <a:ln w="3542">
            <a:solidFill>
              <a:srgbClr val="70C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Freeform 746"/>
          <p:cNvSpPr/>
          <p:nvPr/>
        </p:nvSpPr>
        <p:spPr>
          <a:xfrm>
            <a:off x="2311400" y="17526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0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8CFF73"/>
          </a:solidFill>
          <a:ln w="3542">
            <a:solidFill>
              <a:srgbClr val="70C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Freeform 747"/>
          <p:cNvSpPr/>
          <p:nvPr/>
        </p:nvSpPr>
        <p:spPr>
          <a:xfrm>
            <a:off x="2362200" y="1752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1"/>
                </a:lnTo>
                <a:lnTo>
                  <a:pt x="4" y="6"/>
                </a:lnTo>
                <a:lnTo>
                  <a:pt x="0" y="6"/>
                </a:lnTo>
                <a:lnTo>
                  <a:pt x="1" y="0"/>
                </a:lnTo>
                <a:close/>
              </a:path>
            </a:pathLst>
          </a:custGeom>
          <a:solidFill>
            <a:srgbClr val="8CFF73"/>
          </a:solidFill>
          <a:ln w="3542">
            <a:solidFill>
              <a:srgbClr val="70C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Freeform 748"/>
          <p:cNvSpPr/>
          <p:nvPr/>
        </p:nvSpPr>
        <p:spPr>
          <a:xfrm>
            <a:off x="2413000" y="17653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0"/>
                </a:lnTo>
                <a:lnTo>
                  <a:pt x="4" y="6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8CFF73"/>
          </a:solidFill>
          <a:ln w="3542">
            <a:solidFill>
              <a:srgbClr val="70C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Freeform 749"/>
          <p:cNvSpPr/>
          <p:nvPr/>
        </p:nvSpPr>
        <p:spPr>
          <a:xfrm>
            <a:off x="2463800" y="17653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1"/>
                </a:lnTo>
                <a:lnTo>
                  <a:pt x="4" y="6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8CFF73"/>
          </a:solidFill>
          <a:ln w="3542">
            <a:solidFill>
              <a:srgbClr val="70C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Freeform 750"/>
          <p:cNvSpPr/>
          <p:nvPr/>
        </p:nvSpPr>
        <p:spPr>
          <a:xfrm>
            <a:off x="2514600" y="1778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0"/>
                </a:lnTo>
                <a:lnTo>
                  <a:pt x="5" y="5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8CFF73"/>
          </a:solidFill>
          <a:ln w="3542">
            <a:solidFill>
              <a:srgbClr val="70C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Freeform 751"/>
          <p:cNvSpPr/>
          <p:nvPr/>
        </p:nvSpPr>
        <p:spPr>
          <a:xfrm>
            <a:off x="2578100" y="17780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1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8BFF74"/>
          </a:solidFill>
          <a:ln w="3542">
            <a:solidFill>
              <a:srgbClr val="6FCC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Freeform 752"/>
          <p:cNvSpPr/>
          <p:nvPr/>
        </p:nvSpPr>
        <p:spPr>
          <a:xfrm>
            <a:off x="2628900" y="17907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1"/>
                </a:lnTo>
                <a:lnTo>
                  <a:pt x="4" y="6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81FF7E"/>
          </a:solidFill>
          <a:ln w="3542">
            <a:solidFill>
              <a:srgbClr val="67C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Freeform 753"/>
          <p:cNvSpPr/>
          <p:nvPr/>
        </p:nvSpPr>
        <p:spPr>
          <a:xfrm>
            <a:off x="2679700" y="18034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2"/>
                </a:lnTo>
                <a:lnTo>
                  <a:pt x="4" y="9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69FF96"/>
          </a:solidFill>
          <a:ln w="3542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Freeform 754"/>
          <p:cNvSpPr/>
          <p:nvPr/>
        </p:nvSpPr>
        <p:spPr>
          <a:xfrm>
            <a:off x="2730500" y="18288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1"/>
                </a:lnTo>
                <a:lnTo>
                  <a:pt x="5" y="8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55FFAA"/>
          </a:solidFill>
          <a:ln w="3542">
            <a:solidFill>
              <a:srgbClr val="44C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Freeform 755"/>
          <p:cNvSpPr/>
          <p:nvPr/>
        </p:nvSpPr>
        <p:spPr>
          <a:xfrm>
            <a:off x="2794000" y="18415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0"/>
                </a:lnTo>
                <a:lnTo>
                  <a:pt x="4" y="7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4EFFB1"/>
          </a:solidFill>
          <a:ln w="3542">
            <a:solidFill>
              <a:srgbClr val="3FC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Freeform 756"/>
          <p:cNvSpPr/>
          <p:nvPr/>
        </p:nvSpPr>
        <p:spPr>
          <a:xfrm>
            <a:off x="2844800" y="18415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1" y="0"/>
                </a:moveTo>
                <a:lnTo>
                  <a:pt x="6" y="1"/>
                </a:lnTo>
                <a:lnTo>
                  <a:pt x="4" y="8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4CFFB3"/>
          </a:solidFill>
          <a:ln w="3542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Freeform 757"/>
          <p:cNvSpPr/>
          <p:nvPr/>
        </p:nvSpPr>
        <p:spPr>
          <a:xfrm>
            <a:off x="2895600" y="18542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1"/>
                </a:lnTo>
                <a:lnTo>
                  <a:pt x="4" y="7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47FFB8"/>
          </a:solidFill>
          <a:ln w="3542">
            <a:solidFill>
              <a:srgbClr val="39C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Freeform 758"/>
          <p:cNvSpPr/>
          <p:nvPr/>
        </p:nvSpPr>
        <p:spPr>
          <a:xfrm>
            <a:off x="2946400" y="18669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2"/>
                </a:lnTo>
                <a:lnTo>
                  <a:pt x="4" y="7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3EFFC1"/>
          </a:solidFill>
          <a:ln w="3542">
            <a:solidFill>
              <a:srgbClr val="32CC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Freeform 759"/>
          <p:cNvSpPr/>
          <p:nvPr/>
        </p:nvSpPr>
        <p:spPr>
          <a:xfrm>
            <a:off x="2997200" y="1892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5" y="5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38FFC7"/>
          </a:solidFill>
          <a:ln w="3542">
            <a:solidFill>
              <a:srgbClr val="2DC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Freeform 760"/>
          <p:cNvSpPr/>
          <p:nvPr/>
        </p:nvSpPr>
        <p:spPr>
          <a:xfrm>
            <a:off x="3060700" y="19050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0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37FFC8"/>
          </a:solidFill>
          <a:ln w="3542">
            <a:solidFill>
              <a:srgbClr val="2CC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Freeform 761"/>
          <p:cNvSpPr/>
          <p:nvPr/>
        </p:nvSpPr>
        <p:spPr>
          <a:xfrm>
            <a:off x="3111500" y="19050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1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37FFC8"/>
          </a:solidFill>
          <a:ln w="3542">
            <a:solidFill>
              <a:srgbClr val="2CC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Freeform 762"/>
          <p:cNvSpPr/>
          <p:nvPr/>
        </p:nvSpPr>
        <p:spPr>
          <a:xfrm>
            <a:off x="3162300" y="1917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4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37FFC8"/>
          </a:solidFill>
          <a:ln w="3542">
            <a:solidFill>
              <a:srgbClr val="2CC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Freeform 763"/>
          <p:cNvSpPr/>
          <p:nvPr/>
        </p:nvSpPr>
        <p:spPr>
          <a:xfrm>
            <a:off x="3213100" y="1917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5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37FFC8"/>
          </a:solidFill>
          <a:ln w="3542">
            <a:solidFill>
              <a:srgbClr val="2CC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Freeform 764"/>
          <p:cNvSpPr/>
          <p:nvPr/>
        </p:nvSpPr>
        <p:spPr>
          <a:xfrm>
            <a:off x="3276600" y="1917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1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37FFC8"/>
          </a:solidFill>
          <a:ln w="3542">
            <a:solidFill>
              <a:srgbClr val="2CC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Freeform 765"/>
          <p:cNvSpPr/>
          <p:nvPr/>
        </p:nvSpPr>
        <p:spPr>
          <a:xfrm>
            <a:off x="3327400" y="1930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0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37FFC8"/>
          </a:solidFill>
          <a:ln w="3542">
            <a:solidFill>
              <a:srgbClr val="2CC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Freeform 766"/>
          <p:cNvSpPr/>
          <p:nvPr/>
        </p:nvSpPr>
        <p:spPr>
          <a:xfrm>
            <a:off x="3378200" y="19304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4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30FFCF"/>
          </a:solidFill>
          <a:ln w="3542">
            <a:solidFill>
              <a:srgbClr val="27C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Freeform 767"/>
          <p:cNvSpPr/>
          <p:nvPr/>
        </p:nvSpPr>
        <p:spPr>
          <a:xfrm>
            <a:off x="3429000" y="1955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5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1AFFE5"/>
          </a:solidFill>
          <a:ln w="3542">
            <a:solidFill>
              <a:srgbClr val="15CC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Freeform 768"/>
          <p:cNvSpPr/>
          <p:nvPr/>
        </p:nvSpPr>
        <p:spPr>
          <a:xfrm>
            <a:off x="3479800" y="19939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2"/>
                </a:moveTo>
                <a:lnTo>
                  <a:pt x="6" y="10"/>
                </a:lnTo>
                <a:lnTo>
                  <a:pt x="5" y="8"/>
                </a:lnTo>
                <a:lnTo>
                  <a:pt x="0" y="0"/>
                </a:lnTo>
                <a:lnTo>
                  <a:pt x="2" y="2"/>
                </a:lnTo>
                <a:close/>
              </a:path>
            </a:pathLst>
          </a:custGeom>
          <a:solidFill>
            <a:srgbClr val="00D4FF"/>
          </a:solidFill>
          <a:ln w="3542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Freeform 769"/>
          <p:cNvSpPr/>
          <p:nvPr/>
        </p:nvSpPr>
        <p:spPr>
          <a:xfrm>
            <a:off x="3543300" y="2095500"/>
            <a:ext cx="63500" cy="203200"/>
          </a:xfrm>
          <a:custGeom>
            <a:avLst/>
            <a:gdLst/>
            <a:ahLst/>
            <a:cxnLst/>
            <a:rect l="l" t="t" r="r" b="b"/>
            <a:pathLst>
              <a:path w="5" h="16">
                <a:moveTo>
                  <a:pt x="1" y="2"/>
                </a:moveTo>
                <a:lnTo>
                  <a:pt x="5" y="15"/>
                </a:lnTo>
                <a:lnTo>
                  <a:pt x="4" y="16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BFF"/>
          </a:solidFill>
          <a:ln w="3542">
            <a:solidFill>
              <a:srgbClr val="002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Freeform 770"/>
          <p:cNvSpPr/>
          <p:nvPr/>
        </p:nvSpPr>
        <p:spPr>
          <a:xfrm>
            <a:off x="2019300" y="1765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88FF77"/>
          </a:solidFill>
          <a:ln w="3542">
            <a:solidFill>
              <a:srgbClr val="6DCC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Freeform 771"/>
          <p:cNvSpPr/>
          <p:nvPr/>
        </p:nvSpPr>
        <p:spPr>
          <a:xfrm>
            <a:off x="2070100" y="1778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FFF80"/>
          </a:solidFill>
          <a:ln w="3542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Freeform 772"/>
          <p:cNvSpPr/>
          <p:nvPr/>
        </p:nvSpPr>
        <p:spPr>
          <a:xfrm>
            <a:off x="2120900" y="17907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5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70FF8F"/>
          </a:solidFill>
          <a:ln w="3542">
            <a:solidFill>
              <a:srgbClr val="59C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Freeform 773"/>
          <p:cNvSpPr/>
          <p:nvPr/>
        </p:nvSpPr>
        <p:spPr>
          <a:xfrm>
            <a:off x="2184400" y="18161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0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62FF9D"/>
          </a:solidFill>
          <a:ln w="3542">
            <a:solidFill>
              <a:srgbClr val="4FCC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Freeform 774"/>
          <p:cNvSpPr/>
          <p:nvPr/>
        </p:nvSpPr>
        <p:spPr>
          <a:xfrm>
            <a:off x="2235200" y="1816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0"/>
                </a:lnTo>
                <a:lnTo>
                  <a:pt x="4" y="4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5BFFA4"/>
          </a:solidFill>
          <a:ln w="3542">
            <a:solidFill>
              <a:srgbClr val="49C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Freeform 775"/>
          <p:cNvSpPr/>
          <p:nvPr/>
        </p:nvSpPr>
        <p:spPr>
          <a:xfrm>
            <a:off x="2286000" y="1816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1"/>
                </a:lnTo>
                <a:lnTo>
                  <a:pt x="4" y="5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58FFA7"/>
          </a:solidFill>
          <a:ln w="3542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Freeform 776"/>
          <p:cNvSpPr/>
          <p:nvPr/>
        </p:nvSpPr>
        <p:spPr>
          <a:xfrm>
            <a:off x="2336800" y="1828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0"/>
                </a:lnTo>
                <a:lnTo>
                  <a:pt x="5" y="4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58FFA7"/>
          </a:solidFill>
          <a:ln w="3542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Freeform 777"/>
          <p:cNvSpPr/>
          <p:nvPr/>
        </p:nvSpPr>
        <p:spPr>
          <a:xfrm>
            <a:off x="2400300" y="18288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1"/>
                </a:lnTo>
                <a:lnTo>
                  <a:pt x="4" y="5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58FFA7"/>
          </a:solidFill>
          <a:ln w="3542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Freeform 778"/>
          <p:cNvSpPr/>
          <p:nvPr/>
        </p:nvSpPr>
        <p:spPr>
          <a:xfrm>
            <a:off x="2451100" y="18415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0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58FFA7"/>
          </a:solidFill>
          <a:ln w="3542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Freeform 779"/>
          <p:cNvSpPr/>
          <p:nvPr/>
        </p:nvSpPr>
        <p:spPr>
          <a:xfrm>
            <a:off x="2501900" y="1841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0"/>
                </a:lnTo>
                <a:lnTo>
                  <a:pt x="4" y="4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58FFA7"/>
          </a:solidFill>
          <a:ln w="3542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Freeform 780"/>
          <p:cNvSpPr/>
          <p:nvPr/>
        </p:nvSpPr>
        <p:spPr>
          <a:xfrm>
            <a:off x="2552700" y="18415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1"/>
                </a:lnTo>
                <a:lnTo>
                  <a:pt x="4" y="7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50FFAF"/>
          </a:solidFill>
          <a:ln w="3542">
            <a:solidFill>
              <a:srgbClr val="40C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Freeform 781"/>
          <p:cNvSpPr/>
          <p:nvPr/>
        </p:nvSpPr>
        <p:spPr>
          <a:xfrm>
            <a:off x="2603500" y="18542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0"/>
                </a:moveTo>
                <a:lnTo>
                  <a:pt x="6" y="1"/>
                </a:lnTo>
                <a:lnTo>
                  <a:pt x="5" y="10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38FFC7"/>
          </a:solidFill>
          <a:ln w="3542">
            <a:solidFill>
              <a:srgbClr val="2DC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Freeform 782"/>
          <p:cNvSpPr/>
          <p:nvPr/>
        </p:nvSpPr>
        <p:spPr>
          <a:xfrm>
            <a:off x="2667000" y="1866900"/>
            <a:ext cx="63500" cy="190500"/>
          </a:xfrm>
          <a:custGeom>
            <a:avLst/>
            <a:gdLst/>
            <a:ahLst/>
            <a:cxnLst/>
            <a:rect l="l" t="t" r="r" b="b"/>
            <a:pathLst>
              <a:path w="5" h="15">
                <a:moveTo>
                  <a:pt x="1" y="0"/>
                </a:moveTo>
                <a:lnTo>
                  <a:pt x="5" y="4"/>
                </a:lnTo>
                <a:lnTo>
                  <a:pt x="4" y="15"/>
                </a:lnTo>
                <a:lnTo>
                  <a:pt x="0" y="9"/>
                </a:lnTo>
                <a:lnTo>
                  <a:pt x="1" y="0"/>
                </a:lnTo>
                <a:close/>
              </a:path>
            </a:pathLst>
          </a:custGeom>
          <a:solidFill>
            <a:srgbClr val="0AFFF5"/>
          </a:solidFill>
          <a:ln w="3542">
            <a:solidFill>
              <a:srgbClr val="08C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Freeform 783"/>
          <p:cNvSpPr/>
          <p:nvPr/>
        </p:nvSpPr>
        <p:spPr>
          <a:xfrm>
            <a:off x="2717800" y="1917700"/>
            <a:ext cx="76200" cy="254000"/>
          </a:xfrm>
          <a:custGeom>
            <a:avLst/>
            <a:gdLst/>
            <a:ahLst/>
            <a:cxnLst/>
            <a:rect l="l" t="t" r="r" b="b"/>
            <a:pathLst>
              <a:path w="6" h="20">
                <a:moveTo>
                  <a:pt x="1" y="0"/>
                </a:moveTo>
                <a:lnTo>
                  <a:pt x="6" y="1"/>
                </a:lnTo>
                <a:lnTo>
                  <a:pt x="4" y="20"/>
                </a:lnTo>
                <a:lnTo>
                  <a:pt x="0" y="11"/>
                </a:lnTo>
                <a:lnTo>
                  <a:pt x="1" y="0"/>
                </a:lnTo>
                <a:close/>
              </a:path>
            </a:pathLst>
          </a:custGeom>
          <a:solidFill>
            <a:srgbClr val="00C8FF"/>
          </a:solidFill>
          <a:ln w="3542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Freeform 784"/>
          <p:cNvSpPr/>
          <p:nvPr/>
        </p:nvSpPr>
        <p:spPr>
          <a:xfrm>
            <a:off x="2768600" y="1930400"/>
            <a:ext cx="76200" cy="266700"/>
          </a:xfrm>
          <a:custGeom>
            <a:avLst/>
            <a:gdLst/>
            <a:ahLst/>
            <a:cxnLst/>
            <a:rect l="l" t="t" r="r" b="b"/>
            <a:pathLst>
              <a:path w="6" h="21">
                <a:moveTo>
                  <a:pt x="2" y="0"/>
                </a:moveTo>
                <a:lnTo>
                  <a:pt x="6" y="0"/>
                </a:lnTo>
                <a:lnTo>
                  <a:pt x="4" y="21"/>
                </a:lnTo>
                <a:lnTo>
                  <a:pt x="0" y="19"/>
                </a:lnTo>
                <a:lnTo>
                  <a:pt x="2" y="0"/>
                </a:lnTo>
                <a:close/>
              </a:path>
            </a:pathLst>
          </a:custGeom>
          <a:solidFill>
            <a:srgbClr val="009DFF"/>
          </a:solidFill>
          <a:ln w="3542">
            <a:solidFill>
              <a:srgbClr val="007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Freeform 785"/>
          <p:cNvSpPr/>
          <p:nvPr/>
        </p:nvSpPr>
        <p:spPr>
          <a:xfrm>
            <a:off x="2819400" y="1930400"/>
            <a:ext cx="76200" cy="279400"/>
          </a:xfrm>
          <a:custGeom>
            <a:avLst/>
            <a:gdLst/>
            <a:ahLst/>
            <a:cxnLst/>
            <a:rect l="l" t="t" r="r" b="b"/>
            <a:pathLst>
              <a:path w="6" h="22">
                <a:moveTo>
                  <a:pt x="2" y="0"/>
                </a:moveTo>
                <a:lnTo>
                  <a:pt x="6" y="1"/>
                </a:lnTo>
                <a:lnTo>
                  <a:pt x="4" y="22"/>
                </a:lnTo>
                <a:lnTo>
                  <a:pt x="0" y="21"/>
                </a:lnTo>
                <a:lnTo>
                  <a:pt x="2" y="0"/>
                </a:lnTo>
                <a:close/>
              </a:path>
            </a:pathLst>
          </a:custGeom>
          <a:solidFill>
            <a:srgbClr val="0095FF"/>
          </a:solidFill>
          <a:ln w="3542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Freeform 786"/>
          <p:cNvSpPr/>
          <p:nvPr/>
        </p:nvSpPr>
        <p:spPr>
          <a:xfrm>
            <a:off x="2870200" y="1943100"/>
            <a:ext cx="76200" cy="266700"/>
          </a:xfrm>
          <a:custGeom>
            <a:avLst/>
            <a:gdLst/>
            <a:ahLst/>
            <a:cxnLst/>
            <a:rect l="l" t="t" r="r" b="b"/>
            <a:pathLst>
              <a:path w="6" h="21">
                <a:moveTo>
                  <a:pt x="2" y="0"/>
                </a:moveTo>
                <a:lnTo>
                  <a:pt x="6" y="0"/>
                </a:lnTo>
                <a:lnTo>
                  <a:pt x="5" y="21"/>
                </a:lnTo>
                <a:lnTo>
                  <a:pt x="0" y="21"/>
                </a:lnTo>
                <a:lnTo>
                  <a:pt x="2" y="0"/>
                </a:lnTo>
                <a:close/>
              </a:path>
            </a:pathLst>
          </a:custGeom>
          <a:solidFill>
            <a:srgbClr val="0095FF"/>
          </a:solidFill>
          <a:ln w="3542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Freeform 787"/>
          <p:cNvSpPr/>
          <p:nvPr/>
        </p:nvSpPr>
        <p:spPr>
          <a:xfrm>
            <a:off x="2933700" y="1943100"/>
            <a:ext cx="63500" cy="266700"/>
          </a:xfrm>
          <a:custGeom>
            <a:avLst/>
            <a:gdLst/>
            <a:ahLst/>
            <a:cxnLst/>
            <a:rect l="l" t="t" r="r" b="b"/>
            <a:pathLst>
              <a:path w="5" h="21">
                <a:moveTo>
                  <a:pt x="1" y="0"/>
                </a:moveTo>
                <a:lnTo>
                  <a:pt x="5" y="1"/>
                </a:lnTo>
                <a:lnTo>
                  <a:pt x="4" y="21"/>
                </a:lnTo>
                <a:lnTo>
                  <a:pt x="0" y="21"/>
                </a:lnTo>
                <a:lnTo>
                  <a:pt x="1" y="0"/>
                </a:lnTo>
                <a:close/>
              </a:path>
            </a:pathLst>
          </a:custGeom>
          <a:solidFill>
            <a:srgbClr val="0095FF"/>
          </a:solidFill>
          <a:ln w="3542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Freeform 788"/>
          <p:cNvSpPr/>
          <p:nvPr/>
        </p:nvSpPr>
        <p:spPr>
          <a:xfrm>
            <a:off x="2984500" y="1955800"/>
            <a:ext cx="76200" cy="266700"/>
          </a:xfrm>
          <a:custGeom>
            <a:avLst/>
            <a:gdLst/>
            <a:ahLst/>
            <a:cxnLst/>
            <a:rect l="l" t="t" r="r" b="b"/>
            <a:pathLst>
              <a:path w="6" h="21">
                <a:moveTo>
                  <a:pt x="1" y="0"/>
                </a:moveTo>
                <a:lnTo>
                  <a:pt x="6" y="0"/>
                </a:lnTo>
                <a:lnTo>
                  <a:pt x="4" y="21"/>
                </a:lnTo>
                <a:lnTo>
                  <a:pt x="0" y="20"/>
                </a:lnTo>
                <a:lnTo>
                  <a:pt x="1" y="0"/>
                </a:lnTo>
                <a:close/>
              </a:path>
            </a:pathLst>
          </a:custGeom>
          <a:solidFill>
            <a:srgbClr val="0095FF"/>
          </a:solidFill>
          <a:ln w="3542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Freeform 789"/>
          <p:cNvSpPr/>
          <p:nvPr/>
        </p:nvSpPr>
        <p:spPr>
          <a:xfrm>
            <a:off x="3035300" y="1955800"/>
            <a:ext cx="76200" cy="266700"/>
          </a:xfrm>
          <a:custGeom>
            <a:avLst/>
            <a:gdLst/>
            <a:ahLst/>
            <a:cxnLst/>
            <a:rect l="l" t="t" r="r" b="b"/>
            <a:pathLst>
              <a:path w="6" h="21">
                <a:moveTo>
                  <a:pt x="2" y="0"/>
                </a:moveTo>
                <a:lnTo>
                  <a:pt x="6" y="0"/>
                </a:lnTo>
                <a:lnTo>
                  <a:pt x="4" y="21"/>
                </a:lnTo>
                <a:lnTo>
                  <a:pt x="0" y="21"/>
                </a:lnTo>
                <a:lnTo>
                  <a:pt x="2" y="0"/>
                </a:lnTo>
                <a:close/>
              </a:path>
            </a:pathLst>
          </a:custGeom>
          <a:solidFill>
            <a:srgbClr val="0095FF"/>
          </a:solidFill>
          <a:ln w="3542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Freeform 790"/>
          <p:cNvSpPr/>
          <p:nvPr/>
        </p:nvSpPr>
        <p:spPr>
          <a:xfrm>
            <a:off x="3086100" y="1955800"/>
            <a:ext cx="76200" cy="279400"/>
          </a:xfrm>
          <a:custGeom>
            <a:avLst/>
            <a:gdLst/>
            <a:ahLst/>
            <a:cxnLst/>
            <a:rect l="l" t="t" r="r" b="b"/>
            <a:pathLst>
              <a:path w="6" h="22">
                <a:moveTo>
                  <a:pt x="2" y="0"/>
                </a:moveTo>
                <a:lnTo>
                  <a:pt x="6" y="1"/>
                </a:lnTo>
                <a:lnTo>
                  <a:pt x="5" y="22"/>
                </a:lnTo>
                <a:lnTo>
                  <a:pt x="0" y="21"/>
                </a:lnTo>
                <a:lnTo>
                  <a:pt x="2" y="0"/>
                </a:lnTo>
                <a:close/>
              </a:path>
            </a:pathLst>
          </a:custGeom>
          <a:solidFill>
            <a:srgbClr val="0095FF"/>
          </a:solidFill>
          <a:ln w="3542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Freeform 791"/>
          <p:cNvSpPr/>
          <p:nvPr/>
        </p:nvSpPr>
        <p:spPr>
          <a:xfrm>
            <a:off x="3149600" y="1968500"/>
            <a:ext cx="63500" cy="266700"/>
          </a:xfrm>
          <a:custGeom>
            <a:avLst/>
            <a:gdLst/>
            <a:ahLst/>
            <a:cxnLst/>
            <a:rect l="l" t="t" r="r" b="b"/>
            <a:pathLst>
              <a:path w="5" h="21">
                <a:moveTo>
                  <a:pt x="1" y="0"/>
                </a:moveTo>
                <a:lnTo>
                  <a:pt x="5" y="0"/>
                </a:lnTo>
                <a:lnTo>
                  <a:pt x="4" y="21"/>
                </a:lnTo>
                <a:lnTo>
                  <a:pt x="0" y="21"/>
                </a:lnTo>
                <a:lnTo>
                  <a:pt x="1" y="0"/>
                </a:lnTo>
                <a:close/>
              </a:path>
            </a:pathLst>
          </a:custGeom>
          <a:solidFill>
            <a:srgbClr val="0095FF"/>
          </a:solidFill>
          <a:ln w="3542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Freeform 792"/>
          <p:cNvSpPr/>
          <p:nvPr/>
        </p:nvSpPr>
        <p:spPr>
          <a:xfrm>
            <a:off x="3200400" y="1968500"/>
            <a:ext cx="76200" cy="266700"/>
          </a:xfrm>
          <a:custGeom>
            <a:avLst/>
            <a:gdLst/>
            <a:ahLst/>
            <a:cxnLst/>
            <a:rect l="l" t="t" r="r" b="b"/>
            <a:pathLst>
              <a:path w="6" h="21">
                <a:moveTo>
                  <a:pt x="1" y="0"/>
                </a:moveTo>
                <a:lnTo>
                  <a:pt x="6" y="0"/>
                </a:lnTo>
                <a:lnTo>
                  <a:pt x="4" y="21"/>
                </a:lnTo>
                <a:lnTo>
                  <a:pt x="0" y="21"/>
                </a:lnTo>
                <a:lnTo>
                  <a:pt x="1" y="0"/>
                </a:lnTo>
                <a:close/>
              </a:path>
            </a:pathLst>
          </a:custGeom>
          <a:solidFill>
            <a:srgbClr val="0095FF"/>
          </a:solidFill>
          <a:ln w="3542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Freeform 793"/>
          <p:cNvSpPr/>
          <p:nvPr/>
        </p:nvSpPr>
        <p:spPr>
          <a:xfrm>
            <a:off x="3251200" y="1968500"/>
            <a:ext cx="76200" cy="279400"/>
          </a:xfrm>
          <a:custGeom>
            <a:avLst/>
            <a:gdLst/>
            <a:ahLst/>
            <a:cxnLst/>
            <a:rect l="l" t="t" r="r" b="b"/>
            <a:pathLst>
              <a:path w="6" h="22">
                <a:moveTo>
                  <a:pt x="2" y="0"/>
                </a:moveTo>
                <a:lnTo>
                  <a:pt x="6" y="1"/>
                </a:lnTo>
                <a:lnTo>
                  <a:pt x="4" y="22"/>
                </a:lnTo>
                <a:lnTo>
                  <a:pt x="0" y="21"/>
                </a:lnTo>
                <a:lnTo>
                  <a:pt x="2" y="0"/>
                </a:lnTo>
                <a:close/>
              </a:path>
            </a:pathLst>
          </a:custGeom>
          <a:solidFill>
            <a:srgbClr val="0095FF"/>
          </a:solidFill>
          <a:ln w="3542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Freeform 794"/>
          <p:cNvSpPr/>
          <p:nvPr/>
        </p:nvSpPr>
        <p:spPr>
          <a:xfrm>
            <a:off x="3302000" y="1981200"/>
            <a:ext cx="76200" cy="266700"/>
          </a:xfrm>
          <a:custGeom>
            <a:avLst/>
            <a:gdLst/>
            <a:ahLst/>
            <a:cxnLst/>
            <a:rect l="l" t="t" r="r" b="b"/>
            <a:pathLst>
              <a:path w="6" h="21">
                <a:moveTo>
                  <a:pt x="2" y="0"/>
                </a:moveTo>
                <a:lnTo>
                  <a:pt x="6" y="0"/>
                </a:lnTo>
                <a:lnTo>
                  <a:pt x="4" y="21"/>
                </a:lnTo>
                <a:lnTo>
                  <a:pt x="0" y="21"/>
                </a:lnTo>
                <a:lnTo>
                  <a:pt x="2" y="0"/>
                </a:lnTo>
                <a:close/>
              </a:path>
            </a:pathLst>
          </a:custGeom>
          <a:solidFill>
            <a:srgbClr val="0095FF"/>
          </a:solidFill>
          <a:ln w="3542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Freeform 795"/>
          <p:cNvSpPr/>
          <p:nvPr/>
        </p:nvSpPr>
        <p:spPr>
          <a:xfrm>
            <a:off x="3352800" y="1981200"/>
            <a:ext cx="76200" cy="266700"/>
          </a:xfrm>
          <a:custGeom>
            <a:avLst/>
            <a:gdLst/>
            <a:ahLst/>
            <a:cxnLst/>
            <a:rect l="l" t="t" r="r" b="b"/>
            <a:pathLst>
              <a:path w="6" h="21">
                <a:moveTo>
                  <a:pt x="2" y="0"/>
                </a:moveTo>
                <a:lnTo>
                  <a:pt x="6" y="1"/>
                </a:lnTo>
                <a:lnTo>
                  <a:pt x="5" y="21"/>
                </a:lnTo>
                <a:lnTo>
                  <a:pt x="0" y="21"/>
                </a:lnTo>
                <a:lnTo>
                  <a:pt x="2" y="0"/>
                </a:lnTo>
                <a:close/>
              </a:path>
            </a:pathLst>
          </a:custGeom>
          <a:solidFill>
            <a:srgbClr val="0095FF"/>
          </a:solidFill>
          <a:ln w="3542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Freeform 796"/>
          <p:cNvSpPr/>
          <p:nvPr/>
        </p:nvSpPr>
        <p:spPr>
          <a:xfrm>
            <a:off x="3416300" y="1993900"/>
            <a:ext cx="63500" cy="266700"/>
          </a:xfrm>
          <a:custGeom>
            <a:avLst/>
            <a:gdLst/>
            <a:ahLst/>
            <a:cxnLst/>
            <a:rect l="l" t="t" r="r" b="b"/>
            <a:pathLst>
              <a:path w="5" h="21">
                <a:moveTo>
                  <a:pt x="1" y="0"/>
                </a:moveTo>
                <a:lnTo>
                  <a:pt x="5" y="0"/>
                </a:lnTo>
                <a:lnTo>
                  <a:pt x="4" y="21"/>
                </a:lnTo>
                <a:lnTo>
                  <a:pt x="0" y="20"/>
                </a:lnTo>
                <a:lnTo>
                  <a:pt x="1" y="0"/>
                </a:lnTo>
                <a:close/>
              </a:path>
            </a:pathLst>
          </a:custGeom>
          <a:solidFill>
            <a:srgbClr val="0095FF"/>
          </a:solidFill>
          <a:ln w="3542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Freeform 797"/>
          <p:cNvSpPr/>
          <p:nvPr/>
        </p:nvSpPr>
        <p:spPr>
          <a:xfrm>
            <a:off x="3467100" y="1993900"/>
            <a:ext cx="76200" cy="266700"/>
          </a:xfrm>
          <a:custGeom>
            <a:avLst/>
            <a:gdLst/>
            <a:ahLst/>
            <a:cxnLst/>
            <a:rect l="l" t="t" r="r" b="b"/>
            <a:pathLst>
              <a:path w="6" h="21">
                <a:moveTo>
                  <a:pt x="1" y="0"/>
                </a:moveTo>
                <a:lnTo>
                  <a:pt x="6" y="8"/>
                </a:lnTo>
                <a:lnTo>
                  <a:pt x="4" y="21"/>
                </a:lnTo>
                <a:lnTo>
                  <a:pt x="0" y="21"/>
                </a:lnTo>
                <a:lnTo>
                  <a:pt x="1" y="0"/>
                </a:lnTo>
                <a:close/>
              </a:path>
            </a:pathLst>
          </a:custGeom>
          <a:solidFill>
            <a:srgbClr val="0079FF"/>
          </a:solidFill>
          <a:ln w="3542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Freeform 798"/>
          <p:cNvSpPr/>
          <p:nvPr/>
        </p:nvSpPr>
        <p:spPr>
          <a:xfrm>
            <a:off x="3517900" y="2095500"/>
            <a:ext cx="76200" cy="228600"/>
          </a:xfrm>
          <a:custGeom>
            <a:avLst/>
            <a:gdLst/>
            <a:ahLst/>
            <a:cxnLst/>
            <a:rect l="l" t="t" r="r" b="b"/>
            <a:pathLst>
              <a:path w="6" h="18">
                <a:moveTo>
                  <a:pt x="2" y="0"/>
                </a:moveTo>
                <a:lnTo>
                  <a:pt x="6" y="16"/>
                </a:lnTo>
                <a:lnTo>
                  <a:pt x="4" y="18"/>
                </a:lnTo>
                <a:lnTo>
                  <a:pt x="0" y="13"/>
                </a:lnTo>
                <a:lnTo>
                  <a:pt x="2" y="0"/>
                </a:lnTo>
                <a:close/>
              </a:path>
            </a:pathLst>
          </a:custGeom>
          <a:solidFill>
            <a:srgbClr val="0018FF"/>
          </a:solidFill>
          <a:ln w="3542">
            <a:solidFill>
              <a:srgbClr val="001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Freeform 799"/>
          <p:cNvSpPr/>
          <p:nvPr/>
        </p:nvSpPr>
        <p:spPr>
          <a:xfrm>
            <a:off x="1993900" y="1790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EFF81"/>
          </a:solidFill>
          <a:ln w="3542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Freeform 800"/>
          <p:cNvSpPr/>
          <p:nvPr/>
        </p:nvSpPr>
        <p:spPr>
          <a:xfrm>
            <a:off x="2057400" y="1803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7FF88"/>
          </a:solidFill>
          <a:ln w="3542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Freeform 801"/>
          <p:cNvSpPr/>
          <p:nvPr/>
        </p:nvSpPr>
        <p:spPr>
          <a:xfrm>
            <a:off x="2108200" y="1816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2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6BFF94"/>
          </a:solidFill>
          <a:ln w="3542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Freeform 802"/>
          <p:cNvSpPr/>
          <p:nvPr/>
        </p:nvSpPr>
        <p:spPr>
          <a:xfrm>
            <a:off x="2159000" y="1841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5CFFA3"/>
          </a:solidFill>
          <a:ln w="3542">
            <a:solidFill>
              <a:srgbClr val="49CC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Freeform 803"/>
          <p:cNvSpPr/>
          <p:nvPr/>
        </p:nvSpPr>
        <p:spPr>
          <a:xfrm>
            <a:off x="2209800" y="1854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4BFFB4"/>
          </a:solidFill>
          <a:ln w="3542">
            <a:solidFill>
              <a:srgbClr val="3C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Freeform 804"/>
          <p:cNvSpPr/>
          <p:nvPr/>
        </p:nvSpPr>
        <p:spPr>
          <a:xfrm>
            <a:off x="2273300" y="1866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FFFC0"/>
          </a:solidFill>
          <a:ln w="3542">
            <a:solidFill>
              <a:srgbClr val="33CC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Freeform 805"/>
          <p:cNvSpPr/>
          <p:nvPr/>
        </p:nvSpPr>
        <p:spPr>
          <a:xfrm>
            <a:off x="2324100" y="1879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0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39FFC6"/>
          </a:solidFill>
          <a:ln w="3542">
            <a:solidFill>
              <a:srgbClr val="2EC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Freeform 806"/>
          <p:cNvSpPr/>
          <p:nvPr/>
        </p:nvSpPr>
        <p:spPr>
          <a:xfrm>
            <a:off x="2374900" y="18796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39FFC6"/>
          </a:solidFill>
          <a:ln w="3542">
            <a:solidFill>
              <a:srgbClr val="2DCC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Freeform 807"/>
          <p:cNvSpPr/>
          <p:nvPr/>
        </p:nvSpPr>
        <p:spPr>
          <a:xfrm>
            <a:off x="2425700" y="1892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36FFC9"/>
          </a:solidFill>
          <a:ln w="3542">
            <a:solidFill>
              <a:srgbClr val="2BCC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Freeform 808"/>
          <p:cNvSpPr/>
          <p:nvPr/>
        </p:nvSpPr>
        <p:spPr>
          <a:xfrm>
            <a:off x="2476500" y="18923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0"/>
                </a:lnTo>
                <a:lnTo>
                  <a:pt x="5" y="5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2EFFD1"/>
          </a:solidFill>
          <a:ln w="3542">
            <a:solidFill>
              <a:srgbClr val="25CC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Freeform 809"/>
          <p:cNvSpPr/>
          <p:nvPr/>
        </p:nvSpPr>
        <p:spPr>
          <a:xfrm>
            <a:off x="2540000" y="18923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3"/>
                </a:lnTo>
                <a:lnTo>
                  <a:pt x="4" y="8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18FFE7"/>
          </a:solidFill>
          <a:ln w="3542">
            <a:solidFill>
              <a:srgbClr val="13CC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Freeform 810"/>
          <p:cNvSpPr/>
          <p:nvPr/>
        </p:nvSpPr>
        <p:spPr>
          <a:xfrm>
            <a:off x="2590800" y="19304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1" y="0"/>
                </a:moveTo>
                <a:lnTo>
                  <a:pt x="6" y="4"/>
                </a:lnTo>
                <a:lnTo>
                  <a:pt x="4" y="9"/>
                </a:lnTo>
                <a:lnTo>
                  <a:pt x="0" y="5"/>
                </a:lnTo>
                <a:lnTo>
                  <a:pt x="1" y="0"/>
                </a:lnTo>
                <a:close/>
              </a:path>
            </a:pathLst>
          </a:custGeom>
          <a:solidFill>
            <a:srgbClr val="00EEFF"/>
          </a:solidFill>
          <a:ln w="3542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Freeform 811"/>
          <p:cNvSpPr/>
          <p:nvPr/>
        </p:nvSpPr>
        <p:spPr>
          <a:xfrm>
            <a:off x="2641600" y="19812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0"/>
                </a:moveTo>
                <a:lnTo>
                  <a:pt x="6" y="6"/>
                </a:lnTo>
                <a:lnTo>
                  <a:pt x="4" y="10"/>
                </a:lnTo>
                <a:lnTo>
                  <a:pt x="0" y="5"/>
                </a:lnTo>
                <a:lnTo>
                  <a:pt x="2" y="0"/>
                </a:lnTo>
                <a:close/>
              </a:path>
            </a:pathLst>
          </a:custGeom>
          <a:solidFill>
            <a:srgbClr val="00B0FF"/>
          </a:solidFill>
          <a:ln w="3542">
            <a:solidFill>
              <a:srgbClr val="008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Freeform 812"/>
          <p:cNvSpPr/>
          <p:nvPr/>
        </p:nvSpPr>
        <p:spPr>
          <a:xfrm>
            <a:off x="2692400" y="2057400"/>
            <a:ext cx="76200" cy="152400"/>
          </a:xfrm>
          <a:custGeom>
            <a:avLst/>
            <a:gdLst/>
            <a:ahLst/>
            <a:cxnLst/>
            <a:rect l="l" t="t" r="r" b="b"/>
            <a:pathLst>
              <a:path w="6" h="12">
                <a:moveTo>
                  <a:pt x="2" y="0"/>
                </a:moveTo>
                <a:lnTo>
                  <a:pt x="6" y="9"/>
                </a:lnTo>
                <a:lnTo>
                  <a:pt x="5" y="12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4FFF"/>
          </a:solidFill>
          <a:ln w="3542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Freeform 813"/>
          <p:cNvSpPr/>
          <p:nvPr/>
        </p:nvSpPr>
        <p:spPr>
          <a:xfrm>
            <a:off x="2755900" y="2171700"/>
            <a:ext cx="63500" cy="114300"/>
          </a:xfrm>
          <a:custGeom>
            <a:avLst/>
            <a:gdLst/>
            <a:ahLst/>
            <a:cxnLst/>
            <a:rect l="l" t="t" r="r" b="b"/>
            <a:pathLst>
              <a:path w="5" h="9">
                <a:moveTo>
                  <a:pt x="1" y="0"/>
                </a:moveTo>
                <a:lnTo>
                  <a:pt x="5" y="2"/>
                </a:lnTo>
                <a:lnTo>
                  <a:pt x="4" y="9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00F9"/>
          </a:solidFill>
          <a:ln w="3542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Freeform 814"/>
          <p:cNvSpPr/>
          <p:nvPr/>
        </p:nvSpPr>
        <p:spPr>
          <a:xfrm>
            <a:off x="2806700" y="21971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1"/>
                </a:lnTo>
                <a:lnTo>
                  <a:pt x="4" y="8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0000DF"/>
          </a:solidFill>
          <a:ln w="3542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Freeform 815"/>
          <p:cNvSpPr/>
          <p:nvPr/>
        </p:nvSpPr>
        <p:spPr>
          <a:xfrm>
            <a:off x="2857500" y="22098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0"/>
                </a:lnTo>
                <a:lnTo>
                  <a:pt x="4" y="7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0000DF"/>
          </a:solidFill>
          <a:ln w="3542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Freeform 816"/>
          <p:cNvSpPr/>
          <p:nvPr/>
        </p:nvSpPr>
        <p:spPr>
          <a:xfrm>
            <a:off x="2908300" y="22098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0"/>
                </a:lnTo>
                <a:lnTo>
                  <a:pt x="4" y="7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0000DF"/>
          </a:solidFill>
          <a:ln w="3542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Freeform 817"/>
          <p:cNvSpPr/>
          <p:nvPr/>
        </p:nvSpPr>
        <p:spPr>
          <a:xfrm>
            <a:off x="2959100" y="22098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1"/>
                </a:lnTo>
                <a:lnTo>
                  <a:pt x="5" y="8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0000DF"/>
          </a:solidFill>
          <a:ln w="3542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Freeform 818"/>
          <p:cNvSpPr/>
          <p:nvPr/>
        </p:nvSpPr>
        <p:spPr>
          <a:xfrm>
            <a:off x="3022600" y="22225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0"/>
                </a:lnTo>
                <a:lnTo>
                  <a:pt x="4" y="7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0000DF"/>
          </a:solidFill>
          <a:ln w="3542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Freeform 819"/>
          <p:cNvSpPr/>
          <p:nvPr/>
        </p:nvSpPr>
        <p:spPr>
          <a:xfrm>
            <a:off x="3073400" y="22225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1"/>
                </a:lnTo>
                <a:lnTo>
                  <a:pt x="4" y="7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0000DF"/>
          </a:solidFill>
          <a:ln w="3542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Freeform 820"/>
          <p:cNvSpPr/>
          <p:nvPr/>
        </p:nvSpPr>
        <p:spPr>
          <a:xfrm>
            <a:off x="3124200" y="22352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0"/>
                </a:lnTo>
                <a:lnTo>
                  <a:pt x="4" y="7"/>
                </a:lnTo>
                <a:lnTo>
                  <a:pt x="0" y="6"/>
                </a:lnTo>
                <a:lnTo>
                  <a:pt x="2" y="0"/>
                </a:lnTo>
                <a:close/>
              </a:path>
            </a:pathLst>
          </a:custGeom>
          <a:solidFill>
            <a:srgbClr val="0000DF"/>
          </a:solidFill>
          <a:ln w="3542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Freeform 821"/>
          <p:cNvSpPr/>
          <p:nvPr/>
        </p:nvSpPr>
        <p:spPr>
          <a:xfrm>
            <a:off x="3175000" y="22352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0"/>
                </a:lnTo>
                <a:lnTo>
                  <a:pt x="4" y="7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0000DF"/>
          </a:solidFill>
          <a:ln w="3542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Freeform 822"/>
          <p:cNvSpPr/>
          <p:nvPr/>
        </p:nvSpPr>
        <p:spPr>
          <a:xfrm>
            <a:off x="3225800" y="22352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1"/>
                </a:lnTo>
                <a:lnTo>
                  <a:pt x="5" y="8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0000DF"/>
          </a:solidFill>
          <a:ln w="3542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Freeform 823"/>
          <p:cNvSpPr/>
          <p:nvPr/>
        </p:nvSpPr>
        <p:spPr>
          <a:xfrm>
            <a:off x="3289300" y="22479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0"/>
                </a:lnTo>
                <a:lnTo>
                  <a:pt x="4" y="7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0000DF"/>
          </a:solidFill>
          <a:ln w="3542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Freeform 824"/>
          <p:cNvSpPr/>
          <p:nvPr/>
        </p:nvSpPr>
        <p:spPr>
          <a:xfrm>
            <a:off x="3340100" y="22479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0"/>
                </a:lnTo>
                <a:lnTo>
                  <a:pt x="4" y="7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0000DF"/>
          </a:solidFill>
          <a:ln w="3542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Freeform 825"/>
          <p:cNvSpPr/>
          <p:nvPr/>
        </p:nvSpPr>
        <p:spPr>
          <a:xfrm>
            <a:off x="3390900" y="22479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1"/>
                </a:lnTo>
                <a:lnTo>
                  <a:pt x="4" y="8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0000DF"/>
          </a:solidFill>
          <a:ln w="3542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Freeform 826"/>
          <p:cNvSpPr/>
          <p:nvPr/>
        </p:nvSpPr>
        <p:spPr>
          <a:xfrm>
            <a:off x="3441700" y="22606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0"/>
                </a:lnTo>
                <a:lnTo>
                  <a:pt x="5" y="7"/>
                </a:lnTo>
                <a:lnTo>
                  <a:pt x="0" y="7"/>
                </a:lnTo>
                <a:lnTo>
                  <a:pt x="2" y="0"/>
                </a:lnTo>
                <a:close/>
              </a:path>
            </a:pathLst>
          </a:custGeom>
          <a:solidFill>
            <a:srgbClr val="0000DF"/>
          </a:solidFill>
          <a:ln w="3542">
            <a:solidFill>
              <a:srgbClr val="0000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Freeform 827"/>
          <p:cNvSpPr/>
          <p:nvPr/>
        </p:nvSpPr>
        <p:spPr>
          <a:xfrm>
            <a:off x="3505200" y="2260600"/>
            <a:ext cx="63500" cy="88900"/>
          </a:xfrm>
          <a:custGeom>
            <a:avLst/>
            <a:gdLst/>
            <a:ahLst/>
            <a:cxnLst/>
            <a:rect l="l" t="t" r="r" b="b"/>
            <a:pathLst>
              <a:path w="5" h="7">
                <a:moveTo>
                  <a:pt x="1" y="0"/>
                </a:moveTo>
                <a:lnTo>
                  <a:pt x="5" y="5"/>
                </a:lnTo>
                <a:lnTo>
                  <a:pt x="4" y="7"/>
                </a:lnTo>
                <a:lnTo>
                  <a:pt x="0" y="7"/>
                </a:lnTo>
                <a:lnTo>
                  <a:pt x="1" y="0"/>
                </a:lnTo>
                <a:close/>
              </a:path>
            </a:pathLst>
          </a:custGeom>
          <a:solidFill>
            <a:srgbClr val="0000CF"/>
          </a:solidFill>
          <a:ln w="3542">
            <a:solidFill>
              <a:srgbClr val="0000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Freeform 828"/>
          <p:cNvSpPr/>
          <p:nvPr/>
        </p:nvSpPr>
        <p:spPr>
          <a:xfrm>
            <a:off x="1981200" y="1803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542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Freeform 829"/>
          <p:cNvSpPr/>
          <p:nvPr/>
        </p:nvSpPr>
        <p:spPr>
          <a:xfrm>
            <a:off x="2032000" y="1816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8FF87"/>
          </a:solidFill>
          <a:ln w="3542">
            <a:solidFill>
              <a:srgbClr val="60CC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Freeform 830"/>
          <p:cNvSpPr/>
          <p:nvPr/>
        </p:nvSpPr>
        <p:spPr>
          <a:xfrm>
            <a:off x="2082800" y="1828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FFF90"/>
          </a:solidFill>
          <a:ln w="3542">
            <a:solidFill>
              <a:srgbClr val="59C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Freeform 831"/>
          <p:cNvSpPr/>
          <p:nvPr/>
        </p:nvSpPr>
        <p:spPr>
          <a:xfrm>
            <a:off x="2146300" y="1841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2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62FF9D"/>
          </a:solidFill>
          <a:ln w="3542">
            <a:solidFill>
              <a:srgbClr val="4ECC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Freeform 832"/>
          <p:cNvSpPr/>
          <p:nvPr/>
        </p:nvSpPr>
        <p:spPr>
          <a:xfrm>
            <a:off x="2197100" y="1866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52FFAD"/>
          </a:solidFill>
          <a:ln w="3542">
            <a:solidFill>
              <a:srgbClr val="41CC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Freeform 833"/>
          <p:cNvSpPr/>
          <p:nvPr/>
        </p:nvSpPr>
        <p:spPr>
          <a:xfrm>
            <a:off x="2247900" y="1879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2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40FFBF"/>
          </a:solidFill>
          <a:ln w="3542">
            <a:solidFill>
              <a:srgbClr val="33CC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Freeform 834"/>
          <p:cNvSpPr/>
          <p:nvPr/>
        </p:nvSpPr>
        <p:spPr>
          <a:xfrm>
            <a:off x="2298700" y="1905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31FFCE"/>
          </a:solidFill>
          <a:ln w="3542">
            <a:solidFill>
              <a:srgbClr val="27C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Freeform 835"/>
          <p:cNvSpPr/>
          <p:nvPr/>
        </p:nvSpPr>
        <p:spPr>
          <a:xfrm>
            <a:off x="2349500" y="1917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25FFDA"/>
          </a:solidFill>
          <a:ln w="3542">
            <a:solidFill>
              <a:srgbClr val="1DCC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Freeform 836"/>
          <p:cNvSpPr/>
          <p:nvPr/>
        </p:nvSpPr>
        <p:spPr>
          <a:xfrm>
            <a:off x="2413000" y="1917700"/>
            <a:ext cx="63500" cy="63500"/>
          </a:xfrm>
          <a:custGeom>
            <a:avLst/>
            <a:gdLst/>
            <a:ahLst/>
            <a:cxnLst/>
            <a:rect l="l" t="t" r="r" b="b"/>
            <a:pathLst>
              <a:path w="5" h="5">
                <a:moveTo>
                  <a:pt x="1" y="0"/>
                </a:moveTo>
                <a:lnTo>
                  <a:pt x="5" y="1"/>
                </a:lnTo>
                <a:lnTo>
                  <a:pt x="4" y="5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18FFE7"/>
          </a:solidFill>
          <a:ln w="3542">
            <a:solidFill>
              <a:srgbClr val="13CC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Freeform 837"/>
          <p:cNvSpPr/>
          <p:nvPr/>
        </p:nvSpPr>
        <p:spPr>
          <a:xfrm>
            <a:off x="2463800" y="1930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2"/>
                </a:lnTo>
                <a:lnTo>
                  <a:pt x="4" y="6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6FFF9"/>
          </a:solidFill>
          <a:ln w="3542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Freeform 838"/>
          <p:cNvSpPr/>
          <p:nvPr/>
        </p:nvSpPr>
        <p:spPr>
          <a:xfrm>
            <a:off x="2514600" y="19558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3"/>
                </a:lnTo>
                <a:lnTo>
                  <a:pt x="4" y="7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E9FF"/>
          </a:solidFill>
          <a:ln w="3542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Freeform 839"/>
          <p:cNvSpPr/>
          <p:nvPr/>
        </p:nvSpPr>
        <p:spPr>
          <a:xfrm>
            <a:off x="2565400" y="19939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4"/>
                </a:lnTo>
                <a:lnTo>
                  <a:pt x="5" y="8"/>
                </a:lnTo>
                <a:lnTo>
                  <a:pt x="0" y="4"/>
                </a:lnTo>
                <a:lnTo>
                  <a:pt x="2" y="0"/>
                </a:lnTo>
                <a:close/>
              </a:path>
            </a:pathLst>
          </a:custGeom>
          <a:solidFill>
            <a:srgbClr val="00BFFF"/>
          </a:solidFill>
          <a:ln w="3542">
            <a:solidFill>
              <a:srgbClr val="009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Freeform 840"/>
          <p:cNvSpPr/>
          <p:nvPr/>
        </p:nvSpPr>
        <p:spPr>
          <a:xfrm>
            <a:off x="2628900" y="2044700"/>
            <a:ext cx="63500" cy="114300"/>
          </a:xfrm>
          <a:custGeom>
            <a:avLst/>
            <a:gdLst/>
            <a:ahLst/>
            <a:cxnLst/>
            <a:rect l="l" t="t" r="r" b="b"/>
            <a:pathLst>
              <a:path w="5" h="9">
                <a:moveTo>
                  <a:pt x="1" y="0"/>
                </a:moveTo>
                <a:lnTo>
                  <a:pt x="5" y="5"/>
                </a:lnTo>
                <a:lnTo>
                  <a:pt x="4" y="9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82FF"/>
          </a:solidFill>
          <a:ln w="3542">
            <a:solidFill>
              <a:srgbClr val="006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Freeform 841"/>
          <p:cNvSpPr/>
          <p:nvPr/>
        </p:nvSpPr>
        <p:spPr>
          <a:xfrm>
            <a:off x="2679700" y="2108200"/>
            <a:ext cx="76200" cy="139700"/>
          </a:xfrm>
          <a:custGeom>
            <a:avLst/>
            <a:gdLst/>
            <a:ahLst/>
            <a:cxnLst/>
            <a:rect l="l" t="t" r="r" b="b"/>
            <a:pathLst>
              <a:path w="6" h="11">
                <a:moveTo>
                  <a:pt x="1" y="0"/>
                </a:moveTo>
                <a:lnTo>
                  <a:pt x="6" y="8"/>
                </a:lnTo>
                <a:lnTo>
                  <a:pt x="4" y="11"/>
                </a:lnTo>
                <a:lnTo>
                  <a:pt x="0" y="4"/>
                </a:lnTo>
                <a:lnTo>
                  <a:pt x="1" y="0"/>
                </a:lnTo>
                <a:close/>
              </a:path>
            </a:pathLst>
          </a:custGeom>
          <a:solidFill>
            <a:srgbClr val="002AFF"/>
          </a:solidFill>
          <a:ln w="3542">
            <a:solidFill>
              <a:srgbClr val="002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Freeform 842"/>
          <p:cNvSpPr/>
          <p:nvPr/>
        </p:nvSpPr>
        <p:spPr>
          <a:xfrm>
            <a:off x="2730500" y="22098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6"/>
                </a:lnTo>
                <a:lnTo>
                  <a:pt x="4" y="8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00D1"/>
          </a:solidFill>
          <a:ln w="3542">
            <a:solidFill>
              <a:srgbClr val="0000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Freeform 843"/>
          <p:cNvSpPr/>
          <p:nvPr/>
        </p:nvSpPr>
        <p:spPr>
          <a:xfrm>
            <a:off x="2781300" y="2286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AE"/>
          </a:solidFill>
          <a:ln w="3542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Freeform 844"/>
          <p:cNvSpPr/>
          <p:nvPr/>
        </p:nvSpPr>
        <p:spPr>
          <a:xfrm>
            <a:off x="2832100" y="2298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AE"/>
          </a:solidFill>
          <a:ln w="3542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Freeform 845"/>
          <p:cNvSpPr/>
          <p:nvPr/>
        </p:nvSpPr>
        <p:spPr>
          <a:xfrm>
            <a:off x="2895600" y="22987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0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542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Freeform 846"/>
          <p:cNvSpPr/>
          <p:nvPr/>
        </p:nvSpPr>
        <p:spPr>
          <a:xfrm>
            <a:off x="2946400" y="2298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542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Freeform 847"/>
          <p:cNvSpPr/>
          <p:nvPr/>
        </p:nvSpPr>
        <p:spPr>
          <a:xfrm>
            <a:off x="2997200" y="23114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AE"/>
          </a:solidFill>
          <a:ln w="3542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Freeform 848"/>
          <p:cNvSpPr/>
          <p:nvPr/>
        </p:nvSpPr>
        <p:spPr>
          <a:xfrm>
            <a:off x="3048000" y="23114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AE"/>
          </a:solidFill>
          <a:ln w="3542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Freeform 849"/>
          <p:cNvSpPr/>
          <p:nvPr/>
        </p:nvSpPr>
        <p:spPr>
          <a:xfrm>
            <a:off x="3111500" y="2311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542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Freeform 850"/>
          <p:cNvSpPr/>
          <p:nvPr/>
        </p:nvSpPr>
        <p:spPr>
          <a:xfrm>
            <a:off x="3162300" y="23241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542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Freeform 851"/>
          <p:cNvSpPr/>
          <p:nvPr/>
        </p:nvSpPr>
        <p:spPr>
          <a:xfrm>
            <a:off x="3213100" y="2324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542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Freeform 852"/>
          <p:cNvSpPr/>
          <p:nvPr/>
        </p:nvSpPr>
        <p:spPr>
          <a:xfrm>
            <a:off x="3263900" y="2336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AE"/>
          </a:solidFill>
          <a:ln w="3542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Freeform 853"/>
          <p:cNvSpPr/>
          <p:nvPr/>
        </p:nvSpPr>
        <p:spPr>
          <a:xfrm>
            <a:off x="3314700" y="2336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AE"/>
          </a:solidFill>
          <a:ln w="3542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Freeform 854"/>
          <p:cNvSpPr/>
          <p:nvPr/>
        </p:nvSpPr>
        <p:spPr>
          <a:xfrm>
            <a:off x="3378200" y="23368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542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Freeform 855"/>
          <p:cNvSpPr/>
          <p:nvPr/>
        </p:nvSpPr>
        <p:spPr>
          <a:xfrm>
            <a:off x="3429000" y="2349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542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Freeform 856"/>
          <p:cNvSpPr/>
          <p:nvPr/>
        </p:nvSpPr>
        <p:spPr>
          <a:xfrm>
            <a:off x="3479800" y="2349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0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AE"/>
          </a:solidFill>
          <a:ln w="3542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Freeform 857"/>
          <p:cNvSpPr/>
          <p:nvPr/>
        </p:nvSpPr>
        <p:spPr>
          <a:xfrm>
            <a:off x="1955800" y="1816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EFF81"/>
          </a:solidFill>
          <a:ln w="3542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Freeform 858"/>
          <p:cNvSpPr/>
          <p:nvPr/>
        </p:nvSpPr>
        <p:spPr>
          <a:xfrm>
            <a:off x="2019300" y="1828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9FF86"/>
          </a:solidFill>
          <a:ln w="3542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reeform 859"/>
          <p:cNvSpPr/>
          <p:nvPr/>
        </p:nvSpPr>
        <p:spPr>
          <a:xfrm>
            <a:off x="2070100" y="1841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1FF8E"/>
          </a:solidFill>
          <a:ln w="3542">
            <a:solidFill>
              <a:srgbClr val="5AC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reeform 860"/>
          <p:cNvSpPr/>
          <p:nvPr/>
        </p:nvSpPr>
        <p:spPr>
          <a:xfrm>
            <a:off x="2120900" y="1854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5FF9A"/>
          </a:solidFill>
          <a:ln w="3542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Freeform 861"/>
          <p:cNvSpPr/>
          <p:nvPr/>
        </p:nvSpPr>
        <p:spPr>
          <a:xfrm>
            <a:off x="2171700" y="1866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2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57FFA8"/>
          </a:solidFill>
          <a:ln w="3542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Freeform 862"/>
          <p:cNvSpPr/>
          <p:nvPr/>
        </p:nvSpPr>
        <p:spPr>
          <a:xfrm>
            <a:off x="2222500" y="1892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0"/>
                </a:lnTo>
                <a:lnTo>
                  <a:pt x="2" y="0"/>
                </a:lnTo>
                <a:close/>
              </a:path>
            </a:pathLst>
          </a:custGeom>
          <a:solidFill>
            <a:srgbClr val="47FFB8"/>
          </a:solidFill>
          <a:ln w="3542">
            <a:solidFill>
              <a:srgbClr val="39C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Freeform 863"/>
          <p:cNvSpPr/>
          <p:nvPr/>
        </p:nvSpPr>
        <p:spPr>
          <a:xfrm>
            <a:off x="2286000" y="1905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3FFCC"/>
          </a:solidFill>
          <a:ln w="3542">
            <a:solidFill>
              <a:srgbClr val="28C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Freeform 864"/>
          <p:cNvSpPr/>
          <p:nvPr/>
        </p:nvSpPr>
        <p:spPr>
          <a:xfrm>
            <a:off x="2336800" y="19304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2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BFFE4"/>
          </a:solidFill>
          <a:ln w="3542">
            <a:solidFill>
              <a:srgbClr val="15CC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Freeform 865"/>
          <p:cNvSpPr/>
          <p:nvPr/>
        </p:nvSpPr>
        <p:spPr>
          <a:xfrm>
            <a:off x="2387600" y="1955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2"/>
                </a:lnTo>
                <a:lnTo>
                  <a:pt x="4" y="4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1FFFE"/>
          </a:solidFill>
          <a:ln w="3542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Freeform 866"/>
          <p:cNvSpPr/>
          <p:nvPr/>
        </p:nvSpPr>
        <p:spPr>
          <a:xfrm>
            <a:off x="2438400" y="19812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2"/>
                </a:lnTo>
                <a:lnTo>
                  <a:pt x="5" y="5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E6FF"/>
          </a:solidFill>
          <a:ln w="3542">
            <a:solidFill>
              <a:srgbClr val="00B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Freeform 867"/>
          <p:cNvSpPr/>
          <p:nvPr/>
        </p:nvSpPr>
        <p:spPr>
          <a:xfrm>
            <a:off x="2501900" y="20066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3"/>
                </a:lnTo>
                <a:lnTo>
                  <a:pt x="4" y="6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C7FF"/>
          </a:solidFill>
          <a:ln w="3542">
            <a:solidFill>
              <a:srgbClr val="009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Freeform 868"/>
          <p:cNvSpPr/>
          <p:nvPr/>
        </p:nvSpPr>
        <p:spPr>
          <a:xfrm>
            <a:off x="2552700" y="20447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4"/>
                </a:lnTo>
                <a:lnTo>
                  <a:pt x="4" y="7"/>
                </a:lnTo>
                <a:lnTo>
                  <a:pt x="0" y="3"/>
                </a:lnTo>
                <a:lnTo>
                  <a:pt x="1" y="0"/>
                </a:lnTo>
                <a:close/>
              </a:path>
            </a:pathLst>
          </a:custGeom>
          <a:solidFill>
            <a:srgbClr val="009DFF"/>
          </a:solidFill>
          <a:ln w="3542">
            <a:solidFill>
              <a:srgbClr val="007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Freeform 869"/>
          <p:cNvSpPr/>
          <p:nvPr/>
        </p:nvSpPr>
        <p:spPr>
          <a:xfrm>
            <a:off x="2603500" y="2095500"/>
            <a:ext cx="76200" cy="101600"/>
          </a:xfrm>
          <a:custGeom>
            <a:avLst/>
            <a:gdLst/>
            <a:ahLst/>
            <a:cxnLst/>
            <a:rect l="l" t="t" r="r" b="b"/>
            <a:pathLst>
              <a:path w="6" h="8">
                <a:moveTo>
                  <a:pt x="2" y="0"/>
                </a:moveTo>
                <a:lnTo>
                  <a:pt x="6" y="5"/>
                </a:lnTo>
                <a:lnTo>
                  <a:pt x="4" y="8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62FF"/>
          </a:solidFill>
          <a:ln w="3542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Freeform 870"/>
          <p:cNvSpPr/>
          <p:nvPr/>
        </p:nvSpPr>
        <p:spPr>
          <a:xfrm>
            <a:off x="2654300" y="2159000"/>
            <a:ext cx="76200" cy="127000"/>
          </a:xfrm>
          <a:custGeom>
            <a:avLst/>
            <a:gdLst/>
            <a:ahLst/>
            <a:cxnLst/>
            <a:rect l="l" t="t" r="r" b="b"/>
            <a:pathLst>
              <a:path w="6" h="10">
                <a:moveTo>
                  <a:pt x="2" y="0"/>
                </a:moveTo>
                <a:lnTo>
                  <a:pt x="6" y="7"/>
                </a:lnTo>
                <a:lnTo>
                  <a:pt x="4" y="10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0FFF"/>
          </a:solidFill>
          <a:ln w="3542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Freeform 871"/>
          <p:cNvSpPr/>
          <p:nvPr/>
        </p:nvSpPr>
        <p:spPr>
          <a:xfrm>
            <a:off x="2705100" y="22479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5"/>
                </a:lnTo>
                <a:lnTo>
                  <a:pt x="5" y="7"/>
                </a:lnTo>
                <a:lnTo>
                  <a:pt x="0" y="3"/>
                </a:lnTo>
                <a:lnTo>
                  <a:pt x="2" y="0"/>
                </a:lnTo>
                <a:close/>
              </a:path>
            </a:pathLst>
          </a:custGeom>
          <a:solidFill>
            <a:srgbClr val="0000BE"/>
          </a:solidFill>
          <a:ln w="3542">
            <a:solidFill>
              <a:srgbClr val="0000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Freeform 872"/>
          <p:cNvSpPr/>
          <p:nvPr/>
        </p:nvSpPr>
        <p:spPr>
          <a:xfrm>
            <a:off x="2768600" y="2311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542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Freeform 873"/>
          <p:cNvSpPr/>
          <p:nvPr/>
        </p:nvSpPr>
        <p:spPr>
          <a:xfrm>
            <a:off x="2819400" y="23241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542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Freeform 874"/>
          <p:cNvSpPr/>
          <p:nvPr/>
        </p:nvSpPr>
        <p:spPr>
          <a:xfrm>
            <a:off x="2870200" y="2324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9E"/>
          </a:solidFill>
          <a:ln w="3542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Freeform 875"/>
          <p:cNvSpPr/>
          <p:nvPr/>
        </p:nvSpPr>
        <p:spPr>
          <a:xfrm>
            <a:off x="2921000" y="2336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9E"/>
          </a:solidFill>
          <a:ln w="3542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Freeform 876"/>
          <p:cNvSpPr/>
          <p:nvPr/>
        </p:nvSpPr>
        <p:spPr>
          <a:xfrm>
            <a:off x="2984500" y="23368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542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Freeform 877"/>
          <p:cNvSpPr/>
          <p:nvPr/>
        </p:nvSpPr>
        <p:spPr>
          <a:xfrm>
            <a:off x="3035300" y="2336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A3"/>
          </a:solidFill>
          <a:ln w="3542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Freeform 878"/>
          <p:cNvSpPr/>
          <p:nvPr/>
        </p:nvSpPr>
        <p:spPr>
          <a:xfrm>
            <a:off x="3086100" y="23495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7"/>
          </a:solidFill>
          <a:ln w="3542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Freeform 879"/>
          <p:cNvSpPr/>
          <p:nvPr/>
        </p:nvSpPr>
        <p:spPr>
          <a:xfrm>
            <a:off x="3136900" y="2349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6"/>
          </a:solidFill>
          <a:ln w="3542">
            <a:solidFill>
              <a:srgbClr val="000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Freeform 880"/>
          <p:cNvSpPr/>
          <p:nvPr/>
        </p:nvSpPr>
        <p:spPr>
          <a:xfrm>
            <a:off x="3187700" y="23495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5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A0"/>
          </a:solidFill>
          <a:ln w="3542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Freeform 881"/>
          <p:cNvSpPr/>
          <p:nvPr/>
        </p:nvSpPr>
        <p:spPr>
          <a:xfrm>
            <a:off x="3251200" y="2362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542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Freeform 882"/>
          <p:cNvSpPr/>
          <p:nvPr/>
        </p:nvSpPr>
        <p:spPr>
          <a:xfrm>
            <a:off x="3302000" y="23622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542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Freeform 883"/>
          <p:cNvSpPr/>
          <p:nvPr/>
        </p:nvSpPr>
        <p:spPr>
          <a:xfrm>
            <a:off x="3352800" y="2374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9E"/>
          </a:solidFill>
          <a:ln w="3542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Freeform 884"/>
          <p:cNvSpPr/>
          <p:nvPr/>
        </p:nvSpPr>
        <p:spPr>
          <a:xfrm>
            <a:off x="3403600" y="2374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9E"/>
          </a:solidFill>
          <a:ln w="3542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Freeform 885"/>
          <p:cNvSpPr/>
          <p:nvPr/>
        </p:nvSpPr>
        <p:spPr>
          <a:xfrm>
            <a:off x="3467100" y="23749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542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Freeform 886"/>
          <p:cNvSpPr/>
          <p:nvPr/>
        </p:nvSpPr>
        <p:spPr>
          <a:xfrm>
            <a:off x="1943100" y="18288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542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Freeform 887"/>
          <p:cNvSpPr/>
          <p:nvPr/>
        </p:nvSpPr>
        <p:spPr>
          <a:xfrm>
            <a:off x="1993900" y="1841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AFF85"/>
          </a:solidFill>
          <a:ln w="3542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Freeform 888"/>
          <p:cNvSpPr/>
          <p:nvPr/>
        </p:nvSpPr>
        <p:spPr>
          <a:xfrm>
            <a:off x="2044700" y="1854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2FF8D"/>
          </a:solidFill>
          <a:ln w="3542">
            <a:solidFill>
              <a:srgbClr val="5B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Freeform 889"/>
          <p:cNvSpPr/>
          <p:nvPr/>
        </p:nvSpPr>
        <p:spPr>
          <a:xfrm>
            <a:off x="2095500" y="1866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7FF98"/>
          </a:solidFill>
          <a:ln w="3542">
            <a:solidFill>
              <a:srgbClr val="53CC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Freeform 890"/>
          <p:cNvSpPr/>
          <p:nvPr/>
        </p:nvSpPr>
        <p:spPr>
          <a:xfrm>
            <a:off x="2159000" y="1879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5AFFA5"/>
          </a:solidFill>
          <a:ln w="3542">
            <a:solidFill>
              <a:srgbClr val="48C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Freeform 891"/>
          <p:cNvSpPr/>
          <p:nvPr/>
        </p:nvSpPr>
        <p:spPr>
          <a:xfrm>
            <a:off x="2209800" y="1892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49FFB6"/>
          </a:solidFill>
          <a:ln w="3542">
            <a:solidFill>
              <a:srgbClr val="3ACC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Freeform 892"/>
          <p:cNvSpPr/>
          <p:nvPr/>
        </p:nvSpPr>
        <p:spPr>
          <a:xfrm>
            <a:off x="2260600" y="1917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3FFCC"/>
          </a:solidFill>
          <a:ln w="3542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Freeform 893"/>
          <p:cNvSpPr/>
          <p:nvPr/>
        </p:nvSpPr>
        <p:spPr>
          <a:xfrm>
            <a:off x="2311400" y="19431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1AFFE5"/>
          </a:solidFill>
          <a:ln w="3542">
            <a:solidFill>
              <a:srgbClr val="15CC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Freeform 894"/>
          <p:cNvSpPr/>
          <p:nvPr/>
        </p:nvSpPr>
        <p:spPr>
          <a:xfrm>
            <a:off x="2374900" y="19812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FBFF"/>
          </a:solidFill>
          <a:ln w="3542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Freeform 895"/>
          <p:cNvSpPr/>
          <p:nvPr/>
        </p:nvSpPr>
        <p:spPr>
          <a:xfrm>
            <a:off x="2425700" y="20066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8FF"/>
          </a:solidFill>
          <a:ln w="3542">
            <a:solidFill>
              <a:srgbClr val="00A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Freeform 896"/>
          <p:cNvSpPr/>
          <p:nvPr/>
        </p:nvSpPr>
        <p:spPr>
          <a:xfrm>
            <a:off x="2476500" y="20447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3"/>
                </a:lnTo>
                <a:lnTo>
                  <a:pt x="4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B2FF"/>
          </a:solidFill>
          <a:ln w="3542">
            <a:solidFill>
              <a:srgbClr val="008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Freeform 897"/>
          <p:cNvSpPr/>
          <p:nvPr/>
        </p:nvSpPr>
        <p:spPr>
          <a:xfrm>
            <a:off x="2527300" y="20828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4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85FF"/>
          </a:solidFill>
          <a:ln w="3542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Freeform 898"/>
          <p:cNvSpPr/>
          <p:nvPr/>
        </p:nvSpPr>
        <p:spPr>
          <a:xfrm>
            <a:off x="2578100" y="21336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2" y="0"/>
                </a:moveTo>
                <a:lnTo>
                  <a:pt x="6" y="5"/>
                </a:lnTo>
                <a:lnTo>
                  <a:pt x="5" y="7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4BFF"/>
          </a:solidFill>
          <a:ln w="3542">
            <a:solidFill>
              <a:srgbClr val="003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Freeform 899"/>
          <p:cNvSpPr/>
          <p:nvPr/>
        </p:nvSpPr>
        <p:spPr>
          <a:xfrm>
            <a:off x="2641600" y="2197100"/>
            <a:ext cx="63500" cy="114300"/>
          </a:xfrm>
          <a:custGeom>
            <a:avLst/>
            <a:gdLst/>
            <a:ahLst/>
            <a:cxnLst/>
            <a:rect l="l" t="t" r="r" b="b"/>
            <a:pathLst>
              <a:path w="5" h="9">
                <a:moveTo>
                  <a:pt x="1" y="0"/>
                </a:moveTo>
                <a:lnTo>
                  <a:pt x="5" y="7"/>
                </a:lnTo>
                <a:lnTo>
                  <a:pt x="4" y="9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FA"/>
          </a:solidFill>
          <a:ln w="3542">
            <a:solidFill>
              <a:srgbClr val="000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Freeform 900"/>
          <p:cNvSpPr/>
          <p:nvPr/>
        </p:nvSpPr>
        <p:spPr>
          <a:xfrm>
            <a:off x="2692400" y="22860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1" y="0"/>
                </a:moveTo>
                <a:lnTo>
                  <a:pt x="6" y="4"/>
                </a:lnTo>
                <a:lnTo>
                  <a:pt x="4" y="6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AF"/>
          </a:solidFill>
          <a:ln w="3542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Freeform 901"/>
          <p:cNvSpPr/>
          <p:nvPr/>
        </p:nvSpPr>
        <p:spPr>
          <a:xfrm>
            <a:off x="2743200" y="23368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91"/>
          </a:solidFill>
          <a:ln w="3542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Freeform 902"/>
          <p:cNvSpPr/>
          <p:nvPr/>
        </p:nvSpPr>
        <p:spPr>
          <a:xfrm>
            <a:off x="2794000" y="2349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91"/>
          </a:solidFill>
          <a:ln w="3542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Freeform 903"/>
          <p:cNvSpPr/>
          <p:nvPr/>
        </p:nvSpPr>
        <p:spPr>
          <a:xfrm>
            <a:off x="2857500" y="23495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92"/>
          </a:solidFill>
          <a:ln w="3542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Freeform 904"/>
          <p:cNvSpPr/>
          <p:nvPr/>
        </p:nvSpPr>
        <p:spPr>
          <a:xfrm>
            <a:off x="2908300" y="23622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1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4"/>
          </a:solidFill>
          <a:ln w="3542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Freeform 905"/>
          <p:cNvSpPr/>
          <p:nvPr/>
        </p:nvSpPr>
        <p:spPr>
          <a:xfrm>
            <a:off x="2959100" y="23622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98"/>
          </a:solidFill>
          <a:ln w="3542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reeform 906"/>
          <p:cNvSpPr/>
          <p:nvPr/>
        </p:nvSpPr>
        <p:spPr>
          <a:xfrm>
            <a:off x="3009900" y="23622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0"/>
          </a:solidFill>
          <a:ln w="3542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Freeform 907"/>
          <p:cNvSpPr/>
          <p:nvPr/>
        </p:nvSpPr>
        <p:spPr>
          <a:xfrm>
            <a:off x="3060700" y="23622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5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6"/>
          </a:solidFill>
          <a:ln w="3542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Freeform 908"/>
          <p:cNvSpPr/>
          <p:nvPr/>
        </p:nvSpPr>
        <p:spPr>
          <a:xfrm>
            <a:off x="3124200" y="2362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4"/>
          </a:solidFill>
          <a:ln w="3542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reeform 909"/>
          <p:cNvSpPr/>
          <p:nvPr/>
        </p:nvSpPr>
        <p:spPr>
          <a:xfrm>
            <a:off x="3175000" y="2374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B"/>
          </a:solidFill>
          <a:ln w="3542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Freeform 910"/>
          <p:cNvSpPr/>
          <p:nvPr/>
        </p:nvSpPr>
        <p:spPr>
          <a:xfrm>
            <a:off x="3225800" y="2387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95"/>
          </a:solidFill>
          <a:ln w="3542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Freeform 911"/>
          <p:cNvSpPr/>
          <p:nvPr/>
        </p:nvSpPr>
        <p:spPr>
          <a:xfrm>
            <a:off x="3276600" y="2387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92"/>
          </a:solidFill>
          <a:ln w="3542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reeform 912"/>
          <p:cNvSpPr/>
          <p:nvPr/>
        </p:nvSpPr>
        <p:spPr>
          <a:xfrm>
            <a:off x="3340100" y="2400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0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1"/>
          </a:solidFill>
          <a:ln w="3542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Freeform 913"/>
          <p:cNvSpPr/>
          <p:nvPr/>
        </p:nvSpPr>
        <p:spPr>
          <a:xfrm>
            <a:off x="3390900" y="2400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91"/>
          </a:solidFill>
          <a:ln w="3542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Freeform 914"/>
          <p:cNvSpPr/>
          <p:nvPr/>
        </p:nvSpPr>
        <p:spPr>
          <a:xfrm>
            <a:off x="3441700" y="24003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1"/>
                </a:lnTo>
                <a:lnTo>
                  <a:pt x="4" y="3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91"/>
          </a:solidFill>
          <a:ln w="3542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Freeform 915"/>
          <p:cNvSpPr/>
          <p:nvPr/>
        </p:nvSpPr>
        <p:spPr>
          <a:xfrm>
            <a:off x="1917700" y="18415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EFF81"/>
          </a:solidFill>
          <a:ln w="3542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Freeform 916"/>
          <p:cNvSpPr/>
          <p:nvPr/>
        </p:nvSpPr>
        <p:spPr>
          <a:xfrm>
            <a:off x="1968500" y="18542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AFF85"/>
          </a:solidFill>
          <a:ln w="3542">
            <a:solidFill>
              <a:srgbClr val="62C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Freeform 917"/>
          <p:cNvSpPr/>
          <p:nvPr/>
        </p:nvSpPr>
        <p:spPr>
          <a:xfrm>
            <a:off x="2032000" y="18669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3FF8C"/>
          </a:solidFill>
          <a:ln w="3542">
            <a:solidFill>
              <a:srgbClr val="5CC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Freeform 918"/>
          <p:cNvSpPr/>
          <p:nvPr/>
        </p:nvSpPr>
        <p:spPr>
          <a:xfrm>
            <a:off x="2082800" y="1879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68FF97"/>
          </a:solidFill>
          <a:ln w="3542">
            <a:solidFill>
              <a:srgbClr val="53CC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Freeform 919"/>
          <p:cNvSpPr/>
          <p:nvPr/>
        </p:nvSpPr>
        <p:spPr>
          <a:xfrm>
            <a:off x="2133600" y="1892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5AFFA5"/>
          </a:solidFill>
          <a:ln w="3542">
            <a:solidFill>
              <a:srgbClr val="48C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Freeform 920"/>
          <p:cNvSpPr/>
          <p:nvPr/>
        </p:nvSpPr>
        <p:spPr>
          <a:xfrm>
            <a:off x="2184400" y="19050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5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49FFB6"/>
          </a:solidFill>
          <a:ln w="3542">
            <a:solidFill>
              <a:srgbClr val="3ACC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Freeform 921"/>
          <p:cNvSpPr/>
          <p:nvPr/>
        </p:nvSpPr>
        <p:spPr>
          <a:xfrm>
            <a:off x="2247900" y="19304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33FFCC"/>
          </a:solidFill>
          <a:ln w="3542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Freeform 922"/>
          <p:cNvSpPr/>
          <p:nvPr/>
        </p:nvSpPr>
        <p:spPr>
          <a:xfrm>
            <a:off x="2298700" y="19558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1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AFFE5"/>
          </a:solidFill>
          <a:ln w="3542">
            <a:solidFill>
              <a:srgbClr val="15CC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Freeform 923"/>
          <p:cNvSpPr/>
          <p:nvPr/>
        </p:nvSpPr>
        <p:spPr>
          <a:xfrm>
            <a:off x="2349500" y="19939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FBFF"/>
          </a:solidFill>
          <a:ln w="3542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Freeform 924"/>
          <p:cNvSpPr/>
          <p:nvPr/>
        </p:nvSpPr>
        <p:spPr>
          <a:xfrm>
            <a:off x="2400300" y="20193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4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D7FF"/>
          </a:solidFill>
          <a:ln w="3542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Freeform 925"/>
          <p:cNvSpPr/>
          <p:nvPr/>
        </p:nvSpPr>
        <p:spPr>
          <a:xfrm>
            <a:off x="2451100" y="20574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2" y="0"/>
                </a:moveTo>
                <a:lnTo>
                  <a:pt x="6" y="4"/>
                </a:lnTo>
                <a:lnTo>
                  <a:pt x="5" y="5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ACFF"/>
          </a:solidFill>
          <a:ln w="3542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Freeform 926"/>
          <p:cNvSpPr/>
          <p:nvPr/>
        </p:nvSpPr>
        <p:spPr>
          <a:xfrm>
            <a:off x="2514600" y="2108200"/>
            <a:ext cx="63500" cy="76200"/>
          </a:xfrm>
          <a:custGeom>
            <a:avLst/>
            <a:gdLst/>
            <a:ahLst/>
            <a:cxnLst/>
            <a:rect l="l" t="t" r="r" b="b"/>
            <a:pathLst>
              <a:path w="5" h="6">
                <a:moveTo>
                  <a:pt x="1" y="0"/>
                </a:moveTo>
                <a:lnTo>
                  <a:pt x="5" y="4"/>
                </a:lnTo>
                <a:lnTo>
                  <a:pt x="4" y="6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9FF"/>
          </a:solidFill>
          <a:ln w="3542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Freeform 927"/>
          <p:cNvSpPr/>
          <p:nvPr/>
        </p:nvSpPr>
        <p:spPr>
          <a:xfrm>
            <a:off x="2565400" y="2159000"/>
            <a:ext cx="76200" cy="88900"/>
          </a:xfrm>
          <a:custGeom>
            <a:avLst/>
            <a:gdLst/>
            <a:ahLst/>
            <a:cxnLst/>
            <a:rect l="l" t="t" r="r" b="b"/>
            <a:pathLst>
              <a:path w="6" h="7">
                <a:moveTo>
                  <a:pt x="1" y="0"/>
                </a:moveTo>
                <a:lnTo>
                  <a:pt x="6" y="5"/>
                </a:lnTo>
                <a:lnTo>
                  <a:pt x="4" y="7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3CFF"/>
          </a:solidFill>
          <a:ln w="3542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Freeform 928"/>
          <p:cNvSpPr/>
          <p:nvPr/>
        </p:nvSpPr>
        <p:spPr>
          <a:xfrm>
            <a:off x="2616200" y="2222500"/>
            <a:ext cx="76200" cy="114300"/>
          </a:xfrm>
          <a:custGeom>
            <a:avLst/>
            <a:gdLst/>
            <a:ahLst/>
            <a:cxnLst/>
            <a:rect l="l" t="t" r="r" b="b"/>
            <a:pathLst>
              <a:path w="6" h="9">
                <a:moveTo>
                  <a:pt x="2" y="0"/>
                </a:moveTo>
                <a:lnTo>
                  <a:pt x="6" y="7"/>
                </a:lnTo>
                <a:lnTo>
                  <a:pt x="4" y="9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ED"/>
          </a:solidFill>
          <a:ln w="3542">
            <a:solidFill>
              <a:srgbClr val="000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Freeform 929"/>
          <p:cNvSpPr/>
          <p:nvPr/>
        </p:nvSpPr>
        <p:spPr>
          <a:xfrm>
            <a:off x="2667000" y="2311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4"/>
                </a:lnTo>
                <a:lnTo>
                  <a:pt x="5" y="6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A4"/>
          </a:solidFill>
          <a:ln w="3542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Freeform 930"/>
          <p:cNvSpPr/>
          <p:nvPr/>
        </p:nvSpPr>
        <p:spPr>
          <a:xfrm>
            <a:off x="2730500" y="2362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542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Freeform 931"/>
          <p:cNvSpPr/>
          <p:nvPr/>
        </p:nvSpPr>
        <p:spPr>
          <a:xfrm>
            <a:off x="2781300" y="23749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1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542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Freeform 932"/>
          <p:cNvSpPr/>
          <p:nvPr/>
        </p:nvSpPr>
        <p:spPr>
          <a:xfrm>
            <a:off x="2832100" y="23749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8B"/>
          </a:solidFill>
          <a:ln w="3542">
            <a:solidFill>
              <a:srgbClr val="0000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Freeform 933"/>
          <p:cNvSpPr/>
          <p:nvPr/>
        </p:nvSpPr>
        <p:spPr>
          <a:xfrm>
            <a:off x="2882900" y="23749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90"/>
          </a:solidFill>
          <a:ln w="3542">
            <a:solidFill>
              <a:srgbClr val="000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Freeform 934"/>
          <p:cNvSpPr/>
          <p:nvPr/>
        </p:nvSpPr>
        <p:spPr>
          <a:xfrm>
            <a:off x="2933700" y="23749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5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97"/>
          </a:solidFill>
          <a:ln w="3542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Freeform 935"/>
          <p:cNvSpPr/>
          <p:nvPr/>
        </p:nvSpPr>
        <p:spPr>
          <a:xfrm>
            <a:off x="2997200" y="23749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0"/>
          </a:solidFill>
          <a:ln w="3542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Freeform 936"/>
          <p:cNvSpPr/>
          <p:nvPr/>
        </p:nvSpPr>
        <p:spPr>
          <a:xfrm>
            <a:off x="3048000" y="23749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1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542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Freeform 937"/>
          <p:cNvSpPr/>
          <p:nvPr/>
        </p:nvSpPr>
        <p:spPr>
          <a:xfrm>
            <a:off x="3098800" y="2374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4"/>
          </a:solidFill>
          <a:ln w="3542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Freeform 938"/>
          <p:cNvSpPr/>
          <p:nvPr/>
        </p:nvSpPr>
        <p:spPr>
          <a:xfrm>
            <a:off x="3149600" y="2387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9B"/>
          </a:solidFill>
          <a:ln w="3542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Freeform 939"/>
          <p:cNvSpPr/>
          <p:nvPr/>
        </p:nvSpPr>
        <p:spPr>
          <a:xfrm>
            <a:off x="3213100" y="24003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3"/>
          </a:solidFill>
          <a:ln w="3542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Freeform 940"/>
          <p:cNvSpPr/>
          <p:nvPr/>
        </p:nvSpPr>
        <p:spPr>
          <a:xfrm>
            <a:off x="3263900" y="2413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542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Freeform 941"/>
          <p:cNvSpPr/>
          <p:nvPr/>
        </p:nvSpPr>
        <p:spPr>
          <a:xfrm>
            <a:off x="3314700" y="2413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89"/>
          </a:solidFill>
          <a:ln w="3542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Freeform 942"/>
          <p:cNvSpPr/>
          <p:nvPr/>
        </p:nvSpPr>
        <p:spPr>
          <a:xfrm>
            <a:off x="3365500" y="2425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0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88"/>
          </a:solidFill>
          <a:ln w="3542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Freeform 943"/>
          <p:cNvSpPr/>
          <p:nvPr/>
        </p:nvSpPr>
        <p:spPr>
          <a:xfrm>
            <a:off x="3416300" y="2425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2"/>
                </a:lnTo>
                <a:lnTo>
                  <a:pt x="2" y="0"/>
                </a:lnTo>
                <a:close/>
              </a:path>
            </a:pathLst>
          </a:custGeom>
          <a:solidFill>
            <a:srgbClr val="000087"/>
          </a:solidFill>
          <a:ln w="3542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Freeform 944"/>
          <p:cNvSpPr/>
          <p:nvPr/>
        </p:nvSpPr>
        <p:spPr>
          <a:xfrm>
            <a:off x="1905000" y="18542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542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Freeform 945"/>
          <p:cNvSpPr/>
          <p:nvPr/>
        </p:nvSpPr>
        <p:spPr>
          <a:xfrm>
            <a:off x="1955800" y="18669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7AFF85"/>
          </a:solidFill>
          <a:ln w="3542">
            <a:solidFill>
              <a:srgbClr val="62C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Freeform 946"/>
          <p:cNvSpPr/>
          <p:nvPr/>
        </p:nvSpPr>
        <p:spPr>
          <a:xfrm>
            <a:off x="2006600" y="18796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73FF8C"/>
          </a:solidFill>
          <a:ln w="3542">
            <a:solidFill>
              <a:srgbClr val="5CC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Freeform 947"/>
          <p:cNvSpPr/>
          <p:nvPr/>
        </p:nvSpPr>
        <p:spPr>
          <a:xfrm>
            <a:off x="2057400" y="1892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5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68FF97"/>
          </a:solidFill>
          <a:ln w="3542">
            <a:solidFill>
              <a:srgbClr val="53CC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Freeform 948"/>
          <p:cNvSpPr/>
          <p:nvPr/>
        </p:nvSpPr>
        <p:spPr>
          <a:xfrm>
            <a:off x="2120900" y="19050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1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5AFFA5"/>
          </a:solidFill>
          <a:ln w="3542">
            <a:solidFill>
              <a:srgbClr val="48CC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Freeform 949"/>
          <p:cNvSpPr/>
          <p:nvPr/>
        </p:nvSpPr>
        <p:spPr>
          <a:xfrm>
            <a:off x="2171700" y="19177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1" y="0"/>
                </a:moveTo>
                <a:lnTo>
                  <a:pt x="6" y="2"/>
                </a:lnTo>
                <a:lnTo>
                  <a:pt x="4" y="3"/>
                </a:lnTo>
                <a:lnTo>
                  <a:pt x="0" y="2"/>
                </a:lnTo>
                <a:lnTo>
                  <a:pt x="1" y="0"/>
                </a:lnTo>
                <a:close/>
              </a:path>
            </a:pathLst>
          </a:custGeom>
          <a:solidFill>
            <a:srgbClr val="49FFB6"/>
          </a:solidFill>
          <a:ln w="3542">
            <a:solidFill>
              <a:srgbClr val="3ACC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Freeform 950"/>
          <p:cNvSpPr/>
          <p:nvPr/>
        </p:nvSpPr>
        <p:spPr>
          <a:xfrm>
            <a:off x="2222500" y="1943100"/>
            <a:ext cx="76200" cy="38100"/>
          </a:xfrm>
          <a:custGeom>
            <a:avLst/>
            <a:gdLst/>
            <a:ahLst/>
            <a:cxnLst/>
            <a:rect l="l" t="t" r="r" b="b"/>
            <a:pathLst>
              <a:path w="6" h="3">
                <a:moveTo>
                  <a:pt x="2" y="0"/>
                </a:moveTo>
                <a:lnTo>
                  <a:pt x="6" y="2"/>
                </a:lnTo>
                <a:lnTo>
                  <a:pt x="4" y="3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33FFCC"/>
          </a:solidFill>
          <a:ln w="3542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Freeform 951"/>
          <p:cNvSpPr/>
          <p:nvPr/>
        </p:nvSpPr>
        <p:spPr>
          <a:xfrm>
            <a:off x="2273300" y="19685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6" h="4">
                <a:moveTo>
                  <a:pt x="2" y="0"/>
                </a:moveTo>
                <a:lnTo>
                  <a:pt x="6" y="3"/>
                </a:lnTo>
                <a:lnTo>
                  <a:pt x="5" y="4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1AFFE5"/>
          </a:solidFill>
          <a:ln w="3542">
            <a:solidFill>
              <a:srgbClr val="15CC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Freeform 952"/>
          <p:cNvSpPr/>
          <p:nvPr/>
        </p:nvSpPr>
        <p:spPr>
          <a:xfrm>
            <a:off x="2336800" y="2006600"/>
            <a:ext cx="63500" cy="38100"/>
          </a:xfrm>
          <a:custGeom>
            <a:avLst/>
            <a:gdLst/>
            <a:ahLst/>
            <a:cxnLst/>
            <a:rect l="l" t="t" r="r" b="b"/>
            <a:pathLst>
              <a:path w="5" h="3">
                <a:moveTo>
                  <a:pt x="1" y="0"/>
                </a:moveTo>
                <a:lnTo>
                  <a:pt x="5" y="2"/>
                </a:lnTo>
                <a:lnTo>
                  <a:pt x="4" y="3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FBFF"/>
          </a:solidFill>
          <a:ln w="3542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Freeform 953"/>
          <p:cNvSpPr/>
          <p:nvPr/>
        </p:nvSpPr>
        <p:spPr>
          <a:xfrm>
            <a:off x="2387600" y="2032000"/>
            <a:ext cx="63500" cy="50800"/>
          </a:xfrm>
          <a:custGeom>
            <a:avLst/>
            <a:gdLst/>
            <a:ahLst/>
            <a:cxnLst/>
            <a:rect l="l" t="t" r="r" b="b"/>
            <a:pathLst>
              <a:path w="5" h="4">
                <a:moveTo>
                  <a:pt x="1" y="0"/>
                </a:moveTo>
                <a:lnTo>
                  <a:pt x="5" y="3"/>
                </a:lnTo>
                <a:lnTo>
                  <a:pt x="4" y="4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D7FF"/>
          </a:solidFill>
          <a:ln w="3542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Freeform 954"/>
          <p:cNvSpPr/>
          <p:nvPr/>
        </p:nvSpPr>
        <p:spPr>
          <a:xfrm>
            <a:off x="2438400" y="20701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4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ACFF"/>
          </a:solidFill>
          <a:ln w="3542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Freeform 955"/>
          <p:cNvSpPr/>
          <p:nvPr/>
        </p:nvSpPr>
        <p:spPr>
          <a:xfrm>
            <a:off x="2489200" y="2120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5"/>
                </a:lnTo>
                <a:lnTo>
                  <a:pt x="4" y="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77FF"/>
          </a:solidFill>
          <a:ln w="3542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Freeform 956"/>
          <p:cNvSpPr/>
          <p:nvPr/>
        </p:nvSpPr>
        <p:spPr>
          <a:xfrm>
            <a:off x="2540000" y="2184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6" h="6">
                <a:moveTo>
                  <a:pt x="2" y="0"/>
                </a:moveTo>
                <a:lnTo>
                  <a:pt x="6" y="5"/>
                </a:lnTo>
                <a:lnTo>
                  <a:pt x="5" y="6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37FF"/>
          </a:solidFill>
          <a:ln w="3542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Freeform 957"/>
          <p:cNvSpPr/>
          <p:nvPr/>
        </p:nvSpPr>
        <p:spPr>
          <a:xfrm>
            <a:off x="2603500" y="2247900"/>
            <a:ext cx="63500" cy="101600"/>
          </a:xfrm>
          <a:custGeom>
            <a:avLst/>
            <a:gdLst/>
            <a:ahLst/>
            <a:cxnLst/>
            <a:rect l="l" t="t" r="r" b="b"/>
            <a:pathLst>
              <a:path w="5" h="8">
                <a:moveTo>
                  <a:pt x="1" y="0"/>
                </a:moveTo>
                <a:lnTo>
                  <a:pt x="5" y="7"/>
                </a:lnTo>
                <a:lnTo>
                  <a:pt x="4" y="8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E6"/>
          </a:solidFill>
          <a:ln w="3542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Freeform 958"/>
          <p:cNvSpPr/>
          <p:nvPr/>
        </p:nvSpPr>
        <p:spPr>
          <a:xfrm>
            <a:off x="2654300" y="2336800"/>
            <a:ext cx="76200" cy="63500"/>
          </a:xfrm>
          <a:custGeom>
            <a:avLst/>
            <a:gdLst/>
            <a:ahLst/>
            <a:cxnLst/>
            <a:rect l="l" t="t" r="r" b="b"/>
            <a:pathLst>
              <a:path w="6" h="5">
                <a:moveTo>
                  <a:pt x="1" y="0"/>
                </a:moveTo>
                <a:lnTo>
                  <a:pt x="6" y="4"/>
                </a:lnTo>
                <a:lnTo>
                  <a:pt x="4" y="5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542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Freeform 959"/>
          <p:cNvSpPr/>
          <p:nvPr/>
        </p:nvSpPr>
        <p:spPr>
          <a:xfrm>
            <a:off x="2705100" y="23876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83"/>
          </a:solidFill>
          <a:ln w="3542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Freeform 960"/>
          <p:cNvSpPr/>
          <p:nvPr/>
        </p:nvSpPr>
        <p:spPr>
          <a:xfrm>
            <a:off x="2755900" y="23876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85"/>
          </a:solidFill>
          <a:ln w="3542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Freeform 961"/>
          <p:cNvSpPr/>
          <p:nvPr/>
        </p:nvSpPr>
        <p:spPr>
          <a:xfrm>
            <a:off x="2806700" y="23876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5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8A"/>
          </a:solidFill>
          <a:ln w="3542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Freeform 962"/>
          <p:cNvSpPr/>
          <p:nvPr/>
        </p:nvSpPr>
        <p:spPr>
          <a:xfrm>
            <a:off x="2870200" y="2387600"/>
            <a:ext cx="63500" cy="12700"/>
          </a:xfrm>
          <a:custGeom>
            <a:avLst/>
            <a:gdLst/>
            <a:ahLst/>
            <a:cxnLst/>
            <a:rect l="l" t="t" r="r" b="b"/>
            <a:pathLst>
              <a:path w="5" h="1">
                <a:moveTo>
                  <a:pt x="1" y="0"/>
                </a:moveTo>
                <a:lnTo>
                  <a:pt x="5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0"/>
          </a:solidFill>
          <a:ln w="3542">
            <a:solidFill>
              <a:srgbClr val="000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Freeform 963"/>
          <p:cNvSpPr/>
          <p:nvPr/>
        </p:nvSpPr>
        <p:spPr>
          <a:xfrm>
            <a:off x="2921000" y="23876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1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7"/>
          </a:solidFill>
          <a:ln w="3542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Freeform 964"/>
          <p:cNvSpPr/>
          <p:nvPr/>
        </p:nvSpPr>
        <p:spPr>
          <a:xfrm>
            <a:off x="2971800" y="23876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0"/>
          </a:solidFill>
          <a:ln w="3542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Freeform 965"/>
          <p:cNvSpPr/>
          <p:nvPr/>
        </p:nvSpPr>
        <p:spPr>
          <a:xfrm>
            <a:off x="3022600" y="23876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5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A6"/>
          </a:solidFill>
          <a:ln w="3542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Freeform 966"/>
          <p:cNvSpPr/>
          <p:nvPr/>
        </p:nvSpPr>
        <p:spPr>
          <a:xfrm>
            <a:off x="3086100" y="23876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4"/>
          </a:solidFill>
          <a:ln w="3542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Freeform 967"/>
          <p:cNvSpPr/>
          <p:nvPr/>
        </p:nvSpPr>
        <p:spPr>
          <a:xfrm>
            <a:off x="3136900" y="24003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1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B"/>
          </a:solidFill>
          <a:ln w="3542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Freeform 968"/>
          <p:cNvSpPr/>
          <p:nvPr/>
        </p:nvSpPr>
        <p:spPr>
          <a:xfrm>
            <a:off x="3187700" y="24130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93"/>
          </a:solidFill>
          <a:ln w="3542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Freeform 969"/>
          <p:cNvSpPr/>
          <p:nvPr/>
        </p:nvSpPr>
        <p:spPr>
          <a:xfrm>
            <a:off x="3238500" y="2425700"/>
            <a:ext cx="76200" cy="25400"/>
          </a:xfrm>
          <a:custGeom>
            <a:avLst/>
            <a:gdLst/>
            <a:ahLst/>
            <a:cxnLst/>
            <a:rect l="l" t="t" r="r" b="b"/>
            <a:pathLst>
              <a:path w="6" h="2">
                <a:moveTo>
                  <a:pt x="2" y="0"/>
                </a:moveTo>
                <a:lnTo>
                  <a:pt x="6" y="1"/>
                </a:lnTo>
                <a:lnTo>
                  <a:pt x="4" y="2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8D"/>
          </a:solidFill>
          <a:ln w="3542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Freeform 970"/>
          <p:cNvSpPr/>
          <p:nvPr/>
        </p:nvSpPr>
        <p:spPr>
          <a:xfrm>
            <a:off x="3289300" y="24384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2" y="0"/>
                </a:moveTo>
                <a:lnTo>
                  <a:pt x="6" y="0"/>
                </a:lnTo>
                <a:lnTo>
                  <a:pt x="5" y="1"/>
                </a:ln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87"/>
          </a:solidFill>
          <a:ln w="3542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Freeform 971"/>
          <p:cNvSpPr/>
          <p:nvPr/>
        </p:nvSpPr>
        <p:spPr>
          <a:xfrm>
            <a:off x="3352800" y="2438400"/>
            <a:ext cx="63500" cy="25400"/>
          </a:xfrm>
          <a:custGeom>
            <a:avLst/>
            <a:gdLst/>
            <a:ahLst/>
            <a:cxnLst/>
            <a:rect l="l" t="t" r="r" b="b"/>
            <a:pathLst>
              <a:path w="5" h="2">
                <a:moveTo>
                  <a:pt x="1" y="0"/>
                </a:moveTo>
                <a:lnTo>
                  <a:pt x="5" y="1"/>
                </a:lnTo>
                <a:lnTo>
                  <a:pt x="4" y="2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4"/>
          </a:solidFill>
          <a:ln w="3542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Freeform 972"/>
          <p:cNvSpPr/>
          <p:nvPr/>
        </p:nvSpPr>
        <p:spPr>
          <a:xfrm>
            <a:off x="3403600" y="2451100"/>
            <a:ext cx="76200" cy="12700"/>
          </a:xfrm>
          <a:custGeom>
            <a:avLst/>
            <a:gdLst/>
            <a:ahLst/>
            <a:cxnLst/>
            <a:rect l="l" t="t" r="r" b="b"/>
            <a:pathLst>
              <a:path w="6" h="1">
                <a:moveTo>
                  <a:pt x="1" y="0"/>
                </a:moveTo>
                <a:lnTo>
                  <a:pt x="6" y="0"/>
                </a:lnTo>
                <a:lnTo>
                  <a:pt x="4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542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Rectangle 97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Rectangle 97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6" name="Picture 97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77" name="Picture 97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78" name="TextBox 97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5</a:t>
            </a:r>
          </a:p>
        </p:txBody>
      </p:sp>
      <p:sp>
        <p:nvSpPr>
          <p:cNvPr id="979" name="TextBox 978"/>
          <p:cNvSpPr txBox="1"/>
          <p:nvPr/>
        </p:nvSpPr>
        <p:spPr>
          <a:xfrm>
            <a:off x="359993" y="717879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980" name="TextBox 979"/>
          <p:cNvSpPr txBox="1"/>
          <p:nvPr/>
        </p:nvSpPr>
        <p:spPr>
          <a:xfrm>
            <a:off x="3488326" y="2579202"/>
            <a:ext cx="2297069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3771215" y="2390690"/>
            <a:ext cx="2014180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982" name="TextBox 981"/>
          <p:cNvSpPr txBox="1"/>
          <p:nvPr/>
        </p:nvSpPr>
        <p:spPr>
          <a:xfrm>
            <a:off x="4040351" y="2211352"/>
            <a:ext cx="1745045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83" name="TextBox 982"/>
          <p:cNvSpPr txBox="1"/>
          <p:nvPr/>
        </p:nvSpPr>
        <p:spPr>
          <a:xfrm>
            <a:off x="3401071" y="2581558"/>
            <a:ext cx="2384325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4" name="TextBox 983"/>
          <p:cNvSpPr txBox="1"/>
          <p:nvPr/>
        </p:nvSpPr>
        <p:spPr>
          <a:xfrm>
            <a:off x="3090178" y="2554115"/>
            <a:ext cx="2695217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779277" y="2526671"/>
            <a:ext cx="3006118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986" name="TextBox 985"/>
          <p:cNvSpPr txBox="1"/>
          <p:nvPr/>
        </p:nvSpPr>
        <p:spPr>
          <a:xfrm>
            <a:off x="2468385" y="2499228"/>
            <a:ext cx="3317010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2157493" y="2471784"/>
            <a:ext cx="3627902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988" name="TextBox 987"/>
          <p:cNvSpPr txBox="1"/>
          <p:nvPr/>
        </p:nvSpPr>
        <p:spPr>
          <a:xfrm>
            <a:off x="1823460" y="2446208"/>
            <a:ext cx="3961935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1781873" y="2078464"/>
            <a:ext cx="4003522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990" name="TextBox 989"/>
          <p:cNvSpPr txBox="1"/>
          <p:nvPr/>
        </p:nvSpPr>
        <p:spPr>
          <a:xfrm>
            <a:off x="1781873" y="1624087"/>
            <a:ext cx="4003522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Cambria Math"/>
              </a:rPr>
              <a:t>20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3829746" y="2577140"/>
            <a:ext cx="1955649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992" name="TextBox 991"/>
          <p:cNvSpPr txBox="1"/>
          <p:nvPr/>
        </p:nvSpPr>
        <p:spPr>
          <a:xfrm>
            <a:off x="2472199" y="2665746"/>
            <a:ext cx="3313196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Josefin Sans"/>
              </a:rPr>
              <a:t>Food</a:t>
            </a:r>
          </a:p>
        </p:txBody>
      </p:sp>
      <p:sp>
        <p:nvSpPr>
          <p:cNvPr id="993" name="TextBox 992"/>
          <p:cNvSpPr txBox="1"/>
          <p:nvPr/>
        </p:nvSpPr>
        <p:spPr>
          <a:xfrm>
            <a:off x="1624199" y="1800886"/>
            <a:ext cx="4161196" cy="1372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97" b="0">
                <a:solidFill>
                  <a:srgbClr val="000000"/>
                </a:solidFill>
                <a:latin typeface="Josefin Sans"/>
              </a:rPr>
              <a:t>Tips,</a:t>
            </a:r>
            <a:r>
              <a:rPr sz="697" b="0">
                <a:solidFill>
                  <a:srgbClr val="000000"/>
                </a:solidFill>
                <a:latin typeface="Josefin Sans"/>
              </a:rPr>
              <a:t> </a:t>
            </a:r>
            <a:r>
              <a:rPr sz="697" b="0">
                <a:solidFill>
                  <a:srgbClr val="000000"/>
                </a:solidFill>
                <a:latin typeface="Josefin Sans"/>
              </a:rPr>
              <a:t>%</a:t>
            </a:r>
          </a:p>
        </p:txBody>
      </p:sp>
      <p:sp>
        <p:nvSpPr>
          <p:cNvPr id="994" name="TextBox 993"/>
          <p:cNvSpPr txBox="1"/>
          <p:nvPr/>
        </p:nvSpPr>
        <p:spPr>
          <a:xfrm>
            <a:off x="4889664" y="3150930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5630341" y="3150706"/>
            <a:ext cx="1550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77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5039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operating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8390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keeps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repairs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failed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brings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failed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53573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type.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Failed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repaired,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placed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shelf,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68757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become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spares.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required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available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shelf,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takes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leaves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1839403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However,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shelf,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wait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99123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needed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becomes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available.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objective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here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advise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manager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214306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certain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decision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policies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keep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satisfied.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7446" y="3150693"/>
            <a:ext cx="1579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78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012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9661" y="3150929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7442" y="3150705"/>
            <a:ext cx="1579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012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88656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89661" y="3150929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7442" y="3150705"/>
            <a:ext cx="1579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012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88656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2" y="115900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waiting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9661" y="3150929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7442" y="3150705"/>
            <a:ext cx="1579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012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88656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2" y="115900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waiting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2" y="138675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661" y="3150929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7442" y="3150705"/>
            <a:ext cx="1579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012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88656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2" y="115900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waiting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2" y="138675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2" y="1614505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ratio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failures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repairs.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89661" y="3150929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7442" y="3150705"/>
            <a:ext cx="1579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9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012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88656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2" y="115900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waiting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2" y="138675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2" y="1614505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ratio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failures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repairs.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2" y="1842242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89655" y="3150929"/>
            <a:ext cx="895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7436" y="3150705"/>
            <a:ext cx="1579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9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012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88656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2" y="115900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waiting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2" y="138675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2" y="1614505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ratio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failures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repairs.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2" y="1842242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5911" y="2213749"/>
            <a:ext cx="534948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9655" y="3150929"/>
            <a:ext cx="895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7436" y="3150705"/>
            <a:ext cx="1579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9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012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88656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2" y="115900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waiting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2" y="138675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2" y="1614505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ratio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failures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repairs.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2" y="1842242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5911" y="2213749"/>
            <a:ext cx="534948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06228" y="2213749"/>
            <a:ext cx="457916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89655" y="3150929"/>
            <a:ext cx="895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7436" y="3150705"/>
            <a:ext cx="1579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9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012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88656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2" y="115900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waiting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2" y="138675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2" y="1614505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ratio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failures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repairs.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2" y="1842242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5911" y="2213749"/>
            <a:ext cx="534948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06228" y="2213749"/>
            <a:ext cx="457916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5909" y="2416186"/>
            <a:ext cx="534948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89655" y="3150929"/>
            <a:ext cx="895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7436" y="3150705"/>
            <a:ext cx="1579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9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012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88656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2" y="115900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waiting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2" y="138675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2" y="1614505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ratio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failures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repairs.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2" y="1842242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5911" y="2213749"/>
            <a:ext cx="534948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06228" y="2213749"/>
            <a:ext cx="457916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5909" y="2416186"/>
            <a:ext cx="534948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06225" y="2416186"/>
            <a:ext cx="457917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89655" y="3150929"/>
            <a:ext cx="895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7436" y="3150705"/>
            <a:ext cx="1579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9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7999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012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88656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2" y="115900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waiting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2" y="138675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2" y="1614505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ratio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failures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repairs.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2" y="1842242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5911" y="2213749"/>
            <a:ext cx="534948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06228" y="2213749"/>
            <a:ext cx="457916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5909" y="2416186"/>
            <a:ext cx="534948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06225" y="2416186"/>
            <a:ext cx="457917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5906" y="2618636"/>
            <a:ext cx="53494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Objective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89655" y="3150929"/>
            <a:ext cx="895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7436" y="3150705"/>
            <a:ext cx="15795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6012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Specify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problem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886561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2" y="115900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average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waiting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2" y="1386757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2" y="1614505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ratio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failures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rate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repairs.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402" y="1842242"/>
            <a:ext cx="531599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centre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has.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5911" y="2213749"/>
            <a:ext cx="534948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06228" y="2213749"/>
            <a:ext cx="457916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5909" y="2416186"/>
            <a:ext cx="5349486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06225" y="2416186"/>
            <a:ext cx="457917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parts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5906" y="2618636"/>
            <a:ext cx="534948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Objective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06225" y="2618636"/>
            <a:ext cx="457917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Advise the manager of the service centre of the number of spares required to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06225" y="2770464"/>
            <a:ext cx="4579170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maintain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customer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service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acceptable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89661" y="3150929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27442" y="3150705"/>
            <a:ext cx="1579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79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7218828" y="-24141912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7218828" y="-23966041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18828" y="-2379523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218828" y="-23624424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6404822" y="-23968569"/>
            <a:ext cx="81654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7216301" y="-23968569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277245" y="-24141912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9277245" y="-23966041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277245" y="-2379523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77245" y="-23624424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8463239" y="-23968569"/>
            <a:ext cx="81654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9274718" y="-23968569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248037" y="-23184116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248037" y="-23008245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248037" y="-22837443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8248037" y="-22666628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434030" y="-23010773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245510" y="-23010773"/>
            <a:ext cx="88112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5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6260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89665" y="3150915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16601" y="3150691"/>
            <a:ext cx="1687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80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7218828" y="-24141909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7218828" y="-23966037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7218828" y="-23795235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218828" y="-23624421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6404822" y="-23968566"/>
            <a:ext cx="81654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7216301" y="-23968566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277245" y="-24141909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9277245" y="-23966037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277245" y="-23795235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77245" y="-23624421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8463239" y="-23968566"/>
            <a:ext cx="81654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9274718" y="-23968566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248037" y="-23184113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248037" y="-2300824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248037" y="-2283744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8248037" y="-22666625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434030" y="-23010770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245510" y="-23010770"/>
            <a:ext cx="88112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6260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5" y="86394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89665" y="3150918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16601" y="3150694"/>
            <a:ext cx="1687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80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818501" y="1258418"/>
            <a:ext cx="0" cy="17586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18501" y="143428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18501" y="160509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18501" y="177590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04494" y="1431760"/>
            <a:ext cx="81654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815974" y="1431760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9277242" y="-24141909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9277242" y="-23966037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9277242" y="-23795235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9277242" y="-23624421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8463236" y="-23968566"/>
            <a:ext cx="81654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9274715" y="-23968566"/>
            <a:ext cx="881124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248033" y="-23184113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248033" y="-2300824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248033" y="-2283744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8248033" y="-22666625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434027" y="-23010770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245506" y="-23010770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6260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5" y="86394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33412" y="1116248"/>
            <a:ext cx="45519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0402" y="1287063"/>
            <a:ext cx="47049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96946" y="1287063"/>
            <a:ext cx="388844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02474" y="1462932"/>
            <a:ext cx="45829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15380" y="1462932"/>
            <a:ext cx="36700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05675" y="1633735"/>
            <a:ext cx="44797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90739" y="1633735"/>
            <a:ext cx="36946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40333" y="1804550"/>
            <a:ext cx="45450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32691" y="1804550"/>
            <a:ext cx="36527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9662" y="315091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16598" y="3150694"/>
            <a:ext cx="1687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80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818501" y="1258418"/>
            <a:ext cx="0" cy="17586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18501" y="143428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18501" y="160509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18501" y="177590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04494" y="1431760"/>
            <a:ext cx="81654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815974" y="1431760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876915" y="1258417"/>
            <a:ext cx="0" cy="17586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76915" y="143428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76915" y="160508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6915" y="177590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062908" y="1431759"/>
            <a:ext cx="81654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74388" y="1431759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248033" y="-23184113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248033" y="-23008242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248033" y="-2283744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8248033" y="-22666625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434027" y="-23010770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245506" y="-23010770"/>
            <a:ext cx="88112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6260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5" y="86394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33412" y="1116248"/>
            <a:ext cx="45519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0402" y="1287063"/>
            <a:ext cx="47049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96946" y="1287063"/>
            <a:ext cx="388844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02474" y="1462932"/>
            <a:ext cx="45829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15380" y="1462932"/>
            <a:ext cx="36700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05675" y="1633735"/>
            <a:ext cx="44797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90739" y="1633735"/>
            <a:ext cx="36946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40333" y="1804550"/>
            <a:ext cx="45450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32691" y="1804550"/>
            <a:ext cx="36527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75291" y="1116247"/>
            <a:ext cx="26101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38816" y="1287062"/>
            <a:ext cx="2646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55360" y="1287062"/>
            <a:ext cx="18300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59123" y="1462932"/>
            <a:ext cx="24262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small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47122" y="1462932"/>
            <a:ext cx="16382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0.35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98747" y="1633734"/>
            <a:ext cx="24866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41305" y="1633734"/>
            <a:ext cx="16440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59276" y="1804549"/>
            <a:ext cx="24261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large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88776" y="1804549"/>
            <a:ext cx="15966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0.6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89662" y="315091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16598" y="3150694"/>
            <a:ext cx="1687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80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818501" y="1258418"/>
            <a:ext cx="0" cy="17586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18501" y="143428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818501" y="160509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18501" y="177590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04494" y="1431760"/>
            <a:ext cx="81654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815974" y="1431760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876915" y="1258417"/>
            <a:ext cx="0" cy="17586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876915" y="1434287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876915" y="1605089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6915" y="1775904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062908" y="1431759"/>
            <a:ext cx="816547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74388" y="1431759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847706" y="2216213"/>
            <a:ext cx="0" cy="17587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47706" y="2392083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47706" y="2562886"/>
            <a:ext cx="0" cy="170814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847706" y="273370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033699" y="2389556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45178" y="2389556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9993" y="6260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9995" y="863941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33412" y="1116248"/>
            <a:ext cx="45519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0402" y="1287063"/>
            <a:ext cx="470499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896946" y="1287063"/>
            <a:ext cx="388844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02474" y="1462932"/>
            <a:ext cx="458292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15380" y="1462932"/>
            <a:ext cx="36700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05675" y="1633735"/>
            <a:ext cx="447972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short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90739" y="1633735"/>
            <a:ext cx="36946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40333" y="1804550"/>
            <a:ext cx="45450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32691" y="1804550"/>
            <a:ext cx="365270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75291" y="1116247"/>
            <a:ext cx="261010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38816" y="1287062"/>
            <a:ext cx="26465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55360" y="1287062"/>
            <a:ext cx="18300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59123" y="1462932"/>
            <a:ext cx="24262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small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47122" y="1462932"/>
            <a:ext cx="16382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0.35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98747" y="1633734"/>
            <a:ext cx="248664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41305" y="1633734"/>
            <a:ext cx="16440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359276" y="1804549"/>
            <a:ext cx="24261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large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88776" y="1804549"/>
            <a:ext cx="15966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0.6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72433" y="2074044"/>
            <a:ext cx="33129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09607" y="2244859"/>
            <a:ext cx="367578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151" y="2244859"/>
            <a:ext cx="285924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68687" y="2420728"/>
            <a:ext cx="34167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low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44135" y="2420728"/>
            <a:ext cx="26412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69538" y="2591543"/>
            <a:ext cx="351585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112197" y="2591543"/>
            <a:ext cx="26731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47681" y="2762346"/>
            <a:ext cx="34377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high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159468" y="2762346"/>
            <a:ext cx="26259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0.6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89662" y="315091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16598" y="3150694"/>
            <a:ext cx="1687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80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847707" y="1225524"/>
            <a:ext cx="0" cy="175869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847707" y="1401381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847707" y="1572196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847707" y="1743011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847707" y="1913813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847707" y="2084628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47707" y="2255430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847707" y="2426245"/>
            <a:ext cx="0" cy="170815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033701" y="1398866"/>
            <a:ext cx="81654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845180" y="1398866"/>
            <a:ext cx="88112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Step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1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(continued)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9993" y="831049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Define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range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variables.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47073" y="1083354"/>
            <a:ext cx="363832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spares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09608" y="1254169"/>
            <a:ext cx="36757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value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152" y="1254169"/>
            <a:ext cx="28592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range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26728" y="1430039"/>
            <a:ext cx="35586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small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13215" y="1430039"/>
            <a:ext cx="26721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29915" y="1600841"/>
            <a:ext cx="345548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small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15284" y="1600841"/>
            <a:ext cx="26701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84716" y="1771656"/>
            <a:ext cx="360067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rather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small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59158" y="1771656"/>
            <a:ext cx="272623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0.25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69540" y="1942458"/>
            <a:ext cx="35158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medium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49442" y="1942458"/>
            <a:ext cx="27359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0.30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84869" y="2113273"/>
            <a:ext cx="36005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rather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large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58400" y="2113273"/>
            <a:ext cx="272699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0.55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0.75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330068" y="2284076"/>
            <a:ext cx="345532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large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28190" y="2284076"/>
            <a:ext cx="265720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0.60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226880" y="2454891"/>
            <a:ext cx="35585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very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large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130879" y="2454891"/>
            <a:ext cx="265451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0.70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-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89665" y="3150916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39677" y="3150692"/>
            <a:ext cx="1457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81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560288" y="-23833103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560288" y="-2386190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848292" y="-2386190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136297" y="-2386190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424298" y="-2386190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712302" y="-2386190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8000306" y="-23861904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6560288" y="-24553112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560288" y="-2383310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560288" y="-2397710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6560288" y="-2412110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560288" y="-2426510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560288" y="-2440911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560288" y="-2455311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560288" y="-24553112"/>
            <a:ext cx="14400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6704289" y="-24553112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6992293" y="-23833103"/>
            <a:ext cx="100801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6560288" y="-23833103"/>
            <a:ext cx="14400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6704289" y="-24553112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992293" y="-24553112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280297" y="-23833103"/>
            <a:ext cx="720009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560288" y="-23833103"/>
            <a:ext cx="576009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7136297" y="-24553112"/>
            <a:ext cx="288001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424298" y="-24553112"/>
            <a:ext cx="576008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827074" y="-23832777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827074" y="-2386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115078" y="-2386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403082" y="-2386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691083" y="-2386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979087" y="-2386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0267092" y="-2386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8827074" y="-24552786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827074" y="-2383277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827074" y="-2397677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8827074" y="-2412078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8827074" y="-24264782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8827074" y="-2440878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8827074" y="-2455278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8827074" y="-24552786"/>
            <a:ext cx="21600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9043076" y="-24552786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9331080" y="-23832777"/>
            <a:ext cx="93601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8827074" y="-23832777"/>
            <a:ext cx="432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259079" y="-24552786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9547083" y="-24552786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9835087" y="-23832777"/>
            <a:ext cx="432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8827074" y="-23832777"/>
            <a:ext cx="864009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9691083" y="-24552786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9979087" y="-24552786"/>
            <a:ext cx="288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6560291" y="-22680271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6560291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6848296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7136300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7424301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7712305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8000309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6560291" y="-234002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6560291" y="-2268027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6560291" y="-2282427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6560291" y="-2296827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6560291" y="-2311227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6560291" y="-2325627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6560291" y="-234002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6560291" y="-23400280"/>
            <a:ext cx="576009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7136300" y="-23400280"/>
            <a:ext cx="28800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7424301" y="-22680271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6560291" y="-22680271"/>
            <a:ext cx="576009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7136300" y="-23400280"/>
            <a:ext cx="28800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7424301" y="-23400280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7712305" y="-22680271"/>
            <a:ext cx="288004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6560291" y="-22680271"/>
            <a:ext cx="864010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7424301" y="-23400280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7712305" y="-23400280"/>
            <a:ext cx="288004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8827077" y="-22679874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8827077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9115081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9403085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9691086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9979091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0267095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8827077" y="-2339988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827077" y="-2267987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8827077" y="-2282387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8827077" y="-2296787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827077" y="-2311187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8827077" y="-2325588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8827077" y="-2339988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8827077" y="-23399883"/>
            <a:ext cx="14400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8971078" y="-23399883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9259082" y="-22679874"/>
            <a:ext cx="100801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8827077" y="-23399883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9115081" y="-23399883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9403085" y="-22679874"/>
            <a:ext cx="864010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8827077" y="-22679874"/>
            <a:ext cx="360003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9187080" y="-23399883"/>
            <a:ext cx="144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29331084" y="-23399883"/>
            <a:ext cx="144000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9475084" y="-22679874"/>
            <a:ext cx="79201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28827077" y="-22679874"/>
            <a:ext cx="432005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9259082" y="-23399883"/>
            <a:ext cx="288004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9547086" y="-23399883"/>
            <a:ext cx="288004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9835090" y="-22679874"/>
            <a:ext cx="432005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28827077" y="-22679874"/>
            <a:ext cx="792011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29619088" y="-23399883"/>
            <a:ext cx="144000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9763088" y="-23399883"/>
            <a:ext cx="144004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9907092" y="-22679874"/>
            <a:ext cx="360003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8827077" y="-22679874"/>
            <a:ext cx="864009" cy="0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29691086" y="-23399883"/>
            <a:ext cx="288005" cy="720009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9979091" y="-23399883"/>
            <a:ext cx="288004" cy="720009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8827077" y="-22679874"/>
            <a:ext cx="1008013" cy="0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29835090" y="-23399883"/>
            <a:ext cx="288004" cy="720009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30123094" y="-23399883"/>
            <a:ext cx="144001" cy="0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ctangle 145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" name="Picture 14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9993" y="5640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89668" y="3150918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625100" y="3150694"/>
            <a:ext cx="160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82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59961" y="1567223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59961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47964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35968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023972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311975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599979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59961" y="84721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59961" y="156722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59961" y="14232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59961" y="12792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9961" y="11352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9961" y="9912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59961" y="84721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159961" y="847214"/>
            <a:ext cx="14400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303963" y="847214"/>
            <a:ext cx="288003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91966" y="1567223"/>
            <a:ext cx="100801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59961" y="1567223"/>
            <a:ext cx="144002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303963" y="847214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91966" y="847214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879970" y="1567223"/>
            <a:ext cx="720009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59961" y="1567223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735968" y="847214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23972" y="847214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827074" y="-23832777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827074" y="-2386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115078" y="-2386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403082" y="-2386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691083" y="-2386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979087" y="-2386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0267092" y="-2386157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8827074" y="-24552786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827074" y="-23832777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827074" y="-2397677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8827074" y="-2412078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8827074" y="-24264782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8827074" y="-2440878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8827074" y="-2455278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8827074" y="-24552786"/>
            <a:ext cx="21600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9043076" y="-24552786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9331080" y="-23832777"/>
            <a:ext cx="93601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8827074" y="-23832777"/>
            <a:ext cx="432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259079" y="-24552786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9547083" y="-24552786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9835087" y="-23832777"/>
            <a:ext cx="432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8827074" y="-23832777"/>
            <a:ext cx="864009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9691083" y="-24552786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9979087" y="-24552786"/>
            <a:ext cx="288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6560291" y="-22680271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6560291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6848296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7136300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7424301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7712305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8000309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6560291" y="-234002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6560291" y="-2268027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6560291" y="-2282427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6560291" y="-2296827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6560291" y="-2311227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6560291" y="-2325627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6560291" y="-234002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6560291" y="-23400280"/>
            <a:ext cx="576009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7136300" y="-23400280"/>
            <a:ext cx="28800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7424301" y="-22680271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6560291" y="-22680271"/>
            <a:ext cx="576009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7136300" y="-23400280"/>
            <a:ext cx="28800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7424301" y="-23400280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7712305" y="-22680271"/>
            <a:ext cx="288004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6560291" y="-22680271"/>
            <a:ext cx="864010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7424301" y="-23400280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7712305" y="-23400280"/>
            <a:ext cx="288004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8827077" y="-22679874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8827077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9115081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9403085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9691086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9979091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0267095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8827077" y="-2339988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827077" y="-2267987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8827077" y="-2282387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8827077" y="-2296787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827077" y="-2311187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8827077" y="-2325588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8827077" y="-2339988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8827077" y="-23399883"/>
            <a:ext cx="14400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8971078" y="-23399883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9259082" y="-22679874"/>
            <a:ext cx="100801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8827077" y="-23399883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9115081" y="-23399883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9403085" y="-22679874"/>
            <a:ext cx="864010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8827077" y="-22679874"/>
            <a:ext cx="360003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9187080" y="-23399883"/>
            <a:ext cx="144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29331084" y="-23399883"/>
            <a:ext cx="144000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9475084" y="-22679874"/>
            <a:ext cx="79201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28827077" y="-22679874"/>
            <a:ext cx="432005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9259082" y="-23399883"/>
            <a:ext cx="288004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9547086" y="-23399883"/>
            <a:ext cx="288004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9835090" y="-22679874"/>
            <a:ext cx="432005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28827077" y="-22679874"/>
            <a:ext cx="792011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29619088" y="-23399883"/>
            <a:ext cx="144000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9763088" y="-23399883"/>
            <a:ext cx="144004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9907092" y="-22679874"/>
            <a:ext cx="360003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8827077" y="-22679874"/>
            <a:ext cx="864009" cy="0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29691086" y="-23399883"/>
            <a:ext cx="288005" cy="720009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9979091" y="-23399883"/>
            <a:ext cx="288004" cy="720009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8827077" y="-22679874"/>
            <a:ext cx="1008013" cy="0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29835090" y="-23399883"/>
            <a:ext cx="288004" cy="720009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30123094" y="-23399883"/>
            <a:ext cx="144001" cy="0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ctangle 145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" name="Picture 14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9993" y="5640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134906" y="1584266"/>
            <a:ext cx="46504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95693" y="1584266"/>
            <a:ext cx="438970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684745" y="1584266"/>
            <a:ext cx="41006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70800" y="1584266"/>
            <a:ext cx="38145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59405" y="1584266"/>
            <a:ext cx="35259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87207" y="1584266"/>
            <a:ext cx="31981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86051" y="1736158"/>
            <a:ext cx="439934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17345" y="1528732"/>
            <a:ext cx="47680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6408" y="1384734"/>
            <a:ext cx="47589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28511" y="1240736"/>
            <a:ext cx="47568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4630" y="1096525"/>
            <a:ext cx="47607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5839" y="952528"/>
            <a:ext cx="47595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41953" y="808733"/>
            <a:ext cx="47434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78158" y="815981"/>
            <a:ext cx="490723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265005" y="1179610"/>
            <a:ext cx="452039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74316" y="1180331"/>
            <a:ext cx="421107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140452" y="1180616"/>
            <a:ext cx="364494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889668" y="3150918"/>
            <a:ext cx="895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625100" y="3150694"/>
            <a:ext cx="160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82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59961" y="1567223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59961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47964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35968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023972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311975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599979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59961" y="84721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59961" y="156722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59961" y="14232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59961" y="12792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9961" y="11352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9961" y="9912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59961" y="84721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159961" y="847214"/>
            <a:ext cx="14400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303963" y="847214"/>
            <a:ext cx="288003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91966" y="1567223"/>
            <a:ext cx="100801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59961" y="1567223"/>
            <a:ext cx="144002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303963" y="847214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91966" y="847214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879970" y="1567223"/>
            <a:ext cx="720009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59961" y="1567223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735968" y="847214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23972" y="847214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426745" y="1567548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426745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714749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002752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290756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578760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866763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426745" y="84753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426745" y="156754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426745" y="142354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426745" y="127954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426745" y="113554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426745" y="99154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426745" y="8475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426745" y="847539"/>
            <a:ext cx="21600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642748" y="847539"/>
            <a:ext cx="288003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930751" y="1567548"/>
            <a:ext cx="93601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426745" y="1567548"/>
            <a:ext cx="432006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858751" y="847539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146754" y="847539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434758" y="1567548"/>
            <a:ext cx="432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426745" y="1567548"/>
            <a:ext cx="86401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290756" y="847539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578760" y="847539"/>
            <a:ext cx="288003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6560288" y="-22680271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6560288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6848292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7136297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7424298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7712302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8000306" y="-22709072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6560288" y="-2340028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6560288" y="-2268027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6560288" y="-2282427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26560288" y="-2296827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6560288" y="-2311227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6560288" y="-2325627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6560288" y="-2340028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6560288" y="-23400280"/>
            <a:ext cx="576009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7136297" y="-23400280"/>
            <a:ext cx="288001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7424298" y="-22680271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6560288" y="-22680271"/>
            <a:ext cx="576009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7136297" y="-23400280"/>
            <a:ext cx="288001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7424298" y="-23400280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7712302" y="-22680271"/>
            <a:ext cx="288004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6560288" y="-22680271"/>
            <a:ext cx="864010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7424298" y="-23400280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7712302" y="-23400280"/>
            <a:ext cx="288004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8827074" y="-22679874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8827074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9115078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9403082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9691083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9979087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0267092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8827074" y="-2339988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827074" y="-2267987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8827074" y="-2282387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8827074" y="-2296787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827074" y="-2311187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8827074" y="-2325588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8827074" y="-2339988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8827074" y="-23399883"/>
            <a:ext cx="14400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8971075" y="-23399883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9259079" y="-22679874"/>
            <a:ext cx="100801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8827074" y="-23399883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9115078" y="-23399883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9403082" y="-22679874"/>
            <a:ext cx="864010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8827074" y="-22679874"/>
            <a:ext cx="360003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9187077" y="-23399883"/>
            <a:ext cx="14400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29331080" y="-23399883"/>
            <a:ext cx="144001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9475081" y="-22679874"/>
            <a:ext cx="79201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28827074" y="-22679874"/>
            <a:ext cx="432005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9259079" y="-23399883"/>
            <a:ext cx="288004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9547083" y="-23399883"/>
            <a:ext cx="288004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9835087" y="-22679874"/>
            <a:ext cx="432005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28827074" y="-22679874"/>
            <a:ext cx="792011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29619085" y="-23399883"/>
            <a:ext cx="144000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9763085" y="-23399883"/>
            <a:ext cx="144004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9907089" y="-22679874"/>
            <a:ext cx="360003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8827074" y="-22679874"/>
            <a:ext cx="864009" cy="0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29691083" y="-23399883"/>
            <a:ext cx="288004" cy="720009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9979087" y="-23399883"/>
            <a:ext cx="288005" cy="720009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8827074" y="-22679874"/>
            <a:ext cx="1008013" cy="0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29835087" y="-23399883"/>
            <a:ext cx="288004" cy="720009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30123091" y="-23399883"/>
            <a:ext cx="144001" cy="0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ctangle 14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" name="Picture 14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9993" y="5640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134906" y="1584266"/>
            <a:ext cx="46504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95693" y="1584266"/>
            <a:ext cx="438970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684745" y="1584266"/>
            <a:ext cx="41006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70800" y="1584266"/>
            <a:ext cx="38145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59405" y="1584266"/>
            <a:ext cx="35259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87207" y="1584266"/>
            <a:ext cx="31981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86051" y="1736158"/>
            <a:ext cx="439934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17345" y="1528732"/>
            <a:ext cx="47680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6408" y="1384734"/>
            <a:ext cx="47589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28511" y="1240736"/>
            <a:ext cx="47568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4630" y="1096525"/>
            <a:ext cx="47607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5839" y="952528"/>
            <a:ext cx="47595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41953" y="808733"/>
            <a:ext cx="47434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78158" y="815981"/>
            <a:ext cx="490723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265005" y="1179610"/>
            <a:ext cx="452039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74316" y="1180331"/>
            <a:ext cx="421107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140452" y="1180616"/>
            <a:ext cx="364494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401681" y="1584592"/>
            <a:ext cx="23837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662467" y="1584592"/>
            <a:ext cx="21229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51530" y="1584592"/>
            <a:ext cx="1833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237585" y="1584592"/>
            <a:ext cx="15478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26190" y="1584592"/>
            <a:ext cx="12592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53992" y="1584592"/>
            <a:ext cx="93140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559608" y="1738221"/>
            <a:ext cx="222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284119" y="1529057"/>
            <a:ext cx="25012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93192" y="1385060"/>
            <a:ext cx="24922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295295" y="1241062"/>
            <a:ext cx="24901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291404" y="1096851"/>
            <a:ext cx="24939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292623" y="952853"/>
            <a:ext cx="24927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08737" y="809059"/>
            <a:ext cx="24766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44943" y="816308"/>
            <a:ext cx="26404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553105" y="1180657"/>
            <a:ext cx="223229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119231" y="1180941"/>
            <a:ext cx="166616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632433" y="1180941"/>
            <a:ext cx="115296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89665" y="3150918"/>
            <a:ext cx="8957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625097" y="3150694"/>
            <a:ext cx="1602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82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59961" y="1567223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59961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47964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35968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023972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311975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599979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59961" y="84721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59961" y="156722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59961" y="14232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59961" y="12792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9961" y="11352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9961" y="9912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59961" y="84721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159961" y="847214"/>
            <a:ext cx="14400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303963" y="847214"/>
            <a:ext cx="288003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91966" y="1567223"/>
            <a:ext cx="100801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59961" y="1567223"/>
            <a:ext cx="144002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303963" y="847214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91966" y="847214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879970" y="1567223"/>
            <a:ext cx="720009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59961" y="1567223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735968" y="847214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23972" y="847214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426745" y="1567548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426745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714749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002752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290756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578760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866763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426745" y="84753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426745" y="156754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426745" y="142354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426745" y="127954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426745" y="113554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426745" y="99154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426745" y="8475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426745" y="847539"/>
            <a:ext cx="21600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642748" y="847539"/>
            <a:ext cx="288003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930751" y="1567548"/>
            <a:ext cx="93601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426745" y="1567548"/>
            <a:ext cx="432006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858751" y="847539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146754" y="847539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434758" y="1567548"/>
            <a:ext cx="432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426745" y="1567548"/>
            <a:ext cx="86401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290756" y="847539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578760" y="847539"/>
            <a:ext cx="288003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159959" y="272005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159959" y="2691253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447963" y="2691253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735967" y="2691253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023970" y="2691253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311974" y="2691253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599977" y="2691253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159959" y="2000047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159959" y="272005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159959" y="257605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159959" y="243205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159959" y="228805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159959" y="214404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159959" y="200004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159959" y="2000047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35967" y="2000047"/>
            <a:ext cx="288003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023970" y="2720055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159959" y="2720055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735967" y="2000047"/>
            <a:ext cx="288003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023970" y="2000047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311974" y="2720055"/>
            <a:ext cx="288003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159959" y="2720055"/>
            <a:ext cx="86401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023970" y="2000047"/>
            <a:ext cx="288004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311974" y="2000047"/>
            <a:ext cx="288003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8827071" y="-22679874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8827071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9115075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9403079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9691080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9979084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0267088" y="-22708675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8827071" y="-23399883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8827071" y="-2267987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8827071" y="-2282387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8827071" y="-2296787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827071" y="-2311187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8827071" y="-2325588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8827071" y="-2339988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28827071" y="-23399883"/>
            <a:ext cx="144000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8971071" y="-23399883"/>
            <a:ext cx="288005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9259076" y="-22679874"/>
            <a:ext cx="100801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8827071" y="-23399883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9115075" y="-23399883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9403079" y="-22679874"/>
            <a:ext cx="864009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8827071" y="-22679874"/>
            <a:ext cx="360003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9187074" y="-23399883"/>
            <a:ext cx="14400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29331077" y="-23399883"/>
            <a:ext cx="144001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9475078" y="-22679874"/>
            <a:ext cx="792010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28827071" y="-22679874"/>
            <a:ext cx="432005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29259076" y="-23399883"/>
            <a:ext cx="288004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29547080" y="-23399883"/>
            <a:ext cx="288004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29835084" y="-22679874"/>
            <a:ext cx="432004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28827071" y="-22679874"/>
            <a:ext cx="792011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29619082" y="-23399883"/>
            <a:ext cx="144000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29763082" y="-23399883"/>
            <a:ext cx="144004" cy="720009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29907086" y="-22679874"/>
            <a:ext cx="360002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28827071" y="-22679874"/>
            <a:ext cx="864009" cy="0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29691080" y="-23399883"/>
            <a:ext cx="288004" cy="720009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29979084" y="-23399883"/>
            <a:ext cx="288004" cy="720009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28827071" y="-22679874"/>
            <a:ext cx="1008013" cy="0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29835084" y="-23399883"/>
            <a:ext cx="288004" cy="720009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30123088" y="-23399883"/>
            <a:ext cx="144000" cy="0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ctangle 14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" name="Picture 14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9993" y="5640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134906" y="1584266"/>
            <a:ext cx="46504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95693" y="1584266"/>
            <a:ext cx="438970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684745" y="1584266"/>
            <a:ext cx="41006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70800" y="1584266"/>
            <a:ext cx="38145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59405" y="1584266"/>
            <a:ext cx="35259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87207" y="1584266"/>
            <a:ext cx="31981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86051" y="1736158"/>
            <a:ext cx="439934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17345" y="1528732"/>
            <a:ext cx="47680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6408" y="1384734"/>
            <a:ext cx="47589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28511" y="1240736"/>
            <a:ext cx="47568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4630" y="1096525"/>
            <a:ext cx="47607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5839" y="952528"/>
            <a:ext cx="47595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41953" y="808733"/>
            <a:ext cx="47434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78158" y="815981"/>
            <a:ext cx="490723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265005" y="1179610"/>
            <a:ext cx="452039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74316" y="1180331"/>
            <a:ext cx="421107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140452" y="1180616"/>
            <a:ext cx="364494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401681" y="1584592"/>
            <a:ext cx="23837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662467" y="1584592"/>
            <a:ext cx="21229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51530" y="1584592"/>
            <a:ext cx="1833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237585" y="1584592"/>
            <a:ext cx="15478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26190" y="1584592"/>
            <a:ext cx="12592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53992" y="1584592"/>
            <a:ext cx="93140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559608" y="1738221"/>
            <a:ext cx="222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284119" y="1529057"/>
            <a:ext cx="25012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93192" y="1385060"/>
            <a:ext cx="24922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295295" y="1241062"/>
            <a:ext cx="24901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291404" y="1096851"/>
            <a:ext cx="24939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292623" y="952853"/>
            <a:ext cx="24927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08737" y="809059"/>
            <a:ext cx="24766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44943" y="816308"/>
            <a:ext cx="26404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553105" y="1180657"/>
            <a:ext cx="223229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119231" y="1180941"/>
            <a:ext cx="166616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632433" y="1180941"/>
            <a:ext cx="115296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134905" y="2737099"/>
            <a:ext cx="46504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395692" y="2737099"/>
            <a:ext cx="43897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684744" y="2737099"/>
            <a:ext cx="41006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70799" y="2737099"/>
            <a:ext cx="381459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59403" y="2737099"/>
            <a:ext cx="35259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587206" y="2737099"/>
            <a:ext cx="31981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553903" y="2890739"/>
            <a:ext cx="42314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017344" y="2681565"/>
            <a:ext cx="47680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6406" y="2537567"/>
            <a:ext cx="47589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28509" y="2393569"/>
            <a:ext cx="47568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024628" y="2249368"/>
            <a:ext cx="47607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25837" y="2105370"/>
            <a:ext cx="47595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41951" y="1961566"/>
            <a:ext cx="474344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78157" y="1968814"/>
            <a:ext cx="49072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429646" y="2333448"/>
            <a:ext cx="435574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996452" y="2333448"/>
            <a:ext cx="378894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361126" y="2333448"/>
            <a:ext cx="342427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H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889662" y="315091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5625094" y="3150694"/>
            <a:ext cx="1603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82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59961" y="1567223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59961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47964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35968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023972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311975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599979" y="1538421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59961" y="847214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59961" y="156722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59961" y="142322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59961" y="127921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59961" y="113521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9961" y="99121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59961" y="84721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159961" y="847214"/>
            <a:ext cx="14400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303963" y="847214"/>
            <a:ext cx="288003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591966" y="1567223"/>
            <a:ext cx="100801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59961" y="1567223"/>
            <a:ext cx="144002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303963" y="847214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91966" y="847214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879970" y="1567223"/>
            <a:ext cx="720009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59961" y="1567223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735968" y="847214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23972" y="847214"/>
            <a:ext cx="576007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426745" y="1567548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426745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714749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002752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290756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578760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866763" y="1538746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426745" y="847539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426745" y="156754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426745" y="142354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426745" y="127954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426745" y="113554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426745" y="99154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426745" y="84753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426745" y="847539"/>
            <a:ext cx="21600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642748" y="847539"/>
            <a:ext cx="288003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930751" y="1567548"/>
            <a:ext cx="93601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426745" y="1567548"/>
            <a:ext cx="432006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858751" y="847539"/>
            <a:ext cx="288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146754" y="847539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434758" y="1567548"/>
            <a:ext cx="432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426745" y="1567548"/>
            <a:ext cx="86401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290756" y="847539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578760" y="847539"/>
            <a:ext cx="288003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159959" y="2720055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159959" y="2691253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447963" y="2691253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735967" y="2691253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023970" y="2691253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311974" y="2691253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599977" y="2691253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159959" y="2000047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159959" y="272005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159959" y="257605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159959" y="243205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159959" y="228805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159959" y="214404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159959" y="200004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159959" y="2000047"/>
            <a:ext cx="576008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735967" y="2000047"/>
            <a:ext cx="288003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023970" y="2720055"/>
            <a:ext cx="576007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159959" y="2720055"/>
            <a:ext cx="576008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735967" y="2000047"/>
            <a:ext cx="288003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023970" y="2000047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311974" y="2720055"/>
            <a:ext cx="288003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159959" y="2720055"/>
            <a:ext cx="86401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023970" y="2000047"/>
            <a:ext cx="288004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311974" y="2000047"/>
            <a:ext cx="288003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426742" y="2720451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3426742" y="269165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714746" y="269165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4002749" y="269165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4290753" y="269165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4578756" y="269165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4866760" y="269165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426742" y="2000443"/>
            <a:ext cx="0" cy="720008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426742" y="272045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426742" y="257645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426742" y="243244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426742" y="228844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426742" y="214444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426742" y="200044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426742" y="2000443"/>
            <a:ext cx="14400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570744" y="2000443"/>
            <a:ext cx="288004" cy="720008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858748" y="2720451"/>
            <a:ext cx="100801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426742" y="2000443"/>
            <a:ext cx="288004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3714746" y="2000443"/>
            <a:ext cx="288003" cy="720008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002749" y="2720451"/>
            <a:ext cx="864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426742" y="2720451"/>
            <a:ext cx="360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3786747" y="2000443"/>
            <a:ext cx="144001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930748" y="2000443"/>
            <a:ext cx="144002" cy="720008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4074750" y="2720451"/>
            <a:ext cx="792010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3426742" y="2720451"/>
            <a:ext cx="432006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858748" y="2000443"/>
            <a:ext cx="288003" cy="720008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4146751" y="2000443"/>
            <a:ext cx="288004" cy="720008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4434755" y="2720451"/>
            <a:ext cx="432005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3426742" y="2720451"/>
            <a:ext cx="792010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218752" y="2000443"/>
            <a:ext cx="144002" cy="720008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4362754" y="2000443"/>
            <a:ext cx="144001" cy="720008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4506755" y="2720451"/>
            <a:ext cx="360005" cy="0"/>
          </a:xfrm>
          <a:prstGeom prst="line">
            <a:avLst/>
          </a:prstGeom>
          <a:ln w="4048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3426742" y="2720451"/>
            <a:ext cx="864011" cy="0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290753" y="2000443"/>
            <a:ext cx="288003" cy="720008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578756" y="2000443"/>
            <a:ext cx="288004" cy="720008"/>
          </a:xfrm>
          <a:prstGeom prst="line">
            <a:avLst/>
          </a:prstGeom>
          <a:ln w="4048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3426742" y="2720451"/>
            <a:ext cx="1008013" cy="0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34755" y="2000443"/>
            <a:ext cx="288003" cy="720008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722758" y="2000443"/>
            <a:ext cx="144002" cy="0"/>
          </a:xfrm>
          <a:prstGeom prst="line">
            <a:avLst/>
          </a:prstGeom>
          <a:ln w="4048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ctangle 14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8" name="Picture 14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9993" y="5640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Determine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134906" y="1584266"/>
            <a:ext cx="46504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95693" y="1584266"/>
            <a:ext cx="438970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684745" y="1584266"/>
            <a:ext cx="41006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70800" y="1584266"/>
            <a:ext cx="381459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59405" y="1584266"/>
            <a:ext cx="35259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87207" y="1584266"/>
            <a:ext cx="31981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86051" y="1736158"/>
            <a:ext cx="439934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delay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17345" y="1528732"/>
            <a:ext cx="47680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6408" y="1384734"/>
            <a:ext cx="47589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28511" y="1240736"/>
            <a:ext cx="47568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4630" y="1096525"/>
            <a:ext cx="47607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5839" y="952528"/>
            <a:ext cx="475955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41953" y="808733"/>
            <a:ext cx="474344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78158" y="815981"/>
            <a:ext cx="490723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265005" y="1179610"/>
            <a:ext cx="452039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74316" y="1180331"/>
            <a:ext cx="421107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140452" y="1180616"/>
            <a:ext cx="364494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401681" y="1584592"/>
            <a:ext cx="23837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662467" y="1584592"/>
            <a:ext cx="212292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51530" y="1584592"/>
            <a:ext cx="183386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237585" y="1584592"/>
            <a:ext cx="154781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26190" y="1584592"/>
            <a:ext cx="12592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53992" y="1584592"/>
            <a:ext cx="93140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559608" y="1738221"/>
            <a:ext cx="222578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284119" y="1529057"/>
            <a:ext cx="250127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93192" y="1385060"/>
            <a:ext cx="24922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295295" y="1241062"/>
            <a:ext cx="24901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291404" y="1096851"/>
            <a:ext cx="249399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292623" y="952853"/>
            <a:ext cx="249277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08737" y="809059"/>
            <a:ext cx="24766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44943" y="816308"/>
            <a:ext cx="26404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553105" y="1180657"/>
            <a:ext cx="223229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119231" y="1180941"/>
            <a:ext cx="166616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632433" y="1180941"/>
            <a:ext cx="1152962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134905" y="2737099"/>
            <a:ext cx="465049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395692" y="2737099"/>
            <a:ext cx="43897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684744" y="2737099"/>
            <a:ext cx="410065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70799" y="2737099"/>
            <a:ext cx="381459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59403" y="2737099"/>
            <a:ext cx="35259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587206" y="2737099"/>
            <a:ext cx="31981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553903" y="2890739"/>
            <a:ext cx="423149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017344" y="2681565"/>
            <a:ext cx="476805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6406" y="2537567"/>
            <a:ext cx="47589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28509" y="2393569"/>
            <a:ext cx="475688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024628" y="2249368"/>
            <a:ext cx="47607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25837" y="2105370"/>
            <a:ext cx="475955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41951" y="1961566"/>
            <a:ext cx="474344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78157" y="1968814"/>
            <a:ext cx="490723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429646" y="2333448"/>
            <a:ext cx="435574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996452" y="2333448"/>
            <a:ext cx="378894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361126" y="2333448"/>
            <a:ext cx="3424270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H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401678" y="2737505"/>
            <a:ext cx="238371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662464" y="2737505"/>
            <a:ext cx="212293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951527" y="2737505"/>
            <a:ext cx="183386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237582" y="2737505"/>
            <a:ext cx="15478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526186" y="2737505"/>
            <a:ext cx="12592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853988" y="2737505"/>
            <a:ext cx="93140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560407" y="2891135"/>
            <a:ext cx="222498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spares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284116" y="2681970"/>
            <a:ext cx="250127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3293189" y="2537963"/>
            <a:ext cx="249220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3295292" y="2393965"/>
            <a:ext cx="249010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291401" y="2249764"/>
            <a:ext cx="249399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292620" y="2105767"/>
            <a:ext cx="249277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308734" y="1961972"/>
            <a:ext cx="247666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3144940" y="1969221"/>
            <a:ext cx="264045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459783" y="2332849"/>
            <a:ext cx="232561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697100" y="2333560"/>
            <a:ext cx="2088295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FFFFFF"/>
                </a:solidFill>
                <a:latin typeface="Josefin Sans"/>
              </a:rPr>
              <a:t>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893879" y="2333560"/>
            <a:ext cx="1891516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4119228" y="2333855"/>
            <a:ext cx="1666168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325211" y="2333855"/>
            <a:ext cx="146018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RL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560426" y="2333855"/>
            <a:ext cx="122496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FFFFFF"/>
                </a:solidFill>
                <a:latin typeface="Josefin Sans"/>
              </a:rPr>
              <a:t>L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755112" y="2332849"/>
            <a:ext cx="1030284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VL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889662" y="3150918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5625094" y="3150694"/>
            <a:ext cx="16030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82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38871" y="-12114572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032878" y="-12305615"/>
            <a:ext cx="330899" cy="19104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16344900" y="-12306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15438871" y="-12793663"/>
            <a:ext cx="0" cy="67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15430500" y="-128016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5438871" y="-12312574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6032878" y="-12461076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5438871" y="-12510577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6032878" y="-12659079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438871" y="-12708579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6032878" y="-12857081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5438871" y="-12857081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636873" y="-12708579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5636873" y="-12857081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5834876" y="-12708579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5834876" y="-12857081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6032878" y="-12708579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5524608" y="-12758080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6118616" y="-12758080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610346" y="-12807581"/>
            <a:ext cx="594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6204355" y="-12807581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696085" y="-12857081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290092" y="-12857081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5636873" y="-11966070"/>
            <a:ext cx="18408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15811500" y="-11976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5636873" y="-10926557"/>
            <a:ext cx="594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230882" y="-12107613"/>
            <a:ext cx="2045653" cy="11810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8262600" y="-12115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15636873" y="-11605648"/>
            <a:ext cx="0" cy="67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5621000" y="-1162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5636873" y="-11124559"/>
            <a:ext cx="594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6230882" y="-11174060"/>
            <a:ext cx="85737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5636873" y="-11322562"/>
            <a:ext cx="594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6230882" y="-11372063"/>
            <a:ext cx="85737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5636873" y="-11520565"/>
            <a:ext cx="594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6230882" y="-11570065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636873" y="-11570065"/>
            <a:ext cx="85739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5834876" y="-11520565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5834876" y="-11570065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6032878" y="-11520565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6032878" y="-11570065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6230882" y="-11520565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5722612" y="-11570065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6316619" y="-11570065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5735875" y="-10778055"/>
            <a:ext cx="8508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811500" y="-1079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494252" y="-11421563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494252" y="-12100654"/>
            <a:ext cx="0" cy="67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16484600" y="-12115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16494252" y="-11619565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7088259" y="-11669066"/>
            <a:ext cx="85737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6494252" y="-11817568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7088259" y="-11867068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6494252" y="-12015571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7088259" y="-12065071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6494252" y="-12065071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6692253" y="-12015571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6692253" y="-12065071"/>
            <a:ext cx="85739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6890257" y="-12015571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6890257" y="-12065071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7088259" y="-12015571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579989" y="-12065071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7173996" y="-12065071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6593253" y="-11273061"/>
            <a:ext cx="850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16675100" y="-11290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17351630" y="-11916569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7351630" y="-12595660"/>
            <a:ext cx="0" cy="67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7335500" y="-12611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7351630" y="-12114572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7945637" y="-12164073"/>
            <a:ext cx="85738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7351630" y="-12312574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17945637" y="-12362074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7351630" y="-12510577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7945637" y="-12560077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7351630" y="-12560077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17549632" y="-12510577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7549632" y="-12560077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17747636" y="-12510577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17747636" y="-12560077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7945637" y="-12510577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7437368" y="-12560077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8031375" y="-12560077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7450630" y="-11768067"/>
            <a:ext cx="8508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7526000" y="-11772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88000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9993" y="49870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Elicit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89667" y="3150930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24108" y="3150706"/>
            <a:ext cx="1612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83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438871" y="-12114573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6032878" y="-12305617"/>
            <a:ext cx="330899" cy="1910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16344900" y="-12306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15438871" y="-12793664"/>
            <a:ext cx="0" cy="67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15430500" y="-128016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5438871" y="-12312576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6032878" y="-12461078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5438871" y="-12510579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6032878" y="-12659080"/>
            <a:ext cx="257214" cy="148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5438871" y="-12708580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6032878" y="-12857082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5438871" y="-12857082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5636873" y="-12708580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5636873" y="-12857082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5834876" y="-12708580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5834876" y="-12857082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6032878" y="-12708580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5524608" y="-12758081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6118616" y="-12758081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5610346" y="-12807582"/>
            <a:ext cx="594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6204355" y="-12807582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5696085" y="-12857082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290092" y="-12857082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5636873" y="-11966071"/>
            <a:ext cx="18408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15811500" y="-11976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5636873" y="-10926558"/>
            <a:ext cx="594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230882" y="-12107615"/>
            <a:ext cx="2045653" cy="11810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8262600" y="-12115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15636873" y="-11605649"/>
            <a:ext cx="0" cy="67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5621000" y="-1162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5636873" y="-11124561"/>
            <a:ext cx="594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6230882" y="-11174062"/>
            <a:ext cx="85737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5636873" y="-11322563"/>
            <a:ext cx="594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6230882" y="-11372064"/>
            <a:ext cx="85737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5636873" y="-11520566"/>
            <a:ext cx="594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6230882" y="-11570066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636873" y="-11570066"/>
            <a:ext cx="85739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5834876" y="-11520566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5834876" y="-11570066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6032878" y="-11520566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6032878" y="-11570066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6230882" y="-11520566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5722612" y="-11570066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6316619" y="-11570066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5735875" y="-10778056"/>
            <a:ext cx="8508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811500" y="-1079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494252" y="-11421564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494252" y="-12100655"/>
            <a:ext cx="0" cy="67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16484600" y="-12115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16494252" y="-11619567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7088259" y="-11669068"/>
            <a:ext cx="85737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6494252" y="-11817570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7088259" y="-11867070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6494252" y="-12015572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7088259" y="-12065072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6494252" y="-12065072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6692253" y="-12015572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6692253" y="-12065072"/>
            <a:ext cx="85739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6890257" y="-12015572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6890257" y="-12065072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7088259" y="-12015572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579989" y="-12065072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7173996" y="-12065072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6593253" y="-11273063"/>
            <a:ext cx="850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16675100" y="-11290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17351630" y="-11916571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7351630" y="-12595662"/>
            <a:ext cx="0" cy="67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7335500" y="-12611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7351630" y="-12114573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7945637" y="-12164074"/>
            <a:ext cx="85738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7351630" y="-12312576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17945637" y="-12362076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7351630" y="-12510579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7945637" y="-12560079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7351630" y="-12560079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17549632" y="-12510579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7549632" y="-12560079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17747636" y="-12510579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17747636" y="-12560079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7945637" y="-12510579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7437368" y="-12560079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8031375" y="-12560079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7450630" y="-11768069"/>
            <a:ext cx="8508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7526000" y="-11772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9993" y="49870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Elicit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9995" y="736192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associative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memory.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59995" y="888033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takes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shape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cube.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89667" y="3150929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624108" y="3150705"/>
            <a:ext cx="1612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83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68691" y="1855606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062699" y="1664562"/>
            <a:ext cx="330898" cy="1910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2374900" y="1663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1468691" y="1176515"/>
            <a:ext cx="0" cy="67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1460500" y="1168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468691" y="1657603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062699" y="1509101"/>
            <a:ext cx="257213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468691" y="1459601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062699" y="1311099"/>
            <a:ext cx="257213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468691" y="1261598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062699" y="1113096"/>
            <a:ext cx="257213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468691" y="1113096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6694" y="1261598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666694" y="1113096"/>
            <a:ext cx="257213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864696" y="1261598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864696" y="1113096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062699" y="1261598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554429" y="1212098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148436" y="1212098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40167" y="1162597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34174" y="1162597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25905" y="1113096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319912" y="1113096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666694" y="2004107"/>
            <a:ext cx="1840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18415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5636873" y="-10926558"/>
            <a:ext cx="594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6230882" y="-12107615"/>
            <a:ext cx="2045653" cy="11810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8262600" y="-12115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15636873" y="-11605649"/>
            <a:ext cx="0" cy="67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5621000" y="-1162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5636873" y="-11124561"/>
            <a:ext cx="594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6230882" y="-11174062"/>
            <a:ext cx="85737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5636873" y="-11322563"/>
            <a:ext cx="594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6230882" y="-11372064"/>
            <a:ext cx="85737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5636873" y="-11520566"/>
            <a:ext cx="59400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6230882" y="-11570066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636873" y="-11570066"/>
            <a:ext cx="85739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5834876" y="-11520566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5834876" y="-11570066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6032878" y="-11520566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6032878" y="-11570066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6230882" y="-11520566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5722612" y="-11570066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6316619" y="-11570066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5735875" y="-10778056"/>
            <a:ext cx="8508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811500" y="-1079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494252" y="-11421564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6494252" y="-12100655"/>
            <a:ext cx="0" cy="67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16484600" y="-12115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16494252" y="-11619567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7088259" y="-11669068"/>
            <a:ext cx="85737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6494252" y="-11817570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7088259" y="-11867070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6494252" y="-12015572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7088259" y="-12065072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6494252" y="-12065072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6692253" y="-12015572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6692253" y="-12065072"/>
            <a:ext cx="85739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6890257" y="-12015572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6890257" y="-12065072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7088259" y="-12015572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579989" y="-12065072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7173996" y="-12065072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6593253" y="-11273063"/>
            <a:ext cx="850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16675100" y="-11290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17351630" y="-11916571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7351630" y="-12595662"/>
            <a:ext cx="0" cy="67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7335500" y="-12611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7351630" y="-12114573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7945637" y="-12164074"/>
            <a:ext cx="85738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7351630" y="-12312576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17945637" y="-12362076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7351630" y="-12510579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7945637" y="-12560079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7351630" y="-12560079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17549632" y="-12510579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7549632" y="-12560079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17747636" y="-12510579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17747636" y="-12560079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7945637" y="-12510579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7437368" y="-12560079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8031375" y="-12560079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7450630" y="-11768069"/>
            <a:ext cx="8508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7526000" y="-11772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9993" y="49870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Elicit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9995" y="736192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associative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memory.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59995" y="888033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takes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shape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cube.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523048" y="1724972"/>
            <a:ext cx="4262347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721045" y="1724972"/>
            <a:ext cx="406435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19049" y="1724972"/>
            <a:ext cx="3866346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523048" y="1526975"/>
            <a:ext cx="4262347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721045" y="1526975"/>
            <a:ext cx="406435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919049" y="1526975"/>
            <a:ext cx="3866346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547475" y="1329788"/>
            <a:ext cx="423792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745472" y="1329788"/>
            <a:ext cx="4039923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919049" y="1328971"/>
            <a:ext cx="3866346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523048" y="1874779"/>
            <a:ext cx="4262347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45472" y="1874779"/>
            <a:ext cx="4039923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932167" y="1874779"/>
            <a:ext cx="3853228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89272" y="1964697"/>
            <a:ext cx="3896123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403675" y="1725789"/>
            <a:ext cx="438172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381057" y="1528120"/>
            <a:ext cx="4404338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02145" y="1330124"/>
            <a:ext cx="438325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11484" y="1123200"/>
            <a:ext cx="4373911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30143" y="1751026"/>
            <a:ext cx="3655252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L</a:t>
            </a:r>
            <a:r>
              <a:rPr sz="547" b="0">
                <a:solidFill>
                  <a:srgbClr val="000000"/>
                </a:solidFill>
                <a:latin typeface="Josefin Sans"/>
              </a:rPr>
              <a:t> </a:t>
            </a: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  <a:r>
              <a:rPr sz="547" b="0">
                <a:solidFill>
                  <a:srgbClr val="000000"/>
                </a:solidFill>
                <a:latin typeface="Josefin Sans"/>
              </a:rPr>
              <a:t> </a:t>
            </a:r>
            <a:r>
              <a:rPr sz="547" b="0">
                <a:solidFill>
                  <a:srgbClr val="000000"/>
                </a:solidFill>
                <a:latin typeface="Josefin Sans"/>
              </a:rPr>
              <a:t>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30225" y="1611438"/>
            <a:ext cx="335517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889667" y="3150929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624108" y="3150705"/>
            <a:ext cx="1612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83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68691" y="1855606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062699" y="1664562"/>
            <a:ext cx="330898" cy="19104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2374900" y="1663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1468691" y="1176515"/>
            <a:ext cx="0" cy="67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1460500" y="1168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468691" y="1657603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062699" y="1509101"/>
            <a:ext cx="257213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468691" y="1459601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062699" y="1311099"/>
            <a:ext cx="257213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468691" y="1261598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062699" y="1113096"/>
            <a:ext cx="257213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468691" y="1113096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666694" y="1261598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666694" y="1113096"/>
            <a:ext cx="257213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864696" y="1261598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864696" y="1113096"/>
            <a:ext cx="257214" cy="1485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062699" y="1261598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554429" y="1212098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148436" y="1212098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40167" y="1162597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234174" y="1162597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25905" y="1113096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319912" y="1113096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666694" y="2004107"/>
            <a:ext cx="1840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 59"/>
          <p:cNvSpPr/>
          <p:nvPr/>
        </p:nvSpPr>
        <p:spPr>
          <a:xfrm>
            <a:off x="18415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666694" y="3043620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260701" y="1862564"/>
            <a:ext cx="2045655" cy="11810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292600" y="1854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1666694" y="2364530"/>
            <a:ext cx="0" cy="6790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6510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666694" y="2845618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260701" y="2796117"/>
            <a:ext cx="85738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666694" y="2647615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260701" y="2598115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666694" y="2449613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260701" y="2400112"/>
            <a:ext cx="85738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666694" y="2400112"/>
            <a:ext cx="85737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864696" y="2449613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864696" y="2400112"/>
            <a:ext cx="85738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062699" y="2449613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062699" y="2400112"/>
            <a:ext cx="85737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260701" y="2449613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752431" y="2400112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346439" y="2400112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765695" y="3192122"/>
            <a:ext cx="8508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841500" y="317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2524072" y="2548614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524072" y="1869524"/>
            <a:ext cx="0" cy="6790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2514600" y="1854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2524072" y="2350612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118079" y="2301111"/>
            <a:ext cx="85738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524072" y="2152609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118079" y="2103109"/>
            <a:ext cx="85738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524072" y="1954607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118079" y="1905106"/>
            <a:ext cx="85738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524072" y="1905106"/>
            <a:ext cx="85738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722074" y="1954607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722074" y="1905106"/>
            <a:ext cx="85738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20077" y="1954607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920077" y="1905106"/>
            <a:ext cx="85737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118079" y="1954607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609810" y="1905106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203817" y="1905106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623073" y="2697116"/>
            <a:ext cx="8508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2705100" y="2679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3381450" y="2053608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381450" y="1374517"/>
            <a:ext cx="0" cy="67909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3365500" y="1358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3381450" y="1855606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975458" y="1806105"/>
            <a:ext cx="85737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381450" y="1657603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975458" y="1608103"/>
            <a:ext cx="85737" cy="495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381450" y="1459601"/>
            <a:ext cx="594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3975458" y="1410100"/>
            <a:ext cx="85737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381450" y="1410100"/>
            <a:ext cx="85738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3579453" y="1459601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579453" y="1410100"/>
            <a:ext cx="85738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3777455" y="1459601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777455" y="1410100"/>
            <a:ext cx="85738" cy="495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975458" y="1459601"/>
            <a:ext cx="0" cy="5940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467188" y="1410100"/>
            <a:ext cx="594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061195" y="1410100"/>
            <a:ext cx="0" cy="5940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480451" y="2202110"/>
            <a:ext cx="850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3556000" y="2197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59993" y="498708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Elicit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9995" y="736192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associative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memory.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59995" y="888033"/>
            <a:ext cx="542540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takes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shape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</a:t>
            </a:r>
            <a:r>
              <a:rPr sz="996" b="0">
                <a:solidFill>
                  <a:srgbClr val="000000"/>
                </a:solidFill>
                <a:latin typeface="Cambria Math"/>
              </a:rPr>
              <a:t>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3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3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cube.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523048" y="1724972"/>
            <a:ext cx="4262347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721045" y="1724972"/>
            <a:ext cx="406435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19049" y="1724972"/>
            <a:ext cx="3866346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523048" y="1526975"/>
            <a:ext cx="4262347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721045" y="1526975"/>
            <a:ext cx="406435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919049" y="1526975"/>
            <a:ext cx="3866346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547475" y="1329788"/>
            <a:ext cx="423792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745472" y="1329788"/>
            <a:ext cx="4039923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919049" y="1328971"/>
            <a:ext cx="3866346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523048" y="1874779"/>
            <a:ext cx="4262347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45472" y="1874779"/>
            <a:ext cx="4039923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932167" y="1874779"/>
            <a:ext cx="3853228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89272" y="1964697"/>
            <a:ext cx="3896123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403675" y="1725789"/>
            <a:ext cx="438172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381057" y="1528120"/>
            <a:ext cx="4404338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02145" y="1330124"/>
            <a:ext cx="438325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11484" y="1123200"/>
            <a:ext cx="4373911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30143" y="1751026"/>
            <a:ext cx="3655252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L</a:t>
            </a:r>
            <a:r>
              <a:rPr sz="547" b="0">
                <a:solidFill>
                  <a:srgbClr val="000000"/>
                </a:solidFill>
                <a:latin typeface="Josefin Sans"/>
              </a:rPr>
              <a:t> </a:t>
            </a: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  <a:r>
              <a:rPr sz="547" b="0">
                <a:solidFill>
                  <a:srgbClr val="000000"/>
                </a:solidFill>
                <a:latin typeface="Josefin Sans"/>
              </a:rPr>
              <a:t> </a:t>
            </a:r>
            <a:r>
              <a:rPr sz="547" b="0">
                <a:solidFill>
                  <a:srgbClr val="000000"/>
                </a:solidFill>
                <a:latin typeface="Josefin Sans"/>
              </a:rPr>
              <a:t>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30225" y="1611438"/>
            <a:ext cx="335517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721045" y="2912973"/>
            <a:ext cx="406435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19049" y="2912973"/>
            <a:ext cx="3866346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17046" y="2912973"/>
            <a:ext cx="3668349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721045" y="2714977"/>
            <a:ext cx="406435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919049" y="2714977"/>
            <a:ext cx="3866346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117046" y="2714977"/>
            <a:ext cx="3668349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45472" y="2517790"/>
            <a:ext cx="4039923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943476" y="2517790"/>
            <a:ext cx="3841919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17046" y="2516973"/>
            <a:ext cx="3668349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21045" y="3062774"/>
            <a:ext cx="406435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943476" y="3062774"/>
            <a:ext cx="3841919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130164" y="3062774"/>
            <a:ext cx="3655231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889272" y="3152699"/>
            <a:ext cx="3896123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601672" y="2913791"/>
            <a:ext cx="4183723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579054" y="2716122"/>
            <a:ext cx="4206341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600142" y="2518118"/>
            <a:ext cx="4185253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609481" y="2311202"/>
            <a:ext cx="4175914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328147" y="3038026"/>
            <a:ext cx="3457249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342956" y="1809434"/>
            <a:ext cx="1442439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602839" y="2418792"/>
            <a:ext cx="3182556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776416" y="2417974"/>
            <a:ext cx="3008979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974413" y="2417974"/>
            <a:ext cx="2810982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580815" y="2220795"/>
            <a:ext cx="320458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800842" y="2220795"/>
            <a:ext cx="2984553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974413" y="2219971"/>
            <a:ext cx="2810982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591530" y="2023120"/>
            <a:ext cx="3193865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778819" y="2022791"/>
            <a:ext cx="3006576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998839" y="2022791"/>
            <a:ext cx="2786556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578412" y="2567775"/>
            <a:ext cx="3206983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800842" y="2567775"/>
            <a:ext cx="2984553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987531" y="2567775"/>
            <a:ext cx="2797864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FFFFFF"/>
                </a:solidFill>
                <a:latin typeface="Josefin Sans"/>
              </a:rPr>
              <a:t>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746639" y="2657699"/>
            <a:ext cx="3038756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459039" y="2418792"/>
            <a:ext cx="3326357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436421" y="2221123"/>
            <a:ext cx="3348974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457509" y="2023120"/>
            <a:ext cx="3327886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66848" y="1816203"/>
            <a:ext cx="3318547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85514" y="2543027"/>
            <a:ext cx="2599882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35018" y="1922975"/>
            <a:ext cx="2350377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VL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657441" y="1924121"/>
            <a:ext cx="2127954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844897" y="1924121"/>
            <a:ext cx="1940498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448897" y="1726124"/>
            <a:ext cx="2336498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646901" y="1726124"/>
            <a:ext cx="2138494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856206" y="1725789"/>
            <a:ext cx="1929189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437421" y="1528120"/>
            <a:ext cx="2347974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RL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646901" y="1528120"/>
            <a:ext cx="2138494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834183" y="1527792"/>
            <a:ext cx="1951213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435786" y="2072776"/>
            <a:ext cx="2349609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658210" y="2072776"/>
            <a:ext cx="2127186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844897" y="2072776"/>
            <a:ext cx="1940498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FFFFFF"/>
                </a:solidFill>
                <a:latin typeface="Josefin Sans"/>
              </a:rPr>
              <a:t>M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604013" y="2162700"/>
            <a:ext cx="2181382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316406" y="1923793"/>
            <a:ext cx="2468989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93788" y="1726124"/>
            <a:ext cx="2491607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314875" y="1528120"/>
            <a:ext cx="2470520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324221" y="1321197"/>
            <a:ext cx="2461174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042881" y="2048028"/>
            <a:ext cx="1742514" cy="1078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7" b="0">
                <a:solidFill>
                  <a:srgbClr val="000000"/>
                </a:solidFill>
                <a:latin typeface="Josefin Sans"/>
              </a:rPr>
              <a:t>H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889667" y="3150929"/>
            <a:ext cx="89572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624108" y="3150705"/>
            <a:ext cx="16128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83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2644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Encode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sets,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rules,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procedures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perform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inference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7827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into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4258" y="3150693"/>
            <a:ext cx="16113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84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7321467" y="-23772852"/>
            <a:ext cx="888277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7159815" y="-23880571"/>
            <a:ext cx="888277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26998159" y="-23988290"/>
            <a:ext cx="888278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27886437" y="-23988290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7708783" y="-23972609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27531125" y="-23956926"/>
            <a:ext cx="323308" cy="21543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 flipV="1">
            <a:off x="27353471" y="-23941245"/>
            <a:ext cx="323307" cy="21543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27175817" y="-23925564"/>
            <a:ext cx="323304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26998159" y="-23909883"/>
            <a:ext cx="323308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8188226" y="-23772852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8026574" y="-23880571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7864919" y="-2398829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7321467" y="-23696345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159815" y="-23804063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6998159" y="-23911782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8191770" y="-23784830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8014116" y="-23769149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7836459" y="-2375346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7658804" y="-23737785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7481150" y="-23722103"/>
            <a:ext cx="17971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27303493" y="-23706422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886437" y="-2398829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708783" y="-23972609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531125" y="-23956926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353471" y="-23941245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7175817" y="-23925564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6998159" y="-23909883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27886437" y="-23988290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26998159" y="-23909883"/>
            <a:ext cx="323308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7321467" y="-23772852"/>
            <a:ext cx="888277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26998159" y="-23988290"/>
            <a:ext cx="888278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8188226" y="-24403718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8026574" y="-2451143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7864919" y="-24619156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7886437" y="-24619156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7708783" y="-2460347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7531125" y="-2458779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7353471" y="-24572110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7175817" y="-24556429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6998159" y="-2454074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 flipV="1">
            <a:off x="27886437" y="-24619156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6998159" y="-24619156"/>
            <a:ext cx="888278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209744" y="-23794453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8032090" y="-23778770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7854433" y="-23763089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7676778" y="-23747407"/>
            <a:ext cx="0" cy="21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7499121" y="-2373172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7321467" y="-2371604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28188226" y="-24002063"/>
            <a:ext cx="21518" cy="19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28188226" y="-24234784"/>
            <a:ext cx="21518" cy="19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209744" y="-24403718"/>
            <a:ext cx="0" cy="6308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7886437" y="-24619156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7708783" y="-24603474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7531125" y="-24587793"/>
            <a:ext cx="0" cy="6308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7353471" y="-24572110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7175817" y="-24556429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6998159" y="-24540748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7886437" y="-24009889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7708783" y="-23994208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7531125" y="-2397852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7353471" y="-2396284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7175817" y="-23947163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6998159" y="-23931481"/>
            <a:ext cx="0" cy="21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7886437" y="-24619156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7708783" y="-24603474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7531125" y="-2458779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7353471" y="-24572110"/>
            <a:ext cx="0" cy="21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7175817" y="-24556429"/>
            <a:ext cx="0" cy="21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6998159" y="-24540748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26998159" y="-24217500"/>
            <a:ext cx="888278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26998159" y="-24450220"/>
            <a:ext cx="888278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27864919" y="-24217500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27864919" y="-2445022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6998159" y="-24140991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6998159" y="-24373712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7886437" y="-24619156"/>
            <a:ext cx="0" cy="6308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6998159" y="-24540748"/>
            <a:ext cx="0" cy="6308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8209744" y="-24403718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8048092" y="-24511437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7886437" y="-24619156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8209744" y="-23794453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8048092" y="-23902170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7886437" y="-24009889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209744" y="-24403718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8048092" y="-24511437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7886437" y="-24619156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 flipV="1">
            <a:off x="27886437" y="-24217500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 flipV="1">
            <a:off x="27886437" y="-24450220"/>
            <a:ext cx="323307" cy="21543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 flipV="1">
            <a:off x="28191770" y="-24014039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 flipV="1">
            <a:off x="28191770" y="-24246760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7886437" y="-24217500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7886437" y="-2445022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7321467" y="-2371604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7159815" y="-23823762"/>
            <a:ext cx="0" cy="21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6998159" y="-23931481"/>
            <a:ext cx="0" cy="215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6998159" y="-24139092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26998159" y="-24371813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273050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273431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273685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274066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27432000" y="-2376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274574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274955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275209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27559000" y="-2377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275844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276225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276479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276733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27711400" y="-23787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277368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277749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278003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278257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278638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278892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27927300" y="-23850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27952700" y="-23901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279781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28016200" y="-2393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280416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28079700" y="-2393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28105100" y="-2393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28143200" y="-23939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28168600" y="-2395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273050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27330400" y="-2376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273558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273939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274193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274574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274828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75082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75463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75717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7609800" y="-23787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76352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276606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276987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77241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77622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77876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78257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78511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78765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27914600" y="-23863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27940000" y="-23901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279781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0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28003500" y="-2393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28028900" y="-23939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28067000" y="-2395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28092400" y="-2395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28130500" y="-2395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28155900" y="-2395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272923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273177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273431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27381200" y="-2377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274066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274447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274701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27508200" y="-23787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275336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275590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275971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76225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76606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76860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77114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77495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77749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78130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78384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78638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7901900" y="-23863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7927300" y="-23914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79654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7990800" y="-2395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8028900" y="-2395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8054300" y="-2395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8079700" y="-23952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28117800" y="-2396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28143200" y="-2396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27279600" y="-2377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273050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273431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273685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273939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27432000" y="-23787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274574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274955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275209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27546300" y="-23799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275844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276098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276479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276733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77114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7736800" y="-2385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77622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78003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78257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7863800" y="-2382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7889200" y="-23876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7914600" y="-23926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7952700" y="-23952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7978100" y="-2395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28016200" y="-2396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28041600" y="-2396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28067000" y="-2396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28105100" y="-2396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28130500" y="-23964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272669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272923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27330400" y="-23787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273558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273939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274193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274447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274828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275082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275463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275717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27597100" y="-23812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276352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276606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276987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277241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277495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277876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278130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27851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27876500" y="-23888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27914600" y="-23926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0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27940000" y="-2395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27965400" y="-2396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28003500" y="-2396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28028900" y="-23964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28067000" y="-2397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28092400" y="-2397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28117800" y="-2397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272542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272796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273177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273431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273812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274066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274447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274701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274955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27533600" y="-23812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275590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275971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276225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27647900" y="-23825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276860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277114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277495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277749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27800300" y="-23837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278384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27863800" y="-23888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27901900" y="-23939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27927300" y="-2396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27965400" y="-2397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27990800" y="-2397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28016200" y="-2397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28054300" y="-2397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28079700" y="-23977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28117800" y="-2399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272415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272796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273050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273304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273685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273939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27432000" y="-23812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274574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274828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275209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27546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27584400" y="-2382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276098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276479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276733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276987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277368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277622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278003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278257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27851100" y="-23901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27889200" y="-23939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27914600" y="-2397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27952700" y="-2397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27978100" y="-23977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28003500" y="-2399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28041600" y="-2399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28067000" y="-2399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28105100" y="-2399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272288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272669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272923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273304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273558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273812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274193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274447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274828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275082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275336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275717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275971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276352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276606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276860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277241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277495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0"/>
          </a:solidFill>
          <a:ln w="3175">
            <a:solidFill>
              <a:srgbClr val="000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277876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278130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27851100" y="-23926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2"/>
                </a:lnTo>
                <a:lnTo>
                  <a:pt x="2" y="0"/>
                </a:lnTo>
                <a:lnTo>
                  <a:pt x="0" y="4"/>
                </a:lnTo>
                <a:lnTo>
                  <a:pt x="0" y="6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27876500" y="-23977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3"/>
                </a:lnTo>
                <a:lnTo>
                  <a:pt x="2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27901900" y="-24003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56FF"/>
          </a:solidFill>
          <a:ln w="3175">
            <a:solidFill>
              <a:srgbClr val="004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27940000" y="-2400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C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27965400" y="-2400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28003500" y="-2400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28028900" y="-2400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28054300" y="-2401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28092400" y="-2401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272161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272542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272796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273177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27343100" y="-2386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273685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274066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274320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27470100" y="-2387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27495500" y="-2387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275336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275590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275844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27622500" y="-2388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27647900" y="-23926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00BF"/>
          </a:solidFill>
          <a:ln w="3175">
            <a:solidFill>
              <a:srgbClr val="0000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27686000" y="-23926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27711400" y="-23926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27736800" y="-23939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27774900" y="-239395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27800300" y="-23939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27838400" y="-24003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6"/>
                </a:lnTo>
                <a:lnTo>
                  <a:pt x="2" y="0"/>
                </a:lnTo>
                <a:lnTo>
                  <a:pt x="0" y="5"/>
                </a:lnTo>
                <a:lnTo>
                  <a:pt x="1" y="10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27863800" y="-24041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5"/>
                </a:lnTo>
                <a:lnTo>
                  <a:pt x="2" y="0"/>
                </a:lnTo>
                <a:lnTo>
                  <a:pt x="0" y="3"/>
                </a:lnTo>
                <a:lnTo>
                  <a:pt x="1" y="9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27889200" y="-24041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27927300" y="-2404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27952700" y="-2404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27990800" y="-2405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28016200" y="-2405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28054300" y="-2405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28079700" y="-2405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27216100" y="-23850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27241500" y="-23850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272669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273050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273304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27368500" y="-2386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27393900" y="-2386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274193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274574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274828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27520900" y="-2387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275463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275717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276098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27635200" y="-23952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00EA"/>
          </a:solidFill>
          <a:ln w="3175">
            <a:solidFill>
              <a:srgbClr val="0000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27673300" y="-240157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5"/>
                </a:lnTo>
                <a:lnTo>
                  <a:pt x="1" y="7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27698700" y="-240157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27736800" y="-240157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27762200" y="-24015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27787600" y="-24015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27825700" y="-240665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5"/>
                </a:lnTo>
                <a:lnTo>
                  <a:pt x="2" y="0"/>
                </a:lnTo>
                <a:lnTo>
                  <a:pt x="0" y="4"/>
                </a:lnTo>
                <a:lnTo>
                  <a:pt x="1" y="10"/>
                </a:lnTo>
                <a:close/>
              </a:path>
            </a:pathLst>
          </a:custGeom>
          <a:solidFill>
            <a:srgbClr val="0084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27851100" y="-24091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4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D4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27889200" y="-24104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0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27914600" y="-24104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27940000" y="-24104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27978100" y="-24104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28003500" y="-2410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28041600" y="-24117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28067000" y="-24117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272034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272288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272542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272923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273177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273558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Freeform 428"/>
          <p:cNvSpPr/>
          <p:nvPr/>
        </p:nvSpPr>
        <p:spPr>
          <a:xfrm>
            <a:off x="273812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274193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274447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274701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275082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27533600" y="-2388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0" y="2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275717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275971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27622500" y="-23952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5"/>
                </a:moveTo>
                <a:lnTo>
                  <a:pt x="4" y="0"/>
                </a:lnTo>
                <a:lnTo>
                  <a:pt x="3" y="3"/>
                </a:lnTo>
                <a:lnTo>
                  <a:pt x="0" y="6"/>
                </a:lnTo>
                <a:lnTo>
                  <a:pt x="1" y="5"/>
                </a:lnTo>
                <a:close/>
              </a:path>
            </a:pathLst>
          </a:custGeom>
          <a:solidFill>
            <a:srgbClr val="0000D4"/>
          </a:solidFill>
          <a:ln w="3175">
            <a:solidFill>
              <a:srgbClr val="000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27660600" y="-24015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1" y="5"/>
                </a:lnTo>
                <a:close/>
              </a:path>
            </a:pathLst>
          </a:custGeom>
          <a:solidFill>
            <a:srgbClr val="004CFF"/>
          </a:solidFill>
          <a:ln w="3175">
            <a:solidFill>
              <a:srgbClr val="003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276860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F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27724100" y="-2401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27749500" y="-2401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277749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27813000" y="-24066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0"/>
                </a:lnTo>
                <a:lnTo>
                  <a:pt x="2" y="2"/>
                </a:lnTo>
                <a:lnTo>
                  <a:pt x="0" y="5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27838400" y="-2409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0"/>
                </a:lnTo>
                <a:lnTo>
                  <a:pt x="3" y="1"/>
                </a:lnTo>
                <a:lnTo>
                  <a:pt x="0" y="4"/>
                </a:lnTo>
                <a:lnTo>
                  <a:pt x="1" y="2"/>
                </a:lnTo>
                <a:close/>
              </a:path>
            </a:pathLst>
          </a:custGeom>
          <a:solidFill>
            <a:srgbClr val="00E5FF"/>
          </a:solidFill>
          <a:ln w="3175">
            <a:solidFill>
              <a:srgbClr val="00B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27876500" y="-2410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2"/>
                </a:lnTo>
                <a:lnTo>
                  <a:pt x="1" y="1"/>
                </a:lnTo>
                <a:close/>
              </a:path>
            </a:pathLst>
          </a:custGeom>
          <a:solidFill>
            <a:srgbClr val="11FFEE"/>
          </a:solidFill>
          <a:ln w="3175">
            <a:solidFill>
              <a:srgbClr val="0DC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279019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AFFE5"/>
          </a:solidFill>
          <a:ln w="3175">
            <a:solidFill>
              <a:srgbClr val="15CC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279400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1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17FFE8"/>
          </a:solidFill>
          <a:ln w="3175">
            <a:solidFill>
              <a:srgbClr val="12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279654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27990800" y="-24104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280289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280543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27190700" y="-23837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272161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272542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27279600" y="-23850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273050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27343100" y="-23850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273685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274066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27432000" y="-2386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274574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27495500" y="-2386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275209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275590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27584400" y="-2387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27622500" y="-23926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0000B2"/>
          </a:solidFill>
          <a:ln w="3175">
            <a:solidFill>
              <a:srgbClr val="000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27647900" y="-24015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276733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2FF"/>
          </a:solidFill>
          <a:ln w="3175">
            <a:solidFill>
              <a:srgbClr val="006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27711400" y="-24003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27736800" y="-24003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27774900" y="-24003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27800300" y="-2404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1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81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278257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0"/>
                </a:lnTo>
                <a:lnTo>
                  <a:pt x="3" y="1"/>
                </a:lnTo>
                <a:lnTo>
                  <a:pt x="0" y="4"/>
                </a:lnTo>
                <a:lnTo>
                  <a:pt x="1" y="3"/>
                </a:lnTo>
                <a:close/>
              </a:path>
            </a:pathLst>
          </a:custGeom>
          <a:solidFill>
            <a:srgbClr val="00B6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27863800" y="-2409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1"/>
                </a:lnTo>
                <a:close/>
              </a:path>
            </a:pathLst>
          </a:custGeom>
          <a:solidFill>
            <a:srgbClr val="00EEFF"/>
          </a:solidFill>
          <a:ln w="3175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278892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6FFF9"/>
          </a:solidFill>
          <a:ln w="3175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279273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2FFFD"/>
          </a:solidFill>
          <a:ln w="3175">
            <a:solidFill>
              <a:srgbClr val="02C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279527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279781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28016200" y="-24104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28041600" y="-24104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271780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272034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272415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27266900" y="-23850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273050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273304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273558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273939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Freeform 488"/>
          <p:cNvSpPr/>
          <p:nvPr/>
        </p:nvSpPr>
        <p:spPr>
          <a:xfrm>
            <a:off x="27419300" y="-2386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Freeform 489"/>
          <p:cNvSpPr/>
          <p:nvPr/>
        </p:nvSpPr>
        <p:spPr>
          <a:xfrm>
            <a:off x="274574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Freeform 490"/>
          <p:cNvSpPr/>
          <p:nvPr/>
        </p:nvSpPr>
        <p:spPr>
          <a:xfrm>
            <a:off x="274828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Freeform 491"/>
          <p:cNvSpPr/>
          <p:nvPr/>
        </p:nvSpPr>
        <p:spPr>
          <a:xfrm>
            <a:off x="275082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Freeform 492"/>
          <p:cNvSpPr/>
          <p:nvPr/>
        </p:nvSpPr>
        <p:spPr>
          <a:xfrm>
            <a:off x="275463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Freeform 493"/>
          <p:cNvSpPr/>
          <p:nvPr/>
        </p:nvSpPr>
        <p:spPr>
          <a:xfrm>
            <a:off x="275717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Freeform 494"/>
          <p:cNvSpPr/>
          <p:nvPr/>
        </p:nvSpPr>
        <p:spPr>
          <a:xfrm>
            <a:off x="27609800" y="-23926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Freeform 495"/>
          <p:cNvSpPr/>
          <p:nvPr/>
        </p:nvSpPr>
        <p:spPr>
          <a:xfrm>
            <a:off x="27635200" y="-240284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Freeform 496"/>
          <p:cNvSpPr/>
          <p:nvPr/>
        </p:nvSpPr>
        <p:spPr>
          <a:xfrm>
            <a:off x="27660600" y="-2402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Freeform 497"/>
          <p:cNvSpPr/>
          <p:nvPr/>
        </p:nvSpPr>
        <p:spPr>
          <a:xfrm>
            <a:off x="27698700" y="-2401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Freeform 498"/>
          <p:cNvSpPr/>
          <p:nvPr/>
        </p:nvSpPr>
        <p:spPr>
          <a:xfrm>
            <a:off x="277241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Freeform 499"/>
          <p:cNvSpPr/>
          <p:nvPr/>
        </p:nvSpPr>
        <p:spPr>
          <a:xfrm>
            <a:off x="27762200" y="-2401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Freeform 500"/>
          <p:cNvSpPr/>
          <p:nvPr/>
        </p:nvSpPr>
        <p:spPr>
          <a:xfrm>
            <a:off x="27787600" y="-2404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Freeform 501"/>
          <p:cNvSpPr/>
          <p:nvPr/>
        </p:nvSpPr>
        <p:spPr>
          <a:xfrm>
            <a:off x="27825700" y="-2406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Freeform 502"/>
          <p:cNvSpPr/>
          <p:nvPr/>
        </p:nvSpPr>
        <p:spPr>
          <a:xfrm>
            <a:off x="27851100" y="-2410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Freeform 503"/>
          <p:cNvSpPr/>
          <p:nvPr/>
        </p:nvSpPr>
        <p:spPr>
          <a:xfrm>
            <a:off x="278765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Freeform 504"/>
          <p:cNvSpPr/>
          <p:nvPr/>
        </p:nvSpPr>
        <p:spPr>
          <a:xfrm>
            <a:off x="279146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Freeform 505"/>
          <p:cNvSpPr/>
          <p:nvPr/>
        </p:nvSpPr>
        <p:spPr>
          <a:xfrm>
            <a:off x="279400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Freeform 506"/>
          <p:cNvSpPr/>
          <p:nvPr/>
        </p:nvSpPr>
        <p:spPr>
          <a:xfrm>
            <a:off x="279781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Freeform 507"/>
          <p:cNvSpPr/>
          <p:nvPr/>
        </p:nvSpPr>
        <p:spPr>
          <a:xfrm>
            <a:off x="280035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Freeform 508"/>
          <p:cNvSpPr/>
          <p:nvPr/>
        </p:nvSpPr>
        <p:spPr>
          <a:xfrm>
            <a:off x="280289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Freeform 509"/>
          <p:cNvSpPr/>
          <p:nvPr/>
        </p:nvSpPr>
        <p:spPr>
          <a:xfrm>
            <a:off x="271653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Freeform 510"/>
          <p:cNvSpPr/>
          <p:nvPr/>
        </p:nvSpPr>
        <p:spPr>
          <a:xfrm>
            <a:off x="271907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Freeform 511"/>
          <p:cNvSpPr/>
          <p:nvPr/>
        </p:nvSpPr>
        <p:spPr>
          <a:xfrm>
            <a:off x="272288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Freeform 512"/>
          <p:cNvSpPr/>
          <p:nvPr/>
        </p:nvSpPr>
        <p:spPr>
          <a:xfrm>
            <a:off x="272542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Freeform 513"/>
          <p:cNvSpPr/>
          <p:nvPr/>
        </p:nvSpPr>
        <p:spPr>
          <a:xfrm>
            <a:off x="272923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Freeform 514"/>
          <p:cNvSpPr/>
          <p:nvPr/>
        </p:nvSpPr>
        <p:spPr>
          <a:xfrm>
            <a:off x="27317700" y="-2386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Freeform 515"/>
          <p:cNvSpPr/>
          <p:nvPr/>
        </p:nvSpPr>
        <p:spPr>
          <a:xfrm>
            <a:off x="273431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Freeform 516"/>
          <p:cNvSpPr/>
          <p:nvPr/>
        </p:nvSpPr>
        <p:spPr>
          <a:xfrm>
            <a:off x="273812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Freeform 517"/>
          <p:cNvSpPr/>
          <p:nvPr/>
        </p:nvSpPr>
        <p:spPr>
          <a:xfrm>
            <a:off x="274066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Freeform 518"/>
          <p:cNvSpPr/>
          <p:nvPr/>
        </p:nvSpPr>
        <p:spPr>
          <a:xfrm>
            <a:off x="274447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Freeform 519"/>
          <p:cNvSpPr/>
          <p:nvPr/>
        </p:nvSpPr>
        <p:spPr>
          <a:xfrm>
            <a:off x="27470100" y="-2387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Freeform 520"/>
          <p:cNvSpPr/>
          <p:nvPr/>
        </p:nvSpPr>
        <p:spPr>
          <a:xfrm>
            <a:off x="275082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Freeform 521"/>
          <p:cNvSpPr/>
          <p:nvPr/>
        </p:nvSpPr>
        <p:spPr>
          <a:xfrm>
            <a:off x="275336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Freeform 522"/>
          <p:cNvSpPr/>
          <p:nvPr/>
        </p:nvSpPr>
        <p:spPr>
          <a:xfrm>
            <a:off x="275590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Freeform 523"/>
          <p:cNvSpPr/>
          <p:nvPr/>
        </p:nvSpPr>
        <p:spPr>
          <a:xfrm>
            <a:off x="27597100" y="-23939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Freeform 524"/>
          <p:cNvSpPr/>
          <p:nvPr/>
        </p:nvSpPr>
        <p:spPr>
          <a:xfrm>
            <a:off x="27622500" y="-24041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Freeform 525"/>
          <p:cNvSpPr/>
          <p:nvPr/>
        </p:nvSpPr>
        <p:spPr>
          <a:xfrm>
            <a:off x="276606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Freeform 526"/>
          <p:cNvSpPr/>
          <p:nvPr/>
        </p:nvSpPr>
        <p:spPr>
          <a:xfrm>
            <a:off x="27686000" y="-2401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Freeform 527"/>
          <p:cNvSpPr/>
          <p:nvPr/>
        </p:nvSpPr>
        <p:spPr>
          <a:xfrm>
            <a:off x="277114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Freeform 528"/>
          <p:cNvSpPr/>
          <p:nvPr/>
        </p:nvSpPr>
        <p:spPr>
          <a:xfrm>
            <a:off x="27749500" y="-2401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Freeform 529"/>
          <p:cNvSpPr/>
          <p:nvPr/>
        </p:nvSpPr>
        <p:spPr>
          <a:xfrm>
            <a:off x="277749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Freeform 530"/>
          <p:cNvSpPr/>
          <p:nvPr/>
        </p:nvSpPr>
        <p:spPr>
          <a:xfrm>
            <a:off x="27813000" y="-2407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Freeform 531"/>
          <p:cNvSpPr/>
          <p:nvPr/>
        </p:nvSpPr>
        <p:spPr>
          <a:xfrm>
            <a:off x="27838400" y="-2410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Freeform 532"/>
          <p:cNvSpPr/>
          <p:nvPr/>
        </p:nvSpPr>
        <p:spPr>
          <a:xfrm>
            <a:off x="278638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Freeform 533"/>
          <p:cNvSpPr/>
          <p:nvPr/>
        </p:nvSpPr>
        <p:spPr>
          <a:xfrm>
            <a:off x="279019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Freeform 534"/>
          <p:cNvSpPr/>
          <p:nvPr/>
        </p:nvSpPr>
        <p:spPr>
          <a:xfrm>
            <a:off x="279273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Freeform 535"/>
          <p:cNvSpPr/>
          <p:nvPr/>
        </p:nvSpPr>
        <p:spPr>
          <a:xfrm>
            <a:off x="279654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279908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28028900" y="-24117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271526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271907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Freeform 540"/>
          <p:cNvSpPr/>
          <p:nvPr/>
        </p:nvSpPr>
        <p:spPr>
          <a:xfrm>
            <a:off x="272161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Freeform 541"/>
          <p:cNvSpPr/>
          <p:nvPr/>
        </p:nvSpPr>
        <p:spPr>
          <a:xfrm>
            <a:off x="272415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Freeform 542"/>
          <p:cNvSpPr/>
          <p:nvPr/>
        </p:nvSpPr>
        <p:spPr>
          <a:xfrm>
            <a:off x="272796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Freeform 543"/>
          <p:cNvSpPr/>
          <p:nvPr/>
        </p:nvSpPr>
        <p:spPr>
          <a:xfrm>
            <a:off x="273050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Freeform 544"/>
          <p:cNvSpPr/>
          <p:nvPr/>
        </p:nvSpPr>
        <p:spPr>
          <a:xfrm>
            <a:off x="273431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Freeform 545"/>
          <p:cNvSpPr/>
          <p:nvPr/>
        </p:nvSpPr>
        <p:spPr>
          <a:xfrm>
            <a:off x="27368500" y="-2387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Freeform 546"/>
          <p:cNvSpPr/>
          <p:nvPr/>
        </p:nvSpPr>
        <p:spPr>
          <a:xfrm>
            <a:off x="273939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Freeform 547"/>
          <p:cNvSpPr/>
          <p:nvPr/>
        </p:nvSpPr>
        <p:spPr>
          <a:xfrm>
            <a:off x="274320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Freeform 548"/>
          <p:cNvSpPr/>
          <p:nvPr/>
        </p:nvSpPr>
        <p:spPr>
          <a:xfrm>
            <a:off x="274574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Freeform 549"/>
          <p:cNvSpPr/>
          <p:nvPr/>
        </p:nvSpPr>
        <p:spPr>
          <a:xfrm>
            <a:off x="274955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Freeform 550"/>
          <p:cNvSpPr/>
          <p:nvPr/>
        </p:nvSpPr>
        <p:spPr>
          <a:xfrm>
            <a:off x="27520900" y="-2388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Freeform 551"/>
          <p:cNvSpPr/>
          <p:nvPr/>
        </p:nvSpPr>
        <p:spPr>
          <a:xfrm>
            <a:off x="275463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Freeform 552"/>
          <p:cNvSpPr/>
          <p:nvPr/>
        </p:nvSpPr>
        <p:spPr>
          <a:xfrm>
            <a:off x="27584400" y="-23939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Freeform 553"/>
          <p:cNvSpPr/>
          <p:nvPr/>
        </p:nvSpPr>
        <p:spPr>
          <a:xfrm>
            <a:off x="27609800" y="-24041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Freeform 554"/>
          <p:cNvSpPr/>
          <p:nvPr/>
        </p:nvSpPr>
        <p:spPr>
          <a:xfrm>
            <a:off x="276479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Freeform 555"/>
          <p:cNvSpPr/>
          <p:nvPr/>
        </p:nvSpPr>
        <p:spPr>
          <a:xfrm>
            <a:off x="27673300" y="-2402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Freeform 556"/>
          <p:cNvSpPr/>
          <p:nvPr/>
        </p:nvSpPr>
        <p:spPr>
          <a:xfrm>
            <a:off x="27711400" y="-2402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Freeform 557"/>
          <p:cNvSpPr/>
          <p:nvPr/>
        </p:nvSpPr>
        <p:spPr>
          <a:xfrm>
            <a:off x="27736800" y="-2402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Freeform 558"/>
          <p:cNvSpPr/>
          <p:nvPr/>
        </p:nvSpPr>
        <p:spPr>
          <a:xfrm>
            <a:off x="27762200" y="-2405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Freeform 559"/>
          <p:cNvSpPr/>
          <p:nvPr/>
        </p:nvSpPr>
        <p:spPr>
          <a:xfrm>
            <a:off x="27800300" y="-2407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Freeform 560"/>
          <p:cNvSpPr/>
          <p:nvPr/>
        </p:nvSpPr>
        <p:spPr>
          <a:xfrm>
            <a:off x="27825700" y="-2411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Freeform 561"/>
          <p:cNvSpPr/>
          <p:nvPr/>
        </p:nvSpPr>
        <p:spPr>
          <a:xfrm>
            <a:off x="278638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Freeform 562"/>
          <p:cNvSpPr/>
          <p:nvPr/>
        </p:nvSpPr>
        <p:spPr>
          <a:xfrm>
            <a:off x="278892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Freeform 563"/>
          <p:cNvSpPr/>
          <p:nvPr/>
        </p:nvSpPr>
        <p:spPr>
          <a:xfrm>
            <a:off x="279146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Freeform 564"/>
          <p:cNvSpPr/>
          <p:nvPr/>
        </p:nvSpPr>
        <p:spPr>
          <a:xfrm>
            <a:off x="27952700" y="-24117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Freeform 565"/>
          <p:cNvSpPr/>
          <p:nvPr/>
        </p:nvSpPr>
        <p:spPr>
          <a:xfrm>
            <a:off x="27978100" y="-2413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Freeform 566"/>
          <p:cNvSpPr/>
          <p:nvPr/>
        </p:nvSpPr>
        <p:spPr>
          <a:xfrm>
            <a:off x="28016200" y="-2413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Freeform 567"/>
          <p:cNvSpPr/>
          <p:nvPr/>
        </p:nvSpPr>
        <p:spPr>
          <a:xfrm>
            <a:off x="271399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Freeform 568"/>
          <p:cNvSpPr/>
          <p:nvPr/>
        </p:nvSpPr>
        <p:spPr>
          <a:xfrm>
            <a:off x="271780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Freeform 569"/>
          <p:cNvSpPr/>
          <p:nvPr/>
        </p:nvSpPr>
        <p:spPr>
          <a:xfrm>
            <a:off x="272034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Freeform 570"/>
          <p:cNvSpPr/>
          <p:nvPr/>
        </p:nvSpPr>
        <p:spPr>
          <a:xfrm>
            <a:off x="272288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Freeform 571"/>
          <p:cNvSpPr/>
          <p:nvPr/>
        </p:nvSpPr>
        <p:spPr>
          <a:xfrm>
            <a:off x="272669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Freeform 572"/>
          <p:cNvSpPr/>
          <p:nvPr/>
        </p:nvSpPr>
        <p:spPr>
          <a:xfrm>
            <a:off x="272923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Freeform 573"/>
          <p:cNvSpPr/>
          <p:nvPr/>
        </p:nvSpPr>
        <p:spPr>
          <a:xfrm>
            <a:off x="273304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Freeform 574"/>
          <p:cNvSpPr/>
          <p:nvPr/>
        </p:nvSpPr>
        <p:spPr>
          <a:xfrm>
            <a:off x="273558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Freeform 575"/>
          <p:cNvSpPr/>
          <p:nvPr/>
        </p:nvSpPr>
        <p:spPr>
          <a:xfrm>
            <a:off x="273939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Freeform 576"/>
          <p:cNvSpPr/>
          <p:nvPr/>
        </p:nvSpPr>
        <p:spPr>
          <a:xfrm>
            <a:off x="27419300" y="-2388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Freeform 577"/>
          <p:cNvSpPr/>
          <p:nvPr/>
        </p:nvSpPr>
        <p:spPr>
          <a:xfrm>
            <a:off x="274447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Freeform 578"/>
          <p:cNvSpPr/>
          <p:nvPr/>
        </p:nvSpPr>
        <p:spPr>
          <a:xfrm>
            <a:off x="274828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Freeform 579"/>
          <p:cNvSpPr/>
          <p:nvPr/>
        </p:nvSpPr>
        <p:spPr>
          <a:xfrm>
            <a:off x="275082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Freeform 580"/>
          <p:cNvSpPr/>
          <p:nvPr/>
        </p:nvSpPr>
        <p:spPr>
          <a:xfrm>
            <a:off x="275463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Freeform 581"/>
          <p:cNvSpPr/>
          <p:nvPr/>
        </p:nvSpPr>
        <p:spPr>
          <a:xfrm>
            <a:off x="27571700" y="-2395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Freeform 582"/>
          <p:cNvSpPr/>
          <p:nvPr/>
        </p:nvSpPr>
        <p:spPr>
          <a:xfrm>
            <a:off x="27597100" y="-240538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Freeform 583"/>
          <p:cNvSpPr/>
          <p:nvPr/>
        </p:nvSpPr>
        <p:spPr>
          <a:xfrm>
            <a:off x="276352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Freeform 584"/>
          <p:cNvSpPr/>
          <p:nvPr/>
        </p:nvSpPr>
        <p:spPr>
          <a:xfrm>
            <a:off x="27660600" y="-24028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Freeform 585"/>
          <p:cNvSpPr/>
          <p:nvPr/>
        </p:nvSpPr>
        <p:spPr>
          <a:xfrm>
            <a:off x="27698700" y="-24028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Freeform 586"/>
          <p:cNvSpPr/>
          <p:nvPr/>
        </p:nvSpPr>
        <p:spPr>
          <a:xfrm>
            <a:off x="277241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Freeform 587"/>
          <p:cNvSpPr/>
          <p:nvPr/>
        </p:nvSpPr>
        <p:spPr>
          <a:xfrm>
            <a:off x="27749500" y="-2405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Freeform 588"/>
          <p:cNvSpPr/>
          <p:nvPr/>
        </p:nvSpPr>
        <p:spPr>
          <a:xfrm>
            <a:off x="27787600" y="-2409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Freeform 589"/>
          <p:cNvSpPr/>
          <p:nvPr/>
        </p:nvSpPr>
        <p:spPr>
          <a:xfrm>
            <a:off x="27813000" y="-2411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Freeform 590"/>
          <p:cNvSpPr/>
          <p:nvPr/>
        </p:nvSpPr>
        <p:spPr>
          <a:xfrm>
            <a:off x="27851100" y="-2413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Freeform 591"/>
          <p:cNvSpPr/>
          <p:nvPr/>
        </p:nvSpPr>
        <p:spPr>
          <a:xfrm>
            <a:off x="27876500" y="-2413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Freeform 592"/>
          <p:cNvSpPr/>
          <p:nvPr/>
        </p:nvSpPr>
        <p:spPr>
          <a:xfrm>
            <a:off x="27914600" y="-2413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Freeform 593"/>
          <p:cNvSpPr/>
          <p:nvPr/>
        </p:nvSpPr>
        <p:spPr>
          <a:xfrm>
            <a:off x="27940000" y="-2413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Freeform 594"/>
          <p:cNvSpPr/>
          <p:nvPr/>
        </p:nvSpPr>
        <p:spPr>
          <a:xfrm>
            <a:off x="27965400" y="-2413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Freeform 595"/>
          <p:cNvSpPr/>
          <p:nvPr/>
        </p:nvSpPr>
        <p:spPr>
          <a:xfrm>
            <a:off x="28003500" y="-24130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Freeform 596"/>
          <p:cNvSpPr/>
          <p:nvPr/>
        </p:nvSpPr>
        <p:spPr>
          <a:xfrm>
            <a:off x="271272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Freeform 597"/>
          <p:cNvSpPr/>
          <p:nvPr/>
        </p:nvSpPr>
        <p:spPr>
          <a:xfrm>
            <a:off x="271653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Freeform 598"/>
          <p:cNvSpPr/>
          <p:nvPr/>
        </p:nvSpPr>
        <p:spPr>
          <a:xfrm>
            <a:off x="27190700" y="-2387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Freeform 599"/>
          <p:cNvSpPr/>
          <p:nvPr/>
        </p:nvSpPr>
        <p:spPr>
          <a:xfrm>
            <a:off x="272288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Freeform 600"/>
          <p:cNvSpPr/>
          <p:nvPr/>
        </p:nvSpPr>
        <p:spPr>
          <a:xfrm>
            <a:off x="272542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Freeform 601"/>
          <p:cNvSpPr/>
          <p:nvPr/>
        </p:nvSpPr>
        <p:spPr>
          <a:xfrm>
            <a:off x="272796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Freeform 602"/>
          <p:cNvSpPr/>
          <p:nvPr/>
        </p:nvSpPr>
        <p:spPr>
          <a:xfrm>
            <a:off x="273177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Freeform 603"/>
          <p:cNvSpPr/>
          <p:nvPr/>
        </p:nvSpPr>
        <p:spPr>
          <a:xfrm>
            <a:off x="27343100" y="-23888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Freeform 604"/>
          <p:cNvSpPr/>
          <p:nvPr/>
        </p:nvSpPr>
        <p:spPr>
          <a:xfrm>
            <a:off x="273812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Freeform 605"/>
          <p:cNvSpPr/>
          <p:nvPr/>
        </p:nvSpPr>
        <p:spPr>
          <a:xfrm>
            <a:off x="274066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Freeform 606"/>
          <p:cNvSpPr/>
          <p:nvPr/>
        </p:nvSpPr>
        <p:spPr>
          <a:xfrm>
            <a:off x="274320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Freeform 607"/>
          <p:cNvSpPr/>
          <p:nvPr/>
        </p:nvSpPr>
        <p:spPr>
          <a:xfrm>
            <a:off x="27470100" y="-2390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Freeform 608"/>
          <p:cNvSpPr/>
          <p:nvPr/>
        </p:nvSpPr>
        <p:spPr>
          <a:xfrm>
            <a:off x="274955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Freeform 609"/>
          <p:cNvSpPr/>
          <p:nvPr/>
        </p:nvSpPr>
        <p:spPr>
          <a:xfrm>
            <a:off x="27533600" y="-2391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Freeform 610"/>
          <p:cNvSpPr/>
          <p:nvPr/>
        </p:nvSpPr>
        <p:spPr>
          <a:xfrm>
            <a:off x="27559000" y="-23964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Freeform 611"/>
          <p:cNvSpPr/>
          <p:nvPr/>
        </p:nvSpPr>
        <p:spPr>
          <a:xfrm>
            <a:off x="27597100" y="-240538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0" y="8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Freeform 612"/>
          <p:cNvSpPr/>
          <p:nvPr/>
        </p:nvSpPr>
        <p:spPr>
          <a:xfrm>
            <a:off x="276225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Freeform 613"/>
          <p:cNvSpPr/>
          <p:nvPr/>
        </p:nvSpPr>
        <p:spPr>
          <a:xfrm>
            <a:off x="276479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Freeform 614"/>
          <p:cNvSpPr/>
          <p:nvPr/>
        </p:nvSpPr>
        <p:spPr>
          <a:xfrm>
            <a:off x="276860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Freeform 615"/>
          <p:cNvSpPr/>
          <p:nvPr/>
        </p:nvSpPr>
        <p:spPr>
          <a:xfrm>
            <a:off x="277114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Freeform 616"/>
          <p:cNvSpPr/>
          <p:nvPr/>
        </p:nvSpPr>
        <p:spPr>
          <a:xfrm>
            <a:off x="27749500" y="-2406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0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Freeform 617"/>
          <p:cNvSpPr/>
          <p:nvPr/>
        </p:nvSpPr>
        <p:spPr>
          <a:xfrm>
            <a:off x="27774900" y="-24104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Freeform 618"/>
          <p:cNvSpPr/>
          <p:nvPr/>
        </p:nvSpPr>
        <p:spPr>
          <a:xfrm>
            <a:off x="27800300" y="-2413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Freeform 619"/>
          <p:cNvSpPr/>
          <p:nvPr/>
        </p:nvSpPr>
        <p:spPr>
          <a:xfrm>
            <a:off x="27838400" y="-2413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Freeform 620"/>
          <p:cNvSpPr/>
          <p:nvPr/>
        </p:nvSpPr>
        <p:spPr>
          <a:xfrm>
            <a:off x="27863800" y="-24130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Freeform 621"/>
          <p:cNvSpPr/>
          <p:nvPr/>
        </p:nvSpPr>
        <p:spPr>
          <a:xfrm>
            <a:off x="27901900" y="-24130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Freeform 622"/>
          <p:cNvSpPr/>
          <p:nvPr/>
        </p:nvSpPr>
        <p:spPr>
          <a:xfrm>
            <a:off x="27927300" y="-2414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Freeform 623"/>
          <p:cNvSpPr/>
          <p:nvPr/>
        </p:nvSpPr>
        <p:spPr>
          <a:xfrm>
            <a:off x="27952700" y="-2414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Freeform 624"/>
          <p:cNvSpPr/>
          <p:nvPr/>
        </p:nvSpPr>
        <p:spPr>
          <a:xfrm>
            <a:off x="27990800" y="-2414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Freeform 625"/>
          <p:cNvSpPr/>
          <p:nvPr/>
        </p:nvSpPr>
        <p:spPr>
          <a:xfrm>
            <a:off x="27114500" y="-23939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Freeform 626"/>
          <p:cNvSpPr/>
          <p:nvPr/>
        </p:nvSpPr>
        <p:spPr>
          <a:xfrm>
            <a:off x="27152600" y="-23939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Freeform 627"/>
          <p:cNvSpPr/>
          <p:nvPr/>
        </p:nvSpPr>
        <p:spPr>
          <a:xfrm>
            <a:off x="27178000" y="-23939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Freeform 628"/>
          <p:cNvSpPr/>
          <p:nvPr/>
        </p:nvSpPr>
        <p:spPr>
          <a:xfrm>
            <a:off x="27216100" y="-239522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Freeform 629"/>
          <p:cNvSpPr/>
          <p:nvPr/>
        </p:nvSpPr>
        <p:spPr>
          <a:xfrm>
            <a:off x="27241500" y="-23952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Freeform 630"/>
          <p:cNvSpPr/>
          <p:nvPr/>
        </p:nvSpPr>
        <p:spPr>
          <a:xfrm>
            <a:off x="27279600" y="-23952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Freeform 631"/>
          <p:cNvSpPr/>
          <p:nvPr/>
        </p:nvSpPr>
        <p:spPr>
          <a:xfrm>
            <a:off x="27305000" y="-23952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Freeform 632"/>
          <p:cNvSpPr/>
          <p:nvPr/>
        </p:nvSpPr>
        <p:spPr>
          <a:xfrm>
            <a:off x="27330400" y="-23952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Freeform 633"/>
          <p:cNvSpPr/>
          <p:nvPr/>
        </p:nvSpPr>
        <p:spPr>
          <a:xfrm>
            <a:off x="27368500" y="-23964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Freeform 634"/>
          <p:cNvSpPr/>
          <p:nvPr/>
        </p:nvSpPr>
        <p:spPr>
          <a:xfrm>
            <a:off x="27393900" y="-23964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Freeform 635"/>
          <p:cNvSpPr/>
          <p:nvPr/>
        </p:nvSpPr>
        <p:spPr>
          <a:xfrm>
            <a:off x="27432000" y="-23964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Freeform 636"/>
          <p:cNvSpPr/>
          <p:nvPr/>
        </p:nvSpPr>
        <p:spPr>
          <a:xfrm>
            <a:off x="27457400" y="-23964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Freeform 637"/>
          <p:cNvSpPr/>
          <p:nvPr/>
        </p:nvSpPr>
        <p:spPr>
          <a:xfrm>
            <a:off x="27482800" y="-23964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Freeform 638"/>
          <p:cNvSpPr/>
          <p:nvPr/>
        </p:nvSpPr>
        <p:spPr>
          <a:xfrm>
            <a:off x="27520900" y="-23977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Freeform 639"/>
          <p:cNvSpPr/>
          <p:nvPr/>
        </p:nvSpPr>
        <p:spPr>
          <a:xfrm>
            <a:off x="27546300" y="-24003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00D6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Freeform 640"/>
          <p:cNvSpPr/>
          <p:nvPr/>
        </p:nvSpPr>
        <p:spPr>
          <a:xfrm>
            <a:off x="27584400" y="-240919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3"/>
                </a:lnTo>
                <a:lnTo>
                  <a:pt x="2" y="0"/>
                </a:lnTo>
                <a:lnTo>
                  <a:pt x="0" y="7"/>
                </a:lnTo>
                <a:lnTo>
                  <a:pt x="1" y="10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Freeform 641"/>
          <p:cNvSpPr/>
          <p:nvPr/>
        </p:nvSpPr>
        <p:spPr>
          <a:xfrm>
            <a:off x="27609800" y="-24091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BFF"/>
          </a:solidFill>
          <a:ln w="3175">
            <a:solidFill>
              <a:srgbClr val="007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Freeform 642"/>
          <p:cNvSpPr/>
          <p:nvPr/>
        </p:nvSpPr>
        <p:spPr>
          <a:xfrm>
            <a:off x="27635200" y="-2407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Freeform 643"/>
          <p:cNvSpPr/>
          <p:nvPr/>
        </p:nvSpPr>
        <p:spPr>
          <a:xfrm>
            <a:off x="27673300" y="-2407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Freeform 644"/>
          <p:cNvSpPr/>
          <p:nvPr/>
        </p:nvSpPr>
        <p:spPr>
          <a:xfrm>
            <a:off x="27698700" y="-2407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Freeform 645"/>
          <p:cNvSpPr/>
          <p:nvPr/>
        </p:nvSpPr>
        <p:spPr>
          <a:xfrm>
            <a:off x="27736800" y="-242189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12"/>
                </a:lnTo>
                <a:lnTo>
                  <a:pt x="2" y="0"/>
                </a:lnTo>
                <a:lnTo>
                  <a:pt x="0" y="11"/>
                </a:lnTo>
                <a:lnTo>
                  <a:pt x="1" y="14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Freeform 646"/>
          <p:cNvSpPr/>
          <p:nvPr/>
        </p:nvSpPr>
        <p:spPr>
          <a:xfrm>
            <a:off x="27762200" y="-242443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11"/>
                </a:lnTo>
                <a:lnTo>
                  <a:pt x="3" y="0"/>
                </a:lnTo>
                <a:lnTo>
                  <a:pt x="0" y="2"/>
                </a:lnTo>
                <a:lnTo>
                  <a:pt x="1" y="14"/>
                </a:lnTo>
                <a:close/>
              </a:path>
            </a:pathLst>
          </a:custGeom>
          <a:solidFill>
            <a:srgbClr val="2BFFD4"/>
          </a:solidFill>
          <a:ln w="3175">
            <a:solidFill>
              <a:srgbClr val="23C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Freeform 647"/>
          <p:cNvSpPr/>
          <p:nvPr/>
        </p:nvSpPr>
        <p:spPr>
          <a:xfrm>
            <a:off x="27800300" y="-242570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0" y="12"/>
                </a:moveTo>
                <a:lnTo>
                  <a:pt x="3" y="10"/>
                </a:lnTo>
                <a:lnTo>
                  <a:pt x="2" y="0"/>
                </a:lnTo>
                <a:lnTo>
                  <a:pt x="0" y="1"/>
                </a:lnTo>
                <a:lnTo>
                  <a:pt x="0" y="12"/>
                </a:lnTo>
                <a:close/>
              </a:path>
            </a:pathLst>
          </a:custGeom>
          <a:solidFill>
            <a:srgbClr val="59FFA6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Freeform 648"/>
          <p:cNvSpPr/>
          <p:nvPr/>
        </p:nvSpPr>
        <p:spPr>
          <a:xfrm>
            <a:off x="27825700" y="-24257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DFF92"/>
          </a:solidFill>
          <a:ln w="3175">
            <a:solidFill>
              <a:srgbClr val="57C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Freeform 649"/>
          <p:cNvSpPr/>
          <p:nvPr/>
        </p:nvSpPr>
        <p:spPr>
          <a:xfrm>
            <a:off x="27851100" y="-24257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BFF94"/>
          </a:solidFill>
          <a:ln w="3175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Freeform 650"/>
          <p:cNvSpPr/>
          <p:nvPr/>
        </p:nvSpPr>
        <p:spPr>
          <a:xfrm>
            <a:off x="27889200" y="-24257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Freeform 651"/>
          <p:cNvSpPr/>
          <p:nvPr/>
        </p:nvSpPr>
        <p:spPr>
          <a:xfrm>
            <a:off x="27914600" y="-242697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0"/>
                </a:lnTo>
                <a:lnTo>
                  <a:pt x="3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Freeform 652"/>
          <p:cNvSpPr/>
          <p:nvPr/>
        </p:nvSpPr>
        <p:spPr>
          <a:xfrm>
            <a:off x="27952700" y="-242697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Freeform 653"/>
          <p:cNvSpPr/>
          <p:nvPr/>
        </p:nvSpPr>
        <p:spPr>
          <a:xfrm>
            <a:off x="27978100" y="-242697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Freeform 654"/>
          <p:cNvSpPr/>
          <p:nvPr/>
        </p:nvSpPr>
        <p:spPr>
          <a:xfrm>
            <a:off x="27114500" y="-240284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Freeform 655"/>
          <p:cNvSpPr/>
          <p:nvPr/>
        </p:nvSpPr>
        <p:spPr>
          <a:xfrm>
            <a:off x="27139900" y="-240284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Freeform 656"/>
          <p:cNvSpPr/>
          <p:nvPr/>
        </p:nvSpPr>
        <p:spPr>
          <a:xfrm>
            <a:off x="27165300" y="-24041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Freeform 657"/>
          <p:cNvSpPr/>
          <p:nvPr/>
        </p:nvSpPr>
        <p:spPr>
          <a:xfrm>
            <a:off x="27203400" y="-240411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Freeform 658"/>
          <p:cNvSpPr/>
          <p:nvPr/>
        </p:nvSpPr>
        <p:spPr>
          <a:xfrm>
            <a:off x="27228800" y="-24041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Freeform 659"/>
          <p:cNvSpPr/>
          <p:nvPr/>
        </p:nvSpPr>
        <p:spPr>
          <a:xfrm>
            <a:off x="27266900" y="-24041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Freeform 660"/>
          <p:cNvSpPr/>
          <p:nvPr/>
        </p:nvSpPr>
        <p:spPr>
          <a:xfrm>
            <a:off x="27292300" y="-24041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Freeform 661"/>
          <p:cNvSpPr/>
          <p:nvPr/>
        </p:nvSpPr>
        <p:spPr>
          <a:xfrm>
            <a:off x="27330400" y="-240538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0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Freeform 662"/>
          <p:cNvSpPr/>
          <p:nvPr/>
        </p:nvSpPr>
        <p:spPr>
          <a:xfrm>
            <a:off x="27355800" y="-240538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Freeform 663"/>
          <p:cNvSpPr/>
          <p:nvPr/>
        </p:nvSpPr>
        <p:spPr>
          <a:xfrm>
            <a:off x="27381200" y="-24053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Freeform 664"/>
          <p:cNvSpPr/>
          <p:nvPr/>
        </p:nvSpPr>
        <p:spPr>
          <a:xfrm>
            <a:off x="27419300" y="-2405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Freeform 665"/>
          <p:cNvSpPr/>
          <p:nvPr/>
        </p:nvSpPr>
        <p:spPr>
          <a:xfrm>
            <a:off x="27444700" y="-2405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Freeform 666"/>
          <p:cNvSpPr/>
          <p:nvPr/>
        </p:nvSpPr>
        <p:spPr>
          <a:xfrm>
            <a:off x="27482800" y="-24066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0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Freeform 667"/>
          <p:cNvSpPr/>
          <p:nvPr/>
        </p:nvSpPr>
        <p:spPr>
          <a:xfrm>
            <a:off x="27508200" y="-24066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Freeform 668"/>
          <p:cNvSpPr/>
          <p:nvPr/>
        </p:nvSpPr>
        <p:spPr>
          <a:xfrm>
            <a:off x="27533600" y="-240919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7"/>
                </a:lnTo>
                <a:lnTo>
                  <a:pt x="3" y="0"/>
                </a:lnTo>
                <a:lnTo>
                  <a:pt x="0" y="2"/>
                </a:lnTo>
                <a:lnTo>
                  <a:pt x="1" y="9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Freeform 669"/>
          <p:cNvSpPr/>
          <p:nvPr/>
        </p:nvSpPr>
        <p:spPr>
          <a:xfrm>
            <a:off x="27571700" y="-241427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4"/>
                </a:lnTo>
                <a:lnTo>
                  <a:pt x="2" y="0"/>
                </a:lnTo>
                <a:lnTo>
                  <a:pt x="0" y="4"/>
                </a:lnTo>
                <a:lnTo>
                  <a:pt x="1" y="11"/>
                </a:lnTo>
                <a:close/>
              </a:path>
            </a:pathLst>
          </a:custGeom>
          <a:solidFill>
            <a:srgbClr val="00B2FF"/>
          </a:solidFill>
          <a:ln w="3175">
            <a:solidFill>
              <a:srgbClr val="008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Freeform 670"/>
          <p:cNvSpPr/>
          <p:nvPr/>
        </p:nvSpPr>
        <p:spPr>
          <a:xfrm>
            <a:off x="27597100" y="-24155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5"/>
                </a:moveTo>
                <a:lnTo>
                  <a:pt x="3" y="6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F1FF"/>
          </a:solidFill>
          <a:ln w="3175">
            <a:solidFill>
              <a:srgbClr val="00C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Freeform 671"/>
          <p:cNvSpPr/>
          <p:nvPr/>
        </p:nvSpPr>
        <p:spPr>
          <a:xfrm>
            <a:off x="27635200" y="-24155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0" y="6"/>
                </a:lnTo>
                <a:close/>
              </a:path>
            </a:pathLst>
          </a:custGeom>
          <a:solidFill>
            <a:srgbClr val="00E8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Freeform 672"/>
          <p:cNvSpPr/>
          <p:nvPr/>
        </p:nvSpPr>
        <p:spPr>
          <a:xfrm>
            <a:off x="27660600" y="-24168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E8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Freeform 673"/>
          <p:cNvSpPr/>
          <p:nvPr/>
        </p:nvSpPr>
        <p:spPr>
          <a:xfrm>
            <a:off x="27686000" y="-24168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E8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Freeform 674"/>
          <p:cNvSpPr/>
          <p:nvPr/>
        </p:nvSpPr>
        <p:spPr>
          <a:xfrm>
            <a:off x="27724100" y="-24333200"/>
            <a:ext cx="38100" cy="254000"/>
          </a:xfrm>
          <a:custGeom>
            <a:avLst/>
            <a:gdLst/>
            <a:ahLst/>
            <a:cxnLst/>
            <a:rect l="l" t="t" r="r" b="b"/>
            <a:pathLst>
              <a:path w="3" h="20">
                <a:moveTo>
                  <a:pt x="1" y="20"/>
                </a:moveTo>
                <a:lnTo>
                  <a:pt x="3" y="9"/>
                </a:lnTo>
                <a:lnTo>
                  <a:pt x="2" y="0"/>
                </a:lnTo>
                <a:lnTo>
                  <a:pt x="0" y="13"/>
                </a:lnTo>
                <a:lnTo>
                  <a:pt x="1" y="20"/>
                </a:lnTo>
                <a:close/>
              </a:path>
            </a:pathLst>
          </a:custGeom>
          <a:solidFill>
            <a:srgbClr val="75FF8A"/>
          </a:solidFill>
          <a:ln w="3175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Freeform 675"/>
          <p:cNvSpPr/>
          <p:nvPr/>
        </p:nvSpPr>
        <p:spPr>
          <a:xfrm>
            <a:off x="27749500" y="-244475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1" y="18"/>
                </a:moveTo>
                <a:lnTo>
                  <a:pt x="4" y="16"/>
                </a:lnTo>
                <a:lnTo>
                  <a:pt x="3" y="0"/>
                </a:lnTo>
                <a:lnTo>
                  <a:pt x="0" y="9"/>
                </a:lnTo>
                <a:lnTo>
                  <a:pt x="1" y="18"/>
                </a:lnTo>
                <a:close/>
              </a:path>
            </a:pathLst>
          </a:custGeom>
          <a:solidFill>
            <a:srgbClr val="FFB900"/>
          </a:solidFill>
          <a:ln w="3175">
            <a:solidFill>
              <a:srgbClr val="CC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Freeform 676"/>
          <p:cNvSpPr/>
          <p:nvPr/>
        </p:nvSpPr>
        <p:spPr>
          <a:xfrm>
            <a:off x="27787600" y="-24447500"/>
            <a:ext cx="38100" cy="203200"/>
          </a:xfrm>
          <a:custGeom>
            <a:avLst/>
            <a:gdLst/>
            <a:ahLst/>
            <a:cxnLst/>
            <a:rect l="l" t="t" r="r" b="b"/>
            <a:pathLst>
              <a:path w="3" h="16">
                <a:moveTo>
                  <a:pt x="1" y="16"/>
                </a:moveTo>
                <a:lnTo>
                  <a:pt x="3" y="15"/>
                </a:lnTo>
                <a:lnTo>
                  <a:pt x="2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FF7000"/>
          </a:solidFill>
          <a:ln w="3175">
            <a:solidFill>
              <a:srgbClr val="CC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Freeform 677"/>
          <p:cNvSpPr/>
          <p:nvPr/>
        </p:nvSpPr>
        <p:spPr>
          <a:xfrm>
            <a:off x="27813000" y="-244475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15"/>
                </a:lnTo>
                <a:lnTo>
                  <a:pt x="3" y="0"/>
                </a:lnTo>
                <a:lnTo>
                  <a:pt x="0" y="0"/>
                </a:lnTo>
                <a:lnTo>
                  <a:pt x="1" y="15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Freeform 678"/>
          <p:cNvSpPr/>
          <p:nvPr/>
        </p:nvSpPr>
        <p:spPr>
          <a:xfrm>
            <a:off x="27851100" y="-24460200"/>
            <a:ext cx="38100" cy="203200"/>
          </a:xfrm>
          <a:custGeom>
            <a:avLst/>
            <a:gdLst/>
            <a:ahLst/>
            <a:cxnLst/>
            <a:rect l="l" t="t" r="r" b="b"/>
            <a:pathLst>
              <a:path w="3" h="16">
                <a:moveTo>
                  <a:pt x="0" y="16"/>
                </a:moveTo>
                <a:lnTo>
                  <a:pt x="3" y="16"/>
                </a:lnTo>
                <a:lnTo>
                  <a:pt x="2" y="0"/>
                </a:lnTo>
                <a:lnTo>
                  <a:pt x="0" y="1"/>
                </a:lnTo>
                <a:lnTo>
                  <a:pt x="0" y="16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Freeform 679"/>
          <p:cNvSpPr/>
          <p:nvPr/>
        </p:nvSpPr>
        <p:spPr>
          <a:xfrm>
            <a:off x="27876500" y="-24460200"/>
            <a:ext cx="38100" cy="203200"/>
          </a:xfrm>
          <a:custGeom>
            <a:avLst/>
            <a:gdLst/>
            <a:ahLst/>
            <a:cxnLst/>
            <a:rect l="l" t="t" r="r" b="b"/>
            <a:pathLst>
              <a:path w="3" h="16">
                <a:moveTo>
                  <a:pt x="1" y="16"/>
                </a:moveTo>
                <a:lnTo>
                  <a:pt x="3" y="16"/>
                </a:lnTo>
                <a:lnTo>
                  <a:pt x="2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Freeform 680"/>
          <p:cNvSpPr/>
          <p:nvPr/>
        </p:nvSpPr>
        <p:spPr>
          <a:xfrm>
            <a:off x="27901900" y="-244602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5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Freeform 681"/>
          <p:cNvSpPr/>
          <p:nvPr/>
        </p:nvSpPr>
        <p:spPr>
          <a:xfrm>
            <a:off x="27940000" y="-244602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15"/>
                </a:lnTo>
                <a:lnTo>
                  <a:pt x="2" y="0"/>
                </a:lnTo>
                <a:lnTo>
                  <a:pt x="0" y="0"/>
                </a:lnTo>
                <a:lnTo>
                  <a:pt x="1" y="15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Freeform 682"/>
          <p:cNvSpPr/>
          <p:nvPr/>
        </p:nvSpPr>
        <p:spPr>
          <a:xfrm>
            <a:off x="27965400" y="-244602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15"/>
                </a:lnTo>
                <a:lnTo>
                  <a:pt x="3" y="0"/>
                </a:lnTo>
                <a:lnTo>
                  <a:pt x="0" y="0"/>
                </a:lnTo>
                <a:lnTo>
                  <a:pt x="1" y="15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Freeform 683"/>
          <p:cNvSpPr/>
          <p:nvPr/>
        </p:nvSpPr>
        <p:spPr>
          <a:xfrm>
            <a:off x="27101800" y="-2402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Freeform 684"/>
          <p:cNvSpPr/>
          <p:nvPr/>
        </p:nvSpPr>
        <p:spPr>
          <a:xfrm>
            <a:off x="27127200" y="-2402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Freeform 685"/>
          <p:cNvSpPr/>
          <p:nvPr/>
        </p:nvSpPr>
        <p:spPr>
          <a:xfrm>
            <a:off x="271653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Freeform 686"/>
          <p:cNvSpPr/>
          <p:nvPr/>
        </p:nvSpPr>
        <p:spPr>
          <a:xfrm>
            <a:off x="271907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Freeform 687"/>
          <p:cNvSpPr/>
          <p:nvPr/>
        </p:nvSpPr>
        <p:spPr>
          <a:xfrm>
            <a:off x="272161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Freeform 688"/>
          <p:cNvSpPr/>
          <p:nvPr/>
        </p:nvSpPr>
        <p:spPr>
          <a:xfrm>
            <a:off x="272542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Freeform 689"/>
          <p:cNvSpPr/>
          <p:nvPr/>
        </p:nvSpPr>
        <p:spPr>
          <a:xfrm>
            <a:off x="272796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Freeform 690"/>
          <p:cNvSpPr/>
          <p:nvPr/>
        </p:nvSpPr>
        <p:spPr>
          <a:xfrm>
            <a:off x="273177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Freeform 691"/>
          <p:cNvSpPr/>
          <p:nvPr/>
        </p:nvSpPr>
        <p:spPr>
          <a:xfrm>
            <a:off x="273431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Freeform 692"/>
          <p:cNvSpPr/>
          <p:nvPr/>
        </p:nvSpPr>
        <p:spPr>
          <a:xfrm>
            <a:off x="273685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Freeform 693"/>
          <p:cNvSpPr/>
          <p:nvPr/>
        </p:nvSpPr>
        <p:spPr>
          <a:xfrm>
            <a:off x="274066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Freeform 694"/>
          <p:cNvSpPr/>
          <p:nvPr/>
        </p:nvSpPr>
        <p:spPr>
          <a:xfrm>
            <a:off x="274320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Freeform 695"/>
          <p:cNvSpPr/>
          <p:nvPr/>
        </p:nvSpPr>
        <p:spPr>
          <a:xfrm>
            <a:off x="274701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Freeform 696"/>
          <p:cNvSpPr/>
          <p:nvPr/>
        </p:nvSpPr>
        <p:spPr>
          <a:xfrm>
            <a:off x="274955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Freeform 697"/>
          <p:cNvSpPr/>
          <p:nvPr/>
        </p:nvSpPr>
        <p:spPr>
          <a:xfrm>
            <a:off x="27533600" y="-2409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0"/>
                </a:lnTo>
                <a:lnTo>
                  <a:pt x="2" y="1"/>
                </a:lnTo>
                <a:lnTo>
                  <a:pt x="0" y="3"/>
                </a:lnTo>
                <a:lnTo>
                  <a:pt x="0" y="2"/>
                </a:lnTo>
                <a:close/>
              </a:path>
            </a:pathLst>
          </a:custGeom>
          <a:solidFill>
            <a:srgbClr val="0092FF"/>
          </a:solidFill>
          <a:ln w="3175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Freeform 698"/>
          <p:cNvSpPr/>
          <p:nvPr/>
        </p:nvSpPr>
        <p:spPr>
          <a:xfrm>
            <a:off x="27559000" y="-24155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5"/>
                </a:lnTo>
                <a:close/>
              </a:path>
            </a:pathLst>
          </a:custGeom>
          <a:solidFill>
            <a:srgbClr val="00E7FF"/>
          </a:solidFill>
          <a:ln w="3175">
            <a:solidFill>
              <a:srgbClr val="00B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Freeform 699"/>
          <p:cNvSpPr/>
          <p:nvPr/>
        </p:nvSpPr>
        <p:spPr>
          <a:xfrm>
            <a:off x="27584400" y="-24193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3CFFC3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Freeform 700"/>
          <p:cNvSpPr/>
          <p:nvPr/>
        </p:nvSpPr>
        <p:spPr>
          <a:xfrm>
            <a:off x="27622500" y="-24206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53FFAC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Freeform 701"/>
          <p:cNvSpPr/>
          <p:nvPr/>
        </p:nvSpPr>
        <p:spPr>
          <a:xfrm>
            <a:off x="27647900" y="-24206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54FFAB"/>
          </a:solidFill>
          <a:ln w="3175">
            <a:solidFill>
              <a:srgbClr val="43C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reeform 702"/>
          <p:cNvSpPr/>
          <p:nvPr/>
        </p:nvSpPr>
        <p:spPr>
          <a:xfrm>
            <a:off x="27686000" y="-2420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54FFAB"/>
          </a:solidFill>
          <a:ln w="3175">
            <a:solidFill>
              <a:srgbClr val="43C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Freeform 703"/>
          <p:cNvSpPr/>
          <p:nvPr/>
        </p:nvSpPr>
        <p:spPr>
          <a:xfrm>
            <a:off x="27711400" y="-243332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0"/>
                </a:lnTo>
                <a:lnTo>
                  <a:pt x="2" y="1"/>
                </a:lnTo>
                <a:lnTo>
                  <a:pt x="0" y="10"/>
                </a:lnTo>
                <a:lnTo>
                  <a:pt x="1" y="13"/>
                </a:lnTo>
                <a:close/>
              </a:path>
            </a:pathLst>
          </a:custGeom>
          <a:solidFill>
            <a:srgbClr val="D8FF27"/>
          </a:solidFill>
          <a:ln w="3175">
            <a:solidFill>
              <a:srgbClr val="ADCC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Freeform 704"/>
          <p:cNvSpPr/>
          <p:nvPr/>
        </p:nvSpPr>
        <p:spPr>
          <a:xfrm>
            <a:off x="27736800" y="-244475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9"/>
                </a:moveTo>
                <a:lnTo>
                  <a:pt x="4" y="0"/>
                </a:lnTo>
                <a:lnTo>
                  <a:pt x="3" y="2"/>
                </a:lnTo>
                <a:lnTo>
                  <a:pt x="0" y="10"/>
                </a:lnTo>
                <a:lnTo>
                  <a:pt x="1" y="9"/>
                </a:lnTo>
                <a:close/>
              </a:path>
            </a:pathLst>
          </a:custGeom>
          <a:solidFill>
            <a:srgbClr val="FF3A00"/>
          </a:solidFill>
          <a:ln w="3175">
            <a:solidFill>
              <a:srgbClr val="CC2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Freeform 705"/>
          <p:cNvSpPr/>
          <p:nvPr/>
        </p:nvSpPr>
        <p:spPr>
          <a:xfrm>
            <a:off x="27774900" y="-24485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5"/>
                </a:lnTo>
                <a:lnTo>
                  <a:pt x="1" y="3"/>
                </a:lnTo>
                <a:close/>
              </a:path>
            </a:pathLst>
          </a:custGeom>
          <a:solidFill>
            <a:srgbClr val="B6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Freeform 706"/>
          <p:cNvSpPr/>
          <p:nvPr/>
        </p:nvSpPr>
        <p:spPr>
          <a:xfrm>
            <a:off x="27800300" y="-24485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Freeform 707"/>
          <p:cNvSpPr/>
          <p:nvPr/>
        </p:nvSpPr>
        <p:spPr>
          <a:xfrm>
            <a:off x="27838400" y="-2448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Freeform 708"/>
          <p:cNvSpPr/>
          <p:nvPr/>
        </p:nvSpPr>
        <p:spPr>
          <a:xfrm>
            <a:off x="27863800" y="-24485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Freeform 709"/>
          <p:cNvSpPr/>
          <p:nvPr/>
        </p:nvSpPr>
        <p:spPr>
          <a:xfrm>
            <a:off x="27889200" y="-24498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Freeform 710"/>
          <p:cNvSpPr/>
          <p:nvPr/>
        </p:nvSpPr>
        <p:spPr>
          <a:xfrm>
            <a:off x="27927300" y="-2449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Freeform 711"/>
          <p:cNvSpPr/>
          <p:nvPr/>
        </p:nvSpPr>
        <p:spPr>
          <a:xfrm>
            <a:off x="27952700" y="-24498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Freeform 712"/>
          <p:cNvSpPr/>
          <p:nvPr/>
        </p:nvSpPr>
        <p:spPr>
          <a:xfrm>
            <a:off x="27089100" y="-2401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Freeform 713"/>
          <p:cNvSpPr/>
          <p:nvPr/>
        </p:nvSpPr>
        <p:spPr>
          <a:xfrm>
            <a:off x="271145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reeform 714"/>
          <p:cNvSpPr/>
          <p:nvPr/>
        </p:nvSpPr>
        <p:spPr>
          <a:xfrm>
            <a:off x="27152600" y="-2402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Freeform 715"/>
          <p:cNvSpPr/>
          <p:nvPr/>
        </p:nvSpPr>
        <p:spPr>
          <a:xfrm>
            <a:off x="27178000" y="-24028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Freeform 716"/>
          <p:cNvSpPr/>
          <p:nvPr/>
        </p:nvSpPr>
        <p:spPr>
          <a:xfrm>
            <a:off x="27216100" y="-24028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Freeform 717"/>
          <p:cNvSpPr/>
          <p:nvPr/>
        </p:nvSpPr>
        <p:spPr>
          <a:xfrm>
            <a:off x="27241500" y="-24028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Freeform 718"/>
          <p:cNvSpPr/>
          <p:nvPr/>
        </p:nvSpPr>
        <p:spPr>
          <a:xfrm>
            <a:off x="272669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Freeform 719"/>
          <p:cNvSpPr/>
          <p:nvPr/>
        </p:nvSpPr>
        <p:spPr>
          <a:xfrm>
            <a:off x="27305000" y="-24041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Freeform 720"/>
          <p:cNvSpPr/>
          <p:nvPr/>
        </p:nvSpPr>
        <p:spPr>
          <a:xfrm>
            <a:off x="27330400" y="-24041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Freeform 721"/>
          <p:cNvSpPr/>
          <p:nvPr/>
        </p:nvSpPr>
        <p:spPr>
          <a:xfrm>
            <a:off x="27368500" y="-24041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Freeform 722"/>
          <p:cNvSpPr/>
          <p:nvPr/>
        </p:nvSpPr>
        <p:spPr>
          <a:xfrm>
            <a:off x="273939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Freeform 723"/>
          <p:cNvSpPr/>
          <p:nvPr/>
        </p:nvSpPr>
        <p:spPr>
          <a:xfrm>
            <a:off x="274193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Freeform 724"/>
          <p:cNvSpPr/>
          <p:nvPr/>
        </p:nvSpPr>
        <p:spPr>
          <a:xfrm>
            <a:off x="27457400" y="-24053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Freeform 725"/>
          <p:cNvSpPr/>
          <p:nvPr/>
        </p:nvSpPr>
        <p:spPr>
          <a:xfrm>
            <a:off x="27482800" y="-24053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Freeform 726"/>
          <p:cNvSpPr/>
          <p:nvPr/>
        </p:nvSpPr>
        <p:spPr>
          <a:xfrm>
            <a:off x="27520900" y="-2407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Freeform 727"/>
          <p:cNvSpPr/>
          <p:nvPr/>
        </p:nvSpPr>
        <p:spPr>
          <a:xfrm>
            <a:off x="27546300" y="-24168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Freeform 728"/>
          <p:cNvSpPr/>
          <p:nvPr/>
        </p:nvSpPr>
        <p:spPr>
          <a:xfrm>
            <a:off x="27571700" y="-24206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Freeform 729"/>
          <p:cNvSpPr/>
          <p:nvPr/>
        </p:nvSpPr>
        <p:spPr>
          <a:xfrm>
            <a:off x="27609800" y="-2421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5FF8A"/>
          </a:solidFill>
          <a:ln w="3175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Freeform 730"/>
          <p:cNvSpPr/>
          <p:nvPr/>
        </p:nvSpPr>
        <p:spPr>
          <a:xfrm>
            <a:off x="27635200" y="-2421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Freeform 731"/>
          <p:cNvSpPr/>
          <p:nvPr/>
        </p:nvSpPr>
        <p:spPr>
          <a:xfrm>
            <a:off x="27673300" y="-2421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Freeform 732"/>
          <p:cNvSpPr/>
          <p:nvPr/>
        </p:nvSpPr>
        <p:spPr>
          <a:xfrm>
            <a:off x="27698700" y="-243205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Freeform 733"/>
          <p:cNvSpPr/>
          <p:nvPr/>
        </p:nvSpPr>
        <p:spPr>
          <a:xfrm>
            <a:off x="27736800" y="-244221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0" y="8"/>
                </a:lnTo>
                <a:close/>
              </a:path>
            </a:pathLst>
          </a:custGeom>
          <a:solidFill>
            <a:srgbClr val="FF55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Freeform 734"/>
          <p:cNvSpPr/>
          <p:nvPr/>
        </p:nvSpPr>
        <p:spPr>
          <a:xfrm>
            <a:off x="27762200" y="-24485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00000"/>
          </a:solidFill>
          <a:ln w="3175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Freeform 735"/>
          <p:cNvSpPr/>
          <p:nvPr/>
        </p:nvSpPr>
        <p:spPr>
          <a:xfrm>
            <a:off x="27787600" y="-2449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60000"/>
          </a:solidFill>
          <a:ln w="3175">
            <a:solidFill>
              <a:srgbClr val="6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Freeform 736"/>
          <p:cNvSpPr/>
          <p:nvPr/>
        </p:nvSpPr>
        <p:spPr>
          <a:xfrm>
            <a:off x="27825700" y="-2449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Freeform 737"/>
          <p:cNvSpPr/>
          <p:nvPr/>
        </p:nvSpPr>
        <p:spPr>
          <a:xfrm>
            <a:off x="27851100" y="-2449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Freeform 738"/>
          <p:cNvSpPr/>
          <p:nvPr/>
        </p:nvSpPr>
        <p:spPr>
          <a:xfrm>
            <a:off x="27889200" y="-2449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Freeform 739"/>
          <p:cNvSpPr/>
          <p:nvPr/>
        </p:nvSpPr>
        <p:spPr>
          <a:xfrm>
            <a:off x="27914600" y="-24498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Freeform 740"/>
          <p:cNvSpPr/>
          <p:nvPr/>
        </p:nvSpPr>
        <p:spPr>
          <a:xfrm>
            <a:off x="27940000" y="-2451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Freeform 741"/>
          <p:cNvSpPr/>
          <p:nvPr/>
        </p:nvSpPr>
        <p:spPr>
          <a:xfrm>
            <a:off x="27076400" y="-2402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Freeform 742"/>
          <p:cNvSpPr/>
          <p:nvPr/>
        </p:nvSpPr>
        <p:spPr>
          <a:xfrm>
            <a:off x="271018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Freeform 743"/>
          <p:cNvSpPr/>
          <p:nvPr/>
        </p:nvSpPr>
        <p:spPr>
          <a:xfrm>
            <a:off x="27139900" y="-24028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Freeform 744"/>
          <p:cNvSpPr/>
          <p:nvPr/>
        </p:nvSpPr>
        <p:spPr>
          <a:xfrm>
            <a:off x="271653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Freeform 745"/>
          <p:cNvSpPr/>
          <p:nvPr/>
        </p:nvSpPr>
        <p:spPr>
          <a:xfrm>
            <a:off x="272034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Freeform 746"/>
          <p:cNvSpPr/>
          <p:nvPr/>
        </p:nvSpPr>
        <p:spPr>
          <a:xfrm>
            <a:off x="272288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Freeform 747"/>
          <p:cNvSpPr/>
          <p:nvPr/>
        </p:nvSpPr>
        <p:spPr>
          <a:xfrm>
            <a:off x="272542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Freeform 748"/>
          <p:cNvSpPr/>
          <p:nvPr/>
        </p:nvSpPr>
        <p:spPr>
          <a:xfrm>
            <a:off x="272923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Freeform 749"/>
          <p:cNvSpPr/>
          <p:nvPr/>
        </p:nvSpPr>
        <p:spPr>
          <a:xfrm>
            <a:off x="273177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Freeform 750"/>
          <p:cNvSpPr/>
          <p:nvPr/>
        </p:nvSpPr>
        <p:spPr>
          <a:xfrm>
            <a:off x="273558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Freeform 751"/>
          <p:cNvSpPr/>
          <p:nvPr/>
        </p:nvSpPr>
        <p:spPr>
          <a:xfrm>
            <a:off x="273812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Freeform 752"/>
          <p:cNvSpPr/>
          <p:nvPr/>
        </p:nvSpPr>
        <p:spPr>
          <a:xfrm>
            <a:off x="27419300" y="-24053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Freeform 753"/>
          <p:cNvSpPr/>
          <p:nvPr/>
        </p:nvSpPr>
        <p:spPr>
          <a:xfrm>
            <a:off x="274447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Freeform 754"/>
          <p:cNvSpPr/>
          <p:nvPr/>
        </p:nvSpPr>
        <p:spPr>
          <a:xfrm>
            <a:off x="274701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Freeform 755"/>
          <p:cNvSpPr/>
          <p:nvPr/>
        </p:nvSpPr>
        <p:spPr>
          <a:xfrm>
            <a:off x="27508200" y="-2409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Freeform 756"/>
          <p:cNvSpPr/>
          <p:nvPr/>
        </p:nvSpPr>
        <p:spPr>
          <a:xfrm>
            <a:off x="27533600" y="-24168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Freeform 757"/>
          <p:cNvSpPr/>
          <p:nvPr/>
        </p:nvSpPr>
        <p:spPr>
          <a:xfrm>
            <a:off x="27571700" y="-2420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0" y="3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Freeform 758"/>
          <p:cNvSpPr/>
          <p:nvPr/>
        </p:nvSpPr>
        <p:spPr>
          <a:xfrm>
            <a:off x="27597100" y="-2421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Freeform 759"/>
          <p:cNvSpPr/>
          <p:nvPr/>
        </p:nvSpPr>
        <p:spPr>
          <a:xfrm>
            <a:off x="27622500" y="-24218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Freeform 760"/>
          <p:cNvSpPr/>
          <p:nvPr/>
        </p:nvSpPr>
        <p:spPr>
          <a:xfrm>
            <a:off x="27660600" y="-2423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Freeform 761"/>
          <p:cNvSpPr/>
          <p:nvPr/>
        </p:nvSpPr>
        <p:spPr>
          <a:xfrm>
            <a:off x="27686000" y="-243332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Freeform 762"/>
          <p:cNvSpPr/>
          <p:nvPr/>
        </p:nvSpPr>
        <p:spPr>
          <a:xfrm>
            <a:off x="27724100" y="-24434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Freeform 763"/>
          <p:cNvSpPr/>
          <p:nvPr/>
        </p:nvSpPr>
        <p:spPr>
          <a:xfrm>
            <a:off x="27749500" y="-24485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Freeform 764"/>
          <p:cNvSpPr/>
          <p:nvPr/>
        </p:nvSpPr>
        <p:spPr>
          <a:xfrm>
            <a:off x="27774900" y="-2449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Freeform 765"/>
          <p:cNvSpPr/>
          <p:nvPr/>
        </p:nvSpPr>
        <p:spPr>
          <a:xfrm>
            <a:off x="27813000" y="-24498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Freeform 766"/>
          <p:cNvSpPr/>
          <p:nvPr/>
        </p:nvSpPr>
        <p:spPr>
          <a:xfrm>
            <a:off x="27838400" y="-2451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Freeform 767"/>
          <p:cNvSpPr/>
          <p:nvPr/>
        </p:nvSpPr>
        <p:spPr>
          <a:xfrm>
            <a:off x="27876500" y="-2451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Freeform 768"/>
          <p:cNvSpPr/>
          <p:nvPr/>
        </p:nvSpPr>
        <p:spPr>
          <a:xfrm>
            <a:off x="27901900" y="-2451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Freeform 769"/>
          <p:cNvSpPr/>
          <p:nvPr/>
        </p:nvSpPr>
        <p:spPr>
          <a:xfrm>
            <a:off x="27940000" y="-2451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Freeform 770"/>
          <p:cNvSpPr/>
          <p:nvPr/>
        </p:nvSpPr>
        <p:spPr>
          <a:xfrm>
            <a:off x="270637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Freeform 771"/>
          <p:cNvSpPr/>
          <p:nvPr/>
        </p:nvSpPr>
        <p:spPr>
          <a:xfrm>
            <a:off x="271018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Freeform 772"/>
          <p:cNvSpPr/>
          <p:nvPr/>
        </p:nvSpPr>
        <p:spPr>
          <a:xfrm>
            <a:off x="271272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Freeform 773"/>
          <p:cNvSpPr/>
          <p:nvPr/>
        </p:nvSpPr>
        <p:spPr>
          <a:xfrm>
            <a:off x="271526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Freeform 774"/>
          <p:cNvSpPr/>
          <p:nvPr/>
        </p:nvSpPr>
        <p:spPr>
          <a:xfrm>
            <a:off x="27190700" y="-24041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Freeform 775"/>
          <p:cNvSpPr/>
          <p:nvPr/>
        </p:nvSpPr>
        <p:spPr>
          <a:xfrm>
            <a:off x="272161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Freeform 776"/>
          <p:cNvSpPr/>
          <p:nvPr/>
        </p:nvSpPr>
        <p:spPr>
          <a:xfrm>
            <a:off x="272542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Freeform 777"/>
          <p:cNvSpPr/>
          <p:nvPr/>
        </p:nvSpPr>
        <p:spPr>
          <a:xfrm>
            <a:off x="272796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Freeform 778"/>
          <p:cNvSpPr/>
          <p:nvPr/>
        </p:nvSpPr>
        <p:spPr>
          <a:xfrm>
            <a:off x="27305000" y="-24053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Freeform 779"/>
          <p:cNvSpPr/>
          <p:nvPr/>
        </p:nvSpPr>
        <p:spPr>
          <a:xfrm>
            <a:off x="273431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Freeform 780"/>
          <p:cNvSpPr/>
          <p:nvPr/>
        </p:nvSpPr>
        <p:spPr>
          <a:xfrm>
            <a:off x="273685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Freeform 781"/>
          <p:cNvSpPr/>
          <p:nvPr/>
        </p:nvSpPr>
        <p:spPr>
          <a:xfrm>
            <a:off x="274066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Freeform 782"/>
          <p:cNvSpPr/>
          <p:nvPr/>
        </p:nvSpPr>
        <p:spPr>
          <a:xfrm>
            <a:off x="274320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Freeform 783"/>
          <p:cNvSpPr/>
          <p:nvPr/>
        </p:nvSpPr>
        <p:spPr>
          <a:xfrm>
            <a:off x="27457400" y="-24066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Freeform 784"/>
          <p:cNvSpPr/>
          <p:nvPr/>
        </p:nvSpPr>
        <p:spPr>
          <a:xfrm>
            <a:off x="27495500" y="-2410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Freeform 785"/>
          <p:cNvSpPr/>
          <p:nvPr/>
        </p:nvSpPr>
        <p:spPr>
          <a:xfrm>
            <a:off x="27520900" y="-24180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Freeform 786"/>
          <p:cNvSpPr/>
          <p:nvPr/>
        </p:nvSpPr>
        <p:spPr>
          <a:xfrm>
            <a:off x="27559000" y="-24218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Freeform 787"/>
          <p:cNvSpPr/>
          <p:nvPr/>
        </p:nvSpPr>
        <p:spPr>
          <a:xfrm>
            <a:off x="27584400" y="-2423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Freeform 788"/>
          <p:cNvSpPr/>
          <p:nvPr/>
        </p:nvSpPr>
        <p:spPr>
          <a:xfrm>
            <a:off x="27622500" y="-2423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Freeform 789"/>
          <p:cNvSpPr/>
          <p:nvPr/>
        </p:nvSpPr>
        <p:spPr>
          <a:xfrm>
            <a:off x="27647900" y="-2423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Freeform 790"/>
          <p:cNvSpPr/>
          <p:nvPr/>
        </p:nvSpPr>
        <p:spPr>
          <a:xfrm>
            <a:off x="27673300" y="-243459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Freeform 791"/>
          <p:cNvSpPr/>
          <p:nvPr/>
        </p:nvSpPr>
        <p:spPr>
          <a:xfrm>
            <a:off x="27711400" y="-244348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Freeform 792"/>
          <p:cNvSpPr/>
          <p:nvPr/>
        </p:nvSpPr>
        <p:spPr>
          <a:xfrm>
            <a:off x="27736800" y="-24498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Freeform 793"/>
          <p:cNvSpPr/>
          <p:nvPr/>
        </p:nvSpPr>
        <p:spPr>
          <a:xfrm>
            <a:off x="27774900" y="-24511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Freeform 794"/>
          <p:cNvSpPr/>
          <p:nvPr/>
        </p:nvSpPr>
        <p:spPr>
          <a:xfrm>
            <a:off x="27800300" y="-2451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Freeform 795"/>
          <p:cNvSpPr/>
          <p:nvPr/>
        </p:nvSpPr>
        <p:spPr>
          <a:xfrm>
            <a:off x="27825700" y="-2451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Freeform 796"/>
          <p:cNvSpPr/>
          <p:nvPr/>
        </p:nvSpPr>
        <p:spPr>
          <a:xfrm>
            <a:off x="27863800" y="-24511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Freeform 797"/>
          <p:cNvSpPr/>
          <p:nvPr/>
        </p:nvSpPr>
        <p:spPr>
          <a:xfrm>
            <a:off x="27889200" y="-2452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Freeform 798"/>
          <p:cNvSpPr/>
          <p:nvPr/>
        </p:nvSpPr>
        <p:spPr>
          <a:xfrm>
            <a:off x="279273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Freeform 799"/>
          <p:cNvSpPr/>
          <p:nvPr/>
        </p:nvSpPr>
        <p:spPr>
          <a:xfrm>
            <a:off x="270510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Freeform 800"/>
          <p:cNvSpPr/>
          <p:nvPr/>
        </p:nvSpPr>
        <p:spPr>
          <a:xfrm>
            <a:off x="27089100" y="-24041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Freeform 801"/>
          <p:cNvSpPr/>
          <p:nvPr/>
        </p:nvSpPr>
        <p:spPr>
          <a:xfrm>
            <a:off x="271145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Freeform 802"/>
          <p:cNvSpPr/>
          <p:nvPr/>
        </p:nvSpPr>
        <p:spPr>
          <a:xfrm>
            <a:off x="271399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Freeform 803"/>
          <p:cNvSpPr/>
          <p:nvPr/>
        </p:nvSpPr>
        <p:spPr>
          <a:xfrm>
            <a:off x="271780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Freeform 804"/>
          <p:cNvSpPr/>
          <p:nvPr/>
        </p:nvSpPr>
        <p:spPr>
          <a:xfrm>
            <a:off x="272034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Freeform 805"/>
          <p:cNvSpPr/>
          <p:nvPr/>
        </p:nvSpPr>
        <p:spPr>
          <a:xfrm>
            <a:off x="27241500" y="-24053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Freeform 806"/>
          <p:cNvSpPr/>
          <p:nvPr/>
        </p:nvSpPr>
        <p:spPr>
          <a:xfrm>
            <a:off x="272669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Freeform 807"/>
          <p:cNvSpPr/>
          <p:nvPr/>
        </p:nvSpPr>
        <p:spPr>
          <a:xfrm>
            <a:off x="273050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Freeform 808"/>
          <p:cNvSpPr/>
          <p:nvPr/>
        </p:nvSpPr>
        <p:spPr>
          <a:xfrm>
            <a:off x="273304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Freeform 809"/>
          <p:cNvSpPr/>
          <p:nvPr/>
        </p:nvSpPr>
        <p:spPr>
          <a:xfrm>
            <a:off x="27355800" y="-24066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Freeform 810"/>
          <p:cNvSpPr/>
          <p:nvPr/>
        </p:nvSpPr>
        <p:spPr>
          <a:xfrm>
            <a:off x="273939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Freeform 811"/>
          <p:cNvSpPr/>
          <p:nvPr/>
        </p:nvSpPr>
        <p:spPr>
          <a:xfrm>
            <a:off x="274193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Freeform 812"/>
          <p:cNvSpPr/>
          <p:nvPr/>
        </p:nvSpPr>
        <p:spPr>
          <a:xfrm>
            <a:off x="274574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Freeform 813"/>
          <p:cNvSpPr/>
          <p:nvPr/>
        </p:nvSpPr>
        <p:spPr>
          <a:xfrm>
            <a:off x="27482800" y="-2410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Freeform 814"/>
          <p:cNvSpPr/>
          <p:nvPr/>
        </p:nvSpPr>
        <p:spPr>
          <a:xfrm>
            <a:off x="27508200" y="-24180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Freeform 815"/>
          <p:cNvSpPr/>
          <p:nvPr/>
        </p:nvSpPr>
        <p:spPr>
          <a:xfrm>
            <a:off x="27546300" y="-2423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Freeform 816"/>
          <p:cNvSpPr/>
          <p:nvPr/>
        </p:nvSpPr>
        <p:spPr>
          <a:xfrm>
            <a:off x="27571700" y="-2423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Freeform 817"/>
          <p:cNvSpPr/>
          <p:nvPr/>
        </p:nvSpPr>
        <p:spPr>
          <a:xfrm>
            <a:off x="27609800" y="-2424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Freeform 818"/>
          <p:cNvSpPr/>
          <p:nvPr/>
        </p:nvSpPr>
        <p:spPr>
          <a:xfrm>
            <a:off x="27635200" y="-2424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Freeform 819"/>
          <p:cNvSpPr/>
          <p:nvPr/>
        </p:nvSpPr>
        <p:spPr>
          <a:xfrm>
            <a:off x="27660600" y="-243459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Freeform 820"/>
          <p:cNvSpPr/>
          <p:nvPr/>
        </p:nvSpPr>
        <p:spPr>
          <a:xfrm>
            <a:off x="27698700" y="-24447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Freeform 821"/>
          <p:cNvSpPr/>
          <p:nvPr/>
        </p:nvSpPr>
        <p:spPr>
          <a:xfrm>
            <a:off x="27724100" y="-24511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Freeform 822"/>
          <p:cNvSpPr/>
          <p:nvPr/>
        </p:nvSpPr>
        <p:spPr>
          <a:xfrm>
            <a:off x="27762200" y="-2451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Freeform 823"/>
          <p:cNvSpPr/>
          <p:nvPr/>
        </p:nvSpPr>
        <p:spPr>
          <a:xfrm>
            <a:off x="277876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Freeform 824"/>
          <p:cNvSpPr/>
          <p:nvPr/>
        </p:nvSpPr>
        <p:spPr>
          <a:xfrm>
            <a:off x="278257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Freeform 825"/>
          <p:cNvSpPr/>
          <p:nvPr/>
        </p:nvSpPr>
        <p:spPr>
          <a:xfrm>
            <a:off x="278511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Freeform 826"/>
          <p:cNvSpPr/>
          <p:nvPr/>
        </p:nvSpPr>
        <p:spPr>
          <a:xfrm>
            <a:off x="27876500" y="-2452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Freeform 827"/>
          <p:cNvSpPr/>
          <p:nvPr/>
        </p:nvSpPr>
        <p:spPr>
          <a:xfrm>
            <a:off x="27914600" y="-24523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Freeform 828"/>
          <p:cNvSpPr/>
          <p:nvPr/>
        </p:nvSpPr>
        <p:spPr>
          <a:xfrm>
            <a:off x="270383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Freeform 829"/>
          <p:cNvSpPr/>
          <p:nvPr/>
        </p:nvSpPr>
        <p:spPr>
          <a:xfrm>
            <a:off x="270764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Freeform 830"/>
          <p:cNvSpPr/>
          <p:nvPr/>
        </p:nvSpPr>
        <p:spPr>
          <a:xfrm>
            <a:off x="271018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Freeform 831"/>
          <p:cNvSpPr/>
          <p:nvPr/>
        </p:nvSpPr>
        <p:spPr>
          <a:xfrm>
            <a:off x="27139900" y="-24053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Freeform 832"/>
          <p:cNvSpPr/>
          <p:nvPr/>
        </p:nvSpPr>
        <p:spPr>
          <a:xfrm>
            <a:off x="271653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Freeform 833"/>
          <p:cNvSpPr/>
          <p:nvPr/>
        </p:nvSpPr>
        <p:spPr>
          <a:xfrm>
            <a:off x="271907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Freeform 834"/>
          <p:cNvSpPr/>
          <p:nvPr/>
        </p:nvSpPr>
        <p:spPr>
          <a:xfrm>
            <a:off x="272288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Freeform 835"/>
          <p:cNvSpPr/>
          <p:nvPr/>
        </p:nvSpPr>
        <p:spPr>
          <a:xfrm>
            <a:off x="272542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Freeform 836"/>
          <p:cNvSpPr/>
          <p:nvPr/>
        </p:nvSpPr>
        <p:spPr>
          <a:xfrm>
            <a:off x="27292300" y="-24066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Freeform 837"/>
          <p:cNvSpPr/>
          <p:nvPr/>
        </p:nvSpPr>
        <p:spPr>
          <a:xfrm>
            <a:off x="273177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Freeform 838"/>
          <p:cNvSpPr/>
          <p:nvPr/>
        </p:nvSpPr>
        <p:spPr>
          <a:xfrm>
            <a:off x="273431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Freeform 839"/>
          <p:cNvSpPr/>
          <p:nvPr/>
        </p:nvSpPr>
        <p:spPr>
          <a:xfrm>
            <a:off x="273812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Freeform 840"/>
          <p:cNvSpPr/>
          <p:nvPr/>
        </p:nvSpPr>
        <p:spPr>
          <a:xfrm>
            <a:off x="27406600" y="-24079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Freeform 841"/>
          <p:cNvSpPr/>
          <p:nvPr/>
        </p:nvSpPr>
        <p:spPr>
          <a:xfrm>
            <a:off x="274447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Freeform 842"/>
          <p:cNvSpPr/>
          <p:nvPr/>
        </p:nvSpPr>
        <p:spPr>
          <a:xfrm>
            <a:off x="27470100" y="-2411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Freeform 843"/>
          <p:cNvSpPr/>
          <p:nvPr/>
        </p:nvSpPr>
        <p:spPr>
          <a:xfrm>
            <a:off x="27508200" y="-24193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0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Freeform 844"/>
          <p:cNvSpPr/>
          <p:nvPr/>
        </p:nvSpPr>
        <p:spPr>
          <a:xfrm>
            <a:off x="27533600" y="-2423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Freeform 845"/>
          <p:cNvSpPr/>
          <p:nvPr/>
        </p:nvSpPr>
        <p:spPr>
          <a:xfrm>
            <a:off x="27559000" y="-2424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Freeform 846"/>
          <p:cNvSpPr/>
          <p:nvPr/>
        </p:nvSpPr>
        <p:spPr>
          <a:xfrm>
            <a:off x="27597100" y="-2424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Freeform 847"/>
          <p:cNvSpPr/>
          <p:nvPr/>
        </p:nvSpPr>
        <p:spPr>
          <a:xfrm>
            <a:off x="27622500" y="-2424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Freeform 848"/>
          <p:cNvSpPr/>
          <p:nvPr/>
        </p:nvSpPr>
        <p:spPr>
          <a:xfrm>
            <a:off x="27660600" y="-243586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0" y="9"/>
                </a:moveTo>
                <a:lnTo>
                  <a:pt x="3" y="1"/>
                </a:lnTo>
                <a:lnTo>
                  <a:pt x="2" y="0"/>
                </a:lnTo>
                <a:lnTo>
                  <a:pt x="0" y="9"/>
                </a:lnTo>
                <a:lnTo>
                  <a:pt x="0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Freeform 849"/>
          <p:cNvSpPr/>
          <p:nvPr/>
        </p:nvSpPr>
        <p:spPr>
          <a:xfrm>
            <a:off x="27686000" y="-24447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Freeform 850"/>
          <p:cNvSpPr/>
          <p:nvPr/>
        </p:nvSpPr>
        <p:spPr>
          <a:xfrm>
            <a:off x="27711400" y="-24511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Freeform 851"/>
          <p:cNvSpPr/>
          <p:nvPr/>
        </p:nvSpPr>
        <p:spPr>
          <a:xfrm>
            <a:off x="277495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Freeform 852"/>
          <p:cNvSpPr/>
          <p:nvPr/>
        </p:nvSpPr>
        <p:spPr>
          <a:xfrm>
            <a:off x="27774900" y="-2452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Freeform 853"/>
          <p:cNvSpPr/>
          <p:nvPr/>
        </p:nvSpPr>
        <p:spPr>
          <a:xfrm>
            <a:off x="27813000" y="-24523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Freeform 854"/>
          <p:cNvSpPr/>
          <p:nvPr/>
        </p:nvSpPr>
        <p:spPr>
          <a:xfrm>
            <a:off x="278384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Freeform 855"/>
          <p:cNvSpPr/>
          <p:nvPr/>
        </p:nvSpPr>
        <p:spPr>
          <a:xfrm>
            <a:off x="27863800" y="-2453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Freeform 856"/>
          <p:cNvSpPr/>
          <p:nvPr/>
        </p:nvSpPr>
        <p:spPr>
          <a:xfrm>
            <a:off x="279019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Freeform 857"/>
          <p:cNvSpPr/>
          <p:nvPr/>
        </p:nvSpPr>
        <p:spPr>
          <a:xfrm>
            <a:off x="27025600" y="-24053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Freeform 858"/>
          <p:cNvSpPr/>
          <p:nvPr/>
        </p:nvSpPr>
        <p:spPr>
          <a:xfrm>
            <a:off x="270637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reeform 859"/>
          <p:cNvSpPr/>
          <p:nvPr/>
        </p:nvSpPr>
        <p:spPr>
          <a:xfrm>
            <a:off x="270891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reeform 860"/>
          <p:cNvSpPr/>
          <p:nvPr/>
        </p:nvSpPr>
        <p:spPr>
          <a:xfrm>
            <a:off x="271272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Freeform 861"/>
          <p:cNvSpPr/>
          <p:nvPr/>
        </p:nvSpPr>
        <p:spPr>
          <a:xfrm>
            <a:off x="271526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Freeform 862"/>
          <p:cNvSpPr/>
          <p:nvPr/>
        </p:nvSpPr>
        <p:spPr>
          <a:xfrm>
            <a:off x="27190700" y="-24066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Freeform 863"/>
          <p:cNvSpPr/>
          <p:nvPr/>
        </p:nvSpPr>
        <p:spPr>
          <a:xfrm>
            <a:off x="272161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Freeform 864"/>
          <p:cNvSpPr/>
          <p:nvPr/>
        </p:nvSpPr>
        <p:spPr>
          <a:xfrm>
            <a:off x="272415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Freeform 865"/>
          <p:cNvSpPr/>
          <p:nvPr/>
        </p:nvSpPr>
        <p:spPr>
          <a:xfrm>
            <a:off x="272796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Freeform 866"/>
          <p:cNvSpPr/>
          <p:nvPr/>
        </p:nvSpPr>
        <p:spPr>
          <a:xfrm>
            <a:off x="273050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Freeform 867"/>
          <p:cNvSpPr/>
          <p:nvPr/>
        </p:nvSpPr>
        <p:spPr>
          <a:xfrm>
            <a:off x="27343100" y="-24079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Freeform 868"/>
          <p:cNvSpPr/>
          <p:nvPr/>
        </p:nvSpPr>
        <p:spPr>
          <a:xfrm>
            <a:off x="273685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Freeform 869"/>
          <p:cNvSpPr/>
          <p:nvPr/>
        </p:nvSpPr>
        <p:spPr>
          <a:xfrm>
            <a:off x="273939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Freeform 870"/>
          <p:cNvSpPr/>
          <p:nvPr/>
        </p:nvSpPr>
        <p:spPr>
          <a:xfrm>
            <a:off x="274320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Freeform 871"/>
          <p:cNvSpPr/>
          <p:nvPr/>
        </p:nvSpPr>
        <p:spPr>
          <a:xfrm>
            <a:off x="27457400" y="-2411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Freeform 872"/>
          <p:cNvSpPr/>
          <p:nvPr/>
        </p:nvSpPr>
        <p:spPr>
          <a:xfrm>
            <a:off x="27495500" y="-2420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Freeform 873"/>
          <p:cNvSpPr/>
          <p:nvPr/>
        </p:nvSpPr>
        <p:spPr>
          <a:xfrm>
            <a:off x="27520900" y="-2424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Freeform 874"/>
          <p:cNvSpPr/>
          <p:nvPr/>
        </p:nvSpPr>
        <p:spPr>
          <a:xfrm>
            <a:off x="27546300" y="-24257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Freeform 875"/>
          <p:cNvSpPr/>
          <p:nvPr/>
        </p:nvSpPr>
        <p:spPr>
          <a:xfrm>
            <a:off x="27584400" y="-2425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Freeform 876"/>
          <p:cNvSpPr/>
          <p:nvPr/>
        </p:nvSpPr>
        <p:spPr>
          <a:xfrm>
            <a:off x="27609800" y="-2425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Freeform 877"/>
          <p:cNvSpPr/>
          <p:nvPr/>
        </p:nvSpPr>
        <p:spPr>
          <a:xfrm>
            <a:off x="27647900" y="-243586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Freeform 878"/>
          <p:cNvSpPr/>
          <p:nvPr/>
        </p:nvSpPr>
        <p:spPr>
          <a:xfrm>
            <a:off x="27673300" y="-24460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Freeform 879"/>
          <p:cNvSpPr/>
          <p:nvPr/>
        </p:nvSpPr>
        <p:spPr>
          <a:xfrm>
            <a:off x="27711400" y="-24523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0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Freeform 880"/>
          <p:cNvSpPr/>
          <p:nvPr/>
        </p:nvSpPr>
        <p:spPr>
          <a:xfrm>
            <a:off x="27736800" y="-24536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Freeform 881"/>
          <p:cNvSpPr/>
          <p:nvPr/>
        </p:nvSpPr>
        <p:spPr>
          <a:xfrm>
            <a:off x="27762200" y="-2453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Freeform 882"/>
          <p:cNvSpPr/>
          <p:nvPr/>
        </p:nvSpPr>
        <p:spPr>
          <a:xfrm>
            <a:off x="278003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Freeform 883"/>
          <p:cNvSpPr/>
          <p:nvPr/>
        </p:nvSpPr>
        <p:spPr>
          <a:xfrm>
            <a:off x="278257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Freeform 884"/>
          <p:cNvSpPr/>
          <p:nvPr/>
        </p:nvSpPr>
        <p:spPr>
          <a:xfrm>
            <a:off x="27863800" y="-2453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Freeform 885"/>
          <p:cNvSpPr/>
          <p:nvPr/>
        </p:nvSpPr>
        <p:spPr>
          <a:xfrm>
            <a:off x="278892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Freeform 886"/>
          <p:cNvSpPr/>
          <p:nvPr/>
        </p:nvSpPr>
        <p:spPr>
          <a:xfrm>
            <a:off x="270256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Freeform 887"/>
          <p:cNvSpPr/>
          <p:nvPr/>
        </p:nvSpPr>
        <p:spPr>
          <a:xfrm>
            <a:off x="270510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Freeform 888"/>
          <p:cNvSpPr/>
          <p:nvPr/>
        </p:nvSpPr>
        <p:spPr>
          <a:xfrm>
            <a:off x="27076400" y="-24066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Freeform 889"/>
          <p:cNvSpPr/>
          <p:nvPr/>
        </p:nvSpPr>
        <p:spPr>
          <a:xfrm>
            <a:off x="271145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Freeform 890"/>
          <p:cNvSpPr/>
          <p:nvPr/>
        </p:nvSpPr>
        <p:spPr>
          <a:xfrm>
            <a:off x="271399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Freeform 891"/>
          <p:cNvSpPr/>
          <p:nvPr/>
        </p:nvSpPr>
        <p:spPr>
          <a:xfrm>
            <a:off x="271780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Freeform 892"/>
          <p:cNvSpPr/>
          <p:nvPr/>
        </p:nvSpPr>
        <p:spPr>
          <a:xfrm>
            <a:off x="272034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Freeform 893"/>
          <p:cNvSpPr/>
          <p:nvPr/>
        </p:nvSpPr>
        <p:spPr>
          <a:xfrm>
            <a:off x="27228800" y="-24079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Freeform 894"/>
          <p:cNvSpPr/>
          <p:nvPr/>
        </p:nvSpPr>
        <p:spPr>
          <a:xfrm>
            <a:off x="272669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Freeform 895"/>
          <p:cNvSpPr/>
          <p:nvPr/>
        </p:nvSpPr>
        <p:spPr>
          <a:xfrm>
            <a:off x="272923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Freeform 896"/>
          <p:cNvSpPr/>
          <p:nvPr/>
        </p:nvSpPr>
        <p:spPr>
          <a:xfrm>
            <a:off x="273304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Freeform 897"/>
          <p:cNvSpPr/>
          <p:nvPr/>
        </p:nvSpPr>
        <p:spPr>
          <a:xfrm>
            <a:off x="273558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Freeform 898"/>
          <p:cNvSpPr/>
          <p:nvPr/>
        </p:nvSpPr>
        <p:spPr>
          <a:xfrm>
            <a:off x="27393900" y="-24091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Freeform 899"/>
          <p:cNvSpPr/>
          <p:nvPr/>
        </p:nvSpPr>
        <p:spPr>
          <a:xfrm>
            <a:off x="274193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Freeform 900"/>
          <p:cNvSpPr/>
          <p:nvPr/>
        </p:nvSpPr>
        <p:spPr>
          <a:xfrm>
            <a:off x="27444700" y="-2413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Freeform 901"/>
          <p:cNvSpPr/>
          <p:nvPr/>
        </p:nvSpPr>
        <p:spPr>
          <a:xfrm>
            <a:off x="27482800" y="-2420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Freeform 902"/>
          <p:cNvSpPr/>
          <p:nvPr/>
        </p:nvSpPr>
        <p:spPr>
          <a:xfrm>
            <a:off x="27508200" y="-2424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Freeform 903"/>
          <p:cNvSpPr/>
          <p:nvPr/>
        </p:nvSpPr>
        <p:spPr>
          <a:xfrm>
            <a:off x="27546300" y="-2425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Freeform 904"/>
          <p:cNvSpPr/>
          <p:nvPr/>
        </p:nvSpPr>
        <p:spPr>
          <a:xfrm>
            <a:off x="27571700" y="-2425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Freeform 905"/>
          <p:cNvSpPr/>
          <p:nvPr/>
        </p:nvSpPr>
        <p:spPr>
          <a:xfrm>
            <a:off x="27597100" y="-2426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reeform 906"/>
          <p:cNvSpPr/>
          <p:nvPr/>
        </p:nvSpPr>
        <p:spPr>
          <a:xfrm>
            <a:off x="27635200" y="-243713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Freeform 907"/>
          <p:cNvSpPr/>
          <p:nvPr/>
        </p:nvSpPr>
        <p:spPr>
          <a:xfrm>
            <a:off x="27660600" y="-244729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Freeform 908"/>
          <p:cNvSpPr/>
          <p:nvPr/>
        </p:nvSpPr>
        <p:spPr>
          <a:xfrm>
            <a:off x="27698700" y="-24523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reeform 909"/>
          <p:cNvSpPr/>
          <p:nvPr/>
        </p:nvSpPr>
        <p:spPr>
          <a:xfrm>
            <a:off x="277241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Freeform 910"/>
          <p:cNvSpPr/>
          <p:nvPr/>
        </p:nvSpPr>
        <p:spPr>
          <a:xfrm>
            <a:off x="27749500" y="-24536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Freeform 911"/>
          <p:cNvSpPr/>
          <p:nvPr/>
        </p:nvSpPr>
        <p:spPr>
          <a:xfrm>
            <a:off x="277876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reeform 912"/>
          <p:cNvSpPr/>
          <p:nvPr/>
        </p:nvSpPr>
        <p:spPr>
          <a:xfrm>
            <a:off x="278130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Freeform 913"/>
          <p:cNvSpPr/>
          <p:nvPr/>
        </p:nvSpPr>
        <p:spPr>
          <a:xfrm>
            <a:off x="278511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Freeform 914"/>
          <p:cNvSpPr/>
          <p:nvPr/>
        </p:nvSpPr>
        <p:spPr>
          <a:xfrm>
            <a:off x="278765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Freeform 915"/>
          <p:cNvSpPr/>
          <p:nvPr/>
        </p:nvSpPr>
        <p:spPr>
          <a:xfrm>
            <a:off x="270129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Freeform 916"/>
          <p:cNvSpPr/>
          <p:nvPr/>
        </p:nvSpPr>
        <p:spPr>
          <a:xfrm>
            <a:off x="270383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Freeform 917"/>
          <p:cNvSpPr/>
          <p:nvPr/>
        </p:nvSpPr>
        <p:spPr>
          <a:xfrm>
            <a:off x="270764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Freeform 918"/>
          <p:cNvSpPr/>
          <p:nvPr/>
        </p:nvSpPr>
        <p:spPr>
          <a:xfrm>
            <a:off x="271018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Freeform 919"/>
          <p:cNvSpPr/>
          <p:nvPr/>
        </p:nvSpPr>
        <p:spPr>
          <a:xfrm>
            <a:off x="27127200" y="-24079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Freeform 920"/>
          <p:cNvSpPr/>
          <p:nvPr/>
        </p:nvSpPr>
        <p:spPr>
          <a:xfrm>
            <a:off x="271653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Freeform 921"/>
          <p:cNvSpPr/>
          <p:nvPr/>
        </p:nvSpPr>
        <p:spPr>
          <a:xfrm>
            <a:off x="271907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Freeform 922"/>
          <p:cNvSpPr/>
          <p:nvPr/>
        </p:nvSpPr>
        <p:spPr>
          <a:xfrm>
            <a:off x="272288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Freeform 923"/>
          <p:cNvSpPr/>
          <p:nvPr/>
        </p:nvSpPr>
        <p:spPr>
          <a:xfrm>
            <a:off x="272542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Freeform 924"/>
          <p:cNvSpPr/>
          <p:nvPr/>
        </p:nvSpPr>
        <p:spPr>
          <a:xfrm>
            <a:off x="27279600" y="-24091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Freeform 925"/>
          <p:cNvSpPr/>
          <p:nvPr/>
        </p:nvSpPr>
        <p:spPr>
          <a:xfrm>
            <a:off x="273177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Freeform 926"/>
          <p:cNvSpPr/>
          <p:nvPr/>
        </p:nvSpPr>
        <p:spPr>
          <a:xfrm>
            <a:off x="273431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Freeform 927"/>
          <p:cNvSpPr/>
          <p:nvPr/>
        </p:nvSpPr>
        <p:spPr>
          <a:xfrm>
            <a:off x="273812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Freeform 928"/>
          <p:cNvSpPr/>
          <p:nvPr/>
        </p:nvSpPr>
        <p:spPr>
          <a:xfrm>
            <a:off x="274066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Freeform 929"/>
          <p:cNvSpPr/>
          <p:nvPr/>
        </p:nvSpPr>
        <p:spPr>
          <a:xfrm>
            <a:off x="27432000" y="-2414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Freeform 930"/>
          <p:cNvSpPr/>
          <p:nvPr/>
        </p:nvSpPr>
        <p:spPr>
          <a:xfrm>
            <a:off x="27470100" y="-24218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Freeform 931"/>
          <p:cNvSpPr/>
          <p:nvPr/>
        </p:nvSpPr>
        <p:spPr>
          <a:xfrm>
            <a:off x="27495500" y="-24257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Freeform 932"/>
          <p:cNvSpPr/>
          <p:nvPr/>
        </p:nvSpPr>
        <p:spPr>
          <a:xfrm>
            <a:off x="27533600" y="-24269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Freeform 933"/>
          <p:cNvSpPr/>
          <p:nvPr/>
        </p:nvSpPr>
        <p:spPr>
          <a:xfrm>
            <a:off x="27559000" y="-2426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Freeform 934"/>
          <p:cNvSpPr/>
          <p:nvPr/>
        </p:nvSpPr>
        <p:spPr>
          <a:xfrm>
            <a:off x="27597100" y="-2426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Freeform 935"/>
          <p:cNvSpPr/>
          <p:nvPr/>
        </p:nvSpPr>
        <p:spPr>
          <a:xfrm>
            <a:off x="27622500" y="-24371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Freeform 936"/>
          <p:cNvSpPr/>
          <p:nvPr/>
        </p:nvSpPr>
        <p:spPr>
          <a:xfrm>
            <a:off x="27647900" y="-24472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Freeform 937"/>
          <p:cNvSpPr/>
          <p:nvPr/>
        </p:nvSpPr>
        <p:spPr>
          <a:xfrm>
            <a:off x="27686000" y="-24536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Freeform 938"/>
          <p:cNvSpPr/>
          <p:nvPr/>
        </p:nvSpPr>
        <p:spPr>
          <a:xfrm>
            <a:off x="27711400" y="-2454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Freeform 939"/>
          <p:cNvSpPr/>
          <p:nvPr/>
        </p:nvSpPr>
        <p:spPr>
          <a:xfrm>
            <a:off x="277495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Freeform 940"/>
          <p:cNvSpPr/>
          <p:nvPr/>
        </p:nvSpPr>
        <p:spPr>
          <a:xfrm>
            <a:off x="277749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Freeform 941"/>
          <p:cNvSpPr/>
          <p:nvPr/>
        </p:nvSpPr>
        <p:spPr>
          <a:xfrm>
            <a:off x="27800300" y="-24549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Freeform 942"/>
          <p:cNvSpPr/>
          <p:nvPr/>
        </p:nvSpPr>
        <p:spPr>
          <a:xfrm>
            <a:off x="278384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Freeform 943"/>
          <p:cNvSpPr/>
          <p:nvPr/>
        </p:nvSpPr>
        <p:spPr>
          <a:xfrm>
            <a:off x="278638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Freeform 944"/>
          <p:cNvSpPr/>
          <p:nvPr/>
        </p:nvSpPr>
        <p:spPr>
          <a:xfrm>
            <a:off x="270002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Freeform 945"/>
          <p:cNvSpPr/>
          <p:nvPr/>
        </p:nvSpPr>
        <p:spPr>
          <a:xfrm>
            <a:off x="27025600" y="-24079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Freeform 946"/>
          <p:cNvSpPr/>
          <p:nvPr/>
        </p:nvSpPr>
        <p:spPr>
          <a:xfrm>
            <a:off x="270637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Freeform 947"/>
          <p:cNvSpPr/>
          <p:nvPr/>
        </p:nvSpPr>
        <p:spPr>
          <a:xfrm>
            <a:off x="270891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Freeform 948"/>
          <p:cNvSpPr/>
          <p:nvPr/>
        </p:nvSpPr>
        <p:spPr>
          <a:xfrm>
            <a:off x="271145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Freeform 949"/>
          <p:cNvSpPr/>
          <p:nvPr/>
        </p:nvSpPr>
        <p:spPr>
          <a:xfrm>
            <a:off x="271526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Freeform 950"/>
          <p:cNvSpPr/>
          <p:nvPr/>
        </p:nvSpPr>
        <p:spPr>
          <a:xfrm>
            <a:off x="27178000" y="-24091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Freeform 951"/>
          <p:cNvSpPr/>
          <p:nvPr/>
        </p:nvSpPr>
        <p:spPr>
          <a:xfrm>
            <a:off x="272161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Freeform 952"/>
          <p:cNvSpPr/>
          <p:nvPr/>
        </p:nvSpPr>
        <p:spPr>
          <a:xfrm>
            <a:off x="272415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Freeform 953"/>
          <p:cNvSpPr/>
          <p:nvPr/>
        </p:nvSpPr>
        <p:spPr>
          <a:xfrm>
            <a:off x="272796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Freeform 954"/>
          <p:cNvSpPr/>
          <p:nvPr/>
        </p:nvSpPr>
        <p:spPr>
          <a:xfrm>
            <a:off x="273050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Freeform 955"/>
          <p:cNvSpPr/>
          <p:nvPr/>
        </p:nvSpPr>
        <p:spPr>
          <a:xfrm>
            <a:off x="27330400" y="-24104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Freeform 956"/>
          <p:cNvSpPr/>
          <p:nvPr/>
        </p:nvSpPr>
        <p:spPr>
          <a:xfrm>
            <a:off x="273685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Freeform 957"/>
          <p:cNvSpPr/>
          <p:nvPr/>
        </p:nvSpPr>
        <p:spPr>
          <a:xfrm>
            <a:off x="273939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Freeform 958"/>
          <p:cNvSpPr/>
          <p:nvPr/>
        </p:nvSpPr>
        <p:spPr>
          <a:xfrm>
            <a:off x="27432000" y="-2414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Freeform 959"/>
          <p:cNvSpPr/>
          <p:nvPr/>
        </p:nvSpPr>
        <p:spPr>
          <a:xfrm>
            <a:off x="27457400" y="-24218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0"/>
                </a:lnTo>
                <a:lnTo>
                  <a:pt x="2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Freeform 960"/>
          <p:cNvSpPr/>
          <p:nvPr/>
        </p:nvSpPr>
        <p:spPr>
          <a:xfrm>
            <a:off x="27482800" y="-2426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Freeform 961"/>
          <p:cNvSpPr/>
          <p:nvPr/>
        </p:nvSpPr>
        <p:spPr>
          <a:xfrm>
            <a:off x="27520900" y="-2426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Freeform 962"/>
          <p:cNvSpPr/>
          <p:nvPr/>
        </p:nvSpPr>
        <p:spPr>
          <a:xfrm>
            <a:off x="27546300" y="-24269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Freeform 963"/>
          <p:cNvSpPr/>
          <p:nvPr/>
        </p:nvSpPr>
        <p:spPr>
          <a:xfrm>
            <a:off x="27584400" y="-2428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Freeform 964"/>
          <p:cNvSpPr/>
          <p:nvPr/>
        </p:nvSpPr>
        <p:spPr>
          <a:xfrm>
            <a:off x="27609800" y="-243840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Freeform 965"/>
          <p:cNvSpPr/>
          <p:nvPr/>
        </p:nvSpPr>
        <p:spPr>
          <a:xfrm>
            <a:off x="27635200" y="-24485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Freeform 966"/>
          <p:cNvSpPr/>
          <p:nvPr/>
        </p:nvSpPr>
        <p:spPr>
          <a:xfrm>
            <a:off x="27673300" y="-24536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Freeform 967"/>
          <p:cNvSpPr/>
          <p:nvPr/>
        </p:nvSpPr>
        <p:spPr>
          <a:xfrm>
            <a:off x="276987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Freeform 968"/>
          <p:cNvSpPr/>
          <p:nvPr/>
        </p:nvSpPr>
        <p:spPr>
          <a:xfrm>
            <a:off x="277368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Freeform 969"/>
          <p:cNvSpPr/>
          <p:nvPr/>
        </p:nvSpPr>
        <p:spPr>
          <a:xfrm>
            <a:off x="277622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Freeform 970"/>
          <p:cNvSpPr/>
          <p:nvPr/>
        </p:nvSpPr>
        <p:spPr>
          <a:xfrm>
            <a:off x="278003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Freeform 971"/>
          <p:cNvSpPr/>
          <p:nvPr/>
        </p:nvSpPr>
        <p:spPr>
          <a:xfrm>
            <a:off x="278257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Freeform 972"/>
          <p:cNvSpPr/>
          <p:nvPr/>
        </p:nvSpPr>
        <p:spPr>
          <a:xfrm>
            <a:off x="27851100" y="-24561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4" name="Connector 973"/>
          <p:cNvCxnSpPr/>
          <p:nvPr/>
        </p:nvCxnSpPr>
        <p:spPr>
          <a:xfrm flipH="1">
            <a:off x="28894828" y="-23771597"/>
            <a:ext cx="888278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 flipH="1">
            <a:off x="28733176" y="-23879316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 flipH="1">
            <a:off x="28571521" y="-23987035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 flipH="1" flipV="1">
            <a:off x="29459798" y="-23987035"/>
            <a:ext cx="323308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 flipH="1" flipV="1">
            <a:off x="29282144" y="-23971353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H="1" flipV="1">
            <a:off x="29104487" y="-23955672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 flipH="1" flipV="1">
            <a:off x="28926832" y="-23939989"/>
            <a:ext cx="323308" cy="21543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 flipH="1" flipV="1">
            <a:off x="28749178" y="-23924308"/>
            <a:ext cx="323304" cy="21543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 flipH="1" flipV="1">
            <a:off x="28571521" y="-23908627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 flipH="1">
            <a:off x="29761588" y="-23771597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 flipH="1">
            <a:off x="29599935" y="-23879316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 flipH="1">
            <a:off x="29438280" y="-23987035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 flipV="1">
            <a:off x="28894828" y="-23695088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 flipV="1">
            <a:off x="28733176" y="-2380280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 flipV="1">
            <a:off x="28571521" y="-23910526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 flipH="1" flipV="1">
            <a:off x="29765132" y="-2378357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 flipH="1" flipV="1">
            <a:off x="29587477" y="-23767893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 flipH="1" flipV="1">
            <a:off x="29409820" y="-23752212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 flipH="1" flipV="1">
            <a:off x="29232166" y="-23736529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H="1" flipV="1">
            <a:off x="29054511" y="-23720848"/>
            <a:ext cx="17971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 flipH="1" flipV="1">
            <a:off x="28876854" y="-23705167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29459798" y="-23987035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9282144" y="-2397135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29104487" y="-23955672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28926832" y="-23939989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28749178" y="-2392430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28571521" y="-23908627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 flipH="1" flipV="1">
            <a:off x="29459798" y="-23987035"/>
            <a:ext cx="323308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 flipH="1" flipV="1">
            <a:off x="28571521" y="-23908627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 flipH="1">
            <a:off x="28894828" y="-23771597"/>
            <a:ext cx="888278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H="1">
            <a:off x="28571521" y="-23987035"/>
            <a:ext cx="888277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H="1">
            <a:off x="29761588" y="-2439967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 flipH="1">
            <a:off x="29599935" y="-2450738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 flipH="1">
            <a:off x="29438280" y="-24615108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29459798" y="-24615108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>
            <a:off x="29282144" y="-24599427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>
            <a:off x="29104487" y="-2458374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>
            <a:off x="28926832" y="-2456806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>
            <a:off x="28749178" y="-24552381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>
            <a:off x="28571521" y="-2453670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H="1" flipV="1">
            <a:off x="29459798" y="-24615108"/>
            <a:ext cx="323308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H="1">
            <a:off x="28571521" y="-24615108"/>
            <a:ext cx="888277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V="1">
            <a:off x="29783106" y="-23793198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 flipV="1">
            <a:off x="29605451" y="-23777516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V="1">
            <a:off x="29427794" y="-23761834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V="1">
            <a:off x="29250140" y="-2374615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 flipV="1">
            <a:off x="29072482" y="-23730472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 flipV="1">
            <a:off x="28894828" y="-23714791"/>
            <a:ext cx="0" cy="21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 flipH="1">
            <a:off x="29761588" y="-23949212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 flipH="1">
            <a:off x="29761588" y="-24214624"/>
            <a:ext cx="21518" cy="19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 flipV="1">
            <a:off x="29783106" y="-24399670"/>
            <a:ext cx="0" cy="6280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 flipV="1">
            <a:off x="29459798" y="-24615108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 flipV="1">
            <a:off x="29282144" y="-24599427"/>
            <a:ext cx="0" cy="62807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 flipV="1">
            <a:off x="29104487" y="-24583745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 flipV="1">
            <a:off x="28926832" y="-24568064"/>
            <a:ext cx="0" cy="62807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 flipV="1">
            <a:off x="28749178" y="-24552381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 flipV="1">
            <a:off x="28571521" y="-24536700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 flipV="1">
            <a:off x="29459798" y="-2400863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 flipV="1">
            <a:off x="29282144" y="-23992954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 flipV="1">
            <a:off x="29104487" y="-23977272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 flipV="1">
            <a:off x="28926832" y="-23961591"/>
            <a:ext cx="0" cy="21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 flipV="1">
            <a:off x="28749178" y="-2394590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6" name="Connector 1035"/>
          <p:cNvCxnSpPr/>
          <p:nvPr/>
        </p:nvCxnSpPr>
        <p:spPr>
          <a:xfrm flipV="1">
            <a:off x="28571521" y="-2393022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29459798" y="-2461510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29282144" y="-2459942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29104487" y="-2458374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Connector 1039"/>
          <p:cNvCxnSpPr/>
          <p:nvPr/>
        </p:nvCxnSpPr>
        <p:spPr>
          <a:xfrm>
            <a:off x="28926832" y="-24568064"/>
            <a:ext cx="0" cy="21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>
            <a:off x="28749178" y="-24552381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>
            <a:off x="28571521" y="-2453670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 flipH="1">
            <a:off x="28571521" y="-24164650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 flipH="1">
            <a:off x="28571521" y="-24430060"/>
            <a:ext cx="888277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 flipH="1">
            <a:off x="29438280" y="-2416465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 flipH="1">
            <a:off x="29438280" y="-2443006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 flipV="1">
            <a:off x="28571521" y="-24088142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 flipV="1">
            <a:off x="28571521" y="-24353553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V="1">
            <a:off x="29459798" y="-24615108"/>
            <a:ext cx="0" cy="6280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28571521" y="-24536700"/>
            <a:ext cx="0" cy="6280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 flipV="1">
            <a:off x="29783106" y="-24399670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 1051"/>
          <p:cNvCxnSpPr/>
          <p:nvPr/>
        </p:nvCxnSpPr>
        <p:spPr>
          <a:xfrm flipV="1">
            <a:off x="29621453" y="-24507389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 flipV="1">
            <a:off x="29459798" y="-24615108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 flipV="1">
            <a:off x="29783106" y="-23793198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 flipV="1">
            <a:off x="29621453" y="-2390091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 flipV="1">
            <a:off x="29459798" y="-2400863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>
            <a:off x="29783106" y="-2439967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>
            <a:off x="29621453" y="-24507389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Connector 1058"/>
          <p:cNvCxnSpPr/>
          <p:nvPr/>
        </p:nvCxnSpPr>
        <p:spPr>
          <a:xfrm>
            <a:off x="29459798" y="-2461510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0" name="Connector 1059"/>
          <p:cNvCxnSpPr/>
          <p:nvPr/>
        </p:nvCxnSpPr>
        <p:spPr>
          <a:xfrm flipH="1" flipV="1">
            <a:off x="29459798" y="-24164650"/>
            <a:ext cx="323308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nector 1060"/>
          <p:cNvCxnSpPr/>
          <p:nvPr/>
        </p:nvCxnSpPr>
        <p:spPr>
          <a:xfrm flipH="1" flipV="1">
            <a:off x="29459798" y="-24430060"/>
            <a:ext cx="323308" cy="21543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2" name="Connector 1061"/>
          <p:cNvCxnSpPr/>
          <p:nvPr/>
        </p:nvCxnSpPr>
        <p:spPr>
          <a:xfrm flipH="1" flipV="1">
            <a:off x="29765132" y="-23961190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 flipH="1" flipV="1">
            <a:off x="29765132" y="-24226600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>
            <a:off x="29459798" y="-2416465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>
            <a:off x="29459798" y="-24430060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 flipV="1">
            <a:off x="28894828" y="-23714791"/>
            <a:ext cx="0" cy="21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 flipV="1">
            <a:off x="28733176" y="-2382250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 flipV="1">
            <a:off x="28571521" y="-2393022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9" name="Connector 1068"/>
          <p:cNvCxnSpPr/>
          <p:nvPr/>
        </p:nvCxnSpPr>
        <p:spPr>
          <a:xfrm>
            <a:off x="28571521" y="-24086242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Connector 1069"/>
          <p:cNvCxnSpPr/>
          <p:nvPr/>
        </p:nvCxnSpPr>
        <p:spPr>
          <a:xfrm>
            <a:off x="28571521" y="-24351653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1" name="Freeform 1070"/>
          <p:cNvSpPr/>
          <p:nvPr/>
        </p:nvSpPr>
        <p:spPr>
          <a:xfrm>
            <a:off x="288798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Freeform 1071"/>
          <p:cNvSpPr/>
          <p:nvPr/>
        </p:nvSpPr>
        <p:spPr>
          <a:xfrm>
            <a:off x="289179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Freeform 1072"/>
          <p:cNvSpPr/>
          <p:nvPr/>
        </p:nvSpPr>
        <p:spPr>
          <a:xfrm>
            <a:off x="289433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Freeform 1073"/>
          <p:cNvSpPr/>
          <p:nvPr/>
        </p:nvSpPr>
        <p:spPr>
          <a:xfrm>
            <a:off x="289814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Freeform 1074"/>
          <p:cNvSpPr/>
          <p:nvPr/>
        </p:nvSpPr>
        <p:spPr>
          <a:xfrm>
            <a:off x="29006800" y="-2376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Freeform 1075"/>
          <p:cNvSpPr/>
          <p:nvPr/>
        </p:nvSpPr>
        <p:spPr>
          <a:xfrm>
            <a:off x="290322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Freeform 1076"/>
          <p:cNvSpPr/>
          <p:nvPr/>
        </p:nvSpPr>
        <p:spPr>
          <a:xfrm>
            <a:off x="290703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Freeform 1077"/>
          <p:cNvSpPr/>
          <p:nvPr/>
        </p:nvSpPr>
        <p:spPr>
          <a:xfrm>
            <a:off x="290957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Freeform 1078"/>
          <p:cNvSpPr/>
          <p:nvPr/>
        </p:nvSpPr>
        <p:spPr>
          <a:xfrm>
            <a:off x="291338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Freeform 1079"/>
          <p:cNvSpPr/>
          <p:nvPr/>
        </p:nvSpPr>
        <p:spPr>
          <a:xfrm>
            <a:off x="29159200" y="-2377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Freeform 1080"/>
          <p:cNvSpPr/>
          <p:nvPr/>
        </p:nvSpPr>
        <p:spPr>
          <a:xfrm>
            <a:off x="291846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Freeform 1081"/>
          <p:cNvSpPr/>
          <p:nvPr/>
        </p:nvSpPr>
        <p:spPr>
          <a:xfrm>
            <a:off x="292227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Freeform 1082"/>
          <p:cNvSpPr/>
          <p:nvPr/>
        </p:nvSpPr>
        <p:spPr>
          <a:xfrm>
            <a:off x="292481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Freeform 1083"/>
          <p:cNvSpPr/>
          <p:nvPr/>
        </p:nvSpPr>
        <p:spPr>
          <a:xfrm>
            <a:off x="29286200" y="-23812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Freeform 1084"/>
          <p:cNvSpPr/>
          <p:nvPr/>
        </p:nvSpPr>
        <p:spPr>
          <a:xfrm>
            <a:off x="293116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Freeform 1085"/>
          <p:cNvSpPr/>
          <p:nvPr/>
        </p:nvSpPr>
        <p:spPr>
          <a:xfrm>
            <a:off x="293370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Freeform 1086"/>
          <p:cNvSpPr/>
          <p:nvPr/>
        </p:nvSpPr>
        <p:spPr>
          <a:xfrm>
            <a:off x="29375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Freeform 1087"/>
          <p:cNvSpPr/>
          <p:nvPr/>
        </p:nvSpPr>
        <p:spPr>
          <a:xfrm>
            <a:off x="294005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Freeform 1088"/>
          <p:cNvSpPr/>
          <p:nvPr/>
        </p:nvSpPr>
        <p:spPr>
          <a:xfrm>
            <a:off x="294386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Freeform 1089"/>
          <p:cNvSpPr/>
          <p:nvPr/>
        </p:nvSpPr>
        <p:spPr>
          <a:xfrm>
            <a:off x="294640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Freeform 1090"/>
          <p:cNvSpPr/>
          <p:nvPr/>
        </p:nvSpPr>
        <p:spPr>
          <a:xfrm>
            <a:off x="295021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Freeform 1091"/>
          <p:cNvSpPr/>
          <p:nvPr/>
        </p:nvSpPr>
        <p:spPr>
          <a:xfrm>
            <a:off x="295275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Freeform 1092"/>
          <p:cNvSpPr/>
          <p:nvPr/>
        </p:nvSpPr>
        <p:spPr>
          <a:xfrm>
            <a:off x="295529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Freeform 1093"/>
          <p:cNvSpPr/>
          <p:nvPr/>
        </p:nvSpPr>
        <p:spPr>
          <a:xfrm>
            <a:off x="295910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Freeform 1094"/>
          <p:cNvSpPr/>
          <p:nvPr/>
        </p:nvSpPr>
        <p:spPr>
          <a:xfrm>
            <a:off x="296164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Freeform 1095"/>
          <p:cNvSpPr/>
          <p:nvPr/>
        </p:nvSpPr>
        <p:spPr>
          <a:xfrm>
            <a:off x="296545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Freeform 1096"/>
          <p:cNvSpPr/>
          <p:nvPr/>
        </p:nvSpPr>
        <p:spPr>
          <a:xfrm>
            <a:off x="296799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Freeform 1097"/>
          <p:cNvSpPr/>
          <p:nvPr/>
        </p:nvSpPr>
        <p:spPr>
          <a:xfrm>
            <a:off x="29705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Freeform 1098"/>
          <p:cNvSpPr/>
          <p:nvPr/>
        </p:nvSpPr>
        <p:spPr>
          <a:xfrm>
            <a:off x="29743400" y="-2382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Freeform 1099"/>
          <p:cNvSpPr/>
          <p:nvPr/>
        </p:nvSpPr>
        <p:spPr>
          <a:xfrm>
            <a:off x="288671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Freeform 1100"/>
          <p:cNvSpPr/>
          <p:nvPr/>
        </p:nvSpPr>
        <p:spPr>
          <a:xfrm>
            <a:off x="28905200" y="-2376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Freeform 1101"/>
          <p:cNvSpPr/>
          <p:nvPr/>
        </p:nvSpPr>
        <p:spPr>
          <a:xfrm>
            <a:off x="289306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Freeform 1102"/>
          <p:cNvSpPr/>
          <p:nvPr/>
        </p:nvSpPr>
        <p:spPr>
          <a:xfrm>
            <a:off x="289687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Freeform 1103"/>
          <p:cNvSpPr/>
          <p:nvPr/>
        </p:nvSpPr>
        <p:spPr>
          <a:xfrm>
            <a:off x="289941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Freeform 1104"/>
          <p:cNvSpPr/>
          <p:nvPr/>
        </p:nvSpPr>
        <p:spPr>
          <a:xfrm>
            <a:off x="290195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Freeform 1105"/>
          <p:cNvSpPr/>
          <p:nvPr/>
        </p:nvSpPr>
        <p:spPr>
          <a:xfrm>
            <a:off x="29057600" y="-2377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Freeform 1106"/>
          <p:cNvSpPr/>
          <p:nvPr/>
        </p:nvSpPr>
        <p:spPr>
          <a:xfrm>
            <a:off x="290830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Freeform 1107"/>
          <p:cNvSpPr/>
          <p:nvPr/>
        </p:nvSpPr>
        <p:spPr>
          <a:xfrm>
            <a:off x="291211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Freeform 1108"/>
          <p:cNvSpPr/>
          <p:nvPr/>
        </p:nvSpPr>
        <p:spPr>
          <a:xfrm>
            <a:off x="291465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Freeform 1109"/>
          <p:cNvSpPr/>
          <p:nvPr/>
        </p:nvSpPr>
        <p:spPr>
          <a:xfrm>
            <a:off x="291846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Freeform 1110"/>
          <p:cNvSpPr/>
          <p:nvPr/>
        </p:nvSpPr>
        <p:spPr>
          <a:xfrm>
            <a:off x="292100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Freeform 1111"/>
          <p:cNvSpPr/>
          <p:nvPr/>
        </p:nvSpPr>
        <p:spPr>
          <a:xfrm>
            <a:off x="292354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Freeform 1112"/>
          <p:cNvSpPr/>
          <p:nvPr/>
        </p:nvSpPr>
        <p:spPr>
          <a:xfrm>
            <a:off x="292735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Freeform 1113"/>
          <p:cNvSpPr/>
          <p:nvPr/>
        </p:nvSpPr>
        <p:spPr>
          <a:xfrm>
            <a:off x="292989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Freeform 1114"/>
          <p:cNvSpPr/>
          <p:nvPr/>
        </p:nvSpPr>
        <p:spPr>
          <a:xfrm>
            <a:off x="293370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Freeform 1115"/>
          <p:cNvSpPr/>
          <p:nvPr/>
        </p:nvSpPr>
        <p:spPr>
          <a:xfrm>
            <a:off x="293624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Freeform 1116"/>
          <p:cNvSpPr/>
          <p:nvPr/>
        </p:nvSpPr>
        <p:spPr>
          <a:xfrm>
            <a:off x="293878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Freeform 1117"/>
          <p:cNvSpPr/>
          <p:nvPr/>
        </p:nvSpPr>
        <p:spPr>
          <a:xfrm>
            <a:off x="294259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Freeform 1118"/>
          <p:cNvSpPr/>
          <p:nvPr/>
        </p:nvSpPr>
        <p:spPr>
          <a:xfrm>
            <a:off x="29451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Freeform 1119"/>
          <p:cNvSpPr/>
          <p:nvPr/>
        </p:nvSpPr>
        <p:spPr>
          <a:xfrm>
            <a:off x="294894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Freeform 1120"/>
          <p:cNvSpPr/>
          <p:nvPr/>
        </p:nvSpPr>
        <p:spPr>
          <a:xfrm>
            <a:off x="295148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Freeform 1121"/>
          <p:cNvSpPr/>
          <p:nvPr/>
        </p:nvSpPr>
        <p:spPr>
          <a:xfrm>
            <a:off x="295402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Freeform 1122"/>
          <p:cNvSpPr/>
          <p:nvPr/>
        </p:nvSpPr>
        <p:spPr>
          <a:xfrm>
            <a:off x="295783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Freeform 1123"/>
          <p:cNvSpPr/>
          <p:nvPr/>
        </p:nvSpPr>
        <p:spPr>
          <a:xfrm>
            <a:off x="296037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Freeform 1124"/>
          <p:cNvSpPr/>
          <p:nvPr/>
        </p:nvSpPr>
        <p:spPr>
          <a:xfrm>
            <a:off x="296418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Freeform 1125"/>
          <p:cNvSpPr/>
          <p:nvPr/>
        </p:nvSpPr>
        <p:spPr>
          <a:xfrm>
            <a:off x="296672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Freeform 1126"/>
          <p:cNvSpPr/>
          <p:nvPr/>
        </p:nvSpPr>
        <p:spPr>
          <a:xfrm>
            <a:off x="297053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Freeform 1127"/>
          <p:cNvSpPr/>
          <p:nvPr/>
        </p:nvSpPr>
        <p:spPr>
          <a:xfrm>
            <a:off x="297307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Freeform 1128"/>
          <p:cNvSpPr/>
          <p:nvPr/>
        </p:nvSpPr>
        <p:spPr>
          <a:xfrm>
            <a:off x="288671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Freeform 1129"/>
          <p:cNvSpPr/>
          <p:nvPr/>
        </p:nvSpPr>
        <p:spPr>
          <a:xfrm>
            <a:off x="288925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Freeform 1130"/>
          <p:cNvSpPr/>
          <p:nvPr/>
        </p:nvSpPr>
        <p:spPr>
          <a:xfrm>
            <a:off x="289179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Freeform 1131"/>
          <p:cNvSpPr/>
          <p:nvPr/>
        </p:nvSpPr>
        <p:spPr>
          <a:xfrm>
            <a:off x="28956000" y="-2377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Freeform 1132"/>
          <p:cNvSpPr/>
          <p:nvPr/>
        </p:nvSpPr>
        <p:spPr>
          <a:xfrm>
            <a:off x="289814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Freeform 1133"/>
          <p:cNvSpPr/>
          <p:nvPr/>
        </p:nvSpPr>
        <p:spPr>
          <a:xfrm>
            <a:off x="290195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Freeform 1134"/>
          <p:cNvSpPr/>
          <p:nvPr/>
        </p:nvSpPr>
        <p:spPr>
          <a:xfrm>
            <a:off x="290449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Freeform 1135"/>
          <p:cNvSpPr/>
          <p:nvPr/>
        </p:nvSpPr>
        <p:spPr>
          <a:xfrm>
            <a:off x="290703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Freeform 1136"/>
          <p:cNvSpPr/>
          <p:nvPr/>
        </p:nvSpPr>
        <p:spPr>
          <a:xfrm>
            <a:off x="29108400" y="-23787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Freeform 1137"/>
          <p:cNvSpPr/>
          <p:nvPr/>
        </p:nvSpPr>
        <p:spPr>
          <a:xfrm>
            <a:off x="291338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Freeform 1138"/>
          <p:cNvSpPr/>
          <p:nvPr/>
        </p:nvSpPr>
        <p:spPr>
          <a:xfrm>
            <a:off x="291719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Freeform 1139"/>
          <p:cNvSpPr/>
          <p:nvPr/>
        </p:nvSpPr>
        <p:spPr>
          <a:xfrm>
            <a:off x="291973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Freeform 1140"/>
          <p:cNvSpPr/>
          <p:nvPr/>
        </p:nvSpPr>
        <p:spPr>
          <a:xfrm>
            <a:off x="292227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Freeform 1141"/>
          <p:cNvSpPr/>
          <p:nvPr/>
        </p:nvSpPr>
        <p:spPr>
          <a:xfrm>
            <a:off x="292608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Freeform 1142"/>
          <p:cNvSpPr/>
          <p:nvPr/>
        </p:nvSpPr>
        <p:spPr>
          <a:xfrm>
            <a:off x="292862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Freeform 1143"/>
          <p:cNvSpPr/>
          <p:nvPr/>
        </p:nvSpPr>
        <p:spPr>
          <a:xfrm>
            <a:off x="293243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Freeform 1144"/>
          <p:cNvSpPr/>
          <p:nvPr/>
        </p:nvSpPr>
        <p:spPr>
          <a:xfrm>
            <a:off x="293497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Freeform 1145"/>
          <p:cNvSpPr/>
          <p:nvPr/>
        </p:nvSpPr>
        <p:spPr>
          <a:xfrm>
            <a:off x="293878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Freeform 1146"/>
          <p:cNvSpPr/>
          <p:nvPr/>
        </p:nvSpPr>
        <p:spPr>
          <a:xfrm>
            <a:off x="294132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Freeform 1147"/>
          <p:cNvSpPr/>
          <p:nvPr/>
        </p:nvSpPr>
        <p:spPr>
          <a:xfrm>
            <a:off x="294386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Freeform 1148"/>
          <p:cNvSpPr/>
          <p:nvPr/>
        </p:nvSpPr>
        <p:spPr>
          <a:xfrm>
            <a:off x="294767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Freeform 1149"/>
          <p:cNvSpPr/>
          <p:nvPr/>
        </p:nvSpPr>
        <p:spPr>
          <a:xfrm>
            <a:off x="29502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Freeform 1150"/>
          <p:cNvSpPr/>
          <p:nvPr/>
        </p:nvSpPr>
        <p:spPr>
          <a:xfrm>
            <a:off x="295402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Freeform 1151"/>
          <p:cNvSpPr/>
          <p:nvPr/>
        </p:nvSpPr>
        <p:spPr>
          <a:xfrm>
            <a:off x="295656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Freeform 1152"/>
          <p:cNvSpPr/>
          <p:nvPr/>
        </p:nvSpPr>
        <p:spPr>
          <a:xfrm>
            <a:off x="295910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Freeform 1153"/>
          <p:cNvSpPr/>
          <p:nvPr/>
        </p:nvSpPr>
        <p:spPr>
          <a:xfrm>
            <a:off x="29629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Freeform 1154"/>
          <p:cNvSpPr/>
          <p:nvPr/>
        </p:nvSpPr>
        <p:spPr>
          <a:xfrm>
            <a:off x="296545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Freeform 1155"/>
          <p:cNvSpPr/>
          <p:nvPr/>
        </p:nvSpPr>
        <p:spPr>
          <a:xfrm>
            <a:off x="29692600" y="-23837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Freeform 1156"/>
          <p:cNvSpPr/>
          <p:nvPr/>
        </p:nvSpPr>
        <p:spPr>
          <a:xfrm>
            <a:off x="297180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Freeform 1157"/>
          <p:cNvSpPr/>
          <p:nvPr/>
        </p:nvSpPr>
        <p:spPr>
          <a:xfrm>
            <a:off x="288544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Freeform 1158"/>
          <p:cNvSpPr/>
          <p:nvPr/>
        </p:nvSpPr>
        <p:spPr>
          <a:xfrm>
            <a:off x="28879800" y="-2377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Freeform 1159"/>
          <p:cNvSpPr/>
          <p:nvPr/>
        </p:nvSpPr>
        <p:spPr>
          <a:xfrm>
            <a:off x="289052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Freeform 1160"/>
          <p:cNvSpPr/>
          <p:nvPr/>
        </p:nvSpPr>
        <p:spPr>
          <a:xfrm>
            <a:off x="289433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Freeform 1161"/>
          <p:cNvSpPr/>
          <p:nvPr/>
        </p:nvSpPr>
        <p:spPr>
          <a:xfrm>
            <a:off x="289687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Freeform 1162"/>
          <p:cNvSpPr/>
          <p:nvPr/>
        </p:nvSpPr>
        <p:spPr>
          <a:xfrm>
            <a:off x="29006800" y="-23787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Freeform 1163"/>
          <p:cNvSpPr/>
          <p:nvPr/>
        </p:nvSpPr>
        <p:spPr>
          <a:xfrm>
            <a:off x="290322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Freeform 1164"/>
          <p:cNvSpPr/>
          <p:nvPr/>
        </p:nvSpPr>
        <p:spPr>
          <a:xfrm>
            <a:off x="290703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Freeform 1165"/>
          <p:cNvSpPr/>
          <p:nvPr/>
        </p:nvSpPr>
        <p:spPr>
          <a:xfrm>
            <a:off x="290957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Freeform 1166"/>
          <p:cNvSpPr/>
          <p:nvPr/>
        </p:nvSpPr>
        <p:spPr>
          <a:xfrm>
            <a:off x="291211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Freeform 1167"/>
          <p:cNvSpPr/>
          <p:nvPr/>
        </p:nvSpPr>
        <p:spPr>
          <a:xfrm>
            <a:off x="291592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Freeform 1168"/>
          <p:cNvSpPr/>
          <p:nvPr/>
        </p:nvSpPr>
        <p:spPr>
          <a:xfrm>
            <a:off x="291846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Freeform 1169"/>
          <p:cNvSpPr/>
          <p:nvPr/>
        </p:nvSpPr>
        <p:spPr>
          <a:xfrm>
            <a:off x="292227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Freeform 1170"/>
          <p:cNvSpPr/>
          <p:nvPr/>
        </p:nvSpPr>
        <p:spPr>
          <a:xfrm>
            <a:off x="292481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Freeform 1171"/>
          <p:cNvSpPr/>
          <p:nvPr/>
        </p:nvSpPr>
        <p:spPr>
          <a:xfrm>
            <a:off x="292735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Freeform 1172"/>
          <p:cNvSpPr/>
          <p:nvPr/>
        </p:nvSpPr>
        <p:spPr>
          <a:xfrm>
            <a:off x="293116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Freeform 1173"/>
          <p:cNvSpPr/>
          <p:nvPr/>
        </p:nvSpPr>
        <p:spPr>
          <a:xfrm>
            <a:off x="293370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Freeform 1174"/>
          <p:cNvSpPr/>
          <p:nvPr/>
        </p:nvSpPr>
        <p:spPr>
          <a:xfrm>
            <a:off x="293751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Freeform 1175"/>
          <p:cNvSpPr/>
          <p:nvPr/>
        </p:nvSpPr>
        <p:spPr>
          <a:xfrm>
            <a:off x="294005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Freeform 1176"/>
          <p:cNvSpPr/>
          <p:nvPr/>
        </p:nvSpPr>
        <p:spPr>
          <a:xfrm>
            <a:off x="294259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Freeform 1177"/>
          <p:cNvSpPr/>
          <p:nvPr/>
        </p:nvSpPr>
        <p:spPr>
          <a:xfrm>
            <a:off x="294640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Freeform 1178"/>
          <p:cNvSpPr/>
          <p:nvPr/>
        </p:nvSpPr>
        <p:spPr>
          <a:xfrm>
            <a:off x="294894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Freeform 1179"/>
          <p:cNvSpPr/>
          <p:nvPr/>
        </p:nvSpPr>
        <p:spPr>
          <a:xfrm>
            <a:off x="295275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Freeform 1180"/>
          <p:cNvSpPr/>
          <p:nvPr/>
        </p:nvSpPr>
        <p:spPr>
          <a:xfrm>
            <a:off x="295529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Freeform 1181"/>
          <p:cNvSpPr/>
          <p:nvPr/>
        </p:nvSpPr>
        <p:spPr>
          <a:xfrm>
            <a:off x="295910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Freeform 1182"/>
          <p:cNvSpPr/>
          <p:nvPr/>
        </p:nvSpPr>
        <p:spPr>
          <a:xfrm>
            <a:off x="296164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Freeform 1183"/>
          <p:cNvSpPr/>
          <p:nvPr/>
        </p:nvSpPr>
        <p:spPr>
          <a:xfrm>
            <a:off x="296418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Freeform 1184"/>
          <p:cNvSpPr/>
          <p:nvPr/>
        </p:nvSpPr>
        <p:spPr>
          <a:xfrm>
            <a:off x="296799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Freeform 1185"/>
          <p:cNvSpPr/>
          <p:nvPr/>
        </p:nvSpPr>
        <p:spPr>
          <a:xfrm>
            <a:off x="297053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Freeform 1186"/>
          <p:cNvSpPr/>
          <p:nvPr/>
        </p:nvSpPr>
        <p:spPr>
          <a:xfrm>
            <a:off x="288417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Freeform 1187"/>
          <p:cNvSpPr/>
          <p:nvPr/>
        </p:nvSpPr>
        <p:spPr>
          <a:xfrm>
            <a:off x="288671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Freeform 1188"/>
          <p:cNvSpPr/>
          <p:nvPr/>
        </p:nvSpPr>
        <p:spPr>
          <a:xfrm>
            <a:off x="289052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Freeform 1189"/>
          <p:cNvSpPr/>
          <p:nvPr/>
        </p:nvSpPr>
        <p:spPr>
          <a:xfrm>
            <a:off x="289306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Freeform 1190"/>
          <p:cNvSpPr/>
          <p:nvPr/>
        </p:nvSpPr>
        <p:spPr>
          <a:xfrm>
            <a:off x="289560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Freeform 1191"/>
          <p:cNvSpPr/>
          <p:nvPr/>
        </p:nvSpPr>
        <p:spPr>
          <a:xfrm>
            <a:off x="289941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Freeform 1192"/>
          <p:cNvSpPr/>
          <p:nvPr/>
        </p:nvSpPr>
        <p:spPr>
          <a:xfrm>
            <a:off x="290195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Freeform 1193"/>
          <p:cNvSpPr/>
          <p:nvPr/>
        </p:nvSpPr>
        <p:spPr>
          <a:xfrm>
            <a:off x="290576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Freeform 1194"/>
          <p:cNvSpPr/>
          <p:nvPr/>
        </p:nvSpPr>
        <p:spPr>
          <a:xfrm>
            <a:off x="290830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Freeform 1195"/>
          <p:cNvSpPr/>
          <p:nvPr/>
        </p:nvSpPr>
        <p:spPr>
          <a:xfrm>
            <a:off x="291084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Freeform 1196"/>
          <p:cNvSpPr/>
          <p:nvPr/>
        </p:nvSpPr>
        <p:spPr>
          <a:xfrm>
            <a:off x="291465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Freeform 1197"/>
          <p:cNvSpPr/>
          <p:nvPr/>
        </p:nvSpPr>
        <p:spPr>
          <a:xfrm>
            <a:off x="291719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Freeform 1198"/>
          <p:cNvSpPr/>
          <p:nvPr/>
        </p:nvSpPr>
        <p:spPr>
          <a:xfrm>
            <a:off x="292100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Freeform 1199"/>
          <p:cNvSpPr/>
          <p:nvPr/>
        </p:nvSpPr>
        <p:spPr>
          <a:xfrm>
            <a:off x="292354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Freeform 1200"/>
          <p:cNvSpPr/>
          <p:nvPr/>
        </p:nvSpPr>
        <p:spPr>
          <a:xfrm>
            <a:off x="292735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Freeform 1201"/>
          <p:cNvSpPr/>
          <p:nvPr/>
        </p:nvSpPr>
        <p:spPr>
          <a:xfrm>
            <a:off x="292989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Freeform 1202"/>
          <p:cNvSpPr/>
          <p:nvPr/>
        </p:nvSpPr>
        <p:spPr>
          <a:xfrm>
            <a:off x="293243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Freeform 1203"/>
          <p:cNvSpPr/>
          <p:nvPr/>
        </p:nvSpPr>
        <p:spPr>
          <a:xfrm>
            <a:off x="293624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Freeform 1204"/>
          <p:cNvSpPr/>
          <p:nvPr/>
        </p:nvSpPr>
        <p:spPr>
          <a:xfrm>
            <a:off x="293878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Freeform 1205"/>
          <p:cNvSpPr/>
          <p:nvPr/>
        </p:nvSpPr>
        <p:spPr>
          <a:xfrm>
            <a:off x="294259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Freeform 1206"/>
          <p:cNvSpPr/>
          <p:nvPr/>
        </p:nvSpPr>
        <p:spPr>
          <a:xfrm>
            <a:off x="294513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Freeform 1207"/>
          <p:cNvSpPr/>
          <p:nvPr/>
        </p:nvSpPr>
        <p:spPr>
          <a:xfrm>
            <a:off x="294767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Freeform 1208"/>
          <p:cNvSpPr/>
          <p:nvPr/>
        </p:nvSpPr>
        <p:spPr>
          <a:xfrm>
            <a:off x="295148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Freeform 1209"/>
          <p:cNvSpPr/>
          <p:nvPr/>
        </p:nvSpPr>
        <p:spPr>
          <a:xfrm>
            <a:off x="295402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Freeform 1210"/>
          <p:cNvSpPr/>
          <p:nvPr/>
        </p:nvSpPr>
        <p:spPr>
          <a:xfrm>
            <a:off x="295783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Freeform 1211"/>
          <p:cNvSpPr/>
          <p:nvPr/>
        </p:nvSpPr>
        <p:spPr>
          <a:xfrm>
            <a:off x="296037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Freeform 1212"/>
          <p:cNvSpPr/>
          <p:nvPr/>
        </p:nvSpPr>
        <p:spPr>
          <a:xfrm>
            <a:off x="29641800" y="-23850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Freeform 1213"/>
          <p:cNvSpPr/>
          <p:nvPr/>
        </p:nvSpPr>
        <p:spPr>
          <a:xfrm>
            <a:off x="296672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Freeform 1214"/>
          <p:cNvSpPr/>
          <p:nvPr/>
        </p:nvSpPr>
        <p:spPr>
          <a:xfrm>
            <a:off x="296926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Freeform 1215"/>
          <p:cNvSpPr/>
          <p:nvPr/>
        </p:nvSpPr>
        <p:spPr>
          <a:xfrm>
            <a:off x="28829000" y="-23787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Freeform 1216"/>
          <p:cNvSpPr/>
          <p:nvPr/>
        </p:nvSpPr>
        <p:spPr>
          <a:xfrm>
            <a:off x="288544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Freeform 1217"/>
          <p:cNvSpPr/>
          <p:nvPr/>
        </p:nvSpPr>
        <p:spPr>
          <a:xfrm>
            <a:off x="288925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Freeform 1218"/>
          <p:cNvSpPr/>
          <p:nvPr/>
        </p:nvSpPr>
        <p:spPr>
          <a:xfrm>
            <a:off x="289179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Freeform 1219"/>
          <p:cNvSpPr/>
          <p:nvPr/>
        </p:nvSpPr>
        <p:spPr>
          <a:xfrm>
            <a:off x="289560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Freeform 1220"/>
          <p:cNvSpPr/>
          <p:nvPr/>
        </p:nvSpPr>
        <p:spPr>
          <a:xfrm>
            <a:off x="289814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Freeform 1221"/>
          <p:cNvSpPr/>
          <p:nvPr/>
        </p:nvSpPr>
        <p:spPr>
          <a:xfrm>
            <a:off x="290068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Freeform 1222"/>
          <p:cNvSpPr/>
          <p:nvPr/>
        </p:nvSpPr>
        <p:spPr>
          <a:xfrm>
            <a:off x="290449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Freeform 1223"/>
          <p:cNvSpPr/>
          <p:nvPr/>
        </p:nvSpPr>
        <p:spPr>
          <a:xfrm>
            <a:off x="290703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Freeform 1224"/>
          <p:cNvSpPr/>
          <p:nvPr/>
        </p:nvSpPr>
        <p:spPr>
          <a:xfrm>
            <a:off x="29108400" y="-23812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Freeform 1225"/>
          <p:cNvSpPr/>
          <p:nvPr/>
        </p:nvSpPr>
        <p:spPr>
          <a:xfrm>
            <a:off x="291338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Freeform 1226"/>
          <p:cNvSpPr/>
          <p:nvPr/>
        </p:nvSpPr>
        <p:spPr>
          <a:xfrm>
            <a:off x="291592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Freeform 1227"/>
          <p:cNvSpPr/>
          <p:nvPr/>
        </p:nvSpPr>
        <p:spPr>
          <a:xfrm>
            <a:off x="291973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Freeform 1228"/>
          <p:cNvSpPr/>
          <p:nvPr/>
        </p:nvSpPr>
        <p:spPr>
          <a:xfrm>
            <a:off x="292227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Freeform 1229"/>
          <p:cNvSpPr/>
          <p:nvPr/>
        </p:nvSpPr>
        <p:spPr>
          <a:xfrm>
            <a:off x="292608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Freeform 1230"/>
          <p:cNvSpPr/>
          <p:nvPr/>
        </p:nvSpPr>
        <p:spPr>
          <a:xfrm>
            <a:off x="292862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Freeform 1231"/>
          <p:cNvSpPr/>
          <p:nvPr/>
        </p:nvSpPr>
        <p:spPr>
          <a:xfrm>
            <a:off x="293243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Freeform 1232"/>
          <p:cNvSpPr/>
          <p:nvPr/>
        </p:nvSpPr>
        <p:spPr>
          <a:xfrm>
            <a:off x="293497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Freeform 1233"/>
          <p:cNvSpPr/>
          <p:nvPr/>
        </p:nvSpPr>
        <p:spPr>
          <a:xfrm>
            <a:off x="293751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Freeform 1234"/>
          <p:cNvSpPr/>
          <p:nvPr/>
        </p:nvSpPr>
        <p:spPr>
          <a:xfrm>
            <a:off x="294132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Freeform 1235"/>
          <p:cNvSpPr/>
          <p:nvPr/>
        </p:nvSpPr>
        <p:spPr>
          <a:xfrm>
            <a:off x="294386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Freeform 1236"/>
          <p:cNvSpPr/>
          <p:nvPr/>
        </p:nvSpPr>
        <p:spPr>
          <a:xfrm>
            <a:off x="294767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Freeform 1237"/>
          <p:cNvSpPr/>
          <p:nvPr/>
        </p:nvSpPr>
        <p:spPr>
          <a:xfrm>
            <a:off x="295021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Freeform 1238"/>
          <p:cNvSpPr/>
          <p:nvPr/>
        </p:nvSpPr>
        <p:spPr>
          <a:xfrm>
            <a:off x="295275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Freeform 1239"/>
          <p:cNvSpPr/>
          <p:nvPr/>
        </p:nvSpPr>
        <p:spPr>
          <a:xfrm>
            <a:off x="295656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Freeform 1240"/>
          <p:cNvSpPr/>
          <p:nvPr/>
        </p:nvSpPr>
        <p:spPr>
          <a:xfrm>
            <a:off x="295910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Freeform 1241"/>
          <p:cNvSpPr/>
          <p:nvPr/>
        </p:nvSpPr>
        <p:spPr>
          <a:xfrm>
            <a:off x="296291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Freeform 1242"/>
          <p:cNvSpPr/>
          <p:nvPr/>
        </p:nvSpPr>
        <p:spPr>
          <a:xfrm>
            <a:off x="296545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Freeform 1243"/>
          <p:cNvSpPr/>
          <p:nvPr/>
        </p:nvSpPr>
        <p:spPr>
          <a:xfrm>
            <a:off x="296799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Freeform 1244"/>
          <p:cNvSpPr/>
          <p:nvPr/>
        </p:nvSpPr>
        <p:spPr>
          <a:xfrm>
            <a:off x="288163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Freeform 1245"/>
          <p:cNvSpPr/>
          <p:nvPr/>
        </p:nvSpPr>
        <p:spPr>
          <a:xfrm>
            <a:off x="288417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Freeform 1246"/>
          <p:cNvSpPr/>
          <p:nvPr/>
        </p:nvSpPr>
        <p:spPr>
          <a:xfrm>
            <a:off x="288798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Freeform 1247"/>
          <p:cNvSpPr/>
          <p:nvPr/>
        </p:nvSpPr>
        <p:spPr>
          <a:xfrm>
            <a:off x="289052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Freeform 1248"/>
          <p:cNvSpPr/>
          <p:nvPr/>
        </p:nvSpPr>
        <p:spPr>
          <a:xfrm>
            <a:off x="289433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Freeform 1249"/>
          <p:cNvSpPr/>
          <p:nvPr/>
        </p:nvSpPr>
        <p:spPr>
          <a:xfrm>
            <a:off x="289687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Freeform 1250"/>
          <p:cNvSpPr/>
          <p:nvPr/>
        </p:nvSpPr>
        <p:spPr>
          <a:xfrm>
            <a:off x="29006800" y="-23812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Freeform 1251"/>
          <p:cNvSpPr/>
          <p:nvPr/>
        </p:nvSpPr>
        <p:spPr>
          <a:xfrm>
            <a:off x="290322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Freeform 1252"/>
          <p:cNvSpPr/>
          <p:nvPr/>
        </p:nvSpPr>
        <p:spPr>
          <a:xfrm>
            <a:off x="290576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Freeform 1253"/>
          <p:cNvSpPr/>
          <p:nvPr/>
        </p:nvSpPr>
        <p:spPr>
          <a:xfrm>
            <a:off x="290957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Freeform 1254"/>
          <p:cNvSpPr/>
          <p:nvPr/>
        </p:nvSpPr>
        <p:spPr>
          <a:xfrm>
            <a:off x="291211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Freeform 1255"/>
          <p:cNvSpPr/>
          <p:nvPr/>
        </p:nvSpPr>
        <p:spPr>
          <a:xfrm>
            <a:off x="291592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Freeform 1256"/>
          <p:cNvSpPr/>
          <p:nvPr/>
        </p:nvSpPr>
        <p:spPr>
          <a:xfrm>
            <a:off x="291846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Freeform 1257"/>
          <p:cNvSpPr/>
          <p:nvPr/>
        </p:nvSpPr>
        <p:spPr>
          <a:xfrm>
            <a:off x="292100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Freeform 1258"/>
          <p:cNvSpPr/>
          <p:nvPr/>
        </p:nvSpPr>
        <p:spPr>
          <a:xfrm>
            <a:off x="292481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Freeform 1259"/>
          <p:cNvSpPr/>
          <p:nvPr/>
        </p:nvSpPr>
        <p:spPr>
          <a:xfrm>
            <a:off x="292735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Freeform 1260"/>
          <p:cNvSpPr/>
          <p:nvPr/>
        </p:nvSpPr>
        <p:spPr>
          <a:xfrm>
            <a:off x="293116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Freeform 1261"/>
          <p:cNvSpPr/>
          <p:nvPr/>
        </p:nvSpPr>
        <p:spPr>
          <a:xfrm>
            <a:off x="293370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Freeform 1262"/>
          <p:cNvSpPr/>
          <p:nvPr/>
        </p:nvSpPr>
        <p:spPr>
          <a:xfrm>
            <a:off x="293624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Freeform 1263"/>
          <p:cNvSpPr/>
          <p:nvPr/>
        </p:nvSpPr>
        <p:spPr>
          <a:xfrm>
            <a:off x="294005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Freeform 1264"/>
          <p:cNvSpPr/>
          <p:nvPr/>
        </p:nvSpPr>
        <p:spPr>
          <a:xfrm>
            <a:off x="294259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Freeform 1265"/>
          <p:cNvSpPr/>
          <p:nvPr/>
        </p:nvSpPr>
        <p:spPr>
          <a:xfrm>
            <a:off x="294640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Freeform 1266"/>
          <p:cNvSpPr/>
          <p:nvPr/>
        </p:nvSpPr>
        <p:spPr>
          <a:xfrm>
            <a:off x="294894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Freeform 1267"/>
          <p:cNvSpPr/>
          <p:nvPr/>
        </p:nvSpPr>
        <p:spPr>
          <a:xfrm>
            <a:off x="29527500" y="-2387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Freeform 1268"/>
          <p:cNvSpPr/>
          <p:nvPr/>
        </p:nvSpPr>
        <p:spPr>
          <a:xfrm>
            <a:off x="295529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Freeform 1269"/>
          <p:cNvSpPr/>
          <p:nvPr/>
        </p:nvSpPr>
        <p:spPr>
          <a:xfrm>
            <a:off x="295783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Freeform 1270"/>
          <p:cNvSpPr/>
          <p:nvPr/>
        </p:nvSpPr>
        <p:spPr>
          <a:xfrm>
            <a:off x="296164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Freeform 1271"/>
          <p:cNvSpPr/>
          <p:nvPr/>
        </p:nvSpPr>
        <p:spPr>
          <a:xfrm>
            <a:off x="296418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Freeform 1272"/>
          <p:cNvSpPr/>
          <p:nvPr/>
        </p:nvSpPr>
        <p:spPr>
          <a:xfrm>
            <a:off x="296799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Freeform 1273"/>
          <p:cNvSpPr/>
          <p:nvPr/>
        </p:nvSpPr>
        <p:spPr>
          <a:xfrm>
            <a:off x="288036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Freeform 1274"/>
          <p:cNvSpPr/>
          <p:nvPr/>
        </p:nvSpPr>
        <p:spPr>
          <a:xfrm>
            <a:off x="288417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Freeform 1275"/>
          <p:cNvSpPr/>
          <p:nvPr/>
        </p:nvSpPr>
        <p:spPr>
          <a:xfrm>
            <a:off x="288671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Freeform 1276"/>
          <p:cNvSpPr/>
          <p:nvPr/>
        </p:nvSpPr>
        <p:spPr>
          <a:xfrm>
            <a:off x="288925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Freeform 1277"/>
          <p:cNvSpPr/>
          <p:nvPr/>
        </p:nvSpPr>
        <p:spPr>
          <a:xfrm>
            <a:off x="28930600" y="-23812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Freeform 1278"/>
          <p:cNvSpPr/>
          <p:nvPr/>
        </p:nvSpPr>
        <p:spPr>
          <a:xfrm>
            <a:off x="289560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Freeform 1279"/>
          <p:cNvSpPr/>
          <p:nvPr/>
        </p:nvSpPr>
        <p:spPr>
          <a:xfrm>
            <a:off x="289941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Freeform 1280"/>
          <p:cNvSpPr/>
          <p:nvPr/>
        </p:nvSpPr>
        <p:spPr>
          <a:xfrm>
            <a:off x="290195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Freeform 1281"/>
          <p:cNvSpPr/>
          <p:nvPr/>
        </p:nvSpPr>
        <p:spPr>
          <a:xfrm>
            <a:off x="29044900" y="-23825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Freeform 1282"/>
          <p:cNvSpPr/>
          <p:nvPr/>
        </p:nvSpPr>
        <p:spPr>
          <a:xfrm>
            <a:off x="290830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Freeform 1283"/>
          <p:cNvSpPr/>
          <p:nvPr/>
        </p:nvSpPr>
        <p:spPr>
          <a:xfrm>
            <a:off x="291084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Freeform 1284"/>
          <p:cNvSpPr/>
          <p:nvPr/>
        </p:nvSpPr>
        <p:spPr>
          <a:xfrm>
            <a:off x="291465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Freeform 1285"/>
          <p:cNvSpPr/>
          <p:nvPr/>
        </p:nvSpPr>
        <p:spPr>
          <a:xfrm>
            <a:off x="291719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Freeform 1286"/>
          <p:cNvSpPr/>
          <p:nvPr/>
        </p:nvSpPr>
        <p:spPr>
          <a:xfrm>
            <a:off x="292100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Freeform 1287"/>
          <p:cNvSpPr/>
          <p:nvPr/>
        </p:nvSpPr>
        <p:spPr>
          <a:xfrm>
            <a:off x="292354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Freeform 1288"/>
          <p:cNvSpPr/>
          <p:nvPr/>
        </p:nvSpPr>
        <p:spPr>
          <a:xfrm>
            <a:off x="292608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Freeform 1289"/>
          <p:cNvSpPr/>
          <p:nvPr/>
        </p:nvSpPr>
        <p:spPr>
          <a:xfrm>
            <a:off x="292989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Freeform 1290"/>
          <p:cNvSpPr/>
          <p:nvPr/>
        </p:nvSpPr>
        <p:spPr>
          <a:xfrm>
            <a:off x="293243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Freeform 1291"/>
          <p:cNvSpPr/>
          <p:nvPr/>
        </p:nvSpPr>
        <p:spPr>
          <a:xfrm>
            <a:off x="293624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Freeform 1292"/>
          <p:cNvSpPr/>
          <p:nvPr/>
        </p:nvSpPr>
        <p:spPr>
          <a:xfrm>
            <a:off x="293878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Freeform 1293"/>
          <p:cNvSpPr/>
          <p:nvPr/>
        </p:nvSpPr>
        <p:spPr>
          <a:xfrm>
            <a:off x="294132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Freeform 1294"/>
          <p:cNvSpPr/>
          <p:nvPr/>
        </p:nvSpPr>
        <p:spPr>
          <a:xfrm>
            <a:off x="294513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Freeform 1295"/>
          <p:cNvSpPr/>
          <p:nvPr/>
        </p:nvSpPr>
        <p:spPr>
          <a:xfrm>
            <a:off x="294767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Freeform 1296"/>
          <p:cNvSpPr/>
          <p:nvPr/>
        </p:nvSpPr>
        <p:spPr>
          <a:xfrm>
            <a:off x="295148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Freeform 1297"/>
          <p:cNvSpPr/>
          <p:nvPr/>
        </p:nvSpPr>
        <p:spPr>
          <a:xfrm>
            <a:off x="295402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Freeform 1298"/>
          <p:cNvSpPr/>
          <p:nvPr/>
        </p:nvSpPr>
        <p:spPr>
          <a:xfrm>
            <a:off x="295656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Freeform 1299"/>
          <p:cNvSpPr/>
          <p:nvPr/>
        </p:nvSpPr>
        <p:spPr>
          <a:xfrm>
            <a:off x="296037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Freeform 1300"/>
          <p:cNvSpPr/>
          <p:nvPr/>
        </p:nvSpPr>
        <p:spPr>
          <a:xfrm>
            <a:off x="296291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Freeform 1301"/>
          <p:cNvSpPr/>
          <p:nvPr/>
        </p:nvSpPr>
        <p:spPr>
          <a:xfrm>
            <a:off x="296672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Freeform 1302"/>
          <p:cNvSpPr/>
          <p:nvPr/>
        </p:nvSpPr>
        <p:spPr>
          <a:xfrm>
            <a:off x="287909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Freeform 1303"/>
          <p:cNvSpPr/>
          <p:nvPr/>
        </p:nvSpPr>
        <p:spPr>
          <a:xfrm>
            <a:off x="28829000" y="-23812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Freeform 1304"/>
          <p:cNvSpPr/>
          <p:nvPr/>
        </p:nvSpPr>
        <p:spPr>
          <a:xfrm>
            <a:off x="288544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Freeform 1305"/>
          <p:cNvSpPr/>
          <p:nvPr/>
        </p:nvSpPr>
        <p:spPr>
          <a:xfrm>
            <a:off x="288925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Freeform 1306"/>
          <p:cNvSpPr/>
          <p:nvPr/>
        </p:nvSpPr>
        <p:spPr>
          <a:xfrm>
            <a:off x="289179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Freeform 1307"/>
          <p:cNvSpPr/>
          <p:nvPr/>
        </p:nvSpPr>
        <p:spPr>
          <a:xfrm>
            <a:off x="28943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Freeform 1308"/>
          <p:cNvSpPr/>
          <p:nvPr/>
        </p:nvSpPr>
        <p:spPr>
          <a:xfrm>
            <a:off x="28981400" y="-2382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Freeform 1309"/>
          <p:cNvSpPr/>
          <p:nvPr/>
        </p:nvSpPr>
        <p:spPr>
          <a:xfrm>
            <a:off x="290068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Freeform 1310"/>
          <p:cNvSpPr/>
          <p:nvPr/>
        </p:nvSpPr>
        <p:spPr>
          <a:xfrm>
            <a:off x="290449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Freeform 1311"/>
          <p:cNvSpPr/>
          <p:nvPr/>
        </p:nvSpPr>
        <p:spPr>
          <a:xfrm>
            <a:off x="290703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Freeform 1312"/>
          <p:cNvSpPr/>
          <p:nvPr/>
        </p:nvSpPr>
        <p:spPr>
          <a:xfrm>
            <a:off x="29095700" y="-23837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Freeform 1313"/>
          <p:cNvSpPr/>
          <p:nvPr/>
        </p:nvSpPr>
        <p:spPr>
          <a:xfrm>
            <a:off x="291338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Freeform 1314"/>
          <p:cNvSpPr/>
          <p:nvPr/>
        </p:nvSpPr>
        <p:spPr>
          <a:xfrm>
            <a:off x="291592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Freeform 1315"/>
          <p:cNvSpPr/>
          <p:nvPr/>
        </p:nvSpPr>
        <p:spPr>
          <a:xfrm>
            <a:off x="291973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Freeform 1316"/>
          <p:cNvSpPr/>
          <p:nvPr/>
        </p:nvSpPr>
        <p:spPr>
          <a:xfrm>
            <a:off x="29222700" y="-2388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Freeform 1317"/>
          <p:cNvSpPr/>
          <p:nvPr/>
        </p:nvSpPr>
        <p:spPr>
          <a:xfrm>
            <a:off x="292481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Freeform 1318"/>
          <p:cNvSpPr/>
          <p:nvPr/>
        </p:nvSpPr>
        <p:spPr>
          <a:xfrm>
            <a:off x="292862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Freeform 1319"/>
          <p:cNvSpPr/>
          <p:nvPr/>
        </p:nvSpPr>
        <p:spPr>
          <a:xfrm>
            <a:off x="293116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Freeform 1320"/>
          <p:cNvSpPr/>
          <p:nvPr/>
        </p:nvSpPr>
        <p:spPr>
          <a:xfrm>
            <a:off x="293497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Freeform 1321"/>
          <p:cNvSpPr/>
          <p:nvPr/>
        </p:nvSpPr>
        <p:spPr>
          <a:xfrm>
            <a:off x="293751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Freeform 1322"/>
          <p:cNvSpPr/>
          <p:nvPr/>
        </p:nvSpPr>
        <p:spPr>
          <a:xfrm>
            <a:off x="294132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Freeform 1323"/>
          <p:cNvSpPr/>
          <p:nvPr/>
        </p:nvSpPr>
        <p:spPr>
          <a:xfrm>
            <a:off x="29438600" y="-2388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Freeform 1324"/>
          <p:cNvSpPr/>
          <p:nvPr/>
        </p:nvSpPr>
        <p:spPr>
          <a:xfrm>
            <a:off x="294640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Freeform 1325"/>
          <p:cNvSpPr/>
          <p:nvPr/>
        </p:nvSpPr>
        <p:spPr>
          <a:xfrm>
            <a:off x="295021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Freeform 1326"/>
          <p:cNvSpPr/>
          <p:nvPr/>
        </p:nvSpPr>
        <p:spPr>
          <a:xfrm>
            <a:off x="295275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Freeform 1327"/>
          <p:cNvSpPr/>
          <p:nvPr/>
        </p:nvSpPr>
        <p:spPr>
          <a:xfrm>
            <a:off x="295656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Freeform 1328"/>
          <p:cNvSpPr/>
          <p:nvPr/>
        </p:nvSpPr>
        <p:spPr>
          <a:xfrm>
            <a:off x="295910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Freeform 1329"/>
          <p:cNvSpPr/>
          <p:nvPr/>
        </p:nvSpPr>
        <p:spPr>
          <a:xfrm>
            <a:off x="296164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Freeform 1330"/>
          <p:cNvSpPr/>
          <p:nvPr/>
        </p:nvSpPr>
        <p:spPr>
          <a:xfrm>
            <a:off x="296545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Freeform 1331"/>
          <p:cNvSpPr/>
          <p:nvPr/>
        </p:nvSpPr>
        <p:spPr>
          <a:xfrm>
            <a:off x="287782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Freeform 1332"/>
          <p:cNvSpPr/>
          <p:nvPr/>
        </p:nvSpPr>
        <p:spPr>
          <a:xfrm>
            <a:off x="288163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Freeform 1333"/>
          <p:cNvSpPr/>
          <p:nvPr/>
        </p:nvSpPr>
        <p:spPr>
          <a:xfrm>
            <a:off x="288417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Freeform 1334"/>
          <p:cNvSpPr/>
          <p:nvPr/>
        </p:nvSpPr>
        <p:spPr>
          <a:xfrm>
            <a:off x="28879800" y="-2382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Freeform 1335"/>
          <p:cNvSpPr/>
          <p:nvPr/>
        </p:nvSpPr>
        <p:spPr>
          <a:xfrm>
            <a:off x="289052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Freeform 1336"/>
          <p:cNvSpPr/>
          <p:nvPr/>
        </p:nvSpPr>
        <p:spPr>
          <a:xfrm>
            <a:off x="289306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Freeform 1337"/>
          <p:cNvSpPr/>
          <p:nvPr/>
        </p:nvSpPr>
        <p:spPr>
          <a:xfrm>
            <a:off x="289687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Freeform 1338"/>
          <p:cNvSpPr/>
          <p:nvPr/>
        </p:nvSpPr>
        <p:spPr>
          <a:xfrm>
            <a:off x="289941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Freeform 1339"/>
          <p:cNvSpPr/>
          <p:nvPr/>
        </p:nvSpPr>
        <p:spPr>
          <a:xfrm>
            <a:off x="29032200" y="-23837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Freeform 1340"/>
          <p:cNvSpPr/>
          <p:nvPr/>
        </p:nvSpPr>
        <p:spPr>
          <a:xfrm>
            <a:off x="290576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Freeform 1341"/>
          <p:cNvSpPr/>
          <p:nvPr/>
        </p:nvSpPr>
        <p:spPr>
          <a:xfrm>
            <a:off x="290957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Freeform 1342"/>
          <p:cNvSpPr/>
          <p:nvPr/>
        </p:nvSpPr>
        <p:spPr>
          <a:xfrm>
            <a:off x="291211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Freeform 1343"/>
          <p:cNvSpPr/>
          <p:nvPr/>
        </p:nvSpPr>
        <p:spPr>
          <a:xfrm>
            <a:off x="291465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Freeform 1344"/>
          <p:cNvSpPr/>
          <p:nvPr/>
        </p:nvSpPr>
        <p:spPr>
          <a:xfrm>
            <a:off x="291846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Freeform 1345"/>
          <p:cNvSpPr/>
          <p:nvPr/>
        </p:nvSpPr>
        <p:spPr>
          <a:xfrm>
            <a:off x="292100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Freeform 1346"/>
          <p:cNvSpPr/>
          <p:nvPr/>
        </p:nvSpPr>
        <p:spPr>
          <a:xfrm>
            <a:off x="292481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Freeform 1347"/>
          <p:cNvSpPr/>
          <p:nvPr/>
        </p:nvSpPr>
        <p:spPr>
          <a:xfrm>
            <a:off x="292735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Freeform 1348"/>
          <p:cNvSpPr/>
          <p:nvPr/>
        </p:nvSpPr>
        <p:spPr>
          <a:xfrm>
            <a:off x="292989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Freeform 1349"/>
          <p:cNvSpPr/>
          <p:nvPr/>
        </p:nvSpPr>
        <p:spPr>
          <a:xfrm>
            <a:off x="293370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Freeform 1350"/>
          <p:cNvSpPr/>
          <p:nvPr/>
        </p:nvSpPr>
        <p:spPr>
          <a:xfrm>
            <a:off x="293624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Freeform 1351"/>
          <p:cNvSpPr/>
          <p:nvPr/>
        </p:nvSpPr>
        <p:spPr>
          <a:xfrm>
            <a:off x="294005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Freeform 1352"/>
          <p:cNvSpPr/>
          <p:nvPr/>
        </p:nvSpPr>
        <p:spPr>
          <a:xfrm>
            <a:off x="294259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Freeform 1353"/>
          <p:cNvSpPr/>
          <p:nvPr/>
        </p:nvSpPr>
        <p:spPr>
          <a:xfrm>
            <a:off x="294513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Freeform 1354"/>
          <p:cNvSpPr/>
          <p:nvPr/>
        </p:nvSpPr>
        <p:spPr>
          <a:xfrm>
            <a:off x="294894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Freeform 1355"/>
          <p:cNvSpPr/>
          <p:nvPr/>
        </p:nvSpPr>
        <p:spPr>
          <a:xfrm>
            <a:off x="295148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Freeform 1356"/>
          <p:cNvSpPr/>
          <p:nvPr/>
        </p:nvSpPr>
        <p:spPr>
          <a:xfrm>
            <a:off x="295529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Freeform 1357"/>
          <p:cNvSpPr/>
          <p:nvPr/>
        </p:nvSpPr>
        <p:spPr>
          <a:xfrm>
            <a:off x="29578300" y="-2388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Freeform 1358"/>
          <p:cNvSpPr/>
          <p:nvPr/>
        </p:nvSpPr>
        <p:spPr>
          <a:xfrm>
            <a:off x="296164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Freeform 1359"/>
          <p:cNvSpPr/>
          <p:nvPr/>
        </p:nvSpPr>
        <p:spPr>
          <a:xfrm>
            <a:off x="296418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Freeform 1360"/>
          <p:cNvSpPr/>
          <p:nvPr/>
        </p:nvSpPr>
        <p:spPr>
          <a:xfrm>
            <a:off x="28778200" y="-2382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Freeform 1361"/>
          <p:cNvSpPr/>
          <p:nvPr/>
        </p:nvSpPr>
        <p:spPr>
          <a:xfrm>
            <a:off x="288036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Freeform 1362"/>
          <p:cNvSpPr/>
          <p:nvPr/>
        </p:nvSpPr>
        <p:spPr>
          <a:xfrm>
            <a:off x="288290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Freeform 1363"/>
          <p:cNvSpPr/>
          <p:nvPr/>
        </p:nvSpPr>
        <p:spPr>
          <a:xfrm>
            <a:off x="28867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Freeform 1364"/>
          <p:cNvSpPr/>
          <p:nvPr/>
        </p:nvSpPr>
        <p:spPr>
          <a:xfrm>
            <a:off x="288925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Freeform 1365"/>
          <p:cNvSpPr/>
          <p:nvPr/>
        </p:nvSpPr>
        <p:spPr>
          <a:xfrm>
            <a:off x="28930600" y="-23837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Freeform 1366"/>
          <p:cNvSpPr/>
          <p:nvPr/>
        </p:nvSpPr>
        <p:spPr>
          <a:xfrm>
            <a:off x="289560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Freeform 1367"/>
          <p:cNvSpPr/>
          <p:nvPr/>
        </p:nvSpPr>
        <p:spPr>
          <a:xfrm>
            <a:off x="289814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Freeform 1368"/>
          <p:cNvSpPr/>
          <p:nvPr/>
        </p:nvSpPr>
        <p:spPr>
          <a:xfrm>
            <a:off x="290195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Freeform 1369"/>
          <p:cNvSpPr/>
          <p:nvPr/>
        </p:nvSpPr>
        <p:spPr>
          <a:xfrm>
            <a:off x="290449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Freeform 1370"/>
          <p:cNvSpPr/>
          <p:nvPr/>
        </p:nvSpPr>
        <p:spPr>
          <a:xfrm>
            <a:off x="290830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Freeform 1371"/>
          <p:cNvSpPr/>
          <p:nvPr/>
        </p:nvSpPr>
        <p:spPr>
          <a:xfrm>
            <a:off x="291084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Freeform 1372"/>
          <p:cNvSpPr/>
          <p:nvPr/>
        </p:nvSpPr>
        <p:spPr>
          <a:xfrm>
            <a:off x="291338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Freeform 1373"/>
          <p:cNvSpPr/>
          <p:nvPr/>
        </p:nvSpPr>
        <p:spPr>
          <a:xfrm>
            <a:off x="29171900" y="-2388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Freeform 1374"/>
          <p:cNvSpPr/>
          <p:nvPr/>
        </p:nvSpPr>
        <p:spPr>
          <a:xfrm>
            <a:off x="291973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Freeform 1375"/>
          <p:cNvSpPr/>
          <p:nvPr/>
        </p:nvSpPr>
        <p:spPr>
          <a:xfrm>
            <a:off x="292354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Freeform 1376"/>
          <p:cNvSpPr/>
          <p:nvPr/>
        </p:nvSpPr>
        <p:spPr>
          <a:xfrm>
            <a:off x="292608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Freeform 1377"/>
          <p:cNvSpPr/>
          <p:nvPr/>
        </p:nvSpPr>
        <p:spPr>
          <a:xfrm>
            <a:off x="292989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Freeform 1378"/>
          <p:cNvSpPr/>
          <p:nvPr/>
        </p:nvSpPr>
        <p:spPr>
          <a:xfrm>
            <a:off x="293243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Freeform 1379"/>
          <p:cNvSpPr/>
          <p:nvPr/>
        </p:nvSpPr>
        <p:spPr>
          <a:xfrm>
            <a:off x="293497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Freeform 1380"/>
          <p:cNvSpPr/>
          <p:nvPr/>
        </p:nvSpPr>
        <p:spPr>
          <a:xfrm>
            <a:off x="293878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Freeform 1381"/>
          <p:cNvSpPr/>
          <p:nvPr/>
        </p:nvSpPr>
        <p:spPr>
          <a:xfrm>
            <a:off x="29413200" y="-2390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Freeform 1382"/>
          <p:cNvSpPr/>
          <p:nvPr/>
        </p:nvSpPr>
        <p:spPr>
          <a:xfrm>
            <a:off x="294513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Freeform 1383"/>
          <p:cNvSpPr/>
          <p:nvPr/>
        </p:nvSpPr>
        <p:spPr>
          <a:xfrm>
            <a:off x="29476700" y="-2391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Freeform 1384"/>
          <p:cNvSpPr/>
          <p:nvPr/>
        </p:nvSpPr>
        <p:spPr>
          <a:xfrm>
            <a:off x="295021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Freeform 1385"/>
          <p:cNvSpPr/>
          <p:nvPr/>
        </p:nvSpPr>
        <p:spPr>
          <a:xfrm>
            <a:off x="295402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Freeform 1386"/>
          <p:cNvSpPr/>
          <p:nvPr/>
        </p:nvSpPr>
        <p:spPr>
          <a:xfrm>
            <a:off x="295656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Freeform 1387"/>
          <p:cNvSpPr/>
          <p:nvPr/>
        </p:nvSpPr>
        <p:spPr>
          <a:xfrm>
            <a:off x="296037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Freeform 1388"/>
          <p:cNvSpPr/>
          <p:nvPr/>
        </p:nvSpPr>
        <p:spPr>
          <a:xfrm>
            <a:off x="29629100" y="-2390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Freeform 1389"/>
          <p:cNvSpPr/>
          <p:nvPr/>
        </p:nvSpPr>
        <p:spPr>
          <a:xfrm>
            <a:off x="287655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Freeform 1390"/>
          <p:cNvSpPr/>
          <p:nvPr/>
        </p:nvSpPr>
        <p:spPr>
          <a:xfrm>
            <a:off x="287909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Freeform 1391"/>
          <p:cNvSpPr/>
          <p:nvPr/>
        </p:nvSpPr>
        <p:spPr>
          <a:xfrm>
            <a:off x="288163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Freeform 1392"/>
          <p:cNvSpPr/>
          <p:nvPr/>
        </p:nvSpPr>
        <p:spPr>
          <a:xfrm>
            <a:off x="288544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Freeform 1393"/>
          <p:cNvSpPr/>
          <p:nvPr/>
        </p:nvSpPr>
        <p:spPr>
          <a:xfrm>
            <a:off x="288798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Freeform 1394"/>
          <p:cNvSpPr/>
          <p:nvPr/>
        </p:nvSpPr>
        <p:spPr>
          <a:xfrm>
            <a:off x="289179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Freeform 1395"/>
          <p:cNvSpPr/>
          <p:nvPr/>
        </p:nvSpPr>
        <p:spPr>
          <a:xfrm>
            <a:off x="289433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Freeform 1396"/>
          <p:cNvSpPr/>
          <p:nvPr/>
        </p:nvSpPr>
        <p:spPr>
          <a:xfrm>
            <a:off x="289814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Freeform 1397"/>
          <p:cNvSpPr/>
          <p:nvPr/>
        </p:nvSpPr>
        <p:spPr>
          <a:xfrm>
            <a:off x="290068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Freeform 1398"/>
          <p:cNvSpPr/>
          <p:nvPr/>
        </p:nvSpPr>
        <p:spPr>
          <a:xfrm>
            <a:off x="290322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Freeform 1399"/>
          <p:cNvSpPr/>
          <p:nvPr/>
        </p:nvSpPr>
        <p:spPr>
          <a:xfrm>
            <a:off x="290703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Freeform 1400"/>
          <p:cNvSpPr/>
          <p:nvPr/>
        </p:nvSpPr>
        <p:spPr>
          <a:xfrm>
            <a:off x="290957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Freeform 1401"/>
          <p:cNvSpPr/>
          <p:nvPr/>
        </p:nvSpPr>
        <p:spPr>
          <a:xfrm>
            <a:off x="291338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Freeform 1402"/>
          <p:cNvSpPr/>
          <p:nvPr/>
        </p:nvSpPr>
        <p:spPr>
          <a:xfrm>
            <a:off x="291592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Freeform 1403"/>
          <p:cNvSpPr/>
          <p:nvPr/>
        </p:nvSpPr>
        <p:spPr>
          <a:xfrm>
            <a:off x="291846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Freeform 1404"/>
          <p:cNvSpPr/>
          <p:nvPr/>
        </p:nvSpPr>
        <p:spPr>
          <a:xfrm>
            <a:off x="292227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D6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Freeform 1405"/>
          <p:cNvSpPr/>
          <p:nvPr/>
        </p:nvSpPr>
        <p:spPr>
          <a:xfrm>
            <a:off x="292481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D5"/>
          </a:solidFill>
          <a:ln w="3175">
            <a:solidFill>
              <a:srgbClr val="000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Freeform 1406"/>
          <p:cNvSpPr/>
          <p:nvPr/>
        </p:nvSpPr>
        <p:spPr>
          <a:xfrm>
            <a:off x="29286200" y="-2392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Freeform 1407"/>
          <p:cNvSpPr/>
          <p:nvPr/>
        </p:nvSpPr>
        <p:spPr>
          <a:xfrm>
            <a:off x="293116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8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Freeform 1408"/>
          <p:cNvSpPr/>
          <p:nvPr/>
        </p:nvSpPr>
        <p:spPr>
          <a:xfrm>
            <a:off x="293370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Freeform 1409"/>
          <p:cNvSpPr/>
          <p:nvPr/>
        </p:nvSpPr>
        <p:spPr>
          <a:xfrm>
            <a:off x="293751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5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Freeform 1410"/>
          <p:cNvSpPr/>
          <p:nvPr/>
        </p:nvSpPr>
        <p:spPr>
          <a:xfrm>
            <a:off x="294005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4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Freeform 1411"/>
          <p:cNvSpPr/>
          <p:nvPr/>
        </p:nvSpPr>
        <p:spPr>
          <a:xfrm>
            <a:off x="294386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Freeform 1412"/>
          <p:cNvSpPr/>
          <p:nvPr/>
        </p:nvSpPr>
        <p:spPr>
          <a:xfrm>
            <a:off x="29464000" y="-2393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Freeform 1413"/>
          <p:cNvSpPr/>
          <p:nvPr/>
        </p:nvSpPr>
        <p:spPr>
          <a:xfrm>
            <a:off x="295021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AC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Freeform 1414"/>
          <p:cNvSpPr/>
          <p:nvPr/>
        </p:nvSpPr>
        <p:spPr>
          <a:xfrm>
            <a:off x="29527500" y="-2392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B"/>
          </a:solidFill>
          <a:ln w="3175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Freeform 1415"/>
          <p:cNvSpPr/>
          <p:nvPr/>
        </p:nvSpPr>
        <p:spPr>
          <a:xfrm>
            <a:off x="295529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Freeform 1416"/>
          <p:cNvSpPr/>
          <p:nvPr/>
        </p:nvSpPr>
        <p:spPr>
          <a:xfrm>
            <a:off x="29591000" y="-2392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Freeform 1417"/>
          <p:cNvSpPr/>
          <p:nvPr/>
        </p:nvSpPr>
        <p:spPr>
          <a:xfrm>
            <a:off x="296164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Freeform 1418"/>
          <p:cNvSpPr/>
          <p:nvPr/>
        </p:nvSpPr>
        <p:spPr>
          <a:xfrm>
            <a:off x="287528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Freeform 1419"/>
          <p:cNvSpPr/>
          <p:nvPr/>
        </p:nvSpPr>
        <p:spPr>
          <a:xfrm>
            <a:off x="287782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Freeform 1420"/>
          <p:cNvSpPr/>
          <p:nvPr/>
        </p:nvSpPr>
        <p:spPr>
          <a:xfrm>
            <a:off x="288163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Freeform 1421"/>
          <p:cNvSpPr/>
          <p:nvPr/>
        </p:nvSpPr>
        <p:spPr>
          <a:xfrm>
            <a:off x="288417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Freeform 1422"/>
          <p:cNvSpPr/>
          <p:nvPr/>
        </p:nvSpPr>
        <p:spPr>
          <a:xfrm>
            <a:off x="288671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Freeform 1423"/>
          <p:cNvSpPr/>
          <p:nvPr/>
        </p:nvSpPr>
        <p:spPr>
          <a:xfrm>
            <a:off x="289052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Freeform 1424"/>
          <p:cNvSpPr/>
          <p:nvPr/>
        </p:nvSpPr>
        <p:spPr>
          <a:xfrm>
            <a:off x="289306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Freeform 1425"/>
          <p:cNvSpPr/>
          <p:nvPr/>
        </p:nvSpPr>
        <p:spPr>
          <a:xfrm>
            <a:off x="289687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Freeform 1426"/>
          <p:cNvSpPr/>
          <p:nvPr/>
        </p:nvSpPr>
        <p:spPr>
          <a:xfrm>
            <a:off x="289941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Freeform 1427"/>
          <p:cNvSpPr/>
          <p:nvPr/>
        </p:nvSpPr>
        <p:spPr>
          <a:xfrm>
            <a:off x="290195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Freeform 1428"/>
          <p:cNvSpPr/>
          <p:nvPr/>
        </p:nvSpPr>
        <p:spPr>
          <a:xfrm>
            <a:off x="29057600" y="-2388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Freeform 1429"/>
          <p:cNvSpPr/>
          <p:nvPr/>
        </p:nvSpPr>
        <p:spPr>
          <a:xfrm>
            <a:off x="290830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Freeform 1430"/>
          <p:cNvSpPr/>
          <p:nvPr/>
        </p:nvSpPr>
        <p:spPr>
          <a:xfrm>
            <a:off x="291211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Freeform 1431"/>
          <p:cNvSpPr/>
          <p:nvPr/>
        </p:nvSpPr>
        <p:spPr>
          <a:xfrm>
            <a:off x="29146500" y="-2390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Freeform 1432"/>
          <p:cNvSpPr/>
          <p:nvPr/>
        </p:nvSpPr>
        <p:spPr>
          <a:xfrm>
            <a:off x="29184600" y="-2392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Freeform 1433"/>
          <p:cNvSpPr/>
          <p:nvPr/>
        </p:nvSpPr>
        <p:spPr>
          <a:xfrm>
            <a:off x="29210000" y="-23990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00FF"/>
          </a:solidFill>
          <a:ln w="3175">
            <a:solidFill>
              <a:srgbClr val="000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Freeform 1434"/>
          <p:cNvSpPr/>
          <p:nvPr/>
        </p:nvSpPr>
        <p:spPr>
          <a:xfrm>
            <a:off x="29235400" y="-2399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Freeform 1435"/>
          <p:cNvSpPr/>
          <p:nvPr/>
        </p:nvSpPr>
        <p:spPr>
          <a:xfrm>
            <a:off x="29273500" y="-23964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5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Freeform 1436"/>
          <p:cNvSpPr/>
          <p:nvPr/>
        </p:nvSpPr>
        <p:spPr>
          <a:xfrm>
            <a:off x="29298900" y="-2395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B"/>
          </a:solidFill>
          <a:ln w="3175">
            <a:solidFill>
              <a:srgbClr val="0000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Freeform 1437"/>
          <p:cNvSpPr/>
          <p:nvPr/>
        </p:nvSpPr>
        <p:spPr>
          <a:xfrm>
            <a:off x="293370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Freeform 1438"/>
          <p:cNvSpPr/>
          <p:nvPr/>
        </p:nvSpPr>
        <p:spPr>
          <a:xfrm>
            <a:off x="29362400" y="-2395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3"/>
          </a:solidFill>
          <a:ln w="3175">
            <a:solidFill>
              <a:srgbClr val="000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Freeform 1439"/>
          <p:cNvSpPr/>
          <p:nvPr/>
        </p:nvSpPr>
        <p:spPr>
          <a:xfrm>
            <a:off x="29387800" y="-23977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Freeform 1440"/>
          <p:cNvSpPr/>
          <p:nvPr/>
        </p:nvSpPr>
        <p:spPr>
          <a:xfrm>
            <a:off x="29425900" y="-24003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Freeform 1441"/>
          <p:cNvSpPr/>
          <p:nvPr/>
        </p:nvSpPr>
        <p:spPr>
          <a:xfrm>
            <a:off x="29451300" y="-24003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FD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Freeform 1442"/>
          <p:cNvSpPr/>
          <p:nvPr/>
        </p:nvSpPr>
        <p:spPr>
          <a:xfrm>
            <a:off x="29489400" y="-23990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1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Freeform 1443"/>
          <p:cNvSpPr/>
          <p:nvPr/>
        </p:nvSpPr>
        <p:spPr>
          <a:xfrm>
            <a:off x="29514800" y="-23977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A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Freeform 1444"/>
          <p:cNvSpPr/>
          <p:nvPr/>
        </p:nvSpPr>
        <p:spPr>
          <a:xfrm>
            <a:off x="29540200" y="-2399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Freeform 1445"/>
          <p:cNvSpPr/>
          <p:nvPr/>
        </p:nvSpPr>
        <p:spPr>
          <a:xfrm>
            <a:off x="29578300" y="-23990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Freeform 1446"/>
          <p:cNvSpPr/>
          <p:nvPr/>
        </p:nvSpPr>
        <p:spPr>
          <a:xfrm>
            <a:off x="29603700" y="-2399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Freeform 1447"/>
          <p:cNvSpPr/>
          <p:nvPr/>
        </p:nvSpPr>
        <p:spPr>
          <a:xfrm>
            <a:off x="287401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Freeform 1448"/>
          <p:cNvSpPr/>
          <p:nvPr/>
        </p:nvSpPr>
        <p:spPr>
          <a:xfrm>
            <a:off x="287655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Freeform 1449"/>
          <p:cNvSpPr/>
          <p:nvPr/>
        </p:nvSpPr>
        <p:spPr>
          <a:xfrm>
            <a:off x="288036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Freeform 1450"/>
          <p:cNvSpPr/>
          <p:nvPr/>
        </p:nvSpPr>
        <p:spPr>
          <a:xfrm>
            <a:off x="288290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Freeform 1451"/>
          <p:cNvSpPr/>
          <p:nvPr/>
        </p:nvSpPr>
        <p:spPr>
          <a:xfrm>
            <a:off x="28867100" y="-2388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Freeform 1452"/>
          <p:cNvSpPr/>
          <p:nvPr/>
        </p:nvSpPr>
        <p:spPr>
          <a:xfrm>
            <a:off x="28892500" y="-2388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Freeform 1453"/>
          <p:cNvSpPr/>
          <p:nvPr/>
        </p:nvSpPr>
        <p:spPr>
          <a:xfrm>
            <a:off x="289179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Freeform 1454"/>
          <p:cNvSpPr/>
          <p:nvPr/>
        </p:nvSpPr>
        <p:spPr>
          <a:xfrm>
            <a:off x="289560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Freeform 1455"/>
          <p:cNvSpPr/>
          <p:nvPr/>
        </p:nvSpPr>
        <p:spPr>
          <a:xfrm>
            <a:off x="289814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Freeform 1456"/>
          <p:cNvSpPr/>
          <p:nvPr/>
        </p:nvSpPr>
        <p:spPr>
          <a:xfrm>
            <a:off x="29019500" y="-2390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Freeform 1457"/>
          <p:cNvSpPr/>
          <p:nvPr/>
        </p:nvSpPr>
        <p:spPr>
          <a:xfrm>
            <a:off x="29044900" y="-2390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Freeform 1458"/>
          <p:cNvSpPr/>
          <p:nvPr/>
        </p:nvSpPr>
        <p:spPr>
          <a:xfrm>
            <a:off x="290703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Freeform 1459"/>
          <p:cNvSpPr/>
          <p:nvPr/>
        </p:nvSpPr>
        <p:spPr>
          <a:xfrm>
            <a:off x="291084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Freeform 1460"/>
          <p:cNvSpPr/>
          <p:nvPr/>
        </p:nvSpPr>
        <p:spPr>
          <a:xfrm>
            <a:off x="291338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Freeform 1461"/>
          <p:cNvSpPr/>
          <p:nvPr/>
        </p:nvSpPr>
        <p:spPr>
          <a:xfrm>
            <a:off x="291719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Freeform 1462"/>
          <p:cNvSpPr/>
          <p:nvPr/>
        </p:nvSpPr>
        <p:spPr>
          <a:xfrm>
            <a:off x="29197300" y="-24003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Freeform 1463"/>
          <p:cNvSpPr/>
          <p:nvPr/>
        </p:nvSpPr>
        <p:spPr>
          <a:xfrm>
            <a:off x="292227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Freeform 1464"/>
          <p:cNvSpPr/>
          <p:nvPr/>
        </p:nvSpPr>
        <p:spPr>
          <a:xfrm>
            <a:off x="29260800" y="-2399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Freeform 1465"/>
          <p:cNvSpPr/>
          <p:nvPr/>
        </p:nvSpPr>
        <p:spPr>
          <a:xfrm>
            <a:off x="29286200" y="-2397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B"/>
          </a:solidFill>
          <a:ln w="3175">
            <a:solidFill>
              <a:srgbClr val="000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Freeform 1466"/>
          <p:cNvSpPr/>
          <p:nvPr/>
        </p:nvSpPr>
        <p:spPr>
          <a:xfrm>
            <a:off x="29324300" y="-2397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Freeform 1467"/>
          <p:cNvSpPr/>
          <p:nvPr/>
        </p:nvSpPr>
        <p:spPr>
          <a:xfrm>
            <a:off x="29349700" y="-23990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1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Freeform 1468"/>
          <p:cNvSpPr/>
          <p:nvPr/>
        </p:nvSpPr>
        <p:spPr>
          <a:xfrm>
            <a:off x="29387800" y="-24015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0" y="5"/>
                </a:lnTo>
                <a:close/>
              </a:path>
            </a:pathLst>
          </a:custGeom>
          <a:solidFill>
            <a:srgbClr val="001EFF"/>
          </a:solidFill>
          <a:ln w="3175">
            <a:solidFill>
              <a:srgbClr val="001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Freeform 1469"/>
          <p:cNvSpPr/>
          <p:nvPr/>
        </p:nvSpPr>
        <p:spPr>
          <a:xfrm>
            <a:off x="29413200" y="-24041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Freeform 1470"/>
          <p:cNvSpPr/>
          <p:nvPr/>
        </p:nvSpPr>
        <p:spPr>
          <a:xfrm>
            <a:off x="29438600" y="-2404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49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Freeform 1471"/>
          <p:cNvSpPr/>
          <p:nvPr/>
        </p:nvSpPr>
        <p:spPr>
          <a:xfrm>
            <a:off x="29476700" y="-2402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Freeform 1472"/>
          <p:cNvSpPr/>
          <p:nvPr/>
        </p:nvSpPr>
        <p:spPr>
          <a:xfrm>
            <a:off x="29502100" y="-2402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Freeform 1473"/>
          <p:cNvSpPr/>
          <p:nvPr/>
        </p:nvSpPr>
        <p:spPr>
          <a:xfrm>
            <a:off x="29540200" y="-24041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0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Freeform 1474"/>
          <p:cNvSpPr/>
          <p:nvPr/>
        </p:nvSpPr>
        <p:spPr>
          <a:xfrm>
            <a:off x="29565600" y="-24041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Freeform 1475"/>
          <p:cNvSpPr/>
          <p:nvPr/>
        </p:nvSpPr>
        <p:spPr>
          <a:xfrm>
            <a:off x="29591000" y="-2404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Freeform 1476"/>
          <p:cNvSpPr/>
          <p:nvPr/>
        </p:nvSpPr>
        <p:spPr>
          <a:xfrm>
            <a:off x="287274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Freeform 1477"/>
          <p:cNvSpPr/>
          <p:nvPr/>
        </p:nvSpPr>
        <p:spPr>
          <a:xfrm>
            <a:off x="287528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Freeform 1478"/>
          <p:cNvSpPr/>
          <p:nvPr/>
        </p:nvSpPr>
        <p:spPr>
          <a:xfrm>
            <a:off x="287909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Freeform 1479"/>
          <p:cNvSpPr/>
          <p:nvPr/>
        </p:nvSpPr>
        <p:spPr>
          <a:xfrm>
            <a:off x="288163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Freeform 1480"/>
          <p:cNvSpPr/>
          <p:nvPr/>
        </p:nvSpPr>
        <p:spPr>
          <a:xfrm>
            <a:off x="288544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Freeform 1481"/>
          <p:cNvSpPr/>
          <p:nvPr/>
        </p:nvSpPr>
        <p:spPr>
          <a:xfrm>
            <a:off x="28879800" y="-2388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Freeform 1482"/>
          <p:cNvSpPr/>
          <p:nvPr/>
        </p:nvSpPr>
        <p:spPr>
          <a:xfrm>
            <a:off x="289052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Freeform 1483"/>
          <p:cNvSpPr/>
          <p:nvPr/>
        </p:nvSpPr>
        <p:spPr>
          <a:xfrm>
            <a:off x="289433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Freeform 1484"/>
          <p:cNvSpPr/>
          <p:nvPr/>
        </p:nvSpPr>
        <p:spPr>
          <a:xfrm>
            <a:off x="289687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Freeform 1485"/>
          <p:cNvSpPr/>
          <p:nvPr/>
        </p:nvSpPr>
        <p:spPr>
          <a:xfrm>
            <a:off x="290068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Freeform 1486"/>
          <p:cNvSpPr/>
          <p:nvPr/>
        </p:nvSpPr>
        <p:spPr>
          <a:xfrm>
            <a:off x="29032200" y="-2390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Freeform 1487"/>
          <p:cNvSpPr/>
          <p:nvPr/>
        </p:nvSpPr>
        <p:spPr>
          <a:xfrm>
            <a:off x="29070300" y="-2391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Freeform 1488"/>
          <p:cNvSpPr/>
          <p:nvPr/>
        </p:nvSpPr>
        <p:spPr>
          <a:xfrm>
            <a:off x="29095700" y="-2391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Freeform 1489"/>
          <p:cNvSpPr/>
          <p:nvPr/>
        </p:nvSpPr>
        <p:spPr>
          <a:xfrm>
            <a:off x="291211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Freeform 1490"/>
          <p:cNvSpPr/>
          <p:nvPr/>
        </p:nvSpPr>
        <p:spPr>
          <a:xfrm>
            <a:off x="29159200" y="-2395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Freeform 1491"/>
          <p:cNvSpPr/>
          <p:nvPr/>
        </p:nvSpPr>
        <p:spPr>
          <a:xfrm>
            <a:off x="29184600" y="-24003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18FF"/>
          </a:solidFill>
          <a:ln w="3175">
            <a:solidFill>
              <a:srgbClr val="001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Freeform 1492"/>
          <p:cNvSpPr/>
          <p:nvPr/>
        </p:nvSpPr>
        <p:spPr>
          <a:xfrm>
            <a:off x="29222700" y="-2400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43FF"/>
          </a:solidFill>
          <a:ln w="3175">
            <a:solidFill>
              <a:srgbClr val="003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Freeform 1493"/>
          <p:cNvSpPr/>
          <p:nvPr/>
        </p:nvSpPr>
        <p:spPr>
          <a:xfrm>
            <a:off x="29248100" y="-2400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Freeform 1494"/>
          <p:cNvSpPr/>
          <p:nvPr/>
        </p:nvSpPr>
        <p:spPr>
          <a:xfrm>
            <a:off x="29273500" y="-24003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Freeform 1495"/>
          <p:cNvSpPr/>
          <p:nvPr/>
        </p:nvSpPr>
        <p:spPr>
          <a:xfrm>
            <a:off x="29311600" y="-2401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Freeform 1496"/>
          <p:cNvSpPr/>
          <p:nvPr/>
        </p:nvSpPr>
        <p:spPr>
          <a:xfrm>
            <a:off x="29337000" y="-2402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Freeform 1497"/>
          <p:cNvSpPr/>
          <p:nvPr/>
        </p:nvSpPr>
        <p:spPr>
          <a:xfrm>
            <a:off x="29375100" y="-24041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Freeform 1498"/>
          <p:cNvSpPr/>
          <p:nvPr/>
        </p:nvSpPr>
        <p:spPr>
          <a:xfrm>
            <a:off x="29400500" y="-2406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Freeform 1499"/>
          <p:cNvSpPr/>
          <p:nvPr/>
        </p:nvSpPr>
        <p:spPr>
          <a:xfrm>
            <a:off x="294259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87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Freeform 1500"/>
          <p:cNvSpPr/>
          <p:nvPr/>
        </p:nvSpPr>
        <p:spPr>
          <a:xfrm>
            <a:off x="29464000" y="-24079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Freeform 1501"/>
          <p:cNvSpPr/>
          <p:nvPr/>
        </p:nvSpPr>
        <p:spPr>
          <a:xfrm>
            <a:off x="294894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Freeform 1502"/>
          <p:cNvSpPr/>
          <p:nvPr/>
        </p:nvSpPr>
        <p:spPr>
          <a:xfrm>
            <a:off x="29527500" y="-24079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Freeform 1503"/>
          <p:cNvSpPr/>
          <p:nvPr/>
        </p:nvSpPr>
        <p:spPr>
          <a:xfrm>
            <a:off x="29552900" y="-24091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Freeform 1504"/>
          <p:cNvSpPr/>
          <p:nvPr/>
        </p:nvSpPr>
        <p:spPr>
          <a:xfrm>
            <a:off x="29591000" y="-24091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Freeform 1505"/>
          <p:cNvSpPr/>
          <p:nvPr/>
        </p:nvSpPr>
        <p:spPr>
          <a:xfrm>
            <a:off x="28714700" y="-2387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Freeform 1506"/>
          <p:cNvSpPr/>
          <p:nvPr/>
        </p:nvSpPr>
        <p:spPr>
          <a:xfrm>
            <a:off x="28752800" y="-2387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Freeform 1507"/>
          <p:cNvSpPr/>
          <p:nvPr/>
        </p:nvSpPr>
        <p:spPr>
          <a:xfrm>
            <a:off x="287782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Freeform 1508"/>
          <p:cNvSpPr/>
          <p:nvPr/>
        </p:nvSpPr>
        <p:spPr>
          <a:xfrm>
            <a:off x="28803600" y="-23888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Freeform 1509"/>
          <p:cNvSpPr/>
          <p:nvPr/>
        </p:nvSpPr>
        <p:spPr>
          <a:xfrm>
            <a:off x="28841700" y="-2388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Freeform 1510"/>
          <p:cNvSpPr/>
          <p:nvPr/>
        </p:nvSpPr>
        <p:spPr>
          <a:xfrm>
            <a:off x="28867100" y="-2388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Freeform 1511"/>
          <p:cNvSpPr/>
          <p:nvPr/>
        </p:nvSpPr>
        <p:spPr>
          <a:xfrm>
            <a:off x="289052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Freeform 1512"/>
          <p:cNvSpPr/>
          <p:nvPr/>
        </p:nvSpPr>
        <p:spPr>
          <a:xfrm>
            <a:off x="289306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Freeform 1513"/>
          <p:cNvSpPr/>
          <p:nvPr/>
        </p:nvSpPr>
        <p:spPr>
          <a:xfrm>
            <a:off x="28956000" y="-23901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Freeform 1514"/>
          <p:cNvSpPr/>
          <p:nvPr/>
        </p:nvSpPr>
        <p:spPr>
          <a:xfrm>
            <a:off x="28994100" y="-2390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Freeform 1515"/>
          <p:cNvSpPr/>
          <p:nvPr/>
        </p:nvSpPr>
        <p:spPr>
          <a:xfrm>
            <a:off x="29019500" y="-23901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Freeform 1516"/>
          <p:cNvSpPr/>
          <p:nvPr/>
        </p:nvSpPr>
        <p:spPr>
          <a:xfrm>
            <a:off x="29057600" y="-2391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Freeform 1517"/>
          <p:cNvSpPr/>
          <p:nvPr/>
        </p:nvSpPr>
        <p:spPr>
          <a:xfrm>
            <a:off x="29083000" y="-2391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Freeform 1518"/>
          <p:cNvSpPr/>
          <p:nvPr/>
        </p:nvSpPr>
        <p:spPr>
          <a:xfrm>
            <a:off x="291084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Freeform 1519"/>
          <p:cNvSpPr/>
          <p:nvPr/>
        </p:nvSpPr>
        <p:spPr>
          <a:xfrm>
            <a:off x="29146500" y="-23952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Freeform 1520"/>
          <p:cNvSpPr/>
          <p:nvPr/>
        </p:nvSpPr>
        <p:spPr>
          <a:xfrm>
            <a:off x="29171900" y="-24015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Freeform 1521"/>
          <p:cNvSpPr/>
          <p:nvPr/>
        </p:nvSpPr>
        <p:spPr>
          <a:xfrm>
            <a:off x="292100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Freeform 1522"/>
          <p:cNvSpPr/>
          <p:nvPr/>
        </p:nvSpPr>
        <p:spPr>
          <a:xfrm>
            <a:off x="292354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0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Freeform 1523"/>
          <p:cNvSpPr/>
          <p:nvPr/>
        </p:nvSpPr>
        <p:spPr>
          <a:xfrm>
            <a:off x="292735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Freeform 1524"/>
          <p:cNvSpPr/>
          <p:nvPr/>
        </p:nvSpPr>
        <p:spPr>
          <a:xfrm>
            <a:off x="292989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Freeform 1525"/>
          <p:cNvSpPr/>
          <p:nvPr/>
        </p:nvSpPr>
        <p:spPr>
          <a:xfrm>
            <a:off x="293243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EFF"/>
          </a:solidFill>
          <a:ln w="3175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Freeform 1526"/>
          <p:cNvSpPr/>
          <p:nvPr/>
        </p:nvSpPr>
        <p:spPr>
          <a:xfrm>
            <a:off x="29362400" y="-2406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Freeform 1527"/>
          <p:cNvSpPr/>
          <p:nvPr/>
        </p:nvSpPr>
        <p:spPr>
          <a:xfrm>
            <a:off x="29387800" y="-24091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Freeform 1528"/>
          <p:cNvSpPr/>
          <p:nvPr/>
        </p:nvSpPr>
        <p:spPr>
          <a:xfrm>
            <a:off x="29425900" y="-24117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0" y="4"/>
                </a:lnTo>
                <a:close/>
              </a:path>
            </a:pathLst>
          </a:custGeom>
          <a:solidFill>
            <a:srgbClr val="00B9FF"/>
          </a:solidFill>
          <a:ln w="3175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Freeform 1529"/>
          <p:cNvSpPr/>
          <p:nvPr/>
        </p:nvSpPr>
        <p:spPr>
          <a:xfrm>
            <a:off x="29451300" y="-24142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Freeform 1530"/>
          <p:cNvSpPr/>
          <p:nvPr/>
        </p:nvSpPr>
        <p:spPr>
          <a:xfrm>
            <a:off x="29476700" y="-24142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Freeform 1531"/>
          <p:cNvSpPr/>
          <p:nvPr/>
        </p:nvSpPr>
        <p:spPr>
          <a:xfrm>
            <a:off x="29514800" y="-24142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Freeform 1532"/>
          <p:cNvSpPr/>
          <p:nvPr/>
        </p:nvSpPr>
        <p:spPr>
          <a:xfrm>
            <a:off x="29540200" y="-24142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Freeform 1533"/>
          <p:cNvSpPr/>
          <p:nvPr/>
        </p:nvSpPr>
        <p:spPr>
          <a:xfrm>
            <a:off x="29578300" y="-24142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Freeform 1534"/>
          <p:cNvSpPr/>
          <p:nvPr/>
        </p:nvSpPr>
        <p:spPr>
          <a:xfrm>
            <a:off x="287020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Freeform 1535"/>
          <p:cNvSpPr/>
          <p:nvPr/>
        </p:nvSpPr>
        <p:spPr>
          <a:xfrm>
            <a:off x="28740100" y="-2387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Freeform 1536"/>
          <p:cNvSpPr/>
          <p:nvPr/>
        </p:nvSpPr>
        <p:spPr>
          <a:xfrm>
            <a:off x="287655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Freeform 1537"/>
          <p:cNvSpPr/>
          <p:nvPr/>
        </p:nvSpPr>
        <p:spPr>
          <a:xfrm>
            <a:off x="28790900" y="-23888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Freeform 1538"/>
          <p:cNvSpPr/>
          <p:nvPr/>
        </p:nvSpPr>
        <p:spPr>
          <a:xfrm>
            <a:off x="28829000" y="-2388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Freeform 1539"/>
          <p:cNvSpPr/>
          <p:nvPr/>
        </p:nvSpPr>
        <p:spPr>
          <a:xfrm>
            <a:off x="28854400" y="-23888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Freeform 1540"/>
          <p:cNvSpPr/>
          <p:nvPr/>
        </p:nvSpPr>
        <p:spPr>
          <a:xfrm>
            <a:off x="28892500" y="-2388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Freeform 1541"/>
          <p:cNvSpPr/>
          <p:nvPr/>
        </p:nvSpPr>
        <p:spPr>
          <a:xfrm>
            <a:off x="289179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Freeform 1542"/>
          <p:cNvSpPr/>
          <p:nvPr/>
        </p:nvSpPr>
        <p:spPr>
          <a:xfrm>
            <a:off x="28956000" y="-2390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Freeform 1543"/>
          <p:cNvSpPr/>
          <p:nvPr/>
        </p:nvSpPr>
        <p:spPr>
          <a:xfrm>
            <a:off x="28981400" y="-2390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Freeform 1544"/>
          <p:cNvSpPr/>
          <p:nvPr/>
        </p:nvSpPr>
        <p:spPr>
          <a:xfrm>
            <a:off x="29006800" y="-23901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Freeform 1545"/>
          <p:cNvSpPr/>
          <p:nvPr/>
        </p:nvSpPr>
        <p:spPr>
          <a:xfrm>
            <a:off x="29044900" y="-2390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Freeform 1546"/>
          <p:cNvSpPr/>
          <p:nvPr/>
        </p:nvSpPr>
        <p:spPr>
          <a:xfrm>
            <a:off x="29070300" y="-2391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Freeform 1547"/>
          <p:cNvSpPr/>
          <p:nvPr/>
        </p:nvSpPr>
        <p:spPr>
          <a:xfrm>
            <a:off x="29108400" y="-2392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Freeform 1548"/>
          <p:cNvSpPr/>
          <p:nvPr/>
        </p:nvSpPr>
        <p:spPr>
          <a:xfrm>
            <a:off x="29133800" y="-2396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Freeform 1549"/>
          <p:cNvSpPr/>
          <p:nvPr/>
        </p:nvSpPr>
        <p:spPr>
          <a:xfrm>
            <a:off x="29159200" y="-24028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AFF"/>
          </a:solidFill>
          <a:ln w="3175">
            <a:solidFill>
              <a:srgbClr val="001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Freeform 1550"/>
          <p:cNvSpPr/>
          <p:nvPr/>
        </p:nvSpPr>
        <p:spPr>
          <a:xfrm>
            <a:off x="291973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Freeform 1551"/>
          <p:cNvSpPr/>
          <p:nvPr/>
        </p:nvSpPr>
        <p:spPr>
          <a:xfrm>
            <a:off x="292227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Freeform 1552"/>
          <p:cNvSpPr/>
          <p:nvPr/>
        </p:nvSpPr>
        <p:spPr>
          <a:xfrm>
            <a:off x="292608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A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Freeform 1553"/>
          <p:cNvSpPr/>
          <p:nvPr/>
        </p:nvSpPr>
        <p:spPr>
          <a:xfrm>
            <a:off x="292862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Freeform 1554"/>
          <p:cNvSpPr/>
          <p:nvPr/>
        </p:nvSpPr>
        <p:spPr>
          <a:xfrm>
            <a:off x="29311600" y="-2406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Freeform 1555"/>
          <p:cNvSpPr/>
          <p:nvPr/>
        </p:nvSpPr>
        <p:spPr>
          <a:xfrm>
            <a:off x="29349700" y="-2407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8CFF"/>
          </a:solidFill>
          <a:ln w="3175">
            <a:solidFill>
              <a:srgbClr val="007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Freeform 1556"/>
          <p:cNvSpPr/>
          <p:nvPr/>
        </p:nvSpPr>
        <p:spPr>
          <a:xfrm>
            <a:off x="29375100" y="-2410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ADFF"/>
          </a:solidFill>
          <a:ln w="3175">
            <a:solidFill>
              <a:srgbClr val="008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Freeform 1557"/>
          <p:cNvSpPr/>
          <p:nvPr/>
        </p:nvSpPr>
        <p:spPr>
          <a:xfrm>
            <a:off x="29413200" y="-2413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6FF"/>
          </a:solidFill>
          <a:ln w="3175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Freeform 1558"/>
          <p:cNvSpPr/>
          <p:nvPr/>
        </p:nvSpPr>
        <p:spPr>
          <a:xfrm>
            <a:off x="29438600" y="-24168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DFFF2"/>
          </a:solidFill>
          <a:ln w="3175">
            <a:solidFill>
              <a:srgbClr val="0AC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Freeform 1559"/>
          <p:cNvSpPr/>
          <p:nvPr/>
        </p:nvSpPr>
        <p:spPr>
          <a:xfrm>
            <a:off x="29476700" y="-24218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6"/>
                </a:lnTo>
                <a:lnTo>
                  <a:pt x="2" y="0"/>
                </a:lnTo>
                <a:lnTo>
                  <a:pt x="0" y="4"/>
                </a:lnTo>
                <a:lnTo>
                  <a:pt x="0" y="6"/>
                </a:lnTo>
                <a:close/>
              </a:path>
            </a:pathLst>
          </a:custGeom>
          <a:solidFill>
            <a:srgbClr val="42FFBD"/>
          </a:solidFill>
          <a:ln w="3175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Freeform 1560"/>
          <p:cNvSpPr/>
          <p:nvPr/>
        </p:nvSpPr>
        <p:spPr>
          <a:xfrm>
            <a:off x="29502100" y="-24218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Freeform 1561"/>
          <p:cNvSpPr/>
          <p:nvPr/>
        </p:nvSpPr>
        <p:spPr>
          <a:xfrm>
            <a:off x="29527500" y="-24231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Freeform 1562"/>
          <p:cNvSpPr/>
          <p:nvPr/>
        </p:nvSpPr>
        <p:spPr>
          <a:xfrm>
            <a:off x="29565600" y="-24231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Freeform 1563"/>
          <p:cNvSpPr/>
          <p:nvPr/>
        </p:nvSpPr>
        <p:spPr>
          <a:xfrm>
            <a:off x="286893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Freeform 1564"/>
          <p:cNvSpPr/>
          <p:nvPr/>
        </p:nvSpPr>
        <p:spPr>
          <a:xfrm>
            <a:off x="28727400" y="-2390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Freeform 1565"/>
          <p:cNvSpPr/>
          <p:nvPr/>
        </p:nvSpPr>
        <p:spPr>
          <a:xfrm>
            <a:off x="28752800" y="-2390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Freeform 1566"/>
          <p:cNvSpPr/>
          <p:nvPr/>
        </p:nvSpPr>
        <p:spPr>
          <a:xfrm>
            <a:off x="287909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Freeform 1567"/>
          <p:cNvSpPr/>
          <p:nvPr/>
        </p:nvSpPr>
        <p:spPr>
          <a:xfrm>
            <a:off x="288163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Freeform 1568"/>
          <p:cNvSpPr/>
          <p:nvPr/>
        </p:nvSpPr>
        <p:spPr>
          <a:xfrm>
            <a:off x="288417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Freeform 1569"/>
          <p:cNvSpPr/>
          <p:nvPr/>
        </p:nvSpPr>
        <p:spPr>
          <a:xfrm>
            <a:off x="288798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Freeform 1570"/>
          <p:cNvSpPr/>
          <p:nvPr/>
        </p:nvSpPr>
        <p:spPr>
          <a:xfrm>
            <a:off x="289052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Freeform 1571"/>
          <p:cNvSpPr/>
          <p:nvPr/>
        </p:nvSpPr>
        <p:spPr>
          <a:xfrm>
            <a:off x="28943300" y="-2392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Freeform 1572"/>
          <p:cNvSpPr/>
          <p:nvPr/>
        </p:nvSpPr>
        <p:spPr>
          <a:xfrm>
            <a:off x="28968700" y="-2392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Freeform 1573"/>
          <p:cNvSpPr/>
          <p:nvPr/>
        </p:nvSpPr>
        <p:spPr>
          <a:xfrm>
            <a:off x="289941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Freeform 1574"/>
          <p:cNvSpPr/>
          <p:nvPr/>
        </p:nvSpPr>
        <p:spPr>
          <a:xfrm>
            <a:off x="29032200" y="-2392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Freeform 1575"/>
          <p:cNvSpPr/>
          <p:nvPr/>
        </p:nvSpPr>
        <p:spPr>
          <a:xfrm>
            <a:off x="290576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Freeform 1576"/>
          <p:cNvSpPr/>
          <p:nvPr/>
        </p:nvSpPr>
        <p:spPr>
          <a:xfrm>
            <a:off x="29095700" y="-23952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F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Freeform 1577"/>
          <p:cNvSpPr/>
          <p:nvPr/>
        </p:nvSpPr>
        <p:spPr>
          <a:xfrm>
            <a:off x="29121100" y="-24066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8"/>
                </a:lnTo>
                <a:lnTo>
                  <a:pt x="3" y="0"/>
                </a:lnTo>
                <a:lnTo>
                  <a:pt x="0" y="9"/>
                </a:lnTo>
                <a:lnTo>
                  <a:pt x="1" y="11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Freeform 1578"/>
          <p:cNvSpPr/>
          <p:nvPr/>
        </p:nvSpPr>
        <p:spPr>
          <a:xfrm>
            <a:off x="29159200" y="-241427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0" y="14"/>
                </a:moveTo>
                <a:lnTo>
                  <a:pt x="3" y="9"/>
                </a:lnTo>
                <a:lnTo>
                  <a:pt x="2" y="0"/>
                </a:lnTo>
                <a:lnTo>
                  <a:pt x="0" y="6"/>
                </a:lnTo>
                <a:lnTo>
                  <a:pt x="0" y="14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Freeform 1579"/>
          <p:cNvSpPr/>
          <p:nvPr/>
        </p:nvSpPr>
        <p:spPr>
          <a:xfrm>
            <a:off x="29184600" y="-241427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8"/>
                </a:lnTo>
                <a:lnTo>
                  <a:pt x="2" y="1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C1FF"/>
          </a:solidFill>
          <a:ln w="3175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Freeform 1580"/>
          <p:cNvSpPr/>
          <p:nvPr/>
        </p:nvSpPr>
        <p:spPr>
          <a:xfrm>
            <a:off x="29210000" y="-24130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Freeform 1581"/>
          <p:cNvSpPr/>
          <p:nvPr/>
        </p:nvSpPr>
        <p:spPr>
          <a:xfrm>
            <a:off x="29248100" y="-24117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Freeform 1582"/>
          <p:cNvSpPr/>
          <p:nvPr/>
        </p:nvSpPr>
        <p:spPr>
          <a:xfrm>
            <a:off x="29273500" y="-24117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B0FF"/>
          </a:solidFill>
          <a:ln w="3175">
            <a:solidFill>
              <a:srgbClr val="008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Freeform 1583"/>
          <p:cNvSpPr/>
          <p:nvPr/>
        </p:nvSpPr>
        <p:spPr>
          <a:xfrm>
            <a:off x="29311600" y="-24117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Freeform 1584"/>
          <p:cNvSpPr/>
          <p:nvPr/>
        </p:nvSpPr>
        <p:spPr>
          <a:xfrm>
            <a:off x="29337000" y="-24142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Freeform 1585"/>
          <p:cNvSpPr/>
          <p:nvPr/>
        </p:nvSpPr>
        <p:spPr>
          <a:xfrm>
            <a:off x="29362400" y="-24168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E9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Freeform 1586"/>
          <p:cNvSpPr/>
          <p:nvPr/>
        </p:nvSpPr>
        <p:spPr>
          <a:xfrm>
            <a:off x="29400500" y="-24193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16FFE9"/>
          </a:solidFill>
          <a:ln w="3175">
            <a:solidFill>
              <a:srgbClr val="12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Freeform 1587"/>
          <p:cNvSpPr/>
          <p:nvPr/>
        </p:nvSpPr>
        <p:spPr>
          <a:xfrm>
            <a:off x="29425900" y="-24244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6"/>
                </a:lnTo>
                <a:lnTo>
                  <a:pt x="3" y="0"/>
                </a:lnTo>
                <a:lnTo>
                  <a:pt x="0" y="4"/>
                </a:lnTo>
                <a:lnTo>
                  <a:pt x="1" y="9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Freeform 1588"/>
          <p:cNvSpPr/>
          <p:nvPr/>
        </p:nvSpPr>
        <p:spPr>
          <a:xfrm>
            <a:off x="29464000" y="-243205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8"/>
                </a:lnTo>
                <a:lnTo>
                  <a:pt x="2" y="0"/>
                </a:lnTo>
                <a:lnTo>
                  <a:pt x="0" y="6"/>
                </a:lnTo>
                <a:lnTo>
                  <a:pt x="1" y="12"/>
                </a:lnTo>
                <a:close/>
              </a:path>
            </a:pathLst>
          </a:custGeom>
          <a:solidFill>
            <a:srgbClr val="BDFF42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Freeform 1589"/>
          <p:cNvSpPr/>
          <p:nvPr/>
        </p:nvSpPr>
        <p:spPr>
          <a:xfrm>
            <a:off x="29489400" y="-24333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FE00"/>
          </a:solidFill>
          <a:ln w="3175">
            <a:solidFill>
              <a:srgbClr val="CC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Freeform 1590"/>
          <p:cNvSpPr/>
          <p:nvPr/>
        </p:nvSpPr>
        <p:spPr>
          <a:xfrm>
            <a:off x="29514800" y="-243332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Freeform 1591"/>
          <p:cNvSpPr/>
          <p:nvPr/>
        </p:nvSpPr>
        <p:spPr>
          <a:xfrm>
            <a:off x="29552900" y="-243459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Freeform 1592"/>
          <p:cNvSpPr/>
          <p:nvPr/>
        </p:nvSpPr>
        <p:spPr>
          <a:xfrm>
            <a:off x="286893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Freeform 1593"/>
          <p:cNvSpPr/>
          <p:nvPr/>
        </p:nvSpPr>
        <p:spPr>
          <a:xfrm>
            <a:off x="287147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Freeform 1594"/>
          <p:cNvSpPr/>
          <p:nvPr/>
        </p:nvSpPr>
        <p:spPr>
          <a:xfrm>
            <a:off x="28740100" y="-23952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Freeform 1595"/>
          <p:cNvSpPr/>
          <p:nvPr/>
        </p:nvSpPr>
        <p:spPr>
          <a:xfrm>
            <a:off x="28778200" y="-2395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Freeform 1596"/>
          <p:cNvSpPr/>
          <p:nvPr/>
        </p:nvSpPr>
        <p:spPr>
          <a:xfrm>
            <a:off x="28803600" y="-23952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Freeform 1597"/>
          <p:cNvSpPr/>
          <p:nvPr/>
        </p:nvSpPr>
        <p:spPr>
          <a:xfrm>
            <a:off x="28841700" y="-23952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Freeform 1598"/>
          <p:cNvSpPr/>
          <p:nvPr/>
        </p:nvSpPr>
        <p:spPr>
          <a:xfrm>
            <a:off x="28867100" y="-23952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Freeform 1599"/>
          <p:cNvSpPr/>
          <p:nvPr/>
        </p:nvSpPr>
        <p:spPr>
          <a:xfrm>
            <a:off x="28892500" y="-23964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Freeform 1600"/>
          <p:cNvSpPr/>
          <p:nvPr/>
        </p:nvSpPr>
        <p:spPr>
          <a:xfrm>
            <a:off x="28930600" y="-2396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Freeform 1601"/>
          <p:cNvSpPr/>
          <p:nvPr/>
        </p:nvSpPr>
        <p:spPr>
          <a:xfrm>
            <a:off x="28956000" y="-2396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Freeform 1602"/>
          <p:cNvSpPr/>
          <p:nvPr/>
        </p:nvSpPr>
        <p:spPr>
          <a:xfrm>
            <a:off x="28994100" y="-2396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Freeform 1603"/>
          <p:cNvSpPr/>
          <p:nvPr/>
        </p:nvSpPr>
        <p:spPr>
          <a:xfrm>
            <a:off x="29019500" y="-2396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Freeform 1604"/>
          <p:cNvSpPr/>
          <p:nvPr/>
        </p:nvSpPr>
        <p:spPr>
          <a:xfrm>
            <a:off x="29044900" y="-2397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9"/>
          </a:solidFill>
          <a:ln w="3175">
            <a:solidFill>
              <a:srgbClr val="0000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Freeform 1605"/>
          <p:cNvSpPr/>
          <p:nvPr/>
        </p:nvSpPr>
        <p:spPr>
          <a:xfrm>
            <a:off x="29083000" y="-23990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Freeform 1606"/>
          <p:cNvSpPr/>
          <p:nvPr/>
        </p:nvSpPr>
        <p:spPr>
          <a:xfrm>
            <a:off x="29108400" y="-240919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2"/>
                </a:lnTo>
                <a:lnTo>
                  <a:pt x="3" y="0"/>
                </a:lnTo>
                <a:lnTo>
                  <a:pt x="0" y="8"/>
                </a:lnTo>
                <a:lnTo>
                  <a:pt x="1" y="11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Freeform 1607"/>
          <p:cNvSpPr/>
          <p:nvPr/>
        </p:nvSpPr>
        <p:spPr>
          <a:xfrm>
            <a:off x="29146500" y="-242316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7"/>
                </a:lnTo>
                <a:lnTo>
                  <a:pt x="2" y="0"/>
                </a:lnTo>
                <a:lnTo>
                  <a:pt x="0" y="11"/>
                </a:lnTo>
                <a:lnTo>
                  <a:pt x="1" y="13"/>
                </a:lnTo>
                <a:close/>
              </a:path>
            </a:pathLst>
          </a:custGeom>
          <a:solidFill>
            <a:srgbClr val="18FFE7"/>
          </a:solidFill>
          <a:ln w="3175">
            <a:solidFill>
              <a:srgbClr val="13CC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Freeform 1608"/>
          <p:cNvSpPr/>
          <p:nvPr/>
        </p:nvSpPr>
        <p:spPr>
          <a:xfrm>
            <a:off x="29171900" y="-242316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7"/>
                </a:moveTo>
                <a:lnTo>
                  <a:pt x="3" y="8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72FF8D"/>
          </a:solidFill>
          <a:ln w="3175">
            <a:solidFill>
              <a:srgbClr val="5CC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Freeform 1609"/>
          <p:cNvSpPr/>
          <p:nvPr/>
        </p:nvSpPr>
        <p:spPr>
          <a:xfrm>
            <a:off x="29210000" y="-242189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7"/>
                </a:moveTo>
                <a:lnTo>
                  <a:pt x="3" y="8"/>
                </a:lnTo>
                <a:lnTo>
                  <a:pt x="2" y="1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52FFAD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Freeform 1610"/>
          <p:cNvSpPr/>
          <p:nvPr/>
        </p:nvSpPr>
        <p:spPr>
          <a:xfrm>
            <a:off x="29235400" y="-2420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Freeform 1611"/>
          <p:cNvSpPr/>
          <p:nvPr/>
        </p:nvSpPr>
        <p:spPr>
          <a:xfrm>
            <a:off x="29260800" y="-24193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33FFCC"/>
          </a:solidFill>
          <a:ln w="3175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Freeform 1612"/>
          <p:cNvSpPr/>
          <p:nvPr/>
        </p:nvSpPr>
        <p:spPr>
          <a:xfrm>
            <a:off x="29298900" y="-2420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32FFCD"/>
          </a:solidFill>
          <a:ln w="3175">
            <a:solidFill>
              <a:srgbClr val="28C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Freeform 1613"/>
          <p:cNvSpPr/>
          <p:nvPr/>
        </p:nvSpPr>
        <p:spPr>
          <a:xfrm>
            <a:off x="29324300" y="-2420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2FCC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Freeform 1614"/>
          <p:cNvSpPr/>
          <p:nvPr/>
        </p:nvSpPr>
        <p:spPr>
          <a:xfrm>
            <a:off x="29362400" y="-24231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0" y="7"/>
                </a:lnTo>
                <a:close/>
              </a:path>
            </a:pathLst>
          </a:custGeom>
          <a:solidFill>
            <a:srgbClr val="55FFAA"/>
          </a:solidFill>
          <a:ln w="3175">
            <a:solidFill>
              <a:srgbClr val="44C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Freeform 1615"/>
          <p:cNvSpPr/>
          <p:nvPr/>
        </p:nvSpPr>
        <p:spPr>
          <a:xfrm>
            <a:off x="29387800" y="-242570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83FF7C"/>
          </a:solidFill>
          <a:ln w="3175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Freeform 1616"/>
          <p:cNvSpPr/>
          <p:nvPr/>
        </p:nvSpPr>
        <p:spPr>
          <a:xfrm>
            <a:off x="29413200" y="-243078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5"/>
                </a:lnTo>
                <a:lnTo>
                  <a:pt x="3" y="0"/>
                </a:lnTo>
                <a:lnTo>
                  <a:pt x="0" y="4"/>
                </a:lnTo>
                <a:lnTo>
                  <a:pt x="1" y="9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9FC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Freeform 1617"/>
          <p:cNvSpPr/>
          <p:nvPr/>
        </p:nvSpPr>
        <p:spPr>
          <a:xfrm>
            <a:off x="29451300" y="-243840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5"/>
                </a:lnTo>
                <a:lnTo>
                  <a:pt x="2" y="0"/>
                </a:lnTo>
                <a:lnTo>
                  <a:pt x="0" y="6"/>
                </a:lnTo>
                <a:lnTo>
                  <a:pt x="1" y="11"/>
                </a:lnTo>
                <a:close/>
              </a:path>
            </a:pathLst>
          </a:custGeom>
          <a:solidFill>
            <a:srgbClr val="FFC000"/>
          </a:solidFill>
          <a:ln w="3175">
            <a:solidFill>
              <a:srgbClr val="CC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Freeform 1618"/>
          <p:cNvSpPr/>
          <p:nvPr/>
        </p:nvSpPr>
        <p:spPr>
          <a:xfrm>
            <a:off x="29476700" y="-24396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Freeform 1619"/>
          <p:cNvSpPr/>
          <p:nvPr/>
        </p:nvSpPr>
        <p:spPr>
          <a:xfrm>
            <a:off x="29514800" y="-24396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Freeform 1620"/>
          <p:cNvSpPr/>
          <p:nvPr/>
        </p:nvSpPr>
        <p:spPr>
          <a:xfrm>
            <a:off x="29540200" y="-24396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Freeform 1621"/>
          <p:cNvSpPr/>
          <p:nvPr/>
        </p:nvSpPr>
        <p:spPr>
          <a:xfrm>
            <a:off x="28676600" y="-2397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Freeform 1622"/>
          <p:cNvSpPr/>
          <p:nvPr/>
        </p:nvSpPr>
        <p:spPr>
          <a:xfrm>
            <a:off x="28702000" y="-2397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Freeform 1623"/>
          <p:cNvSpPr/>
          <p:nvPr/>
        </p:nvSpPr>
        <p:spPr>
          <a:xfrm>
            <a:off x="28727400" y="-2397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Freeform 1624"/>
          <p:cNvSpPr/>
          <p:nvPr/>
        </p:nvSpPr>
        <p:spPr>
          <a:xfrm>
            <a:off x="28765500" y="-2399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Freeform 1625"/>
          <p:cNvSpPr/>
          <p:nvPr/>
        </p:nvSpPr>
        <p:spPr>
          <a:xfrm>
            <a:off x="287909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Freeform 1626"/>
          <p:cNvSpPr/>
          <p:nvPr/>
        </p:nvSpPr>
        <p:spPr>
          <a:xfrm>
            <a:off x="28829000" y="-2399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Freeform 1627"/>
          <p:cNvSpPr/>
          <p:nvPr/>
        </p:nvSpPr>
        <p:spPr>
          <a:xfrm>
            <a:off x="28854400" y="-2399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Freeform 1628"/>
          <p:cNvSpPr/>
          <p:nvPr/>
        </p:nvSpPr>
        <p:spPr>
          <a:xfrm>
            <a:off x="28892500" y="-2400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Freeform 1629"/>
          <p:cNvSpPr/>
          <p:nvPr/>
        </p:nvSpPr>
        <p:spPr>
          <a:xfrm>
            <a:off x="28917900" y="-2400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Freeform 1630"/>
          <p:cNvSpPr/>
          <p:nvPr/>
        </p:nvSpPr>
        <p:spPr>
          <a:xfrm>
            <a:off x="289433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Freeform 1631"/>
          <p:cNvSpPr/>
          <p:nvPr/>
        </p:nvSpPr>
        <p:spPr>
          <a:xfrm>
            <a:off x="28981400" y="-2400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Freeform 1632"/>
          <p:cNvSpPr/>
          <p:nvPr/>
        </p:nvSpPr>
        <p:spPr>
          <a:xfrm>
            <a:off x="29006800" y="-2400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Freeform 1633"/>
          <p:cNvSpPr/>
          <p:nvPr/>
        </p:nvSpPr>
        <p:spPr>
          <a:xfrm>
            <a:off x="29044900" y="-2401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Freeform 1634"/>
          <p:cNvSpPr/>
          <p:nvPr/>
        </p:nvSpPr>
        <p:spPr>
          <a:xfrm>
            <a:off x="29070300" y="-2401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7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Freeform 1635"/>
          <p:cNvSpPr/>
          <p:nvPr/>
        </p:nvSpPr>
        <p:spPr>
          <a:xfrm>
            <a:off x="29095700" y="-24104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9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Freeform 1636"/>
          <p:cNvSpPr/>
          <p:nvPr/>
        </p:nvSpPr>
        <p:spPr>
          <a:xfrm>
            <a:off x="29133800" y="-242443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4BFFB4"/>
          </a:solidFill>
          <a:ln w="3175">
            <a:solidFill>
              <a:srgbClr val="3C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Freeform 1637"/>
          <p:cNvSpPr/>
          <p:nvPr/>
        </p:nvSpPr>
        <p:spPr>
          <a:xfrm>
            <a:off x="29159200" y="-2425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4FF2B"/>
          </a:solidFill>
          <a:ln w="3175">
            <a:solidFill>
              <a:srgbClr val="AACC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Freeform 1638"/>
          <p:cNvSpPr/>
          <p:nvPr/>
        </p:nvSpPr>
        <p:spPr>
          <a:xfrm>
            <a:off x="29197300" y="-2425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2FF3D"/>
          </a:solidFill>
          <a:ln w="3175">
            <a:solidFill>
              <a:srgbClr val="9B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Freeform 1639"/>
          <p:cNvSpPr/>
          <p:nvPr/>
        </p:nvSpPr>
        <p:spPr>
          <a:xfrm>
            <a:off x="29222700" y="-24257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AEFF51"/>
          </a:solidFill>
          <a:ln w="3175">
            <a:solidFill>
              <a:srgbClr val="8CCC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Freeform 1640"/>
          <p:cNvSpPr/>
          <p:nvPr/>
        </p:nvSpPr>
        <p:spPr>
          <a:xfrm>
            <a:off x="29248100" y="-24257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Freeform 1641"/>
          <p:cNvSpPr/>
          <p:nvPr/>
        </p:nvSpPr>
        <p:spPr>
          <a:xfrm>
            <a:off x="29286200" y="-24257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Freeform 1642"/>
          <p:cNvSpPr/>
          <p:nvPr/>
        </p:nvSpPr>
        <p:spPr>
          <a:xfrm>
            <a:off x="29311600" y="-2426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ABFF54"/>
          </a:solidFill>
          <a:ln w="3175">
            <a:solidFill>
              <a:srgbClr val="89CC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Freeform 1643"/>
          <p:cNvSpPr/>
          <p:nvPr/>
        </p:nvSpPr>
        <p:spPr>
          <a:xfrm>
            <a:off x="29349700" y="-2426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B6FF49"/>
          </a:solidFill>
          <a:ln w="3175">
            <a:solidFill>
              <a:srgbClr val="92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Freeform 1644"/>
          <p:cNvSpPr/>
          <p:nvPr/>
        </p:nvSpPr>
        <p:spPr>
          <a:xfrm>
            <a:off x="29375100" y="-24295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DBFF24"/>
          </a:solidFill>
          <a:ln w="3175">
            <a:solidFill>
              <a:srgbClr val="AFCC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Freeform 1645"/>
          <p:cNvSpPr/>
          <p:nvPr/>
        </p:nvSpPr>
        <p:spPr>
          <a:xfrm>
            <a:off x="29413200" y="-24345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3"/>
                </a:lnTo>
                <a:lnTo>
                  <a:pt x="2" y="0"/>
                </a:lnTo>
                <a:lnTo>
                  <a:pt x="0" y="4"/>
                </a:lnTo>
                <a:lnTo>
                  <a:pt x="0" y="7"/>
                </a:lnTo>
                <a:close/>
              </a:path>
            </a:pathLst>
          </a:custGeom>
          <a:solidFill>
            <a:srgbClr val="FFDE00"/>
          </a:solidFill>
          <a:ln w="3175">
            <a:solidFill>
              <a:srgbClr val="CCB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Freeform 1646"/>
          <p:cNvSpPr/>
          <p:nvPr/>
        </p:nvSpPr>
        <p:spPr>
          <a:xfrm>
            <a:off x="29438600" y="-24422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3"/>
                </a:lnTo>
                <a:lnTo>
                  <a:pt x="2" y="0"/>
                </a:lnTo>
                <a:lnTo>
                  <a:pt x="0" y="6"/>
                </a:lnTo>
                <a:lnTo>
                  <a:pt x="1" y="9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Freeform 1647"/>
          <p:cNvSpPr/>
          <p:nvPr/>
        </p:nvSpPr>
        <p:spPr>
          <a:xfrm>
            <a:off x="29464000" y="-24434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FF1600"/>
          </a:solidFill>
          <a:ln w="3175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Freeform 1648"/>
          <p:cNvSpPr/>
          <p:nvPr/>
        </p:nvSpPr>
        <p:spPr>
          <a:xfrm>
            <a:off x="29502100" y="-2443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Freeform 1649"/>
          <p:cNvSpPr/>
          <p:nvPr/>
        </p:nvSpPr>
        <p:spPr>
          <a:xfrm>
            <a:off x="29527500" y="-2443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Freeform 1650"/>
          <p:cNvSpPr/>
          <p:nvPr/>
        </p:nvSpPr>
        <p:spPr>
          <a:xfrm>
            <a:off x="28663900" y="-2400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Freeform 1651"/>
          <p:cNvSpPr/>
          <p:nvPr/>
        </p:nvSpPr>
        <p:spPr>
          <a:xfrm>
            <a:off x="28689300" y="-2401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Freeform 1652"/>
          <p:cNvSpPr/>
          <p:nvPr/>
        </p:nvSpPr>
        <p:spPr>
          <a:xfrm>
            <a:off x="28727400" y="-2401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Freeform 1653"/>
          <p:cNvSpPr/>
          <p:nvPr/>
        </p:nvSpPr>
        <p:spPr>
          <a:xfrm>
            <a:off x="28752800" y="-2401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Freeform 1654"/>
          <p:cNvSpPr/>
          <p:nvPr/>
        </p:nvSpPr>
        <p:spPr>
          <a:xfrm>
            <a:off x="28778200" y="-2401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Freeform 1655"/>
          <p:cNvSpPr/>
          <p:nvPr/>
        </p:nvSpPr>
        <p:spPr>
          <a:xfrm>
            <a:off x="28816300" y="-2402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Freeform 1656"/>
          <p:cNvSpPr/>
          <p:nvPr/>
        </p:nvSpPr>
        <p:spPr>
          <a:xfrm>
            <a:off x="288417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Freeform 1657"/>
          <p:cNvSpPr/>
          <p:nvPr/>
        </p:nvSpPr>
        <p:spPr>
          <a:xfrm>
            <a:off x="28879800" y="-2402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Freeform 1658"/>
          <p:cNvSpPr/>
          <p:nvPr/>
        </p:nvSpPr>
        <p:spPr>
          <a:xfrm>
            <a:off x="289052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Freeform 1659"/>
          <p:cNvSpPr/>
          <p:nvPr/>
        </p:nvSpPr>
        <p:spPr>
          <a:xfrm>
            <a:off x="28930600" y="-2402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Freeform 1660"/>
          <p:cNvSpPr/>
          <p:nvPr/>
        </p:nvSpPr>
        <p:spPr>
          <a:xfrm>
            <a:off x="28968700" y="-2404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Freeform 1661"/>
          <p:cNvSpPr/>
          <p:nvPr/>
        </p:nvSpPr>
        <p:spPr>
          <a:xfrm>
            <a:off x="28994100" y="-2404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Freeform 1662"/>
          <p:cNvSpPr/>
          <p:nvPr/>
        </p:nvSpPr>
        <p:spPr>
          <a:xfrm>
            <a:off x="29032200" y="-2404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Freeform 1663"/>
          <p:cNvSpPr/>
          <p:nvPr/>
        </p:nvSpPr>
        <p:spPr>
          <a:xfrm>
            <a:off x="290576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Freeform 1664"/>
          <p:cNvSpPr/>
          <p:nvPr/>
        </p:nvSpPr>
        <p:spPr>
          <a:xfrm>
            <a:off x="29095700" y="-24117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0" y="8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Freeform 1665"/>
          <p:cNvSpPr/>
          <p:nvPr/>
        </p:nvSpPr>
        <p:spPr>
          <a:xfrm>
            <a:off x="29121100" y="-242570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50FFAF"/>
          </a:solidFill>
          <a:ln w="3175">
            <a:solidFill>
              <a:srgbClr val="40C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Freeform 1666"/>
          <p:cNvSpPr/>
          <p:nvPr/>
        </p:nvSpPr>
        <p:spPr>
          <a:xfrm>
            <a:off x="29146500" y="-24282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EBFF14"/>
          </a:solidFill>
          <a:ln w="3175">
            <a:solidFill>
              <a:srgbClr val="BCC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Freeform 1667"/>
          <p:cNvSpPr/>
          <p:nvPr/>
        </p:nvSpPr>
        <p:spPr>
          <a:xfrm>
            <a:off x="29184600" y="-2430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FFF900"/>
          </a:solidFill>
          <a:ln w="3175">
            <a:solidFill>
              <a:srgbClr val="CCC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Freeform 1668"/>
          <p:cNvSpPr/>
          <p:nvPr/>
        </p:nvSpPr>
        <p:spPr>
          <a:xfrm>
            <a:off x="29210000" y="-2430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Freeform 1669"/>
          <p:cNvSpPr/>
          <p:nvPr/>
        </p:nvSpPr>
        <p:spPr>
          <a:xfrm>
            <a:off x="29248100" y="-2430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4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Freeform 1670"/>
          <p:cNvSpPr/>
          <p:nvPr/>
        </p:nvSpPr>
        <p:spPr>
          <a:xfrm>
            <a:off x="29273500" y="-24320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Freeform 1671"/>
          <p:cNvSpPr/>
          <p:nvPr/>
        </p:nvSpPr>
        <p:spPr>
          <a:xfrm>
            <a:off x="29298900" y="-24320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Freeform 1672"/>
          <p:cNvSpPr/>
          <p:nvPr/>
        </p:nvSpPr>
        <p:spPr>
          <a:xfrm>
            <a:off x="29337000" y="-2432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FFF500"/>
          </a:solidFill>
          <a:ln w="3175">
            <a:solidFill>
              <a:srgbClr val="CC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Freeform 1673"/>
          <p:cNvSpPr/>
          <p:nvPr/>
        </p:nvSpPr>
        <p:spPr>
          <a:xfrm>
            <a:off x="29362400" y="-2433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FFE500"/>
          </a:solidFill>
          <a:ln w="3175">
            <a:solidFill>
              <a:srgbClr val="CC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Freeform 1674"/>
          <p:cNvSpPr/>
          <p:nvPr/>
        </p:nvSpPr>
        <p:spPr>
          <a:xfrm>
            <a:off x="29400500" y="-24371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2"/>
                </a:lnTo>
                <a:lnTo>
                  <a:pt x="2" y="0"/>
                </a:lnTo>
                <a:lnTo>
                  <a:pt x="0" y="3"/>
                </a:lnTo>
                <a:lnTo>
                  <a:pt x="1" y="6"/>
                </a:lnTo>
                <a:close/>
              </a:path>
            </a:pathLst>
          </a:custGeom>
          <a:solidFill>
            <a:srgbClr val="FFA7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Freeform 1675"/>
          <p:cNvSpPr/>
          <p:nvPr/>
        </p:nvSpPr>
        <p:spPr>
          <a:xfrm>
            <a:off x="29425900" y="-24447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2"/>
                </a:lnTo>
                <a:lnTo>
                  <a:pt x="2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FF3400"/>
          </a:solidFill>
          <a:ln w="3175">
            <a:solidFill>
              <a:srgbClr val="CC2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Freeform 1676"/>
          <p:cNvSpPr/>
          <p:nvPr/>
        </p:nvSpPr>
        <p:spPr>
          <a:xfrm>
            <a:off x="29451300" y="-24460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E10000"/>
          </a:solidFill>
          <a:ln w="3175">
            <a:solidFill>
              <a:srgbClr val="B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Freeform 1677"/>
          <p:cNvSpPr/>
          <p:nvPr/>
        </p:nvSpPr>
        <p:spPr>
          <a:xfrm>
            <a:off x="29489400" y="-24460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Freeform 1678"/>
          <p:cNvSpPr/>
          <p:nvPr/>
        </p:nvSpPr>
        <p:spPr>
          <a:xfrm>
            <a:off x="29514800" y="-24472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Freeform 1679"/>
          <p:cNvSpPr/>
          <p:nvPr/>
        </p:nvSpPr>
        <p:spPr>
          <a:xfrm>
            <a:off x="286512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Freeform 1680"/>
          <p:cNvSpPr/>
          <p:nvPr/>
        </p:nvSpPr>
        <p:spPr>
          <a:xfrm>
            <a:off x="28676600" y="-2402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Freeform 1681"/>
          <p:cNvSpPr/>
          <p:nvPr/>
        </p:nvSpPr>
        <p:spPr>
          <a:xfrm>
            <a:off x="287147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Freeform 1682"/>
          <p:cNvSpPr/>
          <p:nvPr/>
        </p:nvSpPr>
        <p:spPr>
          <a:xfrm>
            <a:off x="287401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Freeform 1683"/>
          <p:cNvSpPr/>
          <p:nvPr/>
        </p:nvSpPr>
        <p:spPr>
          <a:xfrm>
            <a:off x="287782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Freeform 1684"/>
          <p:cNvSpPr/>
          <p:nvPr/>
        </p:nvSpPr>
        <p:spPr>
          <a:xfrm>
            <a:off x="288036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Freeform 1685"/>
          <p:cNvSpPr/>
          <p:nvPr/>
        </p:nvSpPr>
        <p:spPr>
          <a:xfrm>
            <a:off x="288290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Freeform 1686"/>
          <p:cNvSpPr/>
          <p:nvPr/>
        </p:nvSpPr>
        <p:spPr>
          <a:xfrm>
            <a:off x="288671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Freeform 1687"/>
          <p:cNvSpPr/>
          <p:nvPr/>
        </p:nvSpPr>
        <p:spPr>
          <a:xfrm>
            <a:off x="288925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Freeform 1688"/>
          <p:cNvSpPr/>
          <p:nvPr/>
        </p:nvSpPr>
        <p:spPr>
          <a:xfrm>
            <a:off x="289306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Freeform 1689"/>
          <p:cNvSpPr/>
          <p:nvPr/>
        </p:nvSpPr>
        <p:spPr>
          <a:xfrm>
            <a:off x="289560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Freeform 1690"/>
          <p:cNvSpPr/>
          <p:nvPr/>
        </p:nvSpPr>
        <p:spPr>
          <a:xfrm>
            <a:off x="289814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Freeform 1691"/>
          <p:cNvSpPr/>
          <p:nvPr/>
        </p:nvSpPr>
        <p:spPr>
          <a:xfrm>
            <a:off x="29019500" y="-2406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Freeform 1692"/>
          <p:cNvSpPr/>
          <p:nvPr/>
        </p:nvSpPr>
        <p:spPr>
          <a:xfrm>
            <a:off x="29044900" y="-2406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Freeform 1693"/>
          <p:cNvSpPr/>
          <p:nvPr/>
        </p:nvSpPr>
        <p:spPr>
          <a:xfrm>
            <a:off x="29083000" y="-24142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2"/>
                </a:lnTo>
                <a:lnTo>
                  <a:pt x="2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009BFF"/>
          </a:solidFill>
          <a:ln w="3175">
            <a:solidFill>
              <a:srgbClr val="007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Freeform 1694"/>
          <p:cNvSpPr/>
          <p:nvPr/>
        </p:nvSpPr>
        <p:spPr>
          <a:xfrm>
            <a:off x="29108400" y="-242697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2"/>
                </a:lnTo>
                <a:close/>
              </a:path>
            </a:pathLst>
          </a:custGeom>
          <a:solidFill>
            <a:srgbClr val="60FF9F"/>
          </a:solidFill>
          <a:ln w="3175">
            <a:solidFill>
              <a:srgbClr val="4DC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Freeform 1695"/>
          <p:cNvSpPr/>
          <p:nvPr/>
        </p:nvSpPr>
        <p:spPr>
          <a:xfrm>
            <a:off x="29133800" y="-24333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Freeform 1696"/>
          <p:cNvSpPr/>
          <p:nvPr/>
        </p:nvSpPr>
        <p:spPr>
          <a:xfrm>
            <a:off x="29171900" y="-24358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FFAC00"/>
          </a:solidFill>
          <a:ln w="3175">
            <a:solidFill>
              <a:srgbClr val="CC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Freeform 1697"/>
          <p:cNvSpPr/>
          <p:nvPr/>
        </p:nvSpPr>
        <p:spPr>
          <a:xfrm>
            <a:off x="29197300" y="-24371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9000"/>
          </a:solidFill>
          <a:ln w="3175">
            <a:solidFill>
              <a:srgbClr val="C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Freeform 1698"/>
          <p:cNvSpPr/>
          <p:nvPr/>
        </p:nvSpPr>
        <p:spPr>
          <a:xfrm>
            <a:off x="29235400" y="-24384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Freeform 1699"/>
          <p:cNvSpPr/>
          <p:nvPr/>
        </p:nvSpPr>
        <p:spPr>
          <a:xfrm>
            <a:off x="29260800" y="-24384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Freeform 1700"/>
          <p:cNvSpPr/>
          <p:nvPr/>
        </p:nvSpPr>
        <p:spPr>
          <a:xfrm>
            <a:off x="29298900" y="-24384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FF8C00"/>
          </a:solidFill>
          <a:ln w="3175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Freeform 1701"/>
          <p:cNvSpPr/>
          <p:nvPr/>
        </p:nvSpPr>
        <p:spPr>
          <a:xfrm>
            <a:off x="29324300" y="-24384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5"/>
                </a:moveTo>
                <a:lnTo>
                  <a:pt x="3" y="6"/>
                </a:lnTo>
                <a:lnTo>
                  <a:pt x="2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Freeform 1702"/>
          <p:cNvSpPr/>
          <p:nvPr/>
        </p:nvSpPr>
        <p:spPr>
          <a:xfrm>
            <a:off x="29349700" y="-24384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Freeform 1703"/>
          <p:cNvSpPr/>
          <p:nvPr/>
        </p:nvSpPr>
        <p:spPr>
          <a:xfrm>
            <a:off x="29387800" y="-24396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7300"/>
          </a:solidFill>
          <a:ln w="3175">
            <a:solidFill>
              <a:srgbClr val="CC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Freeform 1704"/>
          <p:cNvSpPr/>
          <p:nvPr/>
        </p:nvSpPr>
        <p:spPr>
          <a:xfrm>
            <a:off x="29413200" y="-244729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2"/>
                </a:lnTo>
                <a:lnTo>
                  <a:pt x="3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FF0E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Freeform 1705"/>
          <p:cNvSpPr/>
          <p:nvPr/>
        </p:nvSpPr>
        <p:spPr>
          <a:xfrm>
            <a:off x="29451300" y="-2448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Freeform 1706"/>
          <p:cNvSpPr/>
          <p:nvPr/>
        </p:nvSpPr>
        <p:spPr>
          <a:xfrm>
            <a:off x="29476700" y="-24485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Freeform 1707"/>
          <p:cNvSpPr/>
          <p:nvPr/>
        </p:nvSpPr>
        <p:spPr>
          <a:xfrm>
            <a:off x="29502100" y="-24498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Freeform 1708"/>
          <p:cNvSpPr/>
          <p:nvPr/>
        </p:nvSpPr>
        <p:spPr>
          <a:xfrm>
            <a:off x="286385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Freeform 1709"/>
          <p:cNvSpPr/>
          <p:nvPr/>
        </p:nvSpPr>
        <p:spPr>
          <a:xfrm>
            <a:off x="286639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Freeform 1710"/>
          <p:cNvSpPr/>
          <p:nvPr/>
        </p:nvSpPr>
        <p:spPr>
          <a:xfrm>
            <a:off x="287020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Freeform 1711"/>
          <p:cNvSpPr/>
          <p:nvPr/>
        </p:nvSpPr>
        <p:spPr>
          <a:xfrm>
            <a:off x="287274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Freeform 1712"/>
          <p:cNvSpPr/>
          <p:nvPr/>
        </p:nvSpPr>
        <p:spPr>
          <a:xfrm>
            <a:off x="287655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Freeform 1713"/>
          <p:cNvSpPr/>
          <p:nvPr/>
        </p:nvSpPr>
        <p:spPr>
          <a:xfrm>
            <a:off x="287909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Freeform 1714"/>
          <p:cNvSpPr/>
          <p:nvPr/>
        </p:nvSpPr>
        <p:spPr>
          <a:xfrm>
            <a:off x="28816300" y="-2406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Freeform 1715"/>
          <p:cNvSpPr/>
          <p:nvPr/>
        </p:nvSpPr>
        <p:spPr>
          <a:xfrm>
            <a:off x="28854400" y="-2406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Freeform 1716"/>
          <p:cNvSpPr/>
          <p:nvPr/>
        </p:nvSpPr>
        <p:spPr>
          <a:xfrm>
            <a:off x="288798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Freeform 1717"/>
          <p:cNvSpPr/>
          <p:nvPr/>
        </p:nvSpPr>
        <p:spPr>
          <a:xfrm>
            <a:off x="289179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Freeform 1718"/>
          <p:cNvSpPr/>
          <p:nvPr/>
        </p:nvSpPr>
        <p:spPr>
          <a:xfrm>
            <a:off x="289433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Freeform 1719"/>
          <p:cNvSpPr/>
          <p:nvPr/>
        </p:nvSpPr>
        <p:spPr>
          <a:xfrm>
            <a:off x="28981400" y="-2407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Freeform 1720"/>
          <p:cNvSpPr/>
          <p:nvPr/>
        </p:nvSpPr>
        <p:spPr>
          <a:xfrm>
            <a:off x="29006800" y="-2407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Freeform 1721"/>
          <p:cNvSpPr/>
          <p:nvPr/>
        </p:nvSpPr>
        <p:spPr>
          <a:xfrm>
            <a:off x="290322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Freeform 1722"/>
          <p:cNvSpPr/>
          <p:nvPr/>
        </p:nvSpPr>
        <p:spPr>
          <a:xfrm>
            <a:off x="29070300" y="-241554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3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Freeform 1723"/>
          <p:cNvSpPr/>
          <p:nvPr/>
        </p:nvSpPr>
        <p:spPr>
          <a:xfrm>
            <a:off x="29095700" y="-242951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2"/>
                </a:lnTo>
                <a:lnTo>
                  <a:pt x="3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Freeform 1724"/>
          <p:cNvSpPr/>
          <p:nvPr/>
        </p:nvSpPr>
        <p:spPr>
          <a:xfrm>
            <a:off x="29133800" y="-244221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0" y="12"/>
                </a:moveTo>
                <a:lnTo>
                  <a:pt x="3" y="7"/>
                </a:lnTo>
                <a:lnTo>
                  <a:pt x="2" y="0"/>
                </a:lnTo>
                <a:lnTo>
                  <a:pt x="0" y="10"/>
                </a:lnTo>
                <a:lnTo>
                  <a:pt x="0" y="12"/>
                </a:lnTo>
                <a:close/>
              </a:path>
            </a:pathLst>
          </a:custGeom>
          <a:solidFill>
            <a:srgbClr val="FFA600"/>
          </a:solidFill>
          <a:ln w="3175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Freeform 1725"/>
          <p:cNvSpPr/>
          <p:nvPr/>
        </p:nvSpPr>
        <p:spPr>
          <a:xfrm>
            <a:off x="29159200" y="-244602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8"/>
                </a:lnTo>
                <a:lnTo>
                  <a:pt x="2" y="0"/>
                </a:lnTo>
                <a:lnTo>
                  <a:pt x="0" y="3"/>
                </a:lnTo>
                <a:lnTo>
                  <a:pt x="1" y="10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Freeform 1726"/>
          <p:cNvSpPr/>
          <p:nvPr/>
        </p:nvSpPr>
        <p:spPr>
          <a:xfrm>
            <a:off x="29184600" y="-244729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0700"/>
          </a:solidFill>
          <a:ln w="3175">
            <a:solidFill>
              <a:srgbClr val="CC0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Freeform 1727"/>
          <p:cNvSpPr/>
          <p:nvPr/>
        </p:nvSpPr>
        <p:spPr>
          <a:xfrm>
            <a:off x="29222700" y="-244729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0000"/>
          </a:solidFill>
          <a:ln w="3175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Freeform 1728"/>
          <p:cNvSpPr/>
          <p:nvPr/>
        </p:nvSpPr>
        <p:spPr>
          <a:xfrm>
            <a:off x="29248100" y="-24472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E0000"/>
          </a:solidFill>
          <a:ln w="3175">
            <a:solidFill>
              <a:srgbClr val="C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Freeform 1729"/>
          <p:cNvSpPr/>
          <p:nvPr/>
        </p:nvSpPr>
        <p:spPr>
          <a:xfrm>
            <a:off x="29286200" y="-24472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Freeform 1730"/>
          <p:cNvSpPr/>
          <p:nvPr/>
        </p:nvSpPr>
        <p:spPr>
          <a:xfrm>
            <a:off x="29311600" y="-244729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7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F0D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Freeform 1731"/>
          <p:cNvSpPr/>
          <p:nvPr/>
        </p:nvSpPr>
        <p:spPr>
          <a:xfrm>
            <a:off x="29337000" y="-24472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1000"/>
          </a:solidFill>
          <a:ln w="3175">
            <a:solidFill>
              <a:srgbClr val="CC0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Freeform 1732"/>
          <p:cNvSpPr/>
          <p:nvPr/>
        </p:nvSpPr>
        <p:spPr>
          <a:xfrm>
            <a:off x="29375100" y="-244856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Freeform 1733"/>
          <p:cNvSpPr/>
          <p:nvPr/>
        </p:nvSpPr>
        <p:spPr>
          <a:xfrm>
            <a:off x="29400500" y="-244983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D00000"/>
          </a:solidFill>
          <a:ln w="3175">
            <a:solidFill>
              <a:srgbClr val="A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Freeform 1734"/>
          <p:cNvSpPr/>
          <p:nvPr/>
        </p:nvSpPr>
        <p:spPr>
          <a:xfrm>
            <a:off x="29438600" y="-2451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D0000"/>
          </a:solidFill>
          <a:ln w="3175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Freeform 1735"/>
          <p:cNvSpPr/>
          <p:nvPr/>
        </p:nvSpPr>
        <p:spPr>
          <a:xfrm>
            <a:off x="29464000" y="-24511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Freeform 1736"/>
          <p:cNvSpPr/>
          <p:nvPr/>
        </p:nvSpPr>
        <p:spPr>
          <a:xfrm>
            <a:off x="29502100" y="-24511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Freeform 1737"/>
          <p:cNvSpPr/>
          <p:nvPr/>
        </p:nvSpPr>
        <p:spPr>
          <a:xfrm>
            <a:off x="286258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Freeform 1738"/>
          <p:cNvSpPr/>
          <p:nvPr/>
        </p:nvSpPr>
        <p:spPr>
          <a:xfrm>
            <a:off x="286639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Freeform 1739"/>
          <p:cNvSpPr/>
          <p:nvPr/>
        </p:nvSpPr>
        <p:spPr>
          <a:xfrm>
            <a:off x="286893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Freeform 1740"/>
          <p:cNvSpPr/>
          <p:nvPr/>
        </p:nvSpPr>
        <p:spPr>
          <a:xfrm>
            <a:off x="28714700" y="-24053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Freeform 1741"/>
          <p:cNvSpPr/>
          <p:nvPr/>
        </p:nvSpPr>
        <p:spPr>
          <a:xfrm>
            <a:off x="287528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Freeform 1742"/>
          <p:cNvSpPr/>
          <p:nvPr/>
        </p:nvSpPr>
        <p:spPr>
          <a:xfrm>
            <a:off x="287782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Freeform 1743"/>
          <p:cNvSpPr/>
          <p:nvPr/>
        </p:nvSpPr>
        <p:spPr>
          <a:xfrm>
            <a:off x="288163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Freeform 1744"/>
          <p:cNvSpPr/>
          <p:nvPr/>
        </p:nvSpPr>
        <p:spPr>
          <a:xfrm>
            <a:off x="28841700" y="-24066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Freeform 1745"/>
          <p:cNvSpPr/>
          <p:nvPr/>
        </p:nvSpPr>
        <p:spPr>
          <a:xfrm>
            <a:off x="288671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Freeform 1746"/>
          <p:cNvSpPr/>
          <p:nvPr/>
        </p:nvSpPr>
        <p:spPr>
          <a:xfrm>
            <a:off x="289052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Freeform 1747"/>
          <p:cNvSpPr/>
          <p:nvPr/>
        </p:nvSpPr>
        <p:spPr>
          <a:xfrm>
            <a:off x="289306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Freeform 1748"/>
          <p:cNvSpPr/>
          <p:nvPr/>
        </p:nvSpPr>
        <p:spPr>
          <a:xfrm>
            <a:off x="289687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Freeform 1749"/>
          <p:cNvSpPr/>
          <p:nvPr/>
        </p:nvSpPr>
        <p:spPr>
          <a:xfrm>
            <a:off x="28994100" y="-24079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Freeform 1750"/>
          <p:cNvSpPr/>
          <p:nvPr/>
        </p:nvSpPr>
        <p:spPr>
          <a:xfrm>
            <a:off x="290195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Freeform 1751"/>
          <p:cNvSpPr/>
          <p:nvPr/>
        </p:nvSpPr>
        <p:spPr>
          <a:xfrm>
            <a:off x="29057600" y="-24168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Freeform 1752"/>
          <p:cNvSpPr/>
          <p:nvPr/>
        </p:nvSpPr>
        <p:spPr>
          <a:xfrm>
            <a:off x="29083000" y="-242951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0"/>
                </a:lnTo>
                <a:lnTo>
                  <a:pt x="3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85FF7A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Freeform 1753"/>
          <p:cNvSpPr/>
          <p:nvPr/>
        </p:nvSpPr>
        <p:spPr>
          <a:xfrm>
            <a:off x="29121100" y="-24434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FF7900"/>
          </a:solidFill>
          <a:ln w="3175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Freeform 1754"/>
          <p:cNvSpPr/>
          <p:nvPr/>
        </p:nvSpPr>
        <p:spPr>
          <a:xfrm>
            <a:off x="29146500" y="-24498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3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Freeform 1755"/>
          <p:cNvSpPr/>
          <p:nvPr/>
        </p:nvSpPr>
        <p:spPr>
          <a:xfrm>
            <a:off x="29184600" y="-2449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99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Freeform 1756"/>
          <p:cNvSpPr/>
          <p:nvPr/>
        </p:nvSpPr>
        <p:spPr>
          <a:xfrm>
            <a:off x="29210000" y="-24498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Freeform 1757"/>
          <p:cNvSpPr/>
          <p:nvPr/>
        </p:nvSpPr>
        <p:spPr>
          <a:xfrm>
            <a:off x="29235400" y="-2449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Freeform 1758"/>
          <p:cNvSpPr/>
          <p:nvPr/>
        </p:nvSpPr>
        <p:spPr>
          <a:xfrm>
            <a:off x="29273500" y="-2451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Freeform 1759"/>
          <p:cNvSpPr/>
          <p:nvPr/>
        </p:nvSpPr>
        <p:spPr>
          <a:xfrm>
            <a:off x="29298900" y="-2451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A0000"/>
          </a:solidFill>
          <a:ln w="3175">
            <a:solidFill>
              <a:srgbClr val="7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Freeform 1760"/>
          <p:cNvSpPr/>
          <p:nvPr/>
        </p:nvSpPr>
        <p:spPr>
          <a:xfrm>
            <a:off x="29337000" y="-2451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9B0000"/>
          </a:solidFill>
          <a:ln w="3175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Freeform 1761"/>
          <p:cNvSpPr/>
          <p:nvPr/>
        </p:nvSpPr>
        <p:spPr>
          <a:xfrm>
            <a:off x="29362400" y="-2451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Freeform 1762"/>
          <p:cNvSpPr/>
          <p:nvPr/>
        </p:nvSpPr>
        <p:spPr>
          <a:xfrm>
            <a:off x="29387800" y="-2452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Freeform 1763"/>
          <p:cNvSpPr/>
          <p:nvPr/>
        </p:nvSpPr>
        <p:spPr>
          <a:xfrm>
            <a:off x="29425900" y="-24523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88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Freeform 1764"/>
          <p:cNvSpPr/>
          <p:nvPr/>
        </p:nvSpPr>
        <p:spPr>
          <a:xfrm>
            <a:off x="29451300" y="-2452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Freeform 1765"/>
          <p:cNvSpPr/>
          <p:nvPr/>
        </p:nvSpPr>
        <p:spPr>
          <a:xfrm>
            <a:off x="294894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Freeform 1766"/>
          <p:cNvSpPr/>
          <p:nvPr/>
        </p:nvSpPr>
        <p:spPr>
          <a:xfrm>
            <a:off x="28613100" y="-24053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Freeform 1767"/>
          <p:cNvSpPr/>
          <p:nvPr/>
        </p:nvSpPr>
        <p:spPr>
          <a:xfrm>
            <a:off x="286512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Freeform 1768"/>
          <p:cNvSpPr/>
          <p:nvPr/>
        </p:nvSpPr>
        <p:spPr>
          <a:xfrm>
            <a:off x="286766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Freeform 1769"/>
          <p:cNvSpPr/>
          <p:nvPr/>
        </p:nvSpPr>
        <p:spPr>
          <a:xfrm>
            <a:off x="287020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Freeform 1770"/>
          <p:cNvSpPr/>
          <p:nvPr/>
        </p:nvSpPr>
        <p:spPr>
          <a:xfrm>
            <a:off x="287401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Freeform 1771"/>
          <p:cNvSpPr/>
          <p:nvPr/>
        </p:nvSpPr>
        <p:spPr>
          <a:xfrm>
            <a:off x="28765500" y="-24066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Freeform 1772"/>
          <p:cNvSpPr/>
          <p:nvPr/>
        </p:nvSpPr>
        <p:spPr>
          <a:xfrm>
            <a:off x="288036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Freeform 1773"/>
          <p:cNvSpPr/>
          <p:nvPr/>
        </p:nvSpPr>
        <p:spPr>
          <a:xfrm>
            <a:off x="288290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Freeform 1774"/>
          <p:cNvSpPr/>
          <p:nvPr/>
        </p:nvSpPr>
        <p:spPr>
          <a:xfrm>
            <a:off x="288671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Freeform 1775"/>
          <p:cNvSpPr/>
          <p:nvPr/>
        </p:nvSpPr>
        <p:spPr>
          <a:xfrm>
            <a:off x="28892500" y="-24079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Freeform 1776"/>
          <p:cNvSpPr/>
          <p:nvPr/>
        </p:nvSpPr>
        <p:spPr>
          <a:xfrm>
            <a:off x="289179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Freeform 1777"/>
          <p:cNvSpPr/>
          <p:nvPr/>
        </p:nvSpPr>
        <p:spPr>
          <a:xfrm>
            <a:off x="289560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Freeform 1778"/>
          <p:cNvSpPr/>
          <p:nvPr/>
        </p:nvSpPr>
        <p:spPr>
          <a:xfrm>
            <a:off x="289814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Freeform 1779"/>
          <p:cNvSpPr/>
          <p:nvPr/>
        </p:nvSpPr>
        <p:spPr>
          <a:xfrm>
            <a:off x="290195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Freeform 1780"/>
          <p:cNvSpPr/>
          <p:nvPr/>
        </p:nvSpPr>
        <p:spPr>
          <a:xfrm>
            <a:off x="29044900" y="-24168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0"/>
                </a:lnTo>
                <a:lnTo>
                  <a:pt x="2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Freeform 1781"/>
          <p:cNvSpPr/>
          <p:nvPr/>
        </p:nvSpPr>
        <p:spPr>
          <a:xfrm>
            <a:off x="29070300" y="-243078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"/>
                </a:lnTo>
                <a:lnTo>
                  <a:pt x="3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Freeform 1782"/>
          <p:cNvSpPr/>
          <p:nvPr/>
        </p:nvSpPr>
        <p:spPr>
          <a:xfrm>
            <a:off x="29108400" y="-24434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0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Freeform 1783"/>
          <p:cNvSpPr/>
          <p:nvPr/>
        </p:nvSpPr>
        <p:spPr>
          <a:xfrm>
            <a:off x="29133800" y="-24498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Freeform 1784"/>
          <p:cNvSpPr/>
          <p:nvPr/>
        </p:nvSpPr>
        <p:spPr>
          <a:xfrm>
            <a:off x="29171900" y="-2451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Freeform 1785"/>
          <p:cNvSpPr/>
          <p:nvPr/>
        </p:nvSpPr>
        <p:spPr>
          <a:xfrm>
            <a:off x="29197300" y="-2451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Freeform 1786"/>
          <p:cNvSpPr/>
          <p:nvPr/>
        </p:nvSpPr>
        <p:spPr>
          <a:xfrm>
            <a:off x="29222700" y="-2451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Freeform 1787"/>
          <p:cNvSpPr/>
          <p:nvPr/>
        </p:nvSpPr>
        <p:spPr>
          <a:xfrm>
            <a:off x="29260800" y="-2451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Freeform 1788"/>
          <p:cNvSpPr/>
          <p:nvPr/>
        </p:nvSpPr>
        <p:spPr>
          <a:xfrm>
            <a:off x="29286200" y="-24511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Freeform 1789"/>
          <p:cNvSpPr/>
          <p:nvPr/>
        </p:nvSpPr>
        <p:spPr>
          <a:xfrm>
            <a:off x="293243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Freeform 1790"/>
          <p:cNvSpPr/>
          <p:nvPr/>
        </p:nvSpPr>
        <p:spPr>
          <a:xfrm>
            <a:off x="293497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Freeform 1791"/>
          <p:cNvSpPr/>
          <p:nvPr/>
        </p:nvSpPr>
        <p:spPr>
          <a:xfrm>
            <a:off x="293878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Freeform 1792"/>
          <p:cNvSpPr/>
          <p:nvPr/>
        </p:nvSpPr>
        <p:spPr>
          <a:xfrm>
            <a:off x="29413200" y="-24523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Freeform 1793"/>
          <p:cNvSpPr/>
          <p:nvPr/>
        </p:nvSpPr>
        <p:spPr>
          <a:xfrm>
            <a:off x="29438600" y="-2453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Freeform 1794"/>
          <p:cNvSpPr/>
          <p:nvPr/>
        </p:nvSpPr>
        <p:spPr>
          <a:xfrm>
            <a:off x="294767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Freeform 1795"/>
          <p:cNvSpPr/>
          <p:nvPr/>
        </p:nvSpPr>
        <p:spPr>
          <a:xfrm>
            <a:off x="286004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Freeform 1796"/>
          <p:cNvSpPr/>
          <p:nvPr/>
        </p:nvSpPr>
        <p:spPr>
          <a:xfrm>
            <a:off x="286385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Freeform 1797"/>
          <p:cNvSpPr/>
          <p:nvPr/>
        </p:nvSpPr>
        <p:spPr>
          <a:xfrm>
            <a:off x="28663900" y="-24066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Freeform 1798"/>
          <p:cNvSpPr/>
          <p:nvPr/>
        </p:nvSpPr>
        <p:spPr>
          <a:xfrm>
            <a:off x="287020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Freeform 1799"/>
          <p:cNvSpPr/>
          <p:nvPr/>
        </p:nvSpPr>
        <p:spPr>
          <a:xfrm>
            <a:off x="287274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Freeform 1800"/>
          <p:cNvSpPr/>
          <p:nvPr/>
        </p:nvSpPr>
        <p:spPr>
          <a:xfrm>
            <a:off x="287528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Freeform 1801"/>
          <p:cNvSpPr/>
          <p:nvPr/>
        </p:nvSpPr>
        <p:spPr>
          <a:xfrm>
            <a:off x="287909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Freeform 1802"/>
          <p:cNvSpPr/>
          <p:nvPr/>
        </p:nvSpPr>
        <p:spPr>
          <a:xfrm>
            <a:off x="288163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Freeform 1803"/>
          <p:cNvSpPr/>
          <p:nvPr/>
        </p:nvSpPr>
        <p:spPr>
          <a:xfrm>
            <a:off x="288544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Freeform 1804"/>
          <p:cNvSpPr/>
          <p:nvPr/>
        </p:nvSpPr>
        <p:spPr>
          <a:xfrm>
            <a:off x="288798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Freeform 1805"/>
          <p:cNvSpPr/>
          <p:nvPr/>
        </p:nvSpPr>
        <p:spPr>
          <a:xfrm>
            <a:off x="289052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Freeform 1806"/>
          <p:cNvSpPr/>
          <p:nvPr/>
        </p:nvSpPr>
        <p:spPr>
          <a:xfrm>
            <a:off x="28943300" y="-24091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8" name="Freeform 1807"/>
          <p:cNvSpPr/>
          <p:nvPr/>
        </p:nvSpPr>
        <p:spPr>
          <a:xfrm>
            <a:off x="289687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Freeform 1808"/>
          <p:cNvSpPr/>
          <p:nvPr/>
        </p:nvSpPr>
        <p:spPr>
          <a:xfrm>
            <a:off x="290068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Freeform 1809"/>
          <p:cNvSpPr/>
          <p:nvPr/>
        </p:nvSpPr>
        <p:spPr>
          <a:xfrm>
            <a:off x="29032200" y="-24180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1" name="Freeform 1810"/>
          <p:cNvSpPr/>
          <p:nvPr/>
        </p:nvSpPr>
        <p:spPr>
          <a:xfrm>
            <a:off x="29070300" y="-24307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0" y="11"/>
                </a:moveTo>
                <a:lnTo>
                  <a:pt x="3" y="0"/>
                </a:lnTo>
                <a:lnTo>
                  <a:pt x="2" y="0"/>
                </a:lnTo>
                <a:lnTo>
                  <a:pt x="0" y="10"/>
                </a:lnTo>
                <a:lnTo>
                  <a:pt x="0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Freeform 1811"/>
          <p:cNvSpPr/>
          <p:nvPr/>
        </p:nvSpPr>
        <p:spPr>
          <a:xfrm>
            <a:off x="29095700" y="-24447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Freeform 1812"/>
          <p:cNvSpPr/>
          <p:nvPr/>
        </p:nvSpPr>
        <p:spPr>
          <a:xfrm>
            <a:off x="29121100" y="-24511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4" name="Freeform 1813"/>
          <p:cNvSpPr/>
          <p:nvPr/>
        </p:nvSpPr>
        <p:spPr>
          <a:xfrm>
            <a:off x="29159200" y="-2451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Freeform 1814"/>
          <p:cNvSpPr/>
          <p:nvPr/>
        </p:nvSpPr>
        <p:spPr>
          <a:xfrm>
            <a:off x="29184600" y="-24511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Freeform 1815"/>
          <p:cNvSpPr/>
          <p:nvPr/>
        </p:nvSpPr>
        <p:spPr>
          <a:xfrm>
            <a:off x="292227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7" name="Freeform 1816"/>
          <p:cNvSpPr/>
          <p:nvPr/>
        </p:nvSpPr>
        <p:spPr>
          <a:xfrm>
            <a:off x="292481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Freeform 1817"/>
          <p:cNvSpPr/>
          <p:nvPr/>
        </p:nvSpPr>
        <p:spPr>
          <a:xfrm>
            <a:off x="29273500" y="-2452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Freeform 1818"/>
          <p:cNvSpPr/>
          <p:nvPr/>
        </p:nvSpPr>
        <p:spPr>
          <a:xfrm>
            <a:off x="293116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0" name="Freeform 1819"/>
          <p:cNvSpPr/>
          <p:nvPr/>
        </p:nvSpPr>
        <p:spPr>
          <a:xfrm>
            <a:off x="29337000" y="-24523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Freeform 1820"/>
          <p:cNvSpPr/>
          <p:nvPr/>
        </p:nvSpPr>
        <p:spPr>
          <a:xfrm>
            <a:off x="293751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Freeform 1821"/>
          <p:cNvSpPr/>
          <p:nvPr/>
        </p:nvSpPr>
        <p:spPr>
          <a:xfrm>
            <a:off x="294005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3" name="Freeform 1822"/>
          <p:cNvSpPr/>
          <p:nvPr/>
        </p:nvSpPr>
        <p:spPr>
          <a:xfrm>
            <a:off x="29425900" y="-2453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Freeform 1823"/>
          <p:cNvSpPr/>
          <p:nvPr/>
        </p:nvSpPr>
        <p:spPr>
          <a:xfrm>
            <a:off x="29464000" y="-2453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Freeform 1824"/>
          <p:cNvSpPr/>
          <p:nvPr/>
        </p:nvSpPr>
        <p:spPr>
          <a:xfrm>
            <a:off x="285877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6" name="Freeform 1825"/>
          <p:cNvSpPr/>
          <p:nvPr/>
        </p:nvSpPr>
        <p:spPr>
          <a:xfrm>
            <a:off x="286258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Freeform 1826"/>
          <p:cNvSpPr/>
          <p:nvPr/>
        </p:nvSpPr>
        <p:spPr>
          <a:xfrm>
            <a:off x="286512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Freeform 1827"/>
          <p:cNvSpPr/>
          <p:nvPr/>
        </p:nvSpPr>
        <p:spPr>
          <a:xfrm>
            <a:off x="286893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9" name="Freeform 1828"/>
          <p:cNvSpPr/>
          <p:nvPr/>
        </p:nvSpPr>
        <p:spPr>
          <a:xfrm>
            <a:off x="28714700" y="-24079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Freeform 1829"/>
          <p:cNvSpPr/>
          <p:nvPr/>
        </p:nvSpPr>
        <p:spPr>
          <a:xfrm>
            <a:off x="287528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Freeform 1830"/>
          <p:cNvSpPr/>
          <p:nvPr/>
        </p:nvSpPr>
        <p:spPr>
          <a:xfrm>
            <a:off x="287782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2" name="Freeform 1831"/>
          <p:cNvSpPr/>
          <p:nvPr/>
        </p:nvSpPr>
        <p:spPr>
          <a:xfrm>
            <a:off x="288036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Freeform 1832"/>
          <p:cNvSpPr/>
          <p:nvPr/>
        </p:nvSpPr>
        <p:spPr>
          <a:xfrm>
            <a:off x="28841700" y="-24091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Freeform 1833"/>
          <p:cNvSpPr/>
          <p:nvPr/>
        </p:nvSpPr>
        <p:spPr>
          <a:xfrm>
            <a:off x="288671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5" name="Freeform 1834"/>
          <p:cNvSpPr/>
          <p:nvPr/>
        </p:nvSpPr>
        <p:spPr>
          <a:xfrm>
            <a:off x="289052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Freeform 1835"/>
          <p:cNvSpPr/>
          <p:nvPr/>
        </p:nvSpPr>
        <p:spPr>
          <a:xfrm>
            <a:off x="289306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Freeform 1836"/>
          <p:cNvSpPr/>
          <p:nvPr/>
        </p:nvSpPr>
        <p:spPr>
          <a:xfrm>
            <a:off x="289560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8" name="Freeform 1837"/>
          <p:cNvSpPr/>
          <p:nvPr/>
        </p:nvSpPr>
        <p:spPr>
          <a:xfrm>
            <a:off x="28994100" y="-24104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Freeform 1838"/>
          <p:cNvSpPr/>
          <p:nvPr/>
        </p:nvSpPr>
        <p:spPr>
          <a:xfrm>
            <a:off x="29019500" y="-24180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Freeform 1839"/>
          <p:cNvSpPr/>
          <p:nvPr/>
        </p:nvSpPr>
        <p:spPr>
          <a:xfrm>
            <a:off x="29057600" y="-24320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1" name="Freeform 1840"/>
          <p:cNvSpPr/>
          <p:nvPr/>
        </p:nvSpPr>
        <p:spPr>
          <a:xfrm>
            <a:off x="29083000" y="-244602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2" name="Freeform 1841"/>
          <p:cNvSpPr/>
          <p:nvPr/>
        </p:nvSpPr>
        <p:spPr>
          <a:xfrm>
            <a:off x="29108400" y="-24523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Freeform 1842"/>
          <p:cNvSpPr/>
          <p:nvPr/>
        </p:nvSpPr>
        <p:spPr>
          <a:xfrm>
            <a:off x="291465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4" name="Freeform 1843"/>
          <p:cNvSpPr/>
          <p:nvPr/>
        </p:nvSpPr>
        <p:spPr>
          <a:xfrm>
            <a:off x="29171900" y="-2452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5" name="Freeform 1844"/>
          <p:cNvSpPr/>
          <p:nvPr/>
        </p:nvSpPr>
        <p:spPr>
          <a:xfrm>
            <a:off x="292100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Freeform 1845"/>
          <p:cNvSpPr/>
          <p:nvPr/>
        </p:nvSpPr>
        <p:spPr>
          <a:xfrm>
            <a:off x="29235400" y="-24523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7" name="Freeform 1846"/>
          <p:cNvSpPr/>
          <p:nvPr/>
        </p:nvSpPr>
        <p:spPr>
          <a:xfrm>
            <a:off x="292735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8" name="Freeform 1847"/>
          <p:cNvSpPr/>
          <p:nvPr/>
        </p:nvSpPr>
        <p:spPr>
          <a:xfrm>
            <a:off x="292989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Freeform 1848"/>
          <p:cNvSpPr/>
          <p:nvPr/>
        </p:nvSpPr>
        <p:spPr>
          <a:xfrm>
            <a:off x="29324300" y="-2453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0" name="Freeform 1849"/>
          <p:cNvSpPr/>
          <p:nvPr/>
        </p:nvSpPr>
        <p:spPr>
          <a:xfrm>
            <a:off x="293624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1" name="Freeform 1850"/>
          <p:cNvSpPr/>
          <p:nvPr/>
        </p:nvSpPr>
        <p:spPr>
          <a:xfrm>
            <a:off x="29387800" y="-2453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Freeform 1851"/>
          <p:cNvSpPr/>
          <p:nvPr/>
        </p:nvSpPr>
        <p:spPr>
          <a:xfrm>
            <a:off x="294259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3" name="Freeform 1852"/>
          <p:cNvSpPr/>
          <p:nvPr/>
        </p:nvSpPr>
        <p:spPr>
          <a:xfrm>
            <a:off x="294513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Freeform 1853"/>
          <p:cNvSpPr/>
          <p:nvPr/>
        </p:nvSpPr>
        <p:spPr>
          <a:xfrm>
            <a:off x="285877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Freeform 1854"/>
          <p:cNvSpPr/>
          <p:nvPr/>
        </p:nvSpPr>
        <p:spPr>
          <a:xfrm>
            <a:off x="28613100" y="-24079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6" name="Freeform 1855"/>
          <p:cNvSpPr/>
          <p:nvPr/>
        </p:nvSpPr>
        <p:spPr>
          <a:xfrm>
            <a:off x="286385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7" name="Freeform 1856"/>
          <p:cNvSpPr/>
          <p:nvPr/>
        </p:nvSpPr>
        <p:spPr>
          <a:xfrm>
            <a:off x="286766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Freeform 1857"/>
          <p:cNvSpPr/>
          <p:nvPr/>
        </p:nvSpPr>
        <p:spPr>
          <a:xfrm>
            <a:off x="287020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Freeform 1858"/>
          <p:cNvSpPr/>
          <p:nvPr/>
        </p:nvSpPr>
        <p:spPr>
          <a:xfrm>
            <a:off x="287401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Freeform 1859"/>
          <p:cNvSpPr/>
          <p:nvPr/>
        </p:nvSpPr>
        <p:spPr>
          <a:xfrm>
            <a:off x="28765500" y="-24091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Freeform 1860"/>
          <p:cNvSpPr/>
          <p:nvPr/>
        </p:nvSpPr>
        <p:spPr>
          <a:xfrm>
            <a:off x="287909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Freeform 1861"/>
          <p:cNvSpPr/>
          <p:nvPr/>
        </p:nvSpPr>
        <p:spPr>
          <a:xfrm>
            <a:off x="288290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3" name="Freeform 1862"/>
          <p:cNvSpPr/>
          <p:nvPr/>
        </p:nvSpPr>
        <p:spPr>
          <a:xfrm>
            <a:off x="288544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4" name="Freeform 1863"/>
          <p:cNvSpPr/>
          <p:nvPr/>
        </p:nvSpPr>
        <p:spPr>
          <a:xfrm>
            <a:off x="28892500" y="-24104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Freeform 1864"/>
          <p:cNvSpPr/>
          <p:nvPr/>
        </p:nvSpPr>
        <p:spPr>
          <a:xfrm>
            <a:off x="289179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6" name="Freeform 1865"/>
          <p:cNvSpPr/>
          <p:nvPr/>
        </p:nvSpPr>
        <p:spPr>
          <a:xfrm>
            <a:off x="289560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7" name="Freeform 1866"/>
          <p:cNvSpPr/>
          <p:nvPr/>
        </p:nvSpPr>
        <p:spPr>
          <a:xfrm>
            <a:off x="289814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Freeform 1867"/>
          <p:cNvSpPr/>
          <p:nvPr/>
        </p:nvSpPr>
        <p:spPr>
          <a:xfrm>
            <a:off x="29006800" y="-24193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9" name="Freeform 1868"/>
          <p:cNvSpPr/>
          <p:nvPr/>
        </p:nvSpPr>
        <p:spPr>
          <a:xfrm>
            <a:off x="29044900" y="-243332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0" name="Freeform 1869"/>
          <p:cNvSpPr/>
          <p:nvPr/>
        </p:nvSpPr>
        <p:spPr>
          <a:xfrm>
            <a:off x="29070300" y="-24460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0"/>
                </a:lnTo>
                <a:lnTo>
                  <a:pt x="3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Freeform 1870"/>
          <p:cNvSpPr/>
          <p:nvPr/>
        </p:nvSpPr>
        <p:spPr>
          <a:xfrm>
            <a:off x="29108400" y="-24523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0" y="5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Freeform 1871"/>
          <p:cNvSpPr/>
          <p:nvPr/>
        </p:nvSpPr>
        <p:spPr>
          <a:xfrm>
            <a:off x="29133800" y="-24523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3" name="Freeform 1872"/>
          <p:cNvSpPr/>
          <p:nvPr/>
        </p:nvSpPr>
        <p:spPr>
          <a:xfrm>
            <a:off x="29159200" y="-2453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Freeform 1873"/>
          <p:cNvSpPr/>
          <p:nvPr/>
        </p:nvSpPr>
        <p:spPr>
          <a:xfrm>
            <a:off x="291973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5" name="Freeform 1874"/>
          <p:cNvSpPr/>
          <p:nvPr/>
        </p:nvSpPr>
        <p:spPr>
          <a:xfrm>
            <a:off x="29222700" y="-2453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6" name="Freeform 1875"/>
          <p:cNvSpPr/>
          <p:nvPr/>
        </p:nvSpPr>
        <p:spPr>
          <a:xfrm>
            <a:off x="292608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7" name="Freeform 1876"/>
          <p:cNvSpPr/>
          <p:nvPr/>
        </p:nvSpPr>
        <p:spPr>
          <a:xfrm>
            <a:off x="29286200" y="-2453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Freeform 1877"/>
          <p:cNvSpPr/>
          <p:nvPr/>
        </p:nvSpPr>
        <p:spPr>
          <a:xfrm>
            <a:off x="293116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9" name="Freeform 1878"/>
          <p:cNvSpPr/>
          <p:nvPr/>
        </p:nvSpPr>
        <p:spPr>
          <a:xfrm>
            <a:off x="293497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Freeform 1879"/>
          <p:cNvSpPr/>
          <p:nvPr/>
        </p:nvSpPr>
        <p:spPr>
          <a:xfrm>
            <a:off x="293751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1" name="Freeform 1880"/>
          <p:cNvSpPr/>
          <p:nvPr/>
        </p:nvSpPr>
        <p:spPr>
          <a:xfrm>
            <a:off x="294132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2" name="Freeform 1881"/>
          <p:cNvSpPr/>
          <p:nvPr/>
        </p:nvSpPr>
        <p:spPr>
          <a:xfrm>
            <a:off x="29438600" y="-24549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3" name="Freeform 1882"/>
          <p:cNvSpPr/>
          <p:nvPr/>
        </p:nvSpPr>
        <p:spPr>
          <a:xfrm>
            <a:off x="285750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Freeform 1883"/>
          <p:cNvSpPr/>
          <p:nvPr/>
        </p:nvSpPr>
        <p:spPr>
          <a:xfrm>
            <a:off x="286004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5" name="Freeform 1884"/>
          <p:cNvSpPr/>
          <p:nvPr/>
        </p:nvSpPr>
        <p:spPr>
          <a:xfrm>
            <a:off x="286385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Freeform 1885"/>
          <p:cNvSpPr/>
          <p:nvPr/>
        </p:nvSpPr>
        <p:spPr>
          <a:xfrm>
            <a:off x="28663900" y="-24091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7" name="Freeform 1886"/>
          <p:cNvSpPr/>
          <p:nvPr/>
        </p:nvSpPr>
        <p:spPr>
          <a:xfrm>
            <a:off x="286893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8" name="Freeform 1887"/>
          <p:cNvSpPr/>
          <p:nvPr/>
        </p:nvSpPr>
        <p:spPr>
          <a:xfrm>
            <a:off x="287274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Freeform 1888"/>
          <p:cNvSpPr/>
          <p:nvPr/>
        </p:nvSpPr>
        <p:spPr>
          <a:xfrm>
            <a:off x="287528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0" name="Freeform 1889"/>
          <p:cNvSpPr/>
          <p:nvPr/>
        </p:nvSpPr>
        <p:spPr>
          <a:xfrm>
            <a:off x="287909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1" name="Freeform 1890"/>
          <p:cNvSpPr/>
          <p:nvPr/>
        </p:nvSpPr>
        <p:spPr>
          <a:xfrm>
            <a:off x="28816300" y="-24104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Freeform 1891"/>
          <p:cNvSpPr/>
          <p:nvPr/>
        </p:nvSpPr>
        <p:spPr>
          <a:xfrm>
            <a:off x="288417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3" name="Freeform 1892"/>
          <p:cNvSpPr/>
          <p:nvPr/>
        </p:nvSpPr>
        <p:spPr>
          <a:xfrm>
            <a:off x="288798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4" name="Freeform 1893"/>
          <p:cNvSpPr/>
          <p:nvPr/>
        </p:nvSpPr>
        <p:spPr>
          <a:xfrm>
            <a:off x="289052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5" name="Freeform 1894"/>
          <p:cNvSpPr/>
          <p:nvPr/>
        </p:nvSpPr>
        <p:spPr>
          <a:xfrm>
            <a:off x="28943300" y="-24117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Freeform 1895"/>
          <p:cNvSpPr/>
          <p:nvPr/>
        </p:nvSpPr>
        <p:spPr>
          <a:xfrm>
            <a:off x="28968700" y="-2413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7" name="Freeform 1896"/>
          <p:cNvSpPr/>
          <p:nvPr/>
        </p:nvSpPr>
        <p:spPr>
          <a:xfrm>
            <a:off x="28994100" y="-2420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Freeform 1897"/>
          <p:cNvSpPr/>
          <p:nvPr/>
        </p:nvSpPr>
        <p:spPr>
          <a:xfrm>
            <a:off x="29032200" y="-24333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0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9" name="Freeform 1898"/>
          <p:cNvSpPr/>
          <p:nvPr/>
        </p:nvSpPr>
        <p:spPr>
          <a:xfrm>
            <a:off x="29057600" y="-244729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"/>
                </a:lnTo>
                <a:lnTo>
                  <a:pt x="3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0" name="Freeform 1899"/>
          <p:cNvSpPr/>
          <p:nvPr/>
        </p:nvSpPr>
        <p:spPr>
          <a:xfrm>
            <a:off x="29095700" y="-24536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1" name="Freeform 1900"/>
          <p:cNvSpPr/>
          <p:nvPr/>
        </p:nvSpPr>
        <p:spPr>
          <a:xfrm>
            <a:off x="291211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Freeform 1901"/>
          <p:cNvSpPr/>
          <p:nvPr/>
        </p:nvSpPr>
        <p:spPr>
          <a:xfrm>
            <a:off x="291592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3" name="Freeform 1902"/>
          <p:cNvSpPr/>
          <p:nvPr/>
        </p:nvSpPr>
        <p:spPr>
          <a:xfrm>
            <a:off x="29184600" y="-2453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4" name="Freeform 1903"/>
          <p:cNvSpPr/>
          <p:nvPr/>
        </p:nvSpPr>
        <p:spPr>
          <a:xfrm>
            <a:off x="292100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Freeform 1904"/>
          <p:cNvSpPr/>
          <p:nvPr/>
        </p:nvSpPr>
        <p:spPr>
          <a:xfrm>
            <a:off x="292481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6" name="Freeform 1905"/>
          <p:cNvSpPr/>
          <p:nvPr/>
        </p:nvSpPr>
        <p:spPr>
          <a:xfrm>
            <a:off x="292735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7" name="Freeform 1906"/>
          <p:cNvSpPr/>
          <p:nvPr/>
        </p:nvSpPr>
        <p:spPr>
          <a:xfrm>
            <a:off x="293116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Freeform 1907"/>
          <p:cNvSpPr/>
          <p:nvPr/>
        </p:nvSpPr>
        <p:spPr>
          <a:xfrm>
            <a:off x="29337000" y="-24549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9" name="Freeform 1908"/>
          <p:cNvSpPr/>
          <p:nvPr/>
        </p:nvSpPr>
        <p:spPr>
          <a:xfrm>
            <a:off x="293624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0" name="Freeform 1909"/>
          <p:cNvSpPr/>
          <p:nvPr/>
        </p:nvSpPr>
        <p:spPr>
          <a:xfrm>
            <a:off x="294005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Freeform 1910"/>
          <p:cNvSpPr/>
          <p:nvPr/>
        </p:nvSpPr>
        <p:spPr>
          <a:xfrm>
            <a:off x="294259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2" name="Connector 1911"/>
          <p:cNvCxnSpPr/>
          <p:nvPr/>
        </p:nvCxnSpPr>
        <p:spPr>
          <a:xfrm flipH="1">
            <a:off x="28095416" y="-22609590"/>
            <a:ext cx="888278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3" name="Connector 1912"/>
          <p:cNvCxnSpPr/>
          <p:nvPr/>
        </p:nvCxnSpPr>
        <p:spPr>
          <a:xfrm flipH="1">
            <a:off x="27933764" y="-22717309"/>
            <a:ext cx="888278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4" name="Connector 1913"/>
          <p:cNvCxnSpPr/>
          <p:nvPr/>
        </p:nvCxnSpPr>
        <p:spPr>
          <a:xfrm flipH="1">
            <a:off x="27772109" y="-22825028"/>
            <a:ext cx="888278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5" name="Connector 1914"/>
          <p:cNvCxnSpPr/>
          <p:nvPr/>
        </p:nvCxnSpPr>
        <p:spPr>
          <a:xfrm flipH="1" flipV="1">
            <a:off x="28660387" y="-22825028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6" name="Connector 1915"/>
          <p:cNvCxnSpPr/>
          <p:nvPr/>
        </p:nvCxnSpPr>
        <p:spPr>
          <a:xfrm flipH="1" flipV="1">
            <a:off x="28482732" y="-22809347"/>
            <a:ext cx="323308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7" name="Connector 1916"/>
          <p:cNvCxnSpPr/>
          <p:nvPr/>
        </p:nvCxnSpPr>
        <p:spPr>
          <a:xfrm flipH="1" flipV="1">
            <a:off x="28305075" y="-22793664"/>
            <a:ext cx="323307" cy="21543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8" name="Connector 1917"/>
          <p:cNvCxnSpPr/>
          <p:nvPr/>
        </p:nvCxnSpPr>
        <p:spPr>
          <a:xfrm flipH="1" flipV="1">
            <a:off x="28127421" y="-22777983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9" name="Connector 1918"/>
          <p:cNvCxnSpPr/>
          <p:nvPr/>
        </p:nvCxnSpPr>
        <p:spPr>
          <a:xfrm flipH="1" flipV="1">
            <a:off x="27949766" y="-22762302"/>
            <a:ext cx="323305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0" name="Connector 1919"/>
          <p:cNvCxnSpPr/>
          <p:nvPr/>
        </p:nvCxnSpPr>
        <p:spPr>
          <a:xfrm flipH="1" flipV="1">
            <a:off x="27772109" y="-22746620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1" name="Connector 1920"/>
          <p:cNvCxnSpPr/>
          <p:nvPr/>
        </p:nvCxnSpPr>
        <p:spPr>
          <a:xfrm flipH="1">
            <a:off x="28962176" y="-2260959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2" name="Connector 1921"/>
          <p:cNvCxnSpPr/>
          <p:nvPr/>
        </p:nvCxnSpPr>
        <p:spPr>
          <a:xfrm flipH="1">
            <a:off x="28800524" y="-2271730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3" name="Connector 1922"/>
          <p:cNvCxnSpPr/>
          <p:nvPr/>
        </p:nvCxnSpPr>
        <p:spPr>
          <a:xfrm flipH="1">
            <a:off x="28638868" y="-22825028"/>
            <a:ext cx="21519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4" name="Connector 1923"/>
          <p:cNvCxnSpPr/>
          <p:nvPr/>
        </p:nvCxnSpPr>
        <p:spPr>
          <a:xfrm flipV="1">
            <a:off x="28095416" y="-22533081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5" name="Connector 1924"/>
          <p:cNvCxnSpPr/>
          <p:nvPr/>
        </p:nvCxnSpPr>
        <p:spPr>
          <a:xfrm flipV="1">
            <a:off x="27933764" y="-2264080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6" name="Connector 1925"/>
          <p:cNvCxnSpPr/>
          <p:nvPr/>
        </p:nvCxnSpPr>
        <p:spPr>
          <a:xfrm flipV="1">
            <a:off x="27772109" y="-2274851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7" name="Connector 1926"/>
          <p:cNvCxnSpPr/>
          <p:nvPr/>
        </p:nvCxnSpPr>
        <p:spPr>
          <a:xfrm flipH="1" flipV="1">
            <a:off x="28965720" y="-22621568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8" name="Connector 1927"/>
          <p:cNvCxnSpPr/>
          <p:nvPr/>
        </p:nvCxnSpPr>
        <p:spPr>
          <a:xfrm flipH="1" flipV="1">
            <a:off x="28788066" y="-22605886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9" name="Connector 1928"/>
          <p:cNvCxnSpPr/>
          <p:nvPr/>
        </p:nvCxnSpPr>
        <p:spPr>
          <a:xfrm flipH="1" flipV="1">
            <a:off x="28610408" y="-22590204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0" name="Connector 1929"/>
          <p:cNvCxnSpPr/>
          <p:nvPr/>
        </p:nvCxnSpPr>
        <p:spPr>
          <a:xfrm flipH="1" flipV="1">
            <a:off x="28432754" y="-22574522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1" name="Connector 1930"/>
          <p:cNvCxnSpPr/>
          <p:nvPr/>
        </p:nvCxnSpPr>
        <p:spPr>
          <a:xfrm flipH="1" flipV="1">
            <a:off x="28255100" y="-22558841"/>
            <a:ext cx="17971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2" name="Connector 1931"/>
          <p:cNvCxnSpPr/>
          <p:nvPr/>
        </p:nvCxnSpPr>
        <p:spPr>
          <a:xfrm flipH="1" flipV="1">
            <a:off x="28077442" y="-22543160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3" name="Connector 1932"/>
          <p:cNvCxnSpPr/>
          <p:nvPr/>
        </p:nvCxnSpPr>
        <p:spPr>
          <a:xfrm>
            <a:off x="28660387" y="-22825028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4" name="Connector 1933"/>
          <p:cNvCxnSpPr/>
          <p:nvPr/>
        </p:nvCxnSpPr>
        <p:spPr>
          <a:xfrm>
            <a:off x="28482732" y="-22809347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5" name="Connector 1934"/>
          <p:cNvCxnSpPr/>
          <p:nvPr/>
        </p:nvCxnSpPr>
        <p:spPr>
          <a:xfrm>
            <a:off x="28305075" y="-22793664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6" name="Connector 1935"/>
          <p:cNvCxnSpPr/>
          <p:nvPr/>
        </p:nvCxnSpPr>
        <p:spPr>
          <a:xfrm>
            <a:off x="28127421" y="-22777983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7" name="Connector 1936"/>
          <p:cNvCxnSpPr/>
          <p:nvPr/>
        </p:nvCxnSpPr>
        <p:spPr>
          <a:xfrm>
            <a:off x="27949766" y="-22762302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8" name="Connector 1937"/>
          <p:cNvCxnSpPr/>
          <p:nvPr/>
        </p:nvCxnSpPr>
        <p:spPr>
          <a:xfrm>
            <a:off x="27772109" y="-2274662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9" name="Connector 1938"/>
          <p:cNvCxnSpPr/>
          <p:nvPr/>
        </p:nvCxnSpPr>
        <p:spPr>
          <a:xfrm flipH="1" flipV="1">
            <a:off x="28660387" y="-22825028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0" name="Connector 1939"/>
          <p:cNvCxnSpPr/>
          <p:nvPr/>
        </p:nvCxnSpPr>
        <p:spPr>
          <a:xfrm flipH="1" flipV="1">
            <a:off x="27772109" y="-22746620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1" name="Connector 1940"/>
          <p:cNvCxnSpPr/>
          <p:nvPr/>
        </p:nvCxnSpPr>
        <p:spPr>
          <a:xfrm flipH="1">
            <a:off x="28095416" y="-22609590"/>
            <a:ext cx="888278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2" name="Connector 1941"/>
          <p:cNvCxnSpPr/>
          <p:nvPr/>
        </p:nvCxnSpPr>
        <p:spPr>
          <a:xfrm flipH="1">
            <a:off x="27772109" y="-22825028"/>
            <a:ext cx="888278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3" name="Connector 1942"/>
          <p:cNvCxnSpPr/>
          <p:nvPr/>
        </p:nvCxnSpPr>
        <p:spPr>
          <a:xfrm flipH="1">
            <a:off x="28962176" y="-2323857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4" name="Connector 1943"/>
          <p:cNvCxnSpPr/>
          <p:nvPr/>
        </p:nvCxnSpPr>
        <p:spPr>
          <a:xfrm flipH="1">
            <a:off x="28800524" y="-23346298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5" name="Connector 1944"/>
          <p:cNvCxnSpPr/>
          <p:nvPr/>
        </p:nvCxnSpPr>
        <p:spPr>
          <a:xfrm flipH="1">
            <a:off x="28638868" y="-23454018"/>
            <a:ext cx="21519" cy="19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6" name="Connector 1945"/>
          <p:cNvCxnSpPr/>
          <p:nvPr/>
        </p:nvCxnSpPr>
        <p:spPr>
          <a:xfrm>
            <a:off x="28660387" y="-23454018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7" name="Connector 1946"/>
          <p:cNvCxnSpPr/>
          <p:nvPr/>
        </p:nvCxnSpPr>
        <p:spPr>
          <a:xfrm>
            <a:off x="28482732" y="-23438335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8" name="Connector 1947"/>
          <p:cNvCxnSpPr/>
          <p:nvPr/>
        </p:nvCxnSpPr>
        <p:spPr>
          <a:xfrm>
            <a:off x="28305075" y="-23422654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9" name="Connector 1948"/>
          <p:cNvCxnSpPr/>
          <p:nvPr/>
        </p:nvCxnSpPr>
        <p:spPr>
          <a:xfrm>
            <a:off x="28127421" y="-23406972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0" name="Connector 1949"/>
          <p:cNvCxnSpPr/>
          <p:nvPr/>
        </p:nvCxnSpPr>
        <p:spPr>
          <a:xfrm>
            <a:off x="27949766" y="-23391291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1" name="Connector 1950"/>
          <p:cNvCxnSpPr/>
          <p:nvPr/>
        </p:nvCxnSpPr>
        <p:spPr>
          <a:xfrm>
            <a:off x="27772109" y="-23375610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2" name="Connector 1951"/>
          <p:cNvCxnSpPr/>
          <p:nvPr/>
        </p:nvCxnSpPr>
        <p:spPr>
          <a:xfrm flipH="1" flipV="1">
            <a:off x="28660387" y="-23454018"/>
            <a:ext cx="323307" cy="21543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3" name="Connector 1952"/>
          <p:cNvCxnSpPr/>
          <p:nvPr/>
        </p:nvCxnSpPr>
        <p:spPr>
          <a:xfrm flipH="1">
            <a:off x="27772109" y="-23454018"/>
            <a:ext cx="888278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4" name="Connector 1953"/>
          <p:cNvCxnSpPr/>
          <p:nvPr/>
        </p:nvCxnSpPr>
        <p:spPr>
          <a:xfrm flipV="1">
            <a:off x="28983694" y="-2263119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5" name="Connector 1954"/>
          <p:cNvCxnSpPr/>
          <p:nvPr/>
        </p:nvCxnSpPr>
        <p:spPr>
          <a:xfrm flipV="1">
            <a:off x="28806040" y="-22615509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6" name="Connector 1955"/>
          <p:cNvCxnSpPr/>
          <p:nvPr/>
        </p:nvCxnSpPr>
        <p:spPr>
          <a:xfrm flipV="1">
            <a:off x="28628382" y="-2259982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7" name="Connector 1956"/>
          <p:cNvCxnSpPr/>
          <p:nvPr/>
        </p:nvCxnSpPr>
        <p:spPr>
          <a:xfrm flipV="1">
            <a:off x="28450728" y="-22584147"/>
            <a:ext cx="0" cy="21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8" name="Connector 1957"/>
          <p:cNvCxnSpPr/>
          <p:nvPr/>
        </p:nvCxnSpPr>
        <p:spPr>
          <a:xfrm flipV="1">
            <a:off x="28273071" y="-22568464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9" name="Connector 1958"/>
          <p:cNvCxnSpPr/>
          <p:nvPr/>
        </p:nvCxnSpPr>
        <p:spPr>
          <a:xfrm flipV="1">
            <a:off x="28095416" y="-22552783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0" name="Connector 1959"/>
          <p:cNvCxnSpPr/>
          <p:nvPr/>
        </p:nvCxnSpPr>
        <p:spPr>
          <a:xfrm flipH="1">
            <a:off x="28962176" y="-22767842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1" name="Connector 1960"/>
          <p:cNvCxnSpPr/>
          <p:nvPr/>
        </p:nvCxnSpPr>
        <p:spPr>
          <a:xfrm flipH="1">
            <a:off x="28962176" y="-23046721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2" name="Connector 1961"/>
          <p:cNvCxnSpPr/>
          <p:nvPr/>
        </p:nvCxnSpPr>
        <p:spPr>
          <a:xfrm flipV="1">
            <a:off x="28983694" y="-23238579"/>
            <a:ext cx="0" cy="6289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3" name="Connector 1962"/>
          <p:cNvCxnSpPr/>
          <p:nvPr/>
        </p:nvCxnSpPr>
        <p:spPr>
          <a:xfrm flipV="1">
            <a:off x="28660387" y="-23454018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4" name="Connector 1963"/>
          <p:cNvCxnSpPr/>
          <p:nvPr/>
        </p:nvCxnSpPr>
        <p:spPr>
          <a:xfrm flipV="1">
            <a:off x="28482732" y="-23438335"/>
            <a:ext cx="0" cy="62898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5" name="Connector 1964"/>
          <p:cNvCxnSpPr/>
          <p:nvPr/>
        </p:nvCxnSpPr>
        <p:spPr>
          <a:xfrm flipV="1">
            <a:off x="28305075" y="-23422654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6" name="Connector 1965"/>
          <p:cNvCxnSpPr/>
          <p:nvPr/>
        </p:nvCxnSpPr>
        <p:spPr>
          <a:xfrm flipV="1">
            <a:off x="28127421" y="-23406972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7" name="Connector 1966"/>
          <p:cNvCxnSpPr/>
          <p:nvPr/>
        </p:nvCxnSpPr>
        <p:spPr>
          <a:xfrm flipV="1">
            <a:off x="27949766" y="-23391291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8" name="Connector 1967"/>
          <p:cNvCxnSpPr/>
          <p:nvPr/>
        </p:nvCxnSpPr>
        <p:spPr>
          <a:xfrm flipV="1">
            <a:off x="27772109" y="-23375610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9" name="Connector 1968"/>
          <p:cNvCxnSpPr/>
          <p:nvPr/>
        </p:nvCxnSpPr>
        <p:spPr>
          <a:xfrm flipV="1">
            <a:off x="28660387" y="-2284662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0" name="Connector 1969"/>
          <p:cNvCxnSpPr/>
          <p:nvPr/>
        </p:nvCxnSpPr>
        <p:spPr>
          <a:xfrm flipV="1">
            <a:off x="28482732" y="-2283094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1" name="Connector 1970"/>
          <p:cNvCxnSpPr/>
          <p:nvPr/>
        </p:nvCxnSpPr>
        <p:spPr>
          <a:xfrm flipV="1">
            <a:off x="28305075" y="-22815264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2" name="Connector 1971"/>
          <p:cNvCxnSpPr/>
          <p:nvPr/>
        </p:nvCxnSpPr>
        <p:spPr>
          <a:xfrm flipV="1">
            <a:off x="28127421" y="-2279958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3" name="Connector 1972"/>
          <p:cNvCxnSpPr/>
          <p:nvPr/>
        </p:nvCxnSpPr>
        <p:spPr>
          <a:xfrm flipV="1">
            <a:off x="27949766" y="-22783902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4" name="Connector 1973"/>
          <p:cNvCxnSpPr/>
          <p:nvPr/>
        </p:nvCxnSpPr>
        <p:spPr>
          <a:xfrm flipV="1">
            <a:off x="27772109" y="-22768221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5" name="Connector 1974"/>
          <p:cNvCxnSpPr/>
          <p:nvPr/>
        </p:nvCxnSpPr>
        <p:spPr>
          <a:xfrm>
            <a:off x="28660387" y="-23454018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6" name="Connector 1975"/>
          <p:cNvCxnSpPr/>
          <p:nvPr/>
        </p:nvCxnSpPr>
        <p:spPr>
          <a:xfrm>
            <a:off x="28482732" y="-2343833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7" name="Connector 1976"/>
          <p:cNvCxnSpPr/>
          <p:nvPr/>
        </p:nvCxnSpPr>
        <p:spPr>
          <a:xfrm>
            <a:off x="28305075" y="-23422654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8" name="Connector 1977"/>
          <p:cNvCxnSpPr/>
          <p:nvPr/>
        </p:nvCxnSpPr>
        <p:spPr>
          <a:xfrm>
            <a:off x="28127421" y="-23406972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9" name="Connector 1978"/>
          <p:cNvCxnSpPr/>
          <p:nvPr/>
        </p:nvCxnSpPr>
        <p:spPr>
          <a:xfrm>
            <a:off x="27949766" y="-23391291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0" name="Connector 1979"/>
          <p:cNvCxnSpPr/>
          <p:nvPr/>
        </p:nvCxnSpPr>
        <p:spPr>
          <a:xfrm>
            <a:off x="27772109" y="-2337561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1" name="Connector 1980"/>
          <p:cNvCxnSpPr/>
          <p:nvPr/>
        </p:nvCxnSpPr>
        <p:spPr>
          <a:xfrm flipH="1">
            <a:off x="27772109" y="-22983280"/>
            <a:ext cx="888278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2" name="Connector 1981"/>
          <p:cNvCxnSpPr/>
          <p:nvPr/>
        </p:nvCxnSpPr>
        <p:spPr>
          <a:xfrm flipH="1">
            <a:off x="27772109" y="-23262159"/>
            <a:ext cx="888278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3" name="Connector 1982"/>
          <p:cNvCxnSpPr/>
          <p:nvPr/>
        </p:nvCxnSpPr>
        <p:spPr>
          <a:xfrm flipH="1">
            <a:off x="28638868" y="-22983280"/>
            <a:ext cx="21519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4" name="Connector 1983"/>
          <p:cNvCxnSpPr/>
          <p:nvPr/>
        </p:nvCxnSpPr>
        <p:spPr>
          <a:xfrm flipH="1">
            <a:off x="28638868" y="-23262159"/>
            <a:ext cx="21519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5" name="Connector 1984"/>
          <p:cNvCxnSpPr/>
          <p:nvPr/>
        </p:nvCxnSpPr>
        <p:spPr>
          <a:xfrm flipV="1">
            <a:off x="27772109" y="-22906772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6" name="Connector 1985"/>
          <p:cNvCxnSpPr/>
          <p:nvPr/>
        </p:nvCxnSpPr>
        <p:spPr>
          <a:xfrm flipV="1">
            <a:off x="27772109" y="-23185651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7" name="Connector 1986"/>
          <p:cNvCxnSpPr/>
          <p:nvPr/>
        </p:nvCxnSpPr>
        <p:spPr>
          <a:xfrm flipV="1">
            <a:off x="28660387" y="-23454018"/>
            <a:ext cx="0" cy="6289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8" name="Connector 1987"/>
          <p:cNvCxnSpPr/>
          <p:nvPr/>
        </p:nvCxnSpPr>
        <p:spPr>
          <a:xfrm flipV="1">
            <a:off x="27772109" y="-23375610"/>
            <a:ext cx="0" cy="6289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9" name="Connector 1988"/>
          <p:cNvCxnSpPr/>
          <p:nvPr/>
        </p:nvCxnSpPr>
        <p:spPr>
          <a:xfrm flipV="1">
            <a:off x="28983694" y="-23238579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0" name="Connector 1989"/>
          <p:cNvCxnSpPr/>
          <p:nvPr/>
        </p:nvCxnSpPr>
        <p:spPr>
          <a:xfrm flipV="1">
            <a:off x="28822042" y="-23346298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1" name="Connector 1990"/>
          <p:cNvCxnSpPr/>
          <p:nvPr/>
        </p:nvCxnSpPr>
        <p:spPr>
          <a:xfrm flipV="1">
            <a:off x="28660387" y="-23454018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2" name="Connector 1991"/>
          <p:cNvCxnSpPr/>
          <p:nvPr/>
        </p:nvCxnSpPr>
        <p:spPr>
          <a:xfrm flipV="1">
            <a:off x="28983694" y="-2263119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3" name="Connector 1992"/>
          <p:cNvCxnSpPr/>
          <p:nvPr/>
        </p:nvCxnSpPr>
        <p:spPr>
          <a:xfrm flipV="1">
            <a:off x="28822042" y="-22738909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4" name="Connector 1993"/>
          <p:cNvCxnSpPr/>
          <p:nvPr/>
        </p:nvCxnSpPr>
        <p:spPr>
          <a:xfrm flipV="1">
            <a:off x="28660387" y="-2284662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5" name="Connector 1994"/>
          <p:cNvCxnSpPr/>
          <p:nvPr/>
        </p:nvCxnSpPr>
        <p:spPr>
          <a:xfrm>
            <a:off x="28983694" y="-23238579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6" name="Connector 1995"/>
          <p:cNvCxnSpPr/>
          <p:nvPr/>
        </p:nvCxnSpPr>
        <p:spPr>
          <a:xfrm>
            <a:off x="28822042" y="-2334629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7" name="Connector 1996"/>
          <p:cNvCxnSpPr/>
          <p:nvPr/>
        </p:nvCxnSpPr>
        <p:spPr>
          <a:xfrm>
            <a:off x="28660387" y="-23454018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8" name="Connector 1997"/>
          <p:cNvCxnSpPr/>
          <p:nvPr/>
        </p:nvCxnSpPr>
        <p:spPr>
          <a:xfrm flipH="1" flipV="1">
            <a:off x="28660387" y="-22983280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9" name="Connector 1998"/>
          <p:cNvCxnSpPr/>
          <p:nvPr/>
        </p:nvCxnSpPr>
        <p:spPr>
          <a:xfrm flipH="1" flipV="1">
            <a:off x="28660387" y="-23262159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0" name="Connector 1999"/>
          <p:cNvCxnSpPr/>
          <p:nvPr/>
        </p:nvCxnSpPr>
        <p:spPr>
          <a:xfrm flipH="1" flipV="1">
            <a:off x="28965720" y="-22779820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1" name="Connector 2000"/>
          <p:cNvCxnSpPr/>
          <p:nvPr/>
        </p:nvCxnSpPr>
        <p:spPr>
          <a:xfrm flipH="1" flipV="1">
            <a:off x="28965720" y="-23058699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2" name="Connector 2001"/>
          <p:cNvCxnSpPr/>
          <p:nvPr/>
        </p:nvCxnSpPr>
        <p:spPr>
          <a:xfrm>
            <a:off x="28660387" y="-2298328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3" name="Connector 2002"/>
          <p:cNvCxnSpPr/>
          <p:nvPr/>
        </p:nvCxnSpPr>
        <p:spPr>
          <a:xfrm>
            <a:off x="28660387" y="-23262159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4" name="Connector 2003"/>
          <p:cNvCxnSpPr/>
          <p:nvPr/>
        </p:nvCxnSpPr>
        <p:spPr>
          <a:xfrm flipV="1">
            <a:off x="28095416" y="-22552783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5" name="Connector 2004"/>
          <p:cNvCxnSpPr/>
          <p:nvPr/>
        </p:nvCxnSpPr>
        <p:spPr>
          <a:xfrm flipV="1">
            <a:off x="27933764" y="-22660502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6" name="Connector 2005"/>
          <p:cNvCxnSpPr/>
          <p:nvPr/>
        </p:nvCxnSpPr>
        <p:spPr>
          <a:xfrm flipV="1">
            <a:off x="27772109" y="-22768221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7" name="Connector 2006"/>
          <p:cNvCxnSpPr/>
          <p:nvPr/>
        </p:nvCxnSpPr>
        <p:spPr>
          <a:xfrm>
            <a:off x="27772109" y="-22904873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8" name="Connector 2007"/>
          <p:cNvCxnSpPr/>
          <p:nvPr/>
        </p:nvCxnSpPr>
        <p:spPr>
          <a:xfrm>
            <a:off x="27772109" y="-23183752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9" name="Freeform 2008"/>
          <p:cNvSpPr/>
          <p:nvPr/>
        </p:nvSpPr>
        <p:spPr>
          <a:xfrm>
            <a:off x="280797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0" name="Freeform 2009"/>
          <p:cNvSpPr/>
          <p:nvPr/>
        </p:nvSpPr>
        <p:spPr>
          <a:xfrm>
            <a:off x="281178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1" name="Freeform 2010"/>
          <p:cNvSpPr/>
          <p:nvPr/>
        </p:nvSpPr>
        <p:spPr>
          <a:xfrm>
            <a:off x="28143200" y="-2259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Freeform 2011"/>
          <p:cNvSpPr/>
          <p:nvPr/>
        </p:nvSpPr>
        <p:spPr>
          <a:xfrm>
            <a:off x="281813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3" name="Freeform 2012"/>
          <p:cNvSpPr/>
          <p:nvPr/>
        </p:nvSpPr>
        <p:spPr>
          <a:xfrm>
            <a:off x="282067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4" name="Freeform 2013"/>
          <p:cNvSpPr/>
          <p:nvPr/>
        </p:nvSpPr>
        <p:spPr>
          <a:xfrm>
            <a:off x="282321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5" name="Freeform 2014"/>
          <p:cNvSpPr/>
          <p:nvPr/>
        </p:nvSpPr>
        <p:spPr>
          <a:xfrm>
            <a:off x="28270200" y="-2260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6" name="Freeform 2015"/>
          <p:cNvSpPr/>
          <p:nvPr/>
        </p:nvSpPr>
        <p:spPr>
          <a:xfrm>
            <a:off x="282956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7" name="Freeform 2016"/>
          <p:cNvSpPr/>
          <p:nvPr/>
        </p:nvSpPr>
        <p:spPr>
          <a:xfrm>
            <a:off x="283337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8" name="Freeform 2017"/>
          <p:cNvSpPr/>
          <p:nvPr/>
        </p:nvSpPr>
        <p:spPr>
          <a:xfrm>
            <a:off x="28359100" y="-2263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9" name="Freeform 2018"/>
          <p:cNvSpPr/>
          <p:nvPr/>
        </p:nvSpPr>
        <p:spPr>
          <a:xfrm>
            <a:off x="283845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0" name="Freeform 2019"/>
          <p:cNvSpPr/>
          <p:nvPr/>
        </p:nvSpPr>
        <p:spPr>
          <a:xfrm>
            <a:off x="284226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1" name="Freeform 2020"/>
          <p:cNvSpPr/>
          <p:nvPr/>
        </p:nvSpPr>
        <p:spPr>
          <a:xfrm>
            <a:off x="284480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2" name="Freeform 2021"/>
          <p:cNvSpPr/>
          <p:nvPr/>
        </p:nvSpPr>
        <p:spPr>
          <a:xfrm>
            <a:off x="284861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3" name="Freeform 2022"/>
          <p:cNvSpPr/>
          <p:nvPr/>
        </p:nvSpPr>
        <p:spPr>
          <a:xfrm>
            <a:off x="285115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4" name="Freeform 2023"/>
          <p:cNvSpPr/>
          <p:nvPr/>
        </p:nvSpPr>
        <p:spPr>
          <a:xfrm>
            <a:off x="285496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5" name="Freeform 2024"/>
          <p:cNvSpPr/>
          <p:nvPr/>
        </p:nvSpPr>
        <p:spPr>
          <a:xfrm>
            <a:off x="28575000" y="-2263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6" name="Freeform 2025"/>
          <p:cNvSpPr/>
          <p:nvPr/>
        </p:nvSpPr>
        <p:spPr>
          <a:xfrm>
            <a:off x="286004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7" name="Freeform 2026"/>
          <p:cNvSpPr/>
          <p:nvPr/>
        </p:nvSpPr>
        <p:spPr>
          <a:xfrm>
            <a:off x="286385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8" name="Freeform 2027"/>
          <p:cNvSpPr/>
          <p:nvPr/>
        </p:nvSpPr>
        <p:spPr>
          <a:xfrm>
            <a:off x="286639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9" name="Freeform 2028"/>
          <p:cNvSpPr/>
          <p:nvPr/>
        </p:nvSpPr>
        <p:spPr>
          <a:xfrm>
            <a:off x="287020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0" name="Freeform 2029"/>
          <p:cNvSpPr/>
          <p:nvPr/>
        </p:nvSpPr>
        <p:spPr>
          <a:xfrm>
            <a:off x="287274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1" name="Freeform 2030"/>
          <p:cNvSpPr/>
          <p:nvPr/>
        </p:nvSpPr>
        <p:spPr>
          <a:xfrm>
            <a:off x="287528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2" name="Freeform 2031"/>
          <p:cNvSpPr/>
          <p:nvPr/>
        </p:nvSpPr>
        <p:spPr>
          <a:xfrm>
            <a:off x="287909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3" name="Freeform 2032"/>
          <p:cNvSpPr/>
          <p:nvPr/>
        </p:nvSpPr>
        <p:spPr>
          <a:xfrm>
            <a:off x="288163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4" name="Freeform 2033"/>
          <p:cNvSpPr/>
          <p:nvPr/>
        </p:nvSpPr>
        <p:spPr>
          <a:xfrm>
            <a:off x="288544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5" name="Freeform 2034"/>
          <p:cNvSpPr/>
          <p:nvPr/>
        </p:nvSpPr>
        <p:spPr>
          <a:xfrm>
            <a:off x="288798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6" name="Freeform 2035"/>
          <p:cNvSpPr/>
          <p:nvPr/>
        </p:nvSpPr>
        <p:spPr>
          <a:xfrm>
            <a:off x="289052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7" name="Freeform 2036"/>
          <p:cNvSpPr/>
          <p:nvPr/>
        </p:nvSpPr>
        <p:spPr>
          <a:xfrm>
            <a:off x="289433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8" name="Freeform 2037"/>
          <p:cNvSpPr/>
          <p:nvPr/>
        </p:nvSpPr>
        <p:spPr>
          <a:xfrm>
            <a:off x="280670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9" name="Freeform 2038"/>
          <p:cNvSpPr/>
          <p:nvPr/>
        </p:nvSpPr>
        <p:spPr>
          <a:xfrm>
            <a:off x="281051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0" name="Freeform 2039"/>
          <p:cNvSpPr/>
          <p:nvPr/>
        </p:nvSpPr>
        <p:spPr>
          <a:xfrm>
            <a:off x="281305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1" name="Freeform 2040"/>
          <p:cNvSpPr/>
          <p:nvPr/>
        </p:nvSpPr>
        <p:spPr>
          <a:xfrm>
            <a:off x="281686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2" name="Freeform 2041"/>
          <p:cNvSpPr/>
          <p:nvPr/>
        </p:nvSpPr>
        <p:spPr>
          <a:xfrm>
            <a:off x="28194000" y="-2260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3" name="Freeform 2042"/>
          <p:cNvSpPr/>
          <p:nvPr/>
        </p:nvSpPr>
        <p:spPr>
          <a:xfrm>
            <a:off x="282321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" name="Freeform 2043"/>
          <p:cNvSpPr/>
          <p:nvPr/>
        </p:nvSpPr>
        <p:spPr>
          <a:xfrm>
            <a:off x="282575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5" name="Freeform 2044"/>
          <p:cNvSpPr/>
          <p:nvPr/>
        </p:nvSpPr>
        <p:spPr>
          <a:xfrm>
            <a:off x="282829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6" name="Freeform 2045"/>
          <p:cNvSpPr/>
          <p:nvPr/>
        </p:nvSpPr>
        <p:spPr>
          <a:xfrm>
            <a:off x="283210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7" name="Freeform 2046"/>
          <p:cNvSpPr/>
          <p:nvPr/>
        </p:nvSpPr>
        <p:spPr>
          <a:xfrm>
            <a:off x="28346400" y="-2264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8" name="Freeform 2047"/>
          <p:cNvSpPr/>
          <p:nvPr/>
        </p:nvSpPr>
        <p:spPr>
          <a:xfrm>
            <a:off x="283845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9" name="Freeform 2048"/>
          <p:cNvSpPr/>
          <p:nvPr/>
        </p:nvSpPr>
        <p:spPr>
          <a:xfrm>
            <a:off x="284099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0" name="Freeform 2049"/>
          <p:cNvSpPr/>
          <p:nvPr/>
        </p:nvSpPr>
        <p:spPr>
          <a:xfrm>
            <a:off x="284353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1" name="Freeform 2050"/>
          <p:cNvSpPr/>
          <p:nvPr/>
        </p:nvSpPr>
        <p:spPr>
          <a:xfrm>
            <a:off x="28473400" y="-2263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2" name="Freeform 2051"/>
          <p:cNvSpPr/>
          <p:nvPr/>
        </p:nvSpPr>
        <p:spPr>
          <a:xfrm>
            <a:off x="284988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3" name="Freeform 2052"/>
          <p:cNvSpPr/>
          <p:nvPr/>
        </p:nvSpPr>
        <p:spPr>
          <a:xfrm>
            <a:off x="285369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4" name="Freeform 2053"/>
          <p:cNvSpPr/>
          <p:nvPr/>
        </p:nvSpPr>
        <p:spPr>
          <a:xfrm>
            <a:off x="285623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5" name="Freeform 2054"/>
          <p:cNvSpPr/>
          <p:nvPr/>
        </p:nvSpPr>
        <p:spPr>
          <a:xfrm>
            <a:off x="28587700" y="-2265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6" name="Freeform 2055"/>
          <p:cNvSpPr/>
          <p:nvPr/>
        </p:nvSpPr>
        <p:spPr>
          <a:xfrm>
            <a:off x="286258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7" name="Freeform 2056"/>
          <p:cNvSpPr/>
          <p:nvPr/>
        </p:nvSpPr>
        <p:spPr>
          <a:xfrm>
            <a:off x="286512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8" name="Freeform 2057"/>
          <p:cNvSpPr/>
          <p:nvPr/>
        </p:nvSpPr>
        <p:spPr>
          <a:xfrm>
            <a:off x="286893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Freeform 2058"/>
          <p:cNvSpPr/>
          <p:nvPr/>
        </p:nvSpPr>
        <p:spPr>
          <a:xfrm>
            <a:off x="287147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0" name="Freeform 2059"/>
          <p:cNvSpPr/>
          <p:nvPr/>
        </p:nvSpPr>
        <p:spPr>
          <a:xfrm>
            <a:off x="287528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1" name="Freeform 2060"/>
          <p:cNvSpPr/>
          <p:nvPr/>
        </p:nvSpPr>
        <p:spPr>
          <a:xfrm>
            <a:off x="287782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Freeform 2061"/>
          <p:cNvSpPr/>
          <p:nvPr/>
        </p:nvSpPr>
        <p:spPr>
          <a:xfrm>
            <a:off x="288036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3" name="Freeform 2062"/>
          <p:cNvSpPr/>
          <p:nvPr/>
        </p:nvSpPr>
        <p:spPr>
          <a:xfrm>
            <a:off x="288417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4" name="Freeform 2063"/>
          <p:cNvSpPr/>
          <p:nvPr/>
        </p:nvSpPr>
        <p:spPr>
          <a:xfrm>
            <a:off x="28867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Freeform 2064"/>
          <p:cNvSpPr/>
          <p:nvPr/>
        </p:nvSpPr>
        <p:spPr>
          <a:xfrm>
            <a:off x="28905200" y="-22669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6" name="Freeform 2065"/>
          <p:cNvSpPr/>
          <p:nvPr/>
        </p:nvSpPr>
        <p:spPr>
          <a:xfrm>
            <a:off x="289306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7" name="Freeform 2066"/>
          <p:cNvSpPr/>
          <p:nvPr/>
        </p:nvSpPr>
        <p:spPr>
          <a:xfrm>
            <a:off x="280670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Freeform 2067"/>
          <p:cNvSpPr/>
          <p:nvPr/>
        </p:nvSpPr>
        <p:spPr>
          <a:xfrm>
            <a:off x="28092400" y="-2260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9" name="Freeform 2068"/>
          <p:cNvSpPr/>
          <p:nvPr/>
        </p:nvSpPr>
        <p:spPr>
          <a:xfrm>
            <a:off x="281178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0" name="Freeform 2069"/>
          <p:cNvSpPr/>
          <p:nvPr/>
        </p:nvSpPr>
        <p:spPr>
          <a:xfrm>
            <a:off x="281559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1" name="Freeform 2070"/>
          <p:cNvSpPr/>
          <p:nvPr/>
        </p:nvSpPr>
        <p:spPr>
          <a:xfrm>
            <a:off x="281813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2" name="Freeform 2071"/>
          <p:cNvSpPr/>
          <p:nvPr/>
        </p:nvSpPr>
        <p:spPr>
          <a:xfrm>
            <a:off x="282194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3" name="Freeform 2072"/>
          <p:cNvSpPr/>
          <p:nvPr/>
        </p:nvSpPr>
        <p:spPr>
          <a:xfrm>
            <a:off x="28244800" y="-2261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4" name="Freeform 2073"/>
          <p:cNvSpPr/>
          <p:nvPr/>
        </p:nvSpPr>
        <p:spPr>
          <a:xfrm>
            <a:off x="282702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5" name="Freeform 2074"/>
          <p:cNvSpPr/>
          <p:nvPr/>
        </p:nvSpPr>
        <p:spPr>
          <a:xfrm>
            <a:off x="283083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6" name="Freeform 2075"/>
          <p:cNvSpPr/>
          <p:nvPr/>
        </p:nvSpPr>
        <p:spPr>
          <a:xfrm>
            <a:off x="283337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7" name="Freeform 2076"/>
          <p:cNvSpPr/>
          <p:nvPr/>
        </p:nvSpPr>
        <p:spPr>
          <a:xfrm>
            <a:off x="283718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8" name="Freeform 2077"/>
          <p:cNvSpPr/>
          <p:nvPr/>
        </p:nvSpPr>
        <p:spPr>
          <a:xfrm>
            <a:off x="283972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9" name="Freeform 2078"/>
          <p:cNvSpPr/>
          <p:nvPr/>
        </p:nvSpPr>
        <p:spPr>
          <a:xfrm>
            <a:off x="284353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0" name="Freeform 2079"/>
          <p:cNvSpPr/>
          <p:nvPr/>
        </p:nvSpPr>
        <p:spPr>
          <a:xfrm>
            <a:off x="284607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1" name="Freeform 2080"/>
          <p:cNvSpPr/>
          <p:nvPr/>
        </p:nvSpPr>
        <p:spPr>
          <a:xfrm>
            <a:off x="284861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2" name="Freeform 2081"/>
          <p:cNvSpPr/>
          <p:nvPr/>
        </p:nvSpPr>
        <p:spPr>
          <a:xfrm>
            <a:off x="285242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3" name="Freeform 2082"/>
          <p:cNvSpPr/>
          <p:nvPr/>
        </p:nvSpPr>
        <p:spPr>
          <a:xfrm>
            <a:off x="285496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" name="Freeform 2083"/>
          <p:cNvSpPr/>
          <p:nvPr/>
        </p:nvSpPr>
        <p:spPr>
          <a:xfrm>
            <a:off x="285877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5" name="Freeform 2084"/>
          <p:cNvSpPr/>
          <p:nvPr/>
        </p:nvSpPr>
        <p:spPr>
          <a:xfrm>
            <a:off x="28613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6" name="Freeform 2085"/>
          <p:cNvSpPr/>
          <p:nvPr/>
        </p:nvSpPr>
        <p:spPr>
          <a:xfrm>
            <a:off x="286385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7" name="Freeform 2086"/>
          <p:cNvSpPr/>
          <p:nvPr/>
        </p:nvSpPr>
        <p:spPr>
          <a:xfrm>
            <a:off x="286766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8" name="Freeform 2087"/>
          <p:cNvSpPr/>
          <p:nvPr/>
        </p:nvSpPr>
        <p:spPr>
          <a:xfrm>
            <a:off x="287020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9" name="Freeform 2088"/>
          <p:cNvSpPr/>
          <p:nvPr/>
        </p:nvSpPr>
        <p:spPr>
          <a:xfrm>
            <a:off x="28740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0" name="Freeform 2089"/>
          <p:cNvSpPr/>
          <p:nvPr/>
        </p:nvSpPr>
        <p:spPr>
          <a:xfrm>
            <a:off x="287655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1" name="Freeform 2090"/>
          <p:cNvSpPr/>
          <p:nvPr/>
        </p:nvSpPr>
        <p:spPr>
          <a:xfrm>
            <a:off x="28790900" y="-22669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2" name="Freeform 2091"/>
          <p:cNvSpPr/>
          <p:nvPr/>
        </p:nvSpPr>
        <p:spPr>
          <a:xfrm>
            <a:off x="288290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3" name="Freeform 2092"/>
          <p:cNvSpPr/>
          <p:nvPr/>
        </p:nvSpPr>
        <p:spPr>
          <a:xfrm>
            <a:off x="288544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4" name="Freeform 2093"/>
          <p:cNvSpPr/>
          <p:nvPr/>
        </p:nvSpPr>
        <p:spPr>
          <a:xfrm>
            <a:off x="288925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5" name="Freeform 2094"/>
          <p:cNvSpPr/>
          <p:nvPr/>
        </p:nvSpPr>
        <p:spPr>
          <a:xfrm>
            <a:off x="28917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6" name="Freeform 2095"/>
          <p:cNvSpPr/>
          <p:nvPr/>
        </p:nvSpPr>
        <p:spPr>
          <a:xfrm>
            <a:off x="280543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" name="Freeform 2096"/>
          <p:cNvSpPr/>
          <p:nvPr/>
        </p:nvSpPr>
        <p:spPr>
          <a:xfrm>
            <a:off x="280797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8" name="Freeform 2097"/>
          <p:cNvSpPr/>
          <p:nvPr/>
        </p:nvSpPr>
        <p:spPr>
          <a:xfrm>
            <a:off x="281178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9" name="Freeform 2098"/>
          <p:cNvSpPr/>
          <p:nvPr/>
        </p:nvSpPr>
        <p:spPr>
          <a:xfrm>
            <a:off x="28143200" y="-2261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0" name="Freeform 2099"/>
          <p:cNvSpPr/>
          <p:nvPr/>
        </p:nvSpPr>
        <p:spPr>
          <a:xfrm>
            <a:off x="281686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1" name="Freeform 2100"/>
          <p:cNvSpPr/>
          <p:nvPr/>
        </p:nvSpPr>
        <p:spPr>
          <a:xfrm>
            <a:off x="282067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2" name="Freeform 2101"/>
          <p:cNvSpPr/>
          <p:nvPr/>
        </p:nvSpPr>
        <p:spPr>
          <a:xfrm>
            <a:off x="282321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" name="Freeform 2102"/>
          <p:cNvSpPr/>
          <p:nvPr/>
        </p:nvSpPr>
        <p:spPr>
          <a:xfrm>
            <a:off x="282702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" name="Freeform 2103"/>
          <p:cNvSpPr/>
          <p:nvPr/>
        </p:nvSpPr>
        <p:spPr>
          <a:xfrm>
            <a:off x="282956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Freeform 2104"/>
          <p:cNvSpPr/>
          <p:nvPr/>
        </p:nvSpPr>
        <p:spPr>
          <a:xfrm>
            <a:off x="28321000" y="-2265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6" name="Freeform 2105"/>
          <p:cNvSpPr/>
          <p:nvPr/>
        </p:nvSpPr>
        <p:spPr>
          <a:xfrm>
            <a:off x="283591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7" name="Freeform 2106"/>
          <p:cNvSpPr/>
          <p:nvPr/>
        </p:nvSpPr>
        <p:spPr>
          <a:xfrm>
            <a:off x="28384500" y="-22644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Freeform 2107"/>
          <p:cNvSpPr/>
          <p:nvPr/>
        </p:nvSpPr>
        <p:spPr>
          <a:xfrm>
            <a:off x="284226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9" name="Freeform 2108"/>
          <p:cNvSpPr/>
          <p:nvPr/>
        </p:nvSpPr>
        <p:spPr>
          <a:xfrm>
            <a:off x="284480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0" name="Freeform 2109"/>
          <p:cNvSpPr/>
          <p:nvPr/>
        </p:nvSpPr>
        <p:spPr>
          <a:xfrm>
            <a:off x="284734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Freeform 2110"/>
          <p:cNvSpPr/>
          <p:nvPr/>
        </p:nvSpPr>
        <p:spPr>
          <a:xfrm>
            <a:off x="285115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2" name="Freeform 2111"/>
          <p:cNvSpPr/>
          <p:nvPr/>
        </p:nvSpPr>
        <p:spPr>
          <a:xfrm>
            <a:off x="285369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3" name="Freeform 2112"/>
          <p:cNvSpPr/>
          <p:nvPr/>
        </p:nvSpPr>
        <p:spPr>
          <a:xfrm>
            <a:off x="285750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Freeform 2113"/>
          <p:cNvSpPr/>
          <p:nvPr/>
        </p:nvSpPr>
        <p:spPr>
          <a:xfrm>
            <a:off x="286004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5" name="Freeform 2114"/>
          <p:cNvSpPr/>
          <p:nvPr/>
        </p:nvSpPr>
        <p:spPr>
          <a:xfrm>
            <a:off x="286385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" name="Freeform 2115"/>
          <p:cNvSpPr/>
          <p:nvPr/>
        </p:nvSpPr>
        <p:spPr>
          <a:xfrm>
            <a:off x="28663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7" name="Freeform 2116"/>
          <p:cNvSpPr/>
          <p:nvPr/>
        </p:nvSpPr>
        <p:spPr>
          <a:xfrm>
            <a:off x="286893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8" name="Freeform 2117"/>
          <p:cNvSpPr/>
          <p:nvPr/>
        </p:nvSpPr>
        <p:spPr>
          <a:xfrm>
            <a:off x="28727400" y="-22669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9" name="Freeform 2118"/>
          <p:cNvSpPr/>
          <p:nvPr/>
        </p:nvSpPr>
        <p:spPr>
          <a:xfrm>
            <a:off x="287528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0" name="Freeform 2119"/>
          <p:cNvSpPr/>
          <p:nvPr/>
        </p:nvSpPr>
        <p:spPr>
          <a:xfrm>
            <a:off x="28790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1" name="Freeform 2120"/>
          <p:cNvSpPr/>
          <p:nvPr/>
        </p:nvSpPr>
        <p:spPr>
          <a:xfrm>
            <a:off x="288163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2" name="Freeform 2121"/>
          <p:cNvSpPr/>
          <p:nvPr/>
        </p:nvSpPr>
        <p:spPr>
          <a:xfrm>
            <a:off x="28841700" y="-22682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3" name="Freeform 2122"/>
          <p:cNvSpPr/>
          <p:nvPr/>
        </p:nvSpPr>
        <p:spPr>
          <a:xfrm>
            <a:off x="288798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4" name="Freeform 2123"/>
          <p:cNvSpPr/>
          <p:nvPr/>
        </p:nvSpPr>
        <p:spPr>
          <a:xfrm>
            <a:off x="289052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5" name="Freeform 2124"/>
          <p:cNvSpPr/>
          <p:nvPr/>
        </p:nvSpPr>
        <p:spPr>
          <a:xfrm>
            <a:off x="28041600" y="-2261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6" name="Freeform 2125"/>
          <p:cNvSpPr/>
          <p:nvPr/>
        </p:nvSpPr>
        <p:spPr>
          <a:xfrm>
            <a:off x="280670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7" name="Freeform 2126"/>
          <p:cNvSpPr/>
          <p:nvPr/>
        </p:nvSpPr>
        <p:spPr>
          <a:xfrm>
            <a:off x="281051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8" name="Freeform 2127"/>
          <p:cNvSpPr/>
          <p:nvPr/>
        </p:nvSpPr>
        <p:spPr>
          <a:xfrm>
            <a:off x="281305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9" name="Freeform 2128"/>
          <p:cNvSpPr/>
          <p:nvPr/>
        </p:nvSpPr>
        <p:spPr>
          <a:xfrm>
            <a:off x="281559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" name="Freeform 2129"/>
          <p:cNvSpPr/>
          <p:nvPr/>
        </p:nvSpPr>
        <p:spPr>
          <a:xfrm>
            <a:off x="28194000" y="-2263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1" name="Freeform 2130"/>
          <p:cNvSpPr/>
          <p:nvPr/>
        </p:nvSpPr>
        <p:spPr>
          <a:xfrm>
            <a:off x="282194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2" name="Freeform 2131"/>
          <p:cNvSpPr/>
          <p:nvPr/>
        </p:nvSpPr>
        <p:spPr>
          <a:xfrm>
            <a:off x="282575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3" name="Freeform 2132"/>
          <p:cNvSpPr/>
          <p:nvPr/>
        </p:nvSpPr>
        <p:spPr>
          <a:xfrm>
            <a:off x="282829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4" name="Freeform 2133"/>
          <p:cNvSpPr/>
          <p:nvPr/>
        </p:nvSpPr>
        <p:spPr>
          <a:xfrm>
            <a:off x="283210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5" name="Freeform 2134"/>
          <p:cNvSpPr/>
          <p:nvPr/>
        </p:nvSpPr>
        <p:spPr>
          <a:xfrm>
            <a:off x="283464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6" name="Freeform 2135"/>
          <p:cNvSpPr/>
          <p:nvPr/>
        </p:nvSpPr>
        <p:spPr>
          <a:xfrm>
            <a:off x="283718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7" name="Freeform 2136"/>
          <p:cNvSpPr/>
          <p:nvPr/>
        </p:nvSpPr>
        <p:spPr>
          <a:xfrm>
            <a:off x="284099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8" name="Freeform 2137"/>
          <p:cNvSpPr/>
          <p:nvPr/>
        </p:nvSpPr>
        <p:spPr>
          <a:xfrm>
            <a:off x="284353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9" name="Freeform 2138"/>
          <p:cNvSpPr/>
          <p:nvPr/>
        </p:nvSpPr>
        <p:spPr>
          <a:xfrm>
            <a:off x="284734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" name="Freeform 2139"/>
          <p:cNvSpPr/>
          <p:nvPr/>
        </p:nvSpPr>
        <p:spPr>
          <a:xfrm>
            <a:off x="284988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1" name="Freeform 2140"/>
          <p:cNvSpPr/>
          <p:nvPr/>
        </p:nvSpPr>
        <p:spPr>
          <a:xfrm>
            <a:off x="285242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" name="Freeform 2141"/>
          <p:cNvSpPr/>
          <p:nvPr/>
        </p:nvSpPr>
        <p:spPr>
          <a:xfrm>
            <a:off x="285623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" name="Freeform 2142"/>
          <p:cNvSpPr/>
          <p:nvPr/>
        </p:nvSpPr>
        <p:spPr>
          <a:xfrm>
            <a:off x="285877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" name="Freeform 2143"/>
          <p:cNvSpPr/>
          <p:nvPr/>
        </p:nvSpPr>
        <p:spPr>
          <a:xfrm>
            <a:off x="286258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5" name="Freeform 2144"/>
          <p:cNvSpPr/>
          <p:nvPr/>
        </p:nvSpPr>
        <p:spPr>
          <a:xfrm>
            <a:off x="286512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6" name="Freeform 2145"/>
          <p:cNvSpPr/>
          <p:nvPr/>
        </p:nvSpPr>
        <p:spPr>
          <a:xfrm>
            <a:off x="286766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" name="Freeform 2146"/>
          <p:cNvSpPr/>
          <p:nvPr/>
        </p:nvSpPr>
        <p:spPr>
          <a:xfrm>
            <a:off x="287147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8" name="Freeform 2147"/>
          <p:cNvSpPr/>
          <p:nvPr/>
        </p:nvSpPr>
        <p:spPr>
          <a:xfrm>
            <a:off x="287401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9" name="Freeform 2148"/>
          <p:cNvSpPr/>
          <p:nvPr/>
        </p:nvSpPr>
        <p:spPr>
          <a:xfrm>
            <a:off x="28778200" y="-22682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0" name="Freeform 2149"/>
          <p:cNvSpPr/>
          <p:nvPr/>
        </p:nvSpPr>
        <p:spPr>
          <a:xfrm>
            <a:off x="288036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1" name="Freeform 2150"/>
          <p:cNvSpPr/>
          <p:nvPr/>
        </p:nvSpPr>
        <p:spPr>
          <a:xfrm>
            <a:off x="288417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2" name="Freeform 2151"/>
          <p:cNvSpPr/>
          <p:nvPr/>
        </p:nvSpPr>
        <p:spPr>
          <a:xfrm>
            <a:off x="288671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3" name="Freeform 2152"/>
          <p:cNvSpPr/>
          <p:nvPr/>
        </p:nvSpPr>
        <p:spPr>
          <a:xfrm>
            <a:off x="28892500" y="-22694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4" name="Freeform 2153"/>
          <p:cNvSpPr/>
          <p:nvPr/>
        </p:nvSpPr>
        <p:spPr>
          <a:xfrm>
            <a:off x="280289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5" name="Freeform 2154"/>
          <p:cNvSpPr/>
          <p:nvPr/>
        </p:nvSpPr>
        <p:spPr>
          <a:xfrm>
            <a:off x="280543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6" name="Freeform 2155"/>
          <p:cNvSpPr/>
          <p:nvPr/>
        </p:nvSpPr>
        <p:spPr>
          <a:xfrm>
            <a:off x="28092400" y="-2263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7" name="Freeform 2156"/>
          <p:cNvSpPr/>
          <p:nvPr/>
        </p:nvSpPr>
        <p:spPr>
          <a:xfrm>
            <a:off x="281178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8" name="Freeform 2157"/>
          <p:cNvSpPr/>
          <p:nvPr/>
        </p:nvSpPr>
        <p:spPr>
          <a:xfrm>
            <a:off x="281559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9" name="Freeform 2158"/>
          <p:cNvSpPr/>
          <p:nvPr/>
        </p:nvSpPr>
        <p:spPr>
          <a:xfrm>
            <a:off x="281813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0" name="Freeform 2159"/>
          <p:cNvSpPr/>
          <p:nvPr/>
        </p:nvSpPr>
        <p:spPr>
          <a:xfrm>
            <a:off x="282067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1" name="Freeform 2160"/>
          <p:cNvSpPr/>
          <p:nvPr/>
        </p:nvSpPr>
        <p:spPr>
          <a:xfrm>
            <a:off x="282448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2" name="Freeform 2161"/>
          <p:cNvSpPr/>
          <p:nvPr/>
        </p:nvSpPr>
        <p:spPr>
          <a:xfrm>
            <a:off x="282702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3" name="Freeform 2162"/>
          <p:cNvSpPr/>
          <p:nvPr/>
        </p:nvSpPr>
        <p:spPr>
          <a:xfrm>
            <a:off x="283083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" name="Freeform 2163"/>
          <p:cNvSpPr/>
          <p:nvPr/>
        </p:nvSpPr>
        <p:spPr>
          <a:xfrm>
            <a:off x="283337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5" name="Freeform 2164"/>
          <p:cNvSpPr/>
          <p:nvPr/>
        </p:nvSpPr>
        <p:spPr>
          <a:xfrm>
            <a:off x="283718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6" name="Freeform 2165"/>
          <p:cNvSpPr/>
          <p:nvPr/>
        </p:nvSpPr>
        <p:spPr>
          <a:xfrm>
            <a:off x="283972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7" name="Freeform 2166"/>
          <p:cNvSpPr/>
          <p:nvPr/>
        </p:nvSpPr>
        <p:spPr>
          <a:xfrm>
            <a:off x="284226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8" name="Freeform 2167"/>
          <p:cNvSpPr/>
          <p:nvPr/>
        </p:nvSpPr>
        <p:spPr>
          <a:xfrm>
            <a:off x="284607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9" name="Freeform 2168"/>
          <p:cNvSpPr/>
          <p:nvPr/>
        </p:nvSpPr>
        <p:spPr>
          <a:xfrm>
            <a:off x="28486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0" name="Freeform 2169"/>
          <p:cNvSpPr/>
          <p:nvPr/>
        </p:nvSpPr>
        <p:spPr>
          <a:xfrm>
            <a:off x="28524200" y="-22669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1" name="Freeform 2170"/>
          <p:cNvSpPr/>
          <p:nvPr/>
        </p:nvSpPr>
        <p:spPr>
          <a:xfrm>
            <a:off x="285496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2" name="Freeform 2171"/>
          <p:cNvSpPr/>
          <p:nvPr/>
        </p:nvSpPr>
        <p:spPr>
          <a:xfrm>
            <a:off x="285750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3" name="Freeform 2172"/>
          <p:cNvSpPr/>
          <p:nvPr/>
        </p:nvSpPr>
        <p:spPr>
          <a:xfrm>
            <a:off x="286131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4" name="Freeform 2173"/>
          <p:cNvSpPr/>
          <p:nvPr/>
        </p:nvSpPr>
        <p:spPr>
          <a:xfrm>
            <a:off x="286385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5" name="Freeform 2174"/>
          <p:cNvSpPr/>
          <p:nvPr/>
        </p:nvSpPr>
        <p:spPr>
          <a:xfrm>
            <a:off x="286766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6" name="Freeform 2175"/>
          <p:cNvSpPr/>
          <p:nvPr/>
        </p:nvSpPr>
        <p:spPr>
          <a:xfrm>
            <a:off x="287020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7" name="Freeform 2176"/>
          <p:cNvSpPr/>
          <p:nvPr/>
        </p:nvSpPr>
        <p:spPr>
          <a:xfrm>
            <a:off x="287274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8" name="Freeform 2177"/>
          <p:cNvSpPr/>
          <p:nvPr/>
        </p:nvSpPr>
        <p:spPr>
          <a:xfrm>
            <a:off x="287655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9" name="Freeform 2178"/>
          <p:cNvSpPr/>
          <p:nvPr/>
        </p:nvSpPr>
        <p:spPr>
          <a:xfrm>
            <a:off x="287909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0" name="Freeform 2179"/>
          <p:cNvSpPr/>
          <p:nvPr/>
        </p:nvSpPr>
        <p:spPr>
          <a:xfrm>
            <a:off x="28829000" y="-22694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1" name="Freeform 2180"/>
          <p:cNvSpPr/>
          <p:nvPr/>
        </p:nvSpPr>
        <p:spPr>
          <a:xfrm>
            <a:off x="288544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2" name="Freeform 2181"/>
          <p:cNvSpPr/>
          <p:nvPr/>
        </p:nvSpPr>
        <p:spPr>
          <a:xfrm>
            <a:off x="288925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3" name="Freeform 2182"/>
          <p:cNvSpPr/>
          <p:nvPr/>
        </p:nvSpPr>
        <p:spPr>
          <a:xfrm>
            <a:off x="280162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4" name="Freeform 2183"/>
          <p:cNvSpPr/>
          <p:nvPr/>
        </p:nvSpPr>
        <p:spPr>
          <a:xfrm>
            <a:off x="280543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5" name="Freeform 2184"/>
          <p:cNvSpPr/>
          <p:nvPr/>
        </p:nvSpPr>
        <p:spPr>
          <a:xfrm>
            <a:off x="280797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6" name="Freeform 2185"/>
          <p:cNvSpPr/>
          <p:nvPr/>
        </p:nvSpPr>
        <p:spPr>
          <a:xfrm>
            <a:off x="281051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7" name="Freeform 2186"/>
          <p:cNvSpPr/>
          <p:nvPr/>
        </p:nvSpPr>
        <p:spPr>
          <a:xfrm>
            <a:off x="281432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8" name="Freeform 2187"/>
          <p:cNvSpPr/>
          <p:nvPr/>
        </p:nvSpPr>
        <p:spPr>
          <a:xfrm>
            <a:off x="281686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9" name="Freeform 2188"/>
          <p:cNvSpPr/>
          <p:nvPr/>
        </p:nvSpPr>
        <p:spPr>
          <a:xfrm>
            <a:off x="282067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0" name="Freeform 2189"/>
          <p:cNvSpPr/>
          <p:nvPr/>
        </p:nvSpPr>
        <p:spPr>
          <a:xfrm>
            <a:off x="282321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1" name="Freeform 2190"/>
          <p:cNvSpPr/>
          <p:nvPr/>
        </p:nvSpPr>
        <p:spPr>
          <a:xfrm>
            <a:off x="282575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2" name="Freeform 2191"/>
          <p:cNvSpPr/>
          <p:nvPr/>
        </p:nvSpPr>
        <p:spPr>
          <a:xfrm>
            <a:off x="282956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3" name="Freeform 2192"/>
          <p:cNvSpPr/>
          <p:nvPr/>
        </p:nvSpPr>
        <p:spPr>
          <a:xfrm>
            <a:off x="283210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4" name="Freeform 2193"/>
          <p:cNvSpPr/>
          <p:nvPr/>
        </p:nvSpPr>
        <p:spPr>
          <a:xfrm>
            <a:off x="28359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5" name="Freeform 2194"/>
          <p:cNvSpPr/>
          <p:nvPr/>
        </p:nvSpPr>
        <p:spPr>
          <a:xfrm>
            <a:off x="283845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6" name="Freeform 2195"/>
          <p:cNvSpPr/>
          <p:nvPr/>
        </p:nvSpPr>
        <p:spPr>
          <a:xfrm>
            <a:off x="28409900" y="-22669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7" name="Freeform 2196"/>
          <p:cNvSpPr/>
          <p:nvPr/>
        </p:nvSpPr>
        <p:spPr>
          <a:xfrm>
            <a:off x="284480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8" name="Freeform 2197"/>
          <p:cNvSpPr/>
          <p:nvPr/>
        </p:nvSpPr>
        <p:spPr>
          <a:xfrm>
            <a:off x="284734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9" name="Freeform 2198"/>
          <p:cNvSpPr/>
          <p:nvPr/>
        </p:nvSpPr>
        <p:spPr>
          <a:xfrm>
            <a:off x="285115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0" name="Freeform 2199"/>
          <p:cNvSpPr/>
          <p:nvPr/>
        </p:nvSpPr>
        <p:spPr>
          <a:xfrm>
            <a:off x="285369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1" name="Freeform 2200"/>
          <p:cNvSpPr/>
          <p:nvPr/>
        </p:nvSpPr>
        <p:spPr>
          <a:xfrm>
            <a:off x="285750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2" name="Freeform 2201"/>
          <p:cNvSpPr/>
          <p:nvPr/>
        </p:nvSpPr>
        <p:spPr>
          <a:xfrm>
            <a:off x="286004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3" name="Freeform 2202"/>
          <p:cNvSpPr/>
          <p:nvPr/>
        </p:nvSpPr>
        <p:spPr>
          <a:xfrm>
            <a:off x="286258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4" name="Freeform 2203"/>
          <p:cNvSpPr/>
          <p:nvPr/>
        </p:nvSpPr>
        <p:spPr>
          <a:xfrm>
            <a:off x="286639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5" name="Freeform 2204"/>
          <p:cNvSpPr/>
          <p:nvPr/>
        </p:nvSpPr>
        <p:spPr>
          <a:xfrm>
            <a:off x="286893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6" name="Freeform 2205"/>
          <p:cNvSpPr/>
          <p:nvPr/>
        </p:nvSpPr>
        <p:spPr>
          <a:xfrm>
            <a:off x="28727400" y="-22694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7" name="Freeform 2206"/>
          <p:cNvSpPr/>
          <p:nvPr/>
        </p:nvSpPr>
        <p:spPr>
          <a:xfrm>
            <a:off x="287528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8" name="Freeform 2207"/>
          <p:cNvSpPr/>
          <p:nvPr/>
        </p:nvSpPr>
        <p:spPr>
          <a:xfrm>
            <a:off x="287782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9" name="Freeform 2208"/>
          <p:cNvSpPr/>
          <p:nvPr/>
        </p:nvSpPr>
        <p:spPr>
          <a:xfrm>
            <a:off x="288163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0" name="Freeform 2209"/>
          <p:cNvSpPr/>
          <p:nvPr/>
        </p:nvSpPr>
        <p:spPr>
          <a:xfrm>
            <a:off x="288417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1" name="Freeform 2210"/>
          <p:cNvSpPr/>
          <p:nvPr/>
        </p:nvSpPr>
        <p:spPr>
          <a:xfrm>
            <a:off x="288798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2" name="Freeform 2211"/>
          <p:cNvSpPr/>
          <p:nvPr/>
        </p:nvSpPr>
        <p:spPr>
          <a:xfrm>
            <a:off x="280035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3" name="Freeform 2212"/>
          <p:cNvSpPr/>
          <p:nvPr/>
        </p:nvSpPr>
        <p:spPr>
          <a:xfrm>
            <a:off x="280416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4" name="Freeform 2213"/>
          <p:cNvSpPr/>
          <p:nvPr/>
        </p:nvSpPr>
        <p:spPr>
          <a:xfrm>
            <a:off x="280670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5" name="Freeform 2214"/>
          <p:cNvSpPr/>
          <p:nvPr/>
        </p:nvSpPr>
        <p:spPr>
          <a:xfrm>
            <a:off x="280924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6" name="Freeform 2215"/>
          <p:cNvSpPr/>
          <p:nvPr/>
        </p:nvSpPr>
        <p:spPr>
          <a:xfrm>
            <a:off x="281305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7" name="Freeform 2216"/>
          <p:cNvSpPr/>
          <p:nvPr/>
        </p:nvSpPr>
        <p:spPr>
          <a:xfrm>
            <a:off x="281559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8" name="Freeform 2217"/>
          <p:cNvSpPr/>
          <p:nvPr/>
        </p:nvSpPr>
        <p:spPr>
          <a:xfrm>
            <a:off x="281940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9" name="Freeform 2218"/>
          <p:cNvSpPr/>
          <p:nvPr/>
        </p:nvSpPr>
        <p:spPr>
          <a:xfrm>
            <a:off x="282194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0" name="Freeform 2219"/>
          <p:cNvSpPr/>
          <p:nvPr/>
        </p:nvSpPr>
        <p:spPr>
          <a:xfrm>
            <a:off x="282575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1" name="Freeform 2220"/>
          <p:cNvSpPr/>
          <p:nvPr/>
        </p:nvSpPr>
        <p:spPr>
          <a:xfrm>
            <a:off x="282829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2" name="Freeform 2221"/>
          <p:cNvSpPr/>
          <p:nvPr/>
        </p:nvSpPr>
        <p:spPr>
          <a:xfrm>
            <a:off x="283083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3" name="Freeform 2222"/>
          <p:cNvSpPr/>
          <p:nvPr/>
        </p:nvSpPr>
        <p:spPr>
          <a:xfrm>
            <a:off x="283464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4" name="Freeform 2223"/>
          <p:cNvSpPr/>
          <p:nvPr/>
        </p:nvSpPr>
        <p:spPr>
          <a:xfrm>
            <a:off x="283718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5" name="Freeform 2224"/>
          <p:cNvSpPr/>
          <p:nvPr/>
        </p:nvSpPr>
        <p:spPr>
          <a:xfrm>
            <a:off x="28409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6" name="Freeform 2225"/>
          <p:cNvSpPr/>
          <p:nvPr/>
        </p:nvSpPr>
        <p:spPr>
          <a:xfrm>
            <a:off x="284353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7" name="Freeform 2226"/>
          <p:cNvSpPr/>
          <p:nvPr/>
        </p:nvSpPr>
        <p:spPr>
          <a:xfrm>
            <a:off x="28460700" y="-22682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8" name="Freeform 2227"/>
          <p:cNvSpPr/>
          <p:nvPr/>
        </p:nvSpPr>
        <p:spPr>
          <a:xfrm>
            <a:off x="284988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9" name="Freeform 2228"/>
          <p:cNvSpPr/>
          <p:nvPr/>
        </p:nvSpPr>
        <p:spPr>
          <a:xfrm>
            <a:off x="285242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0" name="Freeform 2229"/>
          <p:cNvSpPr/>
          <p:nvPr/>
        </p:nvSpPr>
        <p:spPr>
          <a:xfrm>
            <a:off x="285623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1" name="Freeform 2230"/>
          <p:cNvSpPr/>
          <p:nvPr/>
        </p:nvSpPr>
        <p:spPr>
          <a:xfrm>
            <a:off x="285877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2" name="Freeform 2231"/>
          <p:cNvSpPr/>
          <p:nvPr/>
        </p:nvSpPr>
        <p:spPr>
          <a:xfrm>
            <a:off x="28613100" y="-2272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3" name="Freeform 2232"/>
          <p:cNvSpPr/>
          <p:nvPr/>
        </p:nvSpPr>
        <p:spPr>
          <a:xfrm>
            <a:off x="286512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4" name="Freeform 2233"/>
          <p:cNvSpPr/>
          <p:nvPr/>
        </p:nvSpPr>
        <p:spPr>
          <a:xfrm>
            <a:off x="286766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5" name="Freeform 2234"/>
          <p:cNvSpPr/>
          <p:nvPr/>
        </p:nvSpPr>
        <p:spPr>
          <a:xfrm>
            <a:off x="287147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6" name="Freeform 2235"/>
          <p:cNvSpPr/>
          <p:nvPr/>
        </p:nvSpPr>
        <p:spPr>
          <a:xfrm>
            <a:off x="287401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7" name="Freeform 2236"/>
          <p:cNvSpPr/>
          <p:nvPr/>
        </p:nvSpPr>
        <p:spPr>
          <a:xfrm>
            <a:off x="28778200" y="-22707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8" name="Freeform 2237"/>
          <p:cNvSpPr/>
          <p:nvPr/>
        </p:nvSpPr>
        <p:spPr>
          <a:xfrm>
            <a:off x="288036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9" name="Freeform 2238"/>
          <p:cNvSpPr/>
          <p:nvPr/>
        </p:nvSpPr>
        <p:spPr>
          <a:xfrm>
            <a:off x="28829000" y="-2272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0" name="Freeform 2239"/>
          <p:cNvSpPr/>
          <p:nvPr/>
        </p:nvSpPr>
        <p:spPr>
          <a:xfrm>
            <a:off x="288671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1" name="Freeform 2240"/>
          <p:cNvSpPr/>
          <p:nvPr/>
        </p:nvSpPr>
        <p:spPr>
          <a:xfrm>
            <a:off x="279908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2" name="Freeform 2241"/>
          <p:cNvSpPr/>
          <p:nvPr/>
        </p:nvSpPr>
        <p:spPr>
          <a:xfrm>
            <a:off x="280289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3" name="Freeform 2242"/>
          <p:cNvSpPr/>
          <p:nvPr/>
        </p:nvSpPr>
        <p:spPr>
          <a:xfrm>
            <a:off x="280543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4" name="Freeform 2243"/>
          <p:cNvSpPr/>
          <p:nvPr/>
        </p:nvSpPr>
        <p:spPr>
          <a:xfrm>
            <a:off x="280924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5" name="Freeform 2244"/>
          <p:cNvSpPr/>
          <p:nvPr/>
        </p:nvSpPr>
        <p:spPr>
          <a:xfrm>
            <a:off x="281178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6" name="Freeform 2245"/>
          <p:cNvSpPr/>
          <p:nvPr/>
        </p:nvSpPr>
        <p:spPr>
          <a:xfrm>
            <a:off x="281432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7" name="Freeform 2246"/>
          <p:cNvSpPr/>
          <p:nvPr/>
        </p:nvSpPr>
        <p:spPr>
          <a:xfrm>
            <a:off x="281813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8" name="Freeform 2247"/>
          <p:cNvSpPr/>
          <p:nvPr/>
        </p:nvSpPr>
        <p:spPr>
          <a:xfrm>
            <a:off x="282067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9" name="Freeform 2248"/>
          <p:cNvSpPr/>
          <p:nvPr/>
        </p:nvSpPr>
        <p:spPr>
          <a:xfrm>
            <a:off x="282448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0" name="Freeform 2249"/>
          <p:cNvSpPr/>
          <p:nvPr/>
        </p:nvSpPr>
        <p:spPr>
          <a:xfrm>
            <a:off x="282702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1" name="Freeform 2250"/>
          <p:cNvSpPr/>
          <p:nvPr/>
        </p:nvSpPr>
        <p:spPr>
          <a:xfrm>
            <a:off x="282956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2" name="Freeform 2251"/>
          <p:cNvSpPr/>
          <p:nvPr/>
        </p:nvSpPr>
        <p:spPr>
          <a:xfrm>
            <a:off x="283337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3" name="Freeform 2252"/>
          <p:cNvSpPr/>
          <p:nvPr/>
        </p:nvSpPr>
        <p:spPr>
          <a:xfrm>
            <a:off x="283591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4" name="Freeform 2253"/>
          <p:cNvSpPr/>
          <p:nvPr/>
        </p:nvSpPr>
        <p:spPr>
          <a:xfrm>
            <a:off x="28397200" y="-22682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5" name="Freeform 2254"/>
          <p:cNvSpPr/>
          <p:nvPr/>
        </p:nvSpPr>
        <p:spPr>
          <a:xfrm>
            <a:off x="284226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6" name="Freeform 2255"/>
          <p:cNvSpPr/>
          <p:nvPr/>
        </p:nvSpPr>
        <p:spPr>
          <a:xfrm>
            <a:off x="284607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7" name="Freeform 2256"/>
          <p:cNvSpPr/>
          <p:nvPr/>
        </p:nvSpPr>
        <p:spPr>
          <a:xfrm>
            <a:off x="284861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8" name="Freeform 2257"/>
          <p:cNvSpPr/>
          <p:nvPr/>
        </p:nvSpPr>
        <p:spPr>
          <a:xfrm>
            <a:off x="285115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9" name="Freeform 2258"/>
          <p:cNvSpPr/>
          <p:nvPr/>
        </p:nvSpPr>
        <p:spPr>
          <a:xfrm>
            <a:off x="28549600" y="-2272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0" name="Freeform 2259"/>
          <p:cNvSpPr/>
          <p:nvPr/>
        </p:nvSpPr>
        <p:spPr>
          <a:xfrm>
            <a:off x="285750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1" name="Freeform 2260"/>
          <p:cNvSpPr/>
          <p:nvPr/>
        </p:nvSpPr>
        <p:spPr>
          <a:xfrm>
            <a:off x="286131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2" name="Freeform 2261"/>
          <p:cNvSpPr/>
          <p:nvPr/>
        </p:nvSpPr>
        <p:spPr>
          <a:xfrm>
            <a:off x="286385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3" name="Freeform 2262"/>
          <p:cNvSpPr/>
          <p:nvPr/>
        </p:nvSpPr>
        <p:spPr>
          <a:xfrm>
            <a:off x="28663900" y="-22707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4" name="Freeform 2263"/>
          <p:cNvSpPr/>
          <p:nvPr/>
        </p:nvSpPr>
        <p:spPr>
          <a:xfrm>
            <a:off x="287020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5" name="Freeform 2264"/>
          <p:cNvSpPr/>
          <p:nvPr/>
        </p:nvSpPr>
        <p:spPr>
          <a:xfrm>
            <a:off x="28727400" y="-2272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6" name="Freeform 2265"/>
          <p:cNvSpPr/>
          <p:nvPr/>
        </p:nvSpPr>
        <p:spPr>
          <a:xfrm>
            <a:off x="287655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7" name="Freeform 2266"/>
          <p:cNvSpPr/>
          <p:nvPr/>
        </p:nvSpPr>
        <p:spPr>
          <a:xfrm>
            <a:off x="287909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8" name="Freeform 2267"/>
          <p:cNvSpPr/>
          <p:nvPr/>
        </p:nvSpPr>
        <p:spPr>
          <a:xfrm>
            <a:off x="28816300" y="-2272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9" name="Freeform 2268"/>
          <p:cNvSpPr/>
          <p:nvPr/>
        </p:nvSpPr>
        <p:spPr>
          <a:xfrm>
            <a:off x="288544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0" name="Freeform 2269"/>
          <p:cNvSpPr/>
          <p:nvPr/>
        </p:nvSpPr>
        <p:spPr>
          <a:xfrm>
            <a:off x="27978100" y="-22656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1" name="Freeform 2270"/>
          <p:cNvSpPr/>
          <p:nvPr/>
        </p:nvSpPr>
        <p:spPr>
          <a:xfrm>
            <a:off x="280162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2" name="Freeform 2271"/>
          <p:cNvSpPr/>
          <p:nvPr/>
        </p:nvSpPr>
        <p:spPr>
          <a:xfrm>
            <a:off x="280416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3" name="Freeform 2272"/>
          <p:cNvSpPr/>
          <p:nvPr/>
        </p:nvSpPr>
        <p:spPr>
          <a:xfrm>
            <a:off x="280797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4" name="Freeform 2273"/>
          <p:cNvSpPr/>
          <p:nvPr/>
        </p:nvSpPr>
        <p:spPr>
          <a:xfrm>
            <a:off x="28105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5" name="Freeform 2274"/>
          <p:cNvSpPr/>
          <p:nvPr/>
        </p:nvSpPr>
        <p:spPr>
          <a:xfrm>
            <a:off x="28143200" y="-22669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6" name="Freeform 2275"/>
          <p:cNvSpPr/>
          <p:nvPr/>
        </p:nvSpPr>
        <p:spPr>
          <a:xfrm>
            <a:off x="281686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7" name="Freeform 2276"/>
          <p:cNvSpPr/>
          <p:nvPr/>
        </p:nvSpPr>
        <p:spPr>
          <a:xfrm>
            <a:off x="281940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8" name="Freeform 2277"/>
          <p:cNvSpPr/>
          <p:nvPr/>
        </p:nvSpPr>
        <p:spPr>
          <a:xfrm>
            <a:off x="282321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9" name="Freeform 2278"/>
          <p:cNvSpPr/>
          <p:nvPr/>
        </p:nvSpPr>
        <p:spPr>
          <a:xfrm>
            <a:off x="282575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0" name="Freeform 2279"/>
          <p:cNvSpPr/>
          <p:nvPr/>
        </p:nvSpPr>
        <p:spPr>
          <a:xfrm>
            <a:off x="282956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1" name="Freeform 2280"/>
          <p:cNvSpPr/>
          <p:nvPr/>
        </p:nvSpPr>
        <p:spPr>
          <a:xfrm>
            <a:off x="283210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2" name="Freeform 2281"/>
          <p:cNvSpPr/>
          <p:nvPr/>
        </p:nvSpPr>
        <p:spPr>
          <a:xfrm>
            <a:off x="283464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3" name="Freeform 2282"/>
          <p:cNvSpPr/>
          <p:nvPr/>
        </p:nvSpPr>
        <p:spPr>
          <a:xfrm>
            <a:off x="283845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4" name="Freeform 2283"/>
          <p:cNvSpPr/>
          <p:nvPr/>
        </p:nvSpPr>
        <p:spPr>
          <a:xfrm>
            <a:off x="284099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5" name="Freeform 2284"/>
          <p:cNvSpPr/>
          <p:nvPr/>
        </p:nvSpPr>
        <p:spPr>
          <a:xfrm>
            <a:off x="28448000" y="-22694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6" name="Freeform 2285"/>
          <p:cNvSpPr/>
          <p:nvPr/>
        </p:nvSpPr>
        <p:spPr>
          <a:xfrm>
            <a:off x="284734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7" name="Freeform 2286"/>
          <p:cNvSpPr/>
          <p:nvPr/>
        </p:nvSpPr>
        <p:spPr>
          <a:xfrm>
            <a:off x="284988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8" name="Freeform 2287"/>
          <p:cNvSpPr/>
          <p:nvPr/>
        </p:nvSpPr>
        <p:spPr>
          <a:xfrm>
            <a:off x="285369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9" name="Freeform 2288"/>
          <p:cNvSpPr/>
          <p:nvPr/>
        </p:nvSpPr>
        <p:spPr>
          <a:xfrm>
            <a:off x="285623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0" name="Freeform 2289"/>
          <p:cNvSpPr/>
          <p:nvPr/>
        </p:nvSpPr>
        <p:spPr>
          <a:xfrm>
            <a:off x="286004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1" name="Freeform 2290"/>
          <p:cNvSpPr/>
          <p:nvPr/>
        </p:nvSpPr>
        <p:spPr>
          <a:xfrm>
            <a:off x="286258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2" name="Freeform 2291"/>
          <p:cNvSpPr/>
          <p:nvPr/>
        </p:nvSpPr>
        <p:spPr>
          <a:xfrm>
            <a:off x="286639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3" name="Freeform 2292"/>
          <p:cNvSpPr/>
          <p:nvPr/>
        </p:nvSpPr>
        <p:spPr>
          <a:xfrm>
            <a:off x="286893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4" name="Freeform 2293"/>
          <p:cNvSpPr/>
          <p:nvPr/>
        </p:nvSpPr>
        <p:spPr>
          <a:xfrm>
            <a:off x="28714700" y="-2272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5" name="Freeform 2294"/>
          <p:cNvSpPr/>
          <p:nvPr/>
        </p:nvSpPr>
        <p:spPr>
          <a:xfrm>
            <a:off x="287528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6" name="Freeform 2295"/>
          <p:cNvSpPr/>
          <p:nvPr/>
        </p:nvSpPr>
        <p:spPr>
          <a:xfrm>
            <a:off x="287782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7" name="Freeform 2296"/>
          <p:cNvSpPr/>
          <p:nvPr/>
        </p:nvSpPr>
        <p:spPr>
          <a:xfrm>
            <a:off x="288163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8" name="Freeform 2297"/>
          <p:cNvSpPr/>
          <p:nvPr/>
        </p:nvSpPr>
        <p:spPr>
          <a:xfrm>
            <a:off x="288417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9" name="Freeform 2298"/>
          <p:cNvSpPr/>
          <p:nvPr/>
        </p:nvSpPr>
        <p:spPr>
          <a:xfrm>
            <a:off x="27978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0" name="Freeform 2299"/>
          <p:cNvSpPr/>
          <p:nvPr/>
        </p:nvSpPr>
        <p:spPr>
          <a:xfrm>
            <a:off x="280035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1" name="Freeform 2300"/>
          <p:cNvSpPr/>
          <p:nvPr/>
        </p:nvSpPr>
        <p:spPr>
          <a:xfrm>
            <a:off x="28028900" y="-22669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2" name="Freeform 2301"/>
          <p:cNvSpPr/>
          <p:nvPr/>
        </p:nvSpPr>
        <p:spPr>
          <a:xfrm>
            <a:off x="280670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3" name="Freeform 2302"/>
          <p:cNvSpPr/>
          <p:nvPr/>
        </p:nvSpPr>
        <p:spPr>
          <a:xfrm>
            <a:off x="280924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4" name="Freeform 2303"/>
          <p:cNvSpPr/>
          <p:nvPr/>
        </p:nvSpPr>
        <p:spPr>
          <a:xfrm>
            <a:off x="281305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5" name="Freeform 2304"/>
          <p:cNvSpPr/>
          <p:nvPr/>
        </p:nvSpPr>
        <p:spPr>
          <a:xfrm>
            <a:off x="28155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6" name="Freeform 2305"/>
          <p:cNvSpPr/>
          <p:nvPr/>
        </p:nvSpPr>
        <p:spPr>
          <a:xfrm>
            <a:off x="28181300" y="-22682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7" name="Freeform 2306"/>
          <p:cNvSpPr/>
          <p:nvPr/>
        </p:nvSpPr>
        <p:spPr>
          <a:xfrm>
            <a:off x="282194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8" name="Freeform 2307"/>
          <p:cNvSpPr/>
          <p:nvPr/>
        </p:nvSpPr>
        <p:spPr>
          <a:xfrm>
            <a:off x="282448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9" name="Freeform 2308"/>
          <p:cNvSpPr/>
          <p:nvPr/>
        </p:nvSpPr>
        <p:spPr>
          <a:xfrm>
            <a:off x="282829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0" name="Freeform 2309"/>
          <p:cNvSpPr/>
          <p:nvPr/>
        </p:nvSpPr>
        <p:spPr>
          <a:xfrm>
            <a:off x="283083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1" name="Freeform 2310"/>
          <p:cNvSpPr/>
          <p:nvPr/>
        </p:nvSpPr>
        <p:spPr>
          <a:xfrm>
            <a:off x="28346400" y="-22694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2" name="Freeform 2311"/>
          <p:cNvSpPr/>
          <p:nvPr/>
        </p:nvSpPr>
        <p:spPr>
          <a:xfrm>
            <a:off x="283718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3" name="Freeform 2312"/>
          <p:cNvSpPr/>
          <p:nvPr/>
        </p:nvSpPr>
        <p:spPr>
          <a:xfrm>
            <a:off x="283972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4" name="Freeform 2313"/>
          <p:cNvSpPr/>
          <p:nvPr/>
        </p:nvSpPr>
        <p:spPr>
          <a:xfrm>
            <a:off x="284353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5" name="Freeform 2314"/>
          <p:cNvSpPr/>
          <p:nvPr/>
        </p:nvSpPr>
        <p:spPr>
          <a:xfrm>
            <a:off x="284607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6" name="Freeform 2315"/>
          <p:cNvSpPr/>
          <p:nvPr/>
        </p:nvSpPr>
        <p:spPr>
          <a:xfrm>
            <a:off x="284988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7" name="Freeform 2316"/>
          <p:cNvSpPr/>
          <p:nvPr/>
        </p:nvSpPr>
        <p:spPr>
          <a:xfrm>
            <a:off x="28524200" y="-2273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8" name="Freeform 2317"/>
          <p:cNvSpPr/>
          <p:nvPr/>
        </p:nvSpPr>
        <p:spPr>
          <a:xfrm>
            <a:off x="285496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9" name="Freeform 2318"/>
          <p:cNvSpPr/>
          <p:nvPr/>
        </p:nvSpPr>
        <p:spPr>
          <a:xfrm>
            <a:off x="285877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0" name="Freeform 2319"/>
          <p:cNvSpPr/>
          <p:nvPr/>
        </p:nvSpPr>
        <p:spPr>
          <a:xfrm>
            <a:off x="286131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1" name="Freeform 2320"/>
          <p:cNvSpPr/>
          <p:nvPr/>
        </p:nvSpPr>
        <p:spPr>
          <a:xfrm>
            <a:off x="286512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2" name="Freeform 2321"/>
          <p:cNvSpPr/>
          <p:nvPr/>
        </p:nvSpPr>
        <p:spPr>
          <a:xfrm>
            <a:off x="286766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3" name="Freeform 2322"/>
          <p:cNvSpPr/>
          <p:nvPr/>
        </p:nvSpPr>
        <p:spPr>
          <a:xfrm>
            <a:off x="287020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4" name="Freeform 2323"/>
          <p:cNvSpPr/>
          <p:nvPr/>
        </p:nvSpPr>
        <p:spPr>
          <a:xfrm>
            <a:off x="287401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5" name="Freeform 2324"/>
          <p:cNvSpPr/>
          <p:nvPr/>
        </p:nvSpPr>
        <p:spPr>
          <a:xfrm>
            <a:off x="28765500" y="-22733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6" name="Freeform 2325"/>
          <p:cNvSpPr/>
          <p:nvPr/>
        </p:nvSpPr>
        <p:spPr>
          <a:xfrm>
            <a:off x="288036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7" name="Freeform 2326"/>
          <p:cNvSpPr/>
          <p:nvPr/>
        </p:nvSpPr>
        <p:spPr>
          <a:xfrm>
            <a:off x="28829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8" name="Freeform 2327"/>
          <p:cNvSpPr/>
          <p:nvPr/>
        </p:nvSpPr>
        <p:spPr>
          <a:xfrm>
            <a:off x="279654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9" name="Freeform 2328"/>
          <p:cNvSpPr/>
          <p:nvPr/>
        </p:nvSpPr>
        <p:spPr>
          <a:xfrm>
            <a:off x="279908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0" name="Freeform 2329"/>
          <p:cNvSpPr/>
          <p:nvPr/>
        </p:nvSpPr>
        <p:spPr>
          <a:xfrm>
            <a:off x="280289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1" name="Freeform 2330"/>
          <p:cNvSpPr/>
          <p:nvPr/>
        </p:nvSpPr>
        <p:spPr>
          <a:xfrm>
            <a:off x="280543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2" name="Freeform 2331"/>
          <p:cNvSpPr/>
          <p:nvPr/>
        </p:nvSpPr>
        <p:spPr>
          <a:xfrm>
            <a:off x="280797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3" name="Freeform 2332"/>
          <p:cNvSpPr/>
          <p:nvPr/>
        </p:nvSpPr>
        <p:spPr>
          <a:xfrm>
            <a:off x="281178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4" name="Freeform 2333"/>
          <p:cNvSpPr/>
          <p:nvPr/>
        </p:nvSpPr>
        <p:spPr>
          <a:xfrm>
            <a:off x="281432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5" name="Freeform 2334"/>
          <p:cNvSpPr/>
          <p:nvPr/>
        </p:nvSpPr>
        <p:spPr>
          <a:xfrm>
            <a:off x="281813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6" name="Freeform 2335"/>
          <p:cNvSpPr/>
          <p:nvPr/>
        </p:nvSpPr>
        <p:spPr>
          <a:xfrm>
            <a:off x="28206700" y="-2272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7" name="Freeform 2336"/>
          <p:cNvSpPr/>
          <p:nvPr/>
        </p:nvSpPr>
        <p:spPr>
          <a:xfrm>
            <a:off x="282321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4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8" name="Freeform 2337"/>
          <p:cNvSpPr/>
          <p:nvPr/>
        </p:nvSpPr>
        <p:spPr>
          <a:xfrm>
            <a:off x="28270200" y="-2273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8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9" name="Freeform 2338"/>
          <p:cNvSpPr/>
          <p:nvPr/>
        </p:nvSpPr>
        <p:spPr>
          <a:xfrm>
            <a:off x="282956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0" name="Freeform 2339"/>
          <p:cNvSpPr/>
          <p:nvPr/>
        </p:nvSpPr>
        <p:spPr>
          <a:xfrm>
            <a:off x="283337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1" name="Freeform 2340"/>
          <p:cNvSpPr/>
          <p:nvPr/>
        </p:nvSpPr>
        <p:spPr>
          <a:xfrm>
            <a:off x="283591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2" name="Freeform 2341"/>
          <p:cNvSpPr/>
          <p:nvPr/>
        </p:nvSpPr>
        <p:spPr>
          <a:xfrm>
            <a:off x="28384500" y="-22707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3" name="Freeform 2342"/>
          <p:cNvSpPr/>
          <p:nvPr/>
        </p:nvSpPr>
        <p:spPr>
          <a:xfrm>
            <a:off x="284226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4" name="Freeform 2343"/>
          <p:cNvSpPr/>
          <p:nvPr/>
        </p:nvSpPr>
        <p:spPr>
          <a:xfrm>
            <a:off x="28448000" y="-2272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5" name="Freeform 2344"/>
          <p:cNvSpPr/>
          <p:nvPr/>
        </p:nvSpPr>
        <p:spPr>
          <a:xfrm>
            <a:off x="28486100" y="-2273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6" name="Freeform 2345"/>
          <p:cNvSpPr/>
          <p:nvPr/>
        </p:nvSpPr>
        <p:spPr>
          <a:xfrm>
            <a:off x="28511500" y="-2274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7" name="Freeform 2346"/>
          <p:cNvSpPr/>
          <p:nvPr/>
        </p:nvSpPr>
        <p:spPr>
          <a:xfrm>
            <a:off x="285496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8" name="Freeform 2347"/>
          <p:cNvSpPr/>
          <p:nvPr/>
        </p:nvSpPr>
        <p:spPr>
          <a:xfrm>
            <a:off x="28575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9" name="Freeform 2348"/>
          <p:cNvSpPr/>
          <p:nvPr/>
        </p:nvSpPr>
        <p:spPr>
          <a:xfrm>
            <a:off x="286004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0" name="Freeform 2349"/>
          <p:cNvSpPr/>
          <p:nvPr/>
        </p:nvSpPr>
        <p:spPr>
          <a:xfrm>
            <a:off x="286385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1" name="Freeform 2350"/>
          <p:cNvSpPr/>
          <p:nvPr/>
        </p:nvSpPr>
        <p:spPr>
          <a:xfrm>
            <a:off x="28663900" y="-22733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2" name="Freeform 2351"/>
          <p:cNvSpPr/>
          <p:nvPr/>
        </p:nvSpPr>
        <p:spPr>
          <a:xfrm>
            <a:off x="28702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3" name="Freeform 2352"/>
          <p:cNvSpPr/>
          <p:nvPr/>
        </p:nvSpPr>
        <p:spPr>
          <a:xfrm>
            <a:off x="287274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4" name="Freeform 2353"/>
          <p:cNvSpPr/>
          <p:nvPr/>
        </p:nvSpPr>
        <p:spPr>
          <a:xfrm>
            <a:off x="287528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5" name="Freeform 2354"/>
          <p:cNvSpPr/>
          <p:nvPr/>
        </p:nvSpPr>
        <p:spPr>
          <a:xfrm>
            <a:off x="287909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6" name="Freeform 2355"/>
          <p:cNvSpPr/>
          <p:nvPr/>
        </p:nvSpPr>
        <p:spPr>
          <a:xfrm>
            <a:off x="28816300" y="-22745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7" name="Freeform 2356"/>
          <p:cNvSpPr/>
          <p:nvPr/>
        </p:nvSpPr>
        <p:spPr>
          <a:xfrm>
            <a:off x="27952700" y="-2273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8" name="Freeform 2357"/>
          <p:cNvSpPr/>
          <p:nvPr/>
        </p:nvSpPr>
        <p:spPr>
          <a:xfrm>
            <a:off x="279781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9" name="Freeform 2358"/>
          <p:cNvSpPr/>
          <p:nvPr/>
        </p:nvSpPr>
        <p:spPr>
          <a:xfrm>
            <a:off x="28016200" y="-2273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0" name="Freeform 2359"/>
          <p:cNvSpPr/>
          <p:nvPr/>
        </p:nvSpPr>
        <p:spPr>
          <a:xfrm>
            <a:off x="28041600" y="-2273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1" name="Freeform 2360"/>
          <p:cNvSpPr/>
          <p:nvPr/>
        </p:nvSpPr>
        <p:spPr>
          <a:xfrm>
            <a:off x="280670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2" name="Freeform 2361"/>
          <p:cNvSpPr/>
          <p:nvPr/>
        </p:nvSpPr>
        <p:spPr>
          <a:xfrm>
            <a:off x="28105100" y="-2274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3" name="Freeform 2362"/>
          <p:cNvSpPr/>
          <p:nvPr/>
        </p:nvSpPr>
        <p:spPr>
          <a:xfrm>
            <a:off x="281305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4" name="Freeform 2363"/>
          <p:cNvSpPr/>
          <p:nvPr/>
        </p:nvSpPr>
        <p:spPr>
          <a:xfrm>
            <a:off x="28168600" y="-2274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5" name="Freeform 2364"/>
          <p:cNvSpPr/>
          <p:nvPr/>
        </p:nvSpPr>
        <p:spPr>
          <a:xfrm>
            <a:off x="28194000" y="-2275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F"/>
          </a:solidFill>
          <a:ln w="3175">
            <a:solidFill>
              <a:srgbClr val="0000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6" name="Freeform 2365"/>
          <p:cNvSpPr/>
          <p:nvPr/>
        </p:nvSpPr>
        <p:spPr>
          <a:xfrm>
            <a:off x="28232100" y="-22783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0" y="5"/>
                </a:lnTo>
                <a:close/>
              </a:path>
            </a:pathLst>
          </a:custGeom>
          <a:solidFill>
            <a:srgbClr val="0000DA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7" name="Freeform 2366"/>
          <p:cNvSpPr/>
          <p:nvPr/>
        </p:nvSpPr>
        <p:spPr>
          <a:xfrm>
            <a:off x="28257500" y="-2278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4"/>
          </a:solidFill>
          <a:ln w="3175">
            <a:solidFill>
              <a:srgbClr val="000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8" name="Freeform 2367"/>
          <p:cNvSpPr/>
          <p:nvPr/>
        </p:nvSpPr>
        <p:spPr>
          <a:xfrm>
            <a:off x="282829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9" name="Freeform 2368"/>
          <p:cNvSpPr/>
          <p:nvPr/>
        </p:nvSpPr>
        <p:spPr>
          <a:xfrm>
            <a:off x="283210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0" name="Freeform 2369"/>
          <p:cNvSpPr/>
          <p:nvPr/>
        </p:nvSpPr>
        <p:spPr>
          <a:xfrm>
            <a:off x="283464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1" name="Freeform 2370"/>
          <p:cNvSpPr/>
          <p:nvPr/>
        </p:nvSpPr>
        <p:spPr>
          <a:xfrm>
            <a:off x="283845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2" name="Freeform 2371"/>
          <p:cNvSpPr/>
          <p:nvPr/>
        </p:nvSpPr>
        <p:spPr>
          <a:xfrm>
            <a:off x="284099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3" name="Freeform 2372"/>
          <p:cNvSpPr/>
          <p:nvPr/>
        </p:nvSpPr>
        <p:spPr>
          <a:xfrm>
            <a:off x="28435300" y="-2272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4" name="Freeform 2373"/>
          <p:cNvSpPr/>
          <p:nvPr/>
        </p:nvSpPr>
        <p:spPr>
          <a:xfrm>
            <a:off x="284734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5" name="Freeform 2374"/>
          <p:cNvSpPr/>
          <p:nvPr/>
        </p:nvSpPr>
        <p:spPr>
          <a:xfrm>
            <a:off x="284988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6" name="Freeform 2375"/>
          <p:cNvSpPr/>
          <p:nvPr/>
        </p:nvSpPr>
        <p:spPr>
          <a:xfrm>
            <a:off x="285369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7" name="Freeform 2376"/>
          <p:cNvSpPr/>
          <p:nvPr/>
        </p:nvSpPr>
        <p:spPr>
          <a:xfrm>
            <a:off x="285623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8" name="Freeform 2377"/>
          <p:cNvSpPr/>
          <p:nvPr/>
        </p:nvSpPr>
        <p:spPr>
          <a:xfrm>
            <a:off x="285877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9" name="Freeform 2378"/>
          <p:cNvSpPr/>
          <p:nvPr/>
        </p:nvSpPr>
        <p:spPr>
          <a:xfrm>
            <a:off x="286258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0" name="Freeform 2379"/>
          <p:cNvSpPr/>
          <p:nvPr/>
        </p:nvSpPr>
        <p:spPr>
          <a:xfrm>
            <a:off x="286512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1" name="Freeform 2380"/>
          <p:cNvSpPr/>
          <p:nvPr/>
        </p:nvSpPr>
        <p:spPr>
          <a:xfrm>
            <a:off x="286893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2" name="Freeform 2381"/>
          <p:cNvSpPr/>
          <p:nvPr/>
        </p:nvSpPr>
        <p:spPr>
          <a:xfrm>
            <a:off x="28714700" y="-2274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3" name="Freeform 2382"/>
          <p:cNvSpPr/>
          <p:nvPr/>
        </p:nvSpPr>
        <p:spPr>
          <a:xfrm>
            <a:off x="287528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4" name="Freeform 2383"/>
          <p:cNvSpPr/>
          <p:nvPr/>
        </p:nvSpPr>
        <p:spPr>
          <a:xfrm>
            <a:off x="287782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5" name="Freeform 2384"/>
          <p:cNvSpPr/>
          <p:nvPr/>
        </p:nvSpPr>
        <p:spPr>
          <a:xfrm>
            <a:off x="288036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6" name="Freeform 2385"/>
          <p:cNvSpPr/>
          <p:nvPr/>
        </p:nvSpPr>
        <p:spPr>
          <a:xfrm>
            <a:off x="27940000" y="-2275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7" name="Freeform 2386"/>
          <p:cNvSpPr/>
          <p:nvPr/>
        </p:nvSpPr>
        <p:spPr>
          <a:xfrm>
            <a:off x="279654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8" name="Freeform 2387"/>
          <p:cNvSpPr/>
          <p:nvPr/>
        </p:nvSpPr>
        <p:spPr>
          <a:xfrm>
            <a:off x="280035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9" name="Freeform 2388"/>
          <p:cNvSpPr/>
          <p:nvPr/>
        </p:nvSpPr>
        <p:spPr>
          <a:xfrm>
            <a:off x="280289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0" name="Freeform 2389"/>
          <p:cNvSpPr/>
          <p:nvPr/>
        </p:nvSpPr>
        <p:spPr>
          <a:xfrm>
            <a:off x="280670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1" name="Freeform 2390"/>
          <p:cNvSpPr/>
          <p:nvPr/>
        </p:nvSpPr>
        <p:spPr>
          <a:xfrm>
            <a:off x="28092400" y="-2277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2" name="Freeform 2391"/>
          <p:cNvSpPr/>
          <p:nvPr/>
        </p:nvSpPr>
        <p:spPr>
          <a:xfrm>
            <a:off x="281178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3" name="Freeform 2392"/>
          <p:cNvSpPr/>
          <p:nvPr/>
        </p:nvSpPr>
        <p:spPr>
          <a:xfrm>
            <a:off x="28155900" y="-2277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4" name="Freeform 2393"/>
          <p:cNvSpPr/>
          <p:nvPr/>
        </p:nvSpPr>
        <p:spPr>
          <a:xfrm>
            <a:off x="281813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5" name="Freeform 2394"/>
          <p:cNvSpPr/>
          <p:nvPr/>
        </p:nvSpPr>
        <p:spPr>
          <a:xfrm>
            <a:off x="28219400" y="-2279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6" name="Freeform 2395"/>
          <p:cNvSpPr/>
          <p:nvPr/>
        </p:nvSpPr>
        <p:spPr>
          <a:xfrm>
            <a:off x="28244800" y="-2279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EE"/>
          </a:solidFill>
          <a:ln w="3175">
            <a:solidFill>
              <a:srgbClr val="000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7" name="Freeform 2396"/>
          <p:cNvSpPr/>
          <p:nvPr/>
        </p:nvSpPr>
        <p:spPr>
          <a:xfrm>
            <a:off x="282702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8" name="Freeform 2397"/>
          <p:cNvSpPr/>
          <p:nvPr/>
        </p:nvSpPr>
        <p:spPr>
          <a:xfrm>
            <a:off x="283083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9" name="Freeform 2398"/>
          <p:cNvSpPr/>
          <p:nvPr/>
        </p:nvSpPr>
        <p:spPr>
          <a:xfrm>
            <a:off x="28333700" y="-2272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0" name="Freeform 2399"/>
          <p:cNvSpPr/>
          <p:nvPr/>
        </p:nvSpPr>
        <p:spPr>
          <a:xfrm>
            <a:off x="283718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1" name="Freeform 2400"/>
          <p:cNvSpPr/>
          <p:nvPr/>
        </p:nvSpPr>
        <p:spPr>
          <a:xfrm>
            <a:off x="283972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2" name="Freeform 2401"/>
          <p:cNvSpPr/>
          <p:nvPr/>
        </p:nvSpPr>
        <p:spPr>
          <a:xfrm>
            <a:off x="284353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3" name="Freeform 2402"/>
          <p:cNvSpPr/>
          <p:nvPr/>
        </p:nvSpPr>
        <p:spPr>
          <a:xfrm>
            <a:off x="28460700" y="-2274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4" name="Freeform 2403"/>
          <p:cNvSpPr/>
          <p:nvPr/>
        </p:nvSpPr>
        <p:spPr>
          <a:xfrm>
            <a:off x="284861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5" name="Freeform 2404"/>
          <p:cNvSpPr/>
          <p:nvPr/>
        </p:nvSpPr>
        <p:spPr>
          <a:xfrm>
            <a:off x="285242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6" name="Freeform 2405"/>
          <p:cNvSpPr/>
          <p:nvPr/>
        </p:nvSpPr>
        <p:spPr>
          <a:xfrm>
            <a:off x="285496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7" name="Freeform 2406"/>
          <p:cNvSpPr/>
          <p:nvPr/>
        </p:nvSpPr>
        <p:spPr>
          <a:xfrm>
            <a:off x="285877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8" name="Freeform 2407"/>
          <p:cNvSpPr/>
          <p:nvPr/>
        </p:nvSpPr>
        <p:spPr>
          <a:xfrm>
            <a:off x="28613100" y="-2274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9" name="Freeform 2408"/>
          <p:cNvSpPr/>
          <p:nvPr/>
        </p:nvSpPr>
        <p:spPr>
          <a:xfrm>
            <a:off x="286385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0" name="Freeform 2409"/>
          <p:cNvSpPr/>
          <p:nvPr/>
        </p:nvSpPr>
        <p:spPr>
          <a:xfrm>
            <a:off x="286766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1" name="Freeform 2410"/>
          <p:cNvSpPr/>
          <p:nvPr/>
        </p:nvSpPr>
        <p:spPr>
          <a:xfrm>
            <a:off x="287020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2" name="Freeform 2411"/>
          <p:cNvSpPr/>
          <p:nvPr/>
        </p:nvSpPr>
        <p:spPr>
          <a:xfrm>
            <a:off x="287401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3" name="Freeform 2412"/>
          <p:cNvSpPr/>
          <p:nvPr/>
        </p:nvSpPr>
        <p:spPr>
          <a:xfrm>
            <a:off x="28765500" y="-22758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4" name="Freeform 2413"/>
          <p:cNvSpPr/>
          <p:nvPr/>
        </p:nvSpPr>
        <p:spPr>
          <a:xfrm>
            <a:off x="287909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5" name="Freeform 2414"/>
          <p:cNvSpPr/>
          <p:nvPr/>
        </p:nvSpPr>
        <p:spPr>
          <a:xfrm>
            <a:off x="27927300" y="-2277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6" name="Freeform 2415"/>
          <p:cNvSpPr/>
          <p:nvPr/>
        </p:nvSpPr>
        <p:spPr>
          <a:xfrm>
            <a:off x="279527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7" name="Freeform 2416"/>
          <p:cNvSpPr/>
          <p:nvPr/>
        </p:nvSpPr>
        <p:spPr>
          <a:xfrm>
            <a:off x="279908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8" name="Freeform 2417"/>
          <p:cNvSpPr/>
          <p:nvPr/>
        </p:nvSpPr>
        <p:spPr>
          <a:xfrm>
            <a:off x="280162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9" name="Freeform 2418"/>
          <p:cNvSpPr/>
          <p:nvPr/>
        </p:nvSpPr>
        <p:spPr>
          <a:xfrm>
            <a:off x="280543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0" name="Freeform 2419"/>
          <p:cNvSpPr/>
          <p:nvPr/>
        </p:nvSpPr>
        <p:spPr>
          <a:xfrm>
            <a:off x="280797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1" name="Freeform 2420"/>
          <p:cNvSpPr/>
          <p:nvPr/>
        </p:nvSpPr>
        <p:spPr>
          <a:xfrm>
            <a:off x="28117800" y="-2279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2" name="Freeform 2421"/>
          <p:cNvSpPr/>
          <p:nvPr/>
        </p:nvSpPr>
        <p:spPr>
          <a:xfrm>
            <a:off x="28143200" y="-2279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3" name="Freeform 2422"/>
          <p:cNvSpPr/>
          <p:nvPr/>
        </p:nvSpPr>
        <p:spPr>
          <a:xfrm>
            <a:off x="28168600" y="-2279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C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4" name="Freeform 2423"/>
          <p:cNvSpPr/>
          <p:nvPr/>
        </p:nvSpPr>
        <p:spPr>
          <a:xfrm>
            <a:off x="28206700" y="-2280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5" name="Freeform 2424"/>
          <p:cNvSpPr/>
          <p:nvPr/>
        </p:nvSpPr>
        <p:spPr>
          <a:xfrm>
            <a:off x="28232100" y="-22809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F0"/>
          </a:solidFill>
          <a:ln w="3175">
            <a:solidFill>
              <a:srgbClr val="000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6" name="Freeform 2425"/>
          <p:cNvSpPr/>
          <p:nvPr/>
        </p:nvSpPr>
        <p:spPr>
          <a:xfrm>
            <a:off x="28270200" y="-2275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7" name="Freeform 2426"/>
          <p:cNvSpPr/>
          <p:nvPr/>
        </p:nvSpPr>
        <p:spPr>
          <a:xfrm>
            <a:off x="282956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8" name="Freeform 2427"/>
          <p:cNvSpPr/>
          <p:nvPr/>
        </p:nvSpPr>
        <p:spPr>
          <a:xfrm>
            <a:off x="283210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9" name="Freeform 2428"/>
          <p:cNvSpPr/>
          <p:nvPr/>
        </p:nvSpPr>
        <p:spPr>
          <a:xfrm>
            <a:off x="283591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0" name="Freeform 2429"/>
          <p:cNvSpPr/>
          <p:nvPr/>
        </p:nvSpPr>
        <p:spPr>
          <a:xfrm>
            <a:off x="28384500" y="-22733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1" name="Freeform 2430"/>
          <p:cNvSpPr/>
          <p:nvPr/>
        </p:nvSpPr>
        <p:spPr>
          <a:xfrm>
            <a:off x="284226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2" name="Freeform 2431"/>
          <p:cNvSpPr/>
          <p:nvPr/>
        </p:nvSpPr>
        <p:spPr>
          <a:xfrm>
            <a:off x="28448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3" name="Freeform 2432"/>
          <p:cNvSpPr/>
          <p:nvPr/>
        </p:nvSpPr>
        <p:spPr>
          <a:xfrm>
            <a:off x="284734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4" name="Freeform 2433"/>
          <p:cNvSpPr/>
          <p:nvPr/>
        </p:nvSpPr>
        <p:spPr>
          <a:xfrm>
            <a:off x="285115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5" name="Freeform 2434"/>
          <p:cNvSpPr/>
          <p:nvPr/>
        </p:nvSpPr>
        <p:spPr>
          <a:xfrm>
            <a:off x="285369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6" name="Freeform 2435"/>
          <p:cNvSpPr/>
          <p:nvPr/>
        </p:nvSpPr>
        <p:spPr>
          <a:xfrm>
            <a:off x="285750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7" name="Freeform 2436"/>
          <p:cNvSpPr/>
          <p:nvPr/>
        </p:nvSpPr>
        <p:spPr>
          <a:xfrm>
            <a:off x="286004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Freeform 2437"/>
          <p:cNvSpPr/>
          <p:nvPr/>
        </p:nvSpPr>
        <p:spPr>
          <a:xfrm>
            <a:off x="286385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9" name="Freeform 2438"/>
          <p:cNvSpPr/>
          <p:nvPr/>
        </p:nvSpPr>
        <p:spPr>
          <a:xfrm>
            <a:off x="28663900" y="-22758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0" name="Freeform 2439"/>
          <p:cNvSpPr/>
          <p:nvPr/>
        </p:nvSpPr>
        <p:spPr>
          <a:xfrm>
            <a:off x="286893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1" name="Freeform 2440"/>
          <p:cNvSpPr/>
          <p:nvPr/>
        </p:nvSpPr>
        <p:spPr>
          <a:xfrm>
            <a:off x="287274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2" name="Freeform 2441"/>
          <p:cNvSpPr/>
          <p:nvPr/>
        </p:nvSpPr>
        <p:spPr>
          <a:xfrm>
            <a:off x="287528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3" name="Freeform 2442"/>
          <p:cNvSpPr/>
          <p:nvPr/>
        </p:nvSpPr>
        <p:spPr>
          <a:xfrm>
            <a:off x="287909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4" name="Freeform 2443"/>
          <p:cNvSpPr/>
          <p:nvPr/>
        </p:nvSpPr>
        <p:spPr>
          <a:xfrm>
            <a:off x="27914600" y="-2279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5" name="Freeform 2444"/>
          <p:cNvSpPr/>
          <p:nvPr/>
        </p:nvSpPr>
        <p:spPr>
          <a:xfrm>
            <a:off x="27952700" y="-2279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6" name="Freeform 2445"/>
          <p:cNvSpPr/>
          <p:nvPr/>
        </p:nvSpPr>
        <p:spPr>
          <a:xfrm>
            <a:off x="27978100" y="-2280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7" name="Freeform 2446"/>
          <p:cNvSpPr/>
          <p:nvPr/>
        </p:nvSpPr>
        <p:spPr>
          <a:xfrm>
            <a:off x="28003500" y="-22809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8" name="Freeform 2447"/>
          <p:cNvSpPr/>
          <p:nvPr/>
        </p:nvSpPr>
        <p:spPr>
          <a:xfrm>
            <a:off x="28041600" y="-2280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9" name="Freeform 2448"/>
          <p:cNvSpPr/>
          <p:nvPr/>
        </p:nvSpPr>
        <p:spPr>
          <a:xfrm>
            <a:off x="28067000" y="-22809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0" name="Freeform 2449"/>
          <p:cNvSpPr/>
          <p:nvPr/>
        </p:nvSpPr>
        <p:spPr>
          <a:xfrm>
            <a:off x="28105100" y="-2280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1" name="Freeform 2450"/>
          <p:cNvSpPr/>
          <p:nvPr/>
        </p:nvSpPr>
        <p:spPr>
          <a:xfrm>
            <a:off x="28130500" y="-2282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2" name="Freeform 2451"/>
          <p:cNvSpPr/>
          <p:nvPr/>
        </p:nvSpPr>
        <p:spPr>
          <a:xfrm>
            <a:off x="28155900" y="-22821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7FF"/>
          </a:solidFill>
          <a:ln w="3175">
            <a:solidFill>
              <a:srgbClr val="00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3" name="Freeform 2452"/>
          <p:cNvSpPr/>
          <p:nvPr/>
        </p:nvSpPr>
        <p:spPr>
          <a:xfrm>
            <a:off x="28194000" y="-2282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6FF"/>
          </a:solidFill>
          <a:ln w="3175">
            <a:solidFill>
              <a:srgbClr val="001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4" name="Freeform 2453"/>
          <p:cNvSpPr/>
          <p:nvPr/>
        </p:nvSpPr>
        <p:spPr>
          <a:xfrm>
            <a:off x="28219400" y="-22821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F2"/>
          </a:solidFill>
          <a:ln w="3175">
            <a:solidFill>
              <a:srgbClr val="000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5" name="Freeform 2454"/>
          <p:cNvSpPr/>
          <p:nvPr/>
        </p:nvSpPr>
        <p:spPr>
          <a:xfrm>
            <a:off x="28257500" y="-2277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6" name="Freeform 2455"/>
          <p:cNvSpPr/>
          <p:nvPr/>
        </p:nvSpPr>
        <p:spPr>
          <a:xfrm>
            <a:off x="28282900" y="-22733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7" name="Freeform 2456"/>
          <p:cNvSpPr/>
          <p:nvPr/>
        </p:nvSpPr>
        <p:spPr>
          <a:xfrm>
            <a:off x="28321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8" name="Freeform 2457"/>
          <p:cNvSpPr/>
          <p:nvPr/>
        </p:nvSpPr>
        <p:spPr>
          <a:xfrm>
            <a:off x="283464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9" name="Freeform 2458"/>
          <p:cNvSpPr/>
          <p:nvPr/>
        </p:nvSpPr>
        <p:spPr>
          <a:xfrm>
            <a:off x="283718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0" name="Freeform 2459"/>
          <p:cNvSpPr/>
          <p:nvPr/>
        </p:nvSpPr>
        <p:spPr>
          <a:xfrm>
            <a:off x="284099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1" name="Freeform 2460"/>
          <p:cNvSpPr/>
          <p:nvPr/>
        </p:nvSpPr>
        <p:spPr>
          <a:xfrm>
            <a:off x="284353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2" name="Freeform 2461"/>
          <p:cNvSpPr/>
          <p:nvPr/>
        </p:nvSpPr>
        <p:spPr>
          <a:xfrm>
            <a:off x="28473400" y="-2277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3" name="Freeform 2462"/>
          <p:cNvSpPr/>
          <p:nvPr/>
        </p:nvSpPr>
        <p:spPr>
          <a:xfrm>
            <a:off x="284988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4" name="Freeform 2463"/>
          <p:cNvSpPr/>
          <p:nvPr/>
        </p:nvSpPr>
        <p:spPr>
          <a:xfrm>
            <a:off x="285242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5" name="Freeform 2464"/>
          <p:cNvSpPr/>
          <p:nvPr/>
        </p:nvSpPr>
        <p:spPr>
          <a:xfrm>
            <a:off x="285623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6" name="Freeform 2465"/>
          <p:cNvSpPr/>
          <p:nvPr/>
        </p:nvSpPr>
        <p:spPr>
          <a:xfrm>
            <a:off x="28587700" y="-22758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7" name="Freeform 2466"/>
          <p:cNvSpPr/>
          <p:nvPr/>
        </p:nvSpPr>
        <p:spPr>
          <a:xfrm>
            <a:off x="286258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8" name="Freeform 2467"/>
          <p:cNvSpPr/>
          <p:nvPr/>
        </p:nvSpPr>
        <p:spPr>
          <a:xfrm>
            <a:off x="286512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9" name="Freeform 2468"/>
          <p:cNvSpPr/>
          <p:nvPr/>
        </p:nvSpPr>
        <p:spPr>
          <a:xfrm>
            <a:off x="286766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0" name="Freeform 2469"/>
          <p:cNvSpPr/>
          <p:nvPr/>
        </p:nvSpPr>
        <p:spPr>
          <a:xfrm>
            <a:off x="28714700" y="-22771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1" name="Freeform 2470"/>
          <p:cNvSpPr/>
          <p:nvPr/>
        </p:nvSpPr>
        <p:spPr>
          <a:xfrm>
            <a:off x="28740100" y="-2278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2" name="Freeform 2471"/>
          <p:cNvSpPr/>
          <p:nvPr/>
        </p:nvSpPr>
        <p:spPr>
          <a:xfrm>
            <a:off x="287782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3" name="Freeform 2472"/>
          <p:cNvSpPr/>
          <p:nvPr/>
        </p:nvSpPr>
        <p:spPr>
          <a:xfrm>
            <a:off x="27901900" y="-22821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4" name="Freeform 2473"/>
          <p:cNvSpPr/>
          <p:nvPr/>
        </p:nvSpPr>
        <p:spPr>
          <a:xfrm>
            <a:off x="27940000" y="-2282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5" name="Freeform 2474"/>
          <p:cNvSpPr/>
          <p:nvPr/>
        </p:nvSpPr>
        <p:spPr>
          <a:xfrm>
            <a:off x="27965400" y="-2282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6" name="Freeform 2475"/>
          <p:cNvSpPr/>
          <p:nvPr/>
        </p:nvSpPr>
        <p:spPr>
          <a:xfrm>
            <a:off x="28003500" y="-2282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7" name="Freeform 2476"/>
          <p:cNvSpPr/>
          <p:nvPr/>
        </p:nvSpPr>
        <p:spPr>
          <a:xfrm>
            <a:off x="28028900" y="-2282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8" name="Freeform 2477"/>
          <p:cNvSpPr/>
          <p:nvPr/>
        </p:nvSpPr>
        <p:spPr>
          <a:xfrm>
            <a:off x="28054300" y="-22834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9" name="Freeform 2478"/>
          <p:cNvSpPr/>
          <p:nvPr/>
        </p:nvSpPr>
        <p:spPr>
          <a:xfrm>
            <a:off x="28092400" y="-2283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0" name="Freeform 2479"/>
          <p:cNvSpPr/>
          <p:nvPr/>
        </p:nvSpPr>
        <p:spPr>
          <a:xfrm>
            <a:off x="28117800" y="-2283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1" name="Freeform 2480"/>
          <p:cNvSpPr/>
          <p:nvPr/>
        </p:nvSpPr>
        <p:spPr>
          <a:xfrm>
            <a:off x="28155900" y="-2283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2" name="Freeform 2481"/>
          <p:cNvSpPr/>
          <p:nvPr/>
        </p:nvSpPr>
        <p:spPr>
          <a:xfrm>
            <a:off x="28181300" y="-2283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3" name="Freeform 2482"/>
          <p:cNvSpPr/>
          <p:nvPr/>
        </p:nvSpPr>
        <p:spPr>
          <a:xfrm>
            <a:off x="28206700" y="-2282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F6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4" name="Freeform 2483"/>
          <p:cNvSpPr/>
          <p:nvPr/>
        </p:nvSpPr>
        <p:spPr>
          <a:xfrm>
            <a:off x="28244800" y="-2277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5" name="Freeform 2484"/>
          <p:cNvSpPr/>
          <p:nvPr/>
        </p:nvSpPr>
        <p:spPr>
          <a:xfrm>
            <a:off x="282702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6" name="Freeform 2485"/>
          <p:cNvSpPr/>
          <p:nvPr/>
        </p:nvSpPr>
        <p:spPr>
          <a:xfrm>
            <a:off x="283083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7" name="Freeform 2486"/>
          <p:cNvSpPr/>
          <p:nvPr/>
        </p:nvSpPr>
        <p:spPr>
          <a:xfrm>
            <a:off x="28333700" y="-2274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8" name="Freeform 2487"/>
          <p:cNvSpPr/>
          <p:nvPr/>
        </p:nvSpPr>
        <p:spPr>
          <a:xfrm>
            <a:off x="283591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9" name="Freeform 2488"/>
          <p:cNvSpPr/>
          <p:nvPr/>
        </p:nvSpPr>
        <p:spPr>
          <a:xfrm>
            <a:off x="283972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0" name="Freeform 2489"/>
          <p:cNvSpPr/>
          <p:nvPr/>
        </p:nvSpPr>
        <p:spPr>
          <a:xfrm>
            <a:off x="284226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1" name="Freeform 2490"/>
          <p:cNvSpPr/>
          <p:nvPr/>
        </p:nvSpPr>
        <p:spPr>
          <a:xfrm>
            <a:off x="284607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2" name="Freeform 2491"/>
          <p:cNvSpPr/>
          <p:nvPr/>
        </p:nvSpPr>
        <p:spPr>
          <a:xfrm>
            <a:off x="284861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3" name="Freeform 2492"/>
          <p:cNvSpPr/>
          <p:nvPr/>
        </p:nvSpPr>
        <p:spPr>
          <a:xfrm>
            <a:off x="285242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4" name="Freeform 2493"/>
          <p:cNvSpPr/>
          <p:nvPr/>
        </p:nvSpPr>
        <p:spPr>
          <a:xfrm>
            <a:off x="285496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5" name="Freeform 2494"/>
          <p:cNvSpPr/>
          <p:nvPr/>
        </p:nvSpPr>
        <p:spPr>
          <a:xfrm>
            <a:off x="285750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6" name="Freeform 2495"/>
          <p:cNvSpPr/>
          <p:nvPr/>
        </p:nvSpPr>
        <p:spPr>
          <a:xfrm>
            <a:off x="286131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7" name="Freeform 2496"/>
          <p:cNvSpPr/>
          <p:nvPr/>
        </p:nvSpPr>
        <p:spPr>
          <a:xfrm>
            <a:off x="286385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8" name="Freeform 2497"/>
          <p:cNvSpPr/>
          <p:nvPr/>
        </p:nvSpPr>
        <p:spPr>
          <a:xfrm>
            <a:off x="286766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9" name="Freeform 2498"/>
          <p:cNvSpPr/>
          <p:nvPr/>
        </p:nvSpPr>
        <p:spPr>
          <a:xfrm>
            <a:off x="287020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0" name="Freeform 2499"/>
          <p:cNvSpPr/>
          <p:nvPr/>
        </p:nvSpPr>
        <p:spPr>
          <a:xfrm>
            <a:off x="28727400" y="-2278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1" name="Freeform 2500"/>
          <p:cNvSpPr/>
          <p:nvPr/>
        </p:nvSpPr>
        <p:spPr>
          <a:xfrm>
            <a:off x="28765500" y="-22783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2" name="Freeform 2501"/>
          <p:cNvSpPr/>
          <p:nvPr/>
        </p:nvSpPr>
        <p:spPr>
          <a:xfrm>
            <a:off x="27889200" y="-22834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3" name="Freeform 2502"/>
          <p:cNvSpPr/>
          <p:nvPr/>
        </p:nvSpPr>
        <p:spPr>
          <a:xfrm>
            <a:off x="27927300" y="-2283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4" name="Freeform 2503"/>
          <p:cNvSpPr/>
          <p:nvPr/>
        </p:nvSpPr>
        <p:spPr>
          <a:xfrm>
            <a:off x="27952700" y="-2284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5" name="Freeform 2504"/>
          <p:cNvSpPr/>
          <p:nvPr/>
        </p:nvSpPr>
        <p:spPr>
          <a:xfrm>
            <a:off x="27990800" y="-2284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6" name="Freeform 2505"/>
          <p:cNvSpPr/>
          <p:nvPr/>
        </p:nvSpPr>
        <p:spPr>
          <a:xfrm>
            <a:off x="28016200" y="-2284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7" name="Freeform 2506"/>
          <p:cNvSpPr/>
          <p:nvPr/>
        </p:nvSpPr>
        <p:spPr>
          <a:xfrm>
            <a:off x="28041600" y="-2284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8" name="Freeform 2507"/>
          <p:cNvSpPr/>
          <p:nvPr/>
        </p:nvSpPr>
        <p:spPr>
          <a:xfrm>
            <a:off x="28079700" y="-2284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9" name="Freeform 2508"/>
          <p:cNvSpPr/>
          <p:nvPr/>
        </p:nvSpPr>
        <p:spPr>
          <a:xfrm>
            <a:off x="28105100" y="-22860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0" name="Freeform 2509"/>
          <p:cNvSpPr/>
          <p:nvPr/>
        </p:nvSpPr>
        <p:spPr>
          <a:xfrm>
            <a:off x="281432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1" name="Freeform 2510"/>
          <p:cNvSpPr/>
          <p:nvPr/>
        </p:nvSpPr>
        <p:spPr>
          <a:xfrm>
            <a:off x="28168600" y="-2286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BFF"/>
          </a:solidFill>
          <a:ln w="3175">
            <a:solidFill>
              <a:srgbClr val="003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2" name="Freeform 2511"/>
          <p:cNvSpPr/>
          <p:nvPr/>
        </p:nvSpPr>
        <p:spPr>
          <a:xfrm>
            <a:off x="28206700" y="-22847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2"/>
                </a:moveTo>
                <a:lnTo>
                  <a:pt x="3" y="6"/>
                </a:lnTo>
                <a:lnTo>
                  <a:pt x="2" y="4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8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3" name="Freeform 2512"/>
          <p:cNvSpPr/>
          <p:nvPr/>
        </p:nvSpPr>
        <p:spPr>
          <a:xfrm>
            <a:off x="28232100" y="-2279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B3"/>
          </a:solidFill>
          <a:ln w="3175">
            <a:solidFill>
              <a:srgbClr val="0000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4" name="Freeform 2513"/>
          <p:cNvSpPr/>
          <p:nvPr/>
        </p:nvSpPr>
        <p:spPr>
          <a:xfrm>
            <a:off x="282575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5" name="Freeform 2514"/>
          <p:cNvSpPr/>
          <p:nvPr/>
        </p:nvSpPr>
        <p:spPr>
          <a:xfrm>
            <a:off x="28295600" y="-2278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6" name="Freeform 2515"/>
          <p:cNvSpPr/>
          <p:nvPr/>
        </p:nvSpPr>
        <p:spPr>
          <a:xfrm>
            <a:off x="28321000" y="-2278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7" name="Freeform 2516"/>
          <p:cNvSpPr/>
          <p:nvPr/>
        </p:nvSpPr>
        <p:spPr>
          <a:xfrm>
            <a:off x="28359100" y="-2278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8" name="Freeform 2517"/>
          <p:cNvSpPr/>
          <p:nvPr/>
        </p:nvSpPr>
        <p:spPr>
          <a:xfrm>
            <a:off x="283845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9" name="Freeform 2518"/>
          <p:cNvSpPr/>
          <p:nvPr/>
        </p:nvSpPr>
        <p:spPr>
          <a:xfrm>
            <a:off x="28409900" y="-2279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0" name="Freeform 2519"/>
          <p:cNvSpPr/>
          <p:nvPr/>
        </p:nvSpPr>
        <p:spPr>
          <a:xfrm>
            <a:off x="28448000" y="-22872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0000CF"/>
          </a:solidFill>
          <a:ln w="3175">
            <a:solidFill>
              <a:srgbClr val="0000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1" name="Freeform 2520"/>
          <p:cNvSpPr/>
          <p:nvPr/>
        </p:nvSpPr>
        <p:spPr>
          <a:xfrm>
            <a:off x="28473400" y="-229997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1" y="17"/>
                </a:moveTo>
                <a:lnTo>
                  <a:pt x="4" y="17"/>
                </a:lnTo>
                <a:lnTo>
                  <a:pt x="3" y="0"/>
                </a:lnTo>
                <a:lnTo>
                  <a:pt x="0" y="10"/>
                </a:lnTo>
                <a:lnTo>
                  <a:pt x="1" y="17"/>
                </a:lnTo>
                <a:close/>
              </a:path>
            </a:pathLst>
          </a:custGeom>
          <a:solidFill>
            <a:srgbClr val="0034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2" name="Freeform 2521"/>
          <p:cNvSpPr/>
          <p:nvPr/>
        </p:nvSpPr>
        <p:spPr>
          <a:xfrm>
            <a:off x="28511500" y="-22999700"/>
            <a:ext cx="38100" cy="228600"/>
          </a:xfrm>
          <a:custGeom>
            <a:avLst/>
            <a:gdLst/>
            <a:ahLst/>
            <a:cxnLst/>
            <a:rect l="l" t="t" r="r" b="b"/>
            <a:pathLst>
              <a:path w="3" h="18">
                <a:moveTo>
                  <a:pt x="1" y="17"/>
                </a:moveTo>
                <a:lnTo>
                  <a:pt x="3" y="18"/>
                </a:lnTo>
                <a:lnTo>
                  <a:pt x="2" y="6"/>
                </a:lnTo>
                <a:lnTo>
                  <a:pt x="0" y="0"/>
                </a:lnTo>
                <a:lnTo>
                  <a:pt x="1" y="17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3" name="Freeform 2522"/>
          <p:cNvSpPr/>
          <p:nvPr/>
        </p:nvSpPr>
        <p:spPr>
          <a:xfrm>
            <a:off x="28536900" y="-229235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2"/>
                </a:lnTo>
                <a:lnTo>
                  <a:pt x="2" y="2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4" name="Freeform 2523"/>
          <p:cNvSpPr/>
          <p:nvPr/>
        </p:nvSpPr>
        <p:spPr>
          <a:xfrm>
            <a:off x="28562300" y="-22898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5" name="Freeform 2524"/>
          <p:cNvSpPr/>
          <p:nvPr/>
        </p:nvSpPr>
        <p:spPr>
          <a:xfrm>
            <a:off x="28600400" y="-22910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6" name="Freeform 2525"/>
          <p:cNvSpPr/>
          <p:nvPr/>
        </p:nvSpPr>
        <p:spPr>
          <a:xfrm>
            <a:off x="28625800" y="-229108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7" name="Freeform 2526"/>
          <p:cNvSpPr/>
          <p:nvPr/>
        </p:nvSpPr>
        <p:spPr>
          <a:xfrm>
            <a:off x="28663900" y="-22910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8" name="Freeform 2527"/>
          <p:cNvSpPr/>
          <p:nvPr/>
        </p:nvSpPr>
        <p:spPr>
          <a:xfrm>
            <a:off x="28689300" y="-22910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9" name="Freeform 2528"/>
          <p:cNvSpPr/>
          <p:nvPr/>
        </p:nvSpPr>
        <p:spPr>
          <a:xfrm>
            <a:off x="28727400" y="-22910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0" name="Freeform 2529"/>
          <p:cNvSpPr/>
          <p:nvPr/>
        </p:nvSpPr>
        <p:spPr>
          <a:xfrm>
            <a:off x="28752800" y="-22923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1" name="Freeform 2530"/>
          <p:cNvSpPr/>
          <p:nvPr/>
        </p:nvSpPr>
        <p:spPr>
          <a:xfrm>
            <a:off x="278892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2" name="Freeform 2531"/>
          <p:cNvSpPr/>
          <p:nvPr/>
        </p:nvSpPr>
        <p:spPr>
          <a:xfrm>
            <a:off x="279146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3" name="Freeform 2532"/>
          <p:cNvSpPr/>
          <p:nvPr/>
        </p:nvSpPr>
        <p:spPr>
          <a:xfrm>
            <a:off x="27940000" y="-2287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4" name="Freeform 2533"/>
          <p:cNvSpPr/>
          <p:nvPr/>
        </p:nvSpPr>
        <p:spPr>
          <a:xfrm>
            <a:off x="279781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5" name="Freeform 2534"/>
          <p:cNvSpPr/>
          <p:nvPr/>
        </p:nvSpPr>
        <p:spPr>
          <a:xfrm>
            <a:off x="280035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6" name="Freeform 2535"/>
          <p:cNvSpPr/>
          <p:nvPr/>
        </p:nvSpPr>
        <p:spPr>
          <a:xfrm>
            <a:off x="280416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7" name="Freeform 2536"/>
          <p:cNvSpPr/>
          <p:nvPr/>
        </p:nvSpPr>
        <p:spPr>
          <a:xfrm>
            <a:off x="28067000" y="-2288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8" name="Freeform 2537"/>
          <p:cNvSpPr/>
          <p:nvPr/>
        </p:nvSpPr>
        <p:spPr>
          <a:xfrm>
            <a:off x="280924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9" name="Freeform 2538"/>
          <p:cNvSpPr/>
          <p:nvPr/>
        </p:nvSpPr>
        <p:spPr>
          <a:xfrm>
            <a:off x="281305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0" name="Freeform 2539"/>
          <p:cNvSpPr/>
          <p:nvPr/>
        </p:nvSpPr>
        <p:spPr>
          <a:xfrm>
            <a:off x="281559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1FF"/>
          </a:solidFill>
          <a:ln w="3175">
            <a:solidFill>
              <a:srgbClr val="005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1" name="Freeform 2540"/>
          <p:cNvSpPr/>
          <p:nvPr/>
        </p:nvSpPr>
        <p:spPr>
          <a:xfrm>
            <a:off x="28194000" y="-228854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3"/>
                </a:moveTo>
                <a:lnTo>
                  <a:pt x="3" y="7"/>
                </a:lnTo>
                <a:lnTo>
                  <a:pt x="2" y="4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2" name="Freeform 2541"/>
          <p:cNvSpPr/>
          <p:nvPr/>
        </p:nvSpPr>
        <p:spPr>
          <a:xfrm>
            <a:off x="28219400" y="-22834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3"/>
                </a:moveTo>
                <a:lnTo>
                  <a:pt x="3" y="5"/>
                </a:lnTo>
                <a:lnTo>
                  <a:pt x="3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0"/>
          </a:solidFill>
          <a:ln w="3175">
            <a:solidFill>
              <a:srgbClr val="000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3" name="Freeform 2542"/>
          <p:cNvSpPr/>
          <p:nvPr/>
        </p:nvSpPr>
        <p:spPr>
          <a:xfrm>
            <a:off x="28257500" y="-2280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4" name="Freeform 2543"/>
          <p:cNvSpPr/>
          <p:nvPr/>
        </p:nvSpPr>
        <p:spPr>
          <a:xfrm>
            <a:off x="28282900" y="-2280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5" name="Freeform 2544"/>
          <p:cNvSpPr/>
          <p:nvPr/>
        </p:nvSpPr>
        <p:spPr>
          <a:xfrm>
            <a:off x="28308300" y="-22809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6" name="Freeform 2545"/>
          <p:cNvSpPr/>
          <p:nvPr/>
        </p:nvSpPr>
        <p:spPr>
          <a:xfrm>
            <a:off x="28346400" y="-2282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7" name="Freeform 2546"/>
          <p:cNvSpPr/>
          <p:nvPr/>
        </p:nvSpPr>
        <p:spPr>
          <a:xfrm>
            <a:off x="28371800" y="-2282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8" name="Freeform 2547"/>
          <p:cNvSpPr/>
          <p:nvPr/>
        </p:nvSpPr>
        <p:spPr>
          <a:xfrm>
            <a:off x="28409900" y="-22834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0000D1"/>
          </a:solidFill>
          <a:ln w="3175">
            <a:solidFill>
              <a:srgbClr val="0000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9" name="Freeform 2548"/>
          <p:cNvSpPr/>
          <p:nvPr/>
        </p:nvSpPr>
        <p:spPr>
          <a:xfrm>
            <a:off x="28435300" y="-22910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3"/>
                </a:lnTo>
                <a:lnTo>
                  <a:pt x="2" y="0"/>
                </a:lnTo>
                <a:lnTo>
                  <a:pt x="0" y="6"/>
                </a:lnTo>
                <a:lnTo>
                  <a:pt x="1" y="9"/>
                </a:lnTo>
                <a:close/>
              </a:path>
            </a:pathLst>
          </a:custGeom>
          <a:solidFill>
            <a:srgbClr val="0021FF"/>
          </a:solidFill>
          <a:ln w="3175">
            <a:solidFill>
              <a:srgbClr val="001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0" name="Freeform 2549"/>
          <p:cNvSpPr/>
          <p:nvPr/>
        </p:nvSpPr>
        <p:spPr>
          <a:xfrm>
            <a:off x="28460700" y="-230759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6"/>
                </a:lnTo>
                <a:lnTo>
                  <a:pt x="3" y="0"/>
                </a:lnTo>
                <a:lnTo>
                  <a:pt x="0" y="13"/>
                </a:lnTo>
                <a:lnTo>
                  <a:pt x="1" y="16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1" name="Freeform 2550"/>
          <p:cNvSpPr/>
          <p:nvPr/>
        </p:nvSpPr>
        <p:spPr>
          <a:xfrm>
            <a:off x="28498800" y="-230759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6"/>
                </a:moveTo>
                <a:lnTo>
                  <a:pt x="3" y="12"/>
                </a:lnTo>
                <a:lnTo>
                  <a:pt x="2" y="3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4BFFB4"/>
          </a:solidFill>
          <a:ln w="3175">
            <a:solidFill>
              <a:srgbClr val="3C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2" name="Freeform 2551"/>
          <p:cNvSpPr/>
          <p:nvPr/>
        </p:nvSpPr>
        <p:spPr>
          <a:xfrm>
            <a:off x="28524200" y="-23037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9"/>
                </a:moveTo>
                <a:lnTo>
                  <a:pt x="3" y="11"/>
                </a:lnTo>
                <a:lnTo>
                  <a:pt x="3" y="2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3" name="Freeform 2552"/>
          <p:cNvSpPr/>
          <p:nvPr/>
        </p:nvSpPr>
        <p:spPr>
          <a:xfrm>
            <a:off x="28562300" y="-230124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0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0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4" name="Freeform 2553"/>
          <p:cNvSpPr/>
          <p:nvPr/>
        </p:nvSpPr>
        <p:spPr>
          <a:xfrm>
            <a:off x="28587700" y="-230124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5" name="Freeform 2554"/>
          <p:cNvSpPr/>
          <p:nvPr/>
        </p:nvSpPr>
        <p:spPr>
          <a:xfrm>
            <a:off x="28613100" y="-23012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6" name="Freeform 2555"/>
          <p:cNvSpPr/>
          <p:nvPr/>
        </p:nvSpPr>
        <p:spPr>
          <a:xfrm>
            <a:off x="28651200" y="-23025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7" name="Freeform 2556"/>
          <p:cNvSpPr/>
          <p:nvPr/>
        </p:nvSpPr>
        <p:spPr>
          <a:xfrm>
            <a:off x="28676600" y="-23025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8" name="Freeform 2557"/>
          <p:cNvSpPr/>
          <p:nvPr/>
        </p:nvSpPr>
        <p:spPr>
          <a:xfrm>
            <a:off x="28714700" y="-23025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9" name="Freeform 2558"/>
          <p:cNvSpPr/>
          <p:nvPr/>
        </p:nvSpPr>
        <p:spPr>
          <a:xfrm>
            <a:off x="28740100" y="-23025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0" name="Freeform 2559"/>
          <p:cNvSpPr/>
          <p:nvPr/>
        </p:nvSpPr>
        <p:spPr>
          <a:xfrm>
            <a:off x="278765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1" name="Freeform 2560"/>
          <p:cNvSpPr/>
          <p:nvPr/>
        </p:nvSpPr>
        <p:spPr>
          <a:xfrm>
            <a:off x="279019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2" name="Freeform 2561"/>
          <p:cNvSpPr/>
          <p:nvPr/>
        </p:nvSpPr>
        <p:spPr>
          <a:xfrm>
            <a:off x="27940000" y="-2289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3" name="Freeform 2562"/>
          <p:cNvSpPr/>
          <p:nvPr/>
        </p:nvSpPr>
        <p:spPr>
          <a:xfrm>
            <a:off x="279654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4" name="Freeform 2563"/>
          <p:cNvSpPr/>
          <p:nvPr/>
        </p:nvSpPr>
        <p:spPr>
          <a:xfrm>
            <a:off x="27990800" y="-22898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5" name="Freeform 2564"/>
          <p:cNvSpPr/>
          <p:nvPr/>
        </p:nvSpPr>
        <p:spPr>
          <a:xfrm>
            <a:off x="280289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6" name="Freeform 2565"/>
          <p:cNvSpPr/>
          <p:nvPr/>
        </p:nvSpPr>
        <p:spPr>
          <a:xfrm>
            <a:off x="280543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7" name="Freeform 2566"/>
          <p:cNvSpPr/>
          <p:nvPr/>
        </p:nvSpPr>
        <p:spPr>
          <a:xfrm>
            <a:off x="280924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8" name="Freeform 2567"/>
          <p:cNvSpPr/>
          <p:nvPr/>
        </p:nvSpPr>
        <p:spPr>
          <a:xfrm>
            <a:off x="281178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AFF"/>
          </a:solidFill>
          <a:ln w="3175">
            <a:solidFill>
              <a:srgbClr val="007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9" name="Freeform 2568"/>
          <p:cNvSpPr/>
          <p:nvPr/>
        </p:nvSpPr>
        <p:spPr>
          <a:xfrm>
            <a:off x="28143200" y="-22910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0" name="Freeform 2569"/>
          <p:cNvSpPr/>
          <p:nvPr/>
        </p:nvSpPr>
        <p:spPr>
          <a:xfrm>
            <a:off x="28181300" y="-22898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1" name="Freeform 2570"/>
          <p:cNvSpPr/>
          <p:nvPr/>
        </p:nvSpPr>
        <p:spPr>
          <a:xfrm>
            <a:off x="28206700" y="-2284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9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Freeform 2571"/>
          <p:cNvSpPr/>
          <p:nvPr/>
        </p:nvSpPr>
        <p:spPr>
          <a:xfrm>
            <a:off x="28244800" y="-2283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3" name="Freeform 2572"/>
          <p:cNvSpPr/>
          <p:nvPr/>
        </p:nvSpPr>
        <p:spPr>
          <a:xfrm>
            <a:off x="28270200" y="-2283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4" name="Freeform 2573"/>
          <p:cNvSpPr/>
          <p:nvPr/>
        </p:nvSpPr>
        <p:spPr>
          <a:xfrm>
            <a:off x="28295600" y="-22834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5" name="Freeform 2574"/>
          <p:cNvSpPr/>
          <p:nvPr/>
        </p:nvSpPr>
        <p:spPr>
          <a:xfrm>
            <a:off x="28333700" y="-2284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6" name="Freeform 2575"/>
          <p:cNvSpPr/>
          <p:nvPr/>
        </p:nvSpPr>
        <p:spPr>
          <a:xfrm>
            <a:off x="28359100" y="-2284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7" name="Freeform 2576"/>
          <p:cNvSpPr/>
          <p:nvPr/>
        </p:nvSpPr>
        <p:spPr>
          <a:xfrm>
            <a:off x="28397200" y="-2286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FA"/>
          </a:solidFill>
          <a:ln w="3175">
            <a:solidFill>
              <a:srgbClr val="000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8" name="Freeform 2577"/>
          <p:cNvSpPr/>
          <p:nvPr/>
        </p:nvSpPr>
        <p:spPr>
          <a:xfrm>
            <a:off x="28422600" y="-22910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0"/>
                </a:lnTo>
                <a:lnTo>
                  <a:pt x="3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9" name="Freeform 2578"/>
          <p:cNvSpPr/>
          <p:nvPr/>
        </p:nvSpPr>
        <p:spPr>
          <a:xfrm>
            <a:off x="28460700" y="-230886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0" y="14"/>
                </a:moveTo>
                <a:lnTo>
                  <a:pt x="3" y="1"/>
                </a:lnTo>
                <a:lnTo>
                  <a:pt x="2" y="0"/>
                </a:lnTo>
                <a:lnTo>
                  <a:pt x="0" y="14"/>
                </a:lnTo>
                <a:lnTo>
                  <a:pt x="0" y="14"/>
                </a:lnTo>
                <a:close/>
              </a:path>
            </a:pathLst>
          </a:custGeom>
          <a:solidFill>
            <a:srgbClr val="23FFDC"/>
          </a:solidFill>
          <a:ln w="3175">
            <a:solidFill>
              <a:srgbClr val="1CC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0" name="Freeform 2579"/>
          <p:cNvSpPr/>
          <p:nvPr/>
        </p:nvSpPr>
        <p:spPr>
          <a:xfrm>
            <a:off x="28486100" y="-2308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1" name="Freeform 2580"/>
          <p:cNvSpPr/>
          <p:nvPr/>
        </p:nvSpPr>
        <p:spPr>
          <a:xfrm>
            <a:off x="28511500" y="-23075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3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7FFF80"/>
          </a:solidFill>
          <a:ln w="3175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2" name="Freeform 2581"/>
          <p:cNvSpPr/>
          <p:nvPr/>
        </p:nvSpPr>
        <p:spPr>
          <a:xfrm>
            <a:off x="28549600" y="-2306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3" name="Freeform 2582"/>
          <p:cNvSpPr/>
          <p:nvPr/>
        </p:nvSpPr>
        <p:spPr>
          <a:xfrm>
            <a:off x="28575000" y="-23075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4" name="Freeform 2583"/>
          <p:cNvSpPr/>
          <p:nvPr/>
        </p:nvSpPr>
        <p:spPr>
          <a:xfrm>
            <a:off x="28613100" y="-23075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5" name="Freeform 2584"/>
          <p:cNvSpPr/>
          <p:nvPr/>
        </p:nvSpPr>
        <p:spPr>
          <a:xfrm>
            <a:off x="28638500" y="-23075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6" name="Freeform 2585"/>
          <p:cNvSpPr/>
          <p:nvPr/>
        </p:nvSpPr>
        <p:spPr>
          <a:xfrm>
            <a:off x="28663900" y="-2307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7" name="Freeform 2586"/>
          <p:cNvSpPr/>
          <p:nvPr/>
        </p:nvSpPr>
        <p:spPr>
          <a:xfrm>
            <a:off x="28702000" y="-23075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8" name="Freeform 2587"/>
          <p:cNvSpPr/>
          <p:nvPr/>
        </p:nvSpPr>
        <p:spPr>
          <a:xfrm>
            <a:off x="28727400" y="-2308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9" name="Freeform 2588"/>
          <p:cNvSpPr/>
          <p:nvPr/>
        </p:nvSpPr>
        <p:spPr>
          <a:xfrm>
            <a:off x="278638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0" name="Freeform 2589"/>
          <p:cNvSpPr/>
          <p:nvPr/>
        </p:nvSpPr>
        <p:spPr>
          <a:xfrm>
            <a:off x="27889200" y="-22910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1" name="Freeform 2590"/>
          <p:cNvSpPr/>
          <p:nvPr/>
        </p:nvSpPr>
        <p:spPr>
          <a:xfrm>
            <a:off x="279273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2" name="Freeform 2591"/>
          <p:cNvSpPr/>
          <p:nvPr/>
        </p:nvSpPr>
        <p:spPr>
          <a:xfrm>
            <a:off x="279527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3" name="Freeform 2592"/>
          <p:cNvSpPr/>
          <p:nvPr/>
        </p:nvSpPr>
        <p:spPr>
          <a:xfrm>
            <a:off x="27978100" y="-22923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4" name="Freeform 2593"/>
          <p:cNvSpPr/>
          <p:nvPr/>
        </p:nvSpPr>
        <p:spPr>
          <a:xfrm>
            <a:off x="280162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5" name="Freeform 2594"/>
          <p:cNvSpPr/>
          <p:nvPr/>
        </p:nvSpPr>
        <p:spPr>
          <a:xfrm>
            <a:off x="28041600" y="-22923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6" name="Freeform 2595"/>
          <p:cNvSpPr/>
          <p:nvPr/>
        </p:nvSpPr>
        <p:spPr>
          <a:xfrm>
            <a:off x="280797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7" name="Freeform 2596"/>
          <p:cNvSpPr/>
          <p:nvPr/>
        </p:nvSpPr>
        <p:spPr>
          <a:xfrm>
            <a:off x="281051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B5FF"/>
          </a:solidFill>
          <a:ln w="3175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8" name="Freeform 2597"/>
          <p:cNvSpPr/>
          <p:nvPr/>
        </p:nvSpPr>
        <p:spPr>
          <a:xfrm>
            <a:off x="281432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9" name="Freeform 2598"/>
          <p:cNvSpPr/>
          <p:nvPr/>
        </p:nvSpPr>
        <p:spPr>
          <a:xfrm>
            <a:off x="28168600" y="-22898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0" name="Freeform 2599"/>
          <p:cNvSpPr/>
          <p:nvPr/>
        </p:nvSpPr>
        <p:spPr>
          <a:xfrm>
            <a:off x="28194000" y="-22860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1FFF"/>
          </a:solidFill>
          <a:ln w="3175">
            <a:solidFill>
              <a:srgbClr val="001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1" name="Freeform 2600"/>
          <p:cNvSpPr/>
          <p:nvPr/>
        </p:nvSpPr>
        <p:spPr>
          <a:xfrm>
            <a:off x="282321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2" name="Freeform 2601"/>
          <p:cNvSpPr/>
          <p:nvPr/>
        </p:nvSpPr>
        <p:spPr>
          <a:xfrm>
            <a:off x="282575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3" name="Freeform 2602"/>
          <p:cNvSpPr/>
          <p:nvPr/>
        </p:nvSpPr>
        <p:spPr>
          <a:xfrm>
            <a:off x="282956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4" name="Freeform 2603"/>
          <p:cNvSpPr/>
          <p:nvPr/>
        </p:nvSpPr>
        <p:spPr>
          <a:xfrm>
            <a:off x="283210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5" name="Freeform 2604"/>
          <p:cNvSpPr/>
          <p:nvPr/>
        </p:nvSpPr>
        <p:spPr>
          <a:xfrm>
            <a:off x="28346400" y="-22872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6" name="Freeform 2605"/>
          <p:cNvSpPr/>
          <p:nvPr/>
        </p:nvSpPr>
        <p:spPr>
          <a:xfrm>
            <a:off x="283845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7" name="Freeform 2606"/>
          <p:cNvSpPr/>
          <p:nvPr/>
        </p:nvSpPr>
        <p:spPr>
          <a:xfrm>
            <a:off x="28409900" y="-22923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8" name="Freeform 2607"/>
          <p:cNvSpPr/>
          <p:nvPr/>
        </p:nvSpPr>
        <p:spPr>
          <a:xfrm>
            <a:off x="28448000" y="-230886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0"/>
                </a:lnTo>
                <a:lnTo>
                  <a:pt x="2" y="0"/>
                </a:lnTo>
                <a:lnTo>
                  <a:pt x="0" y="13"/>
                </a:lnTo>
                <a:lnTo>
                  <a:pt x="1" y="14"/>
                </a:lnTo>
                <a:close/>
              </a:path>
            </a:pathLst>
          </a:custGeom>
          <a:solidFill>
            <a:srgbClr val="23FFDC"/>
          </a:solidFill>
          <a:ln w="3175">
            <a:solidFill>
              <a:srgbClr val="1CC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9" name="Freeform 2608"/>
          <p:cNvSpPr/>
          <p:nvPr/>
        </p:nvSpPr>
        <p:spPr>
          <a:xfrm>
            <a:off x="28473400" y="-2308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C1FF3E"/>
          </a:solidFill>
          <a:ln w="3175">
            <a:solidFill>
              <a:srgbClr val="9BCC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0" name="Freeform 2609"/>
          <p:cNvSpPr/>
          <p:nvPr/>
        </p:nvSpPr>
        <p:spPr>
          <a:xfrm>
            <a:off x="28498800" y="-2311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BFF44"/>
          </a:solidFill>
          <a:ln w="3175">
            <a:solidFill>
              <a:srgbClr val="96C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1" name="Freeform 2610"/>
          <p:cNvSpPr/>
          <p:nvPr/>
        </p:nvSpPr>
        <p:spPr>
          <a:xfrm>
            <a:off x="28536900" y="-23114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2" name="Freeform 2611"/>
          <p:cNvSpPr/>
          <p:nvPr/>
        </p:nvSpPr>
        <p:spPr>
          <a:xfrm>
            <a:off x="28562300" y="-2311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3" name="Freeform 2612"/>
          <p:cNvSpPr/>
          <p:nvPr/>
        </p:nvSpPr>
        <p:spPr>
          <a:xfrm>
            <a:off x="286004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4" name="Freeform 2613"/>
          <p:cNvSpPr/>
          <p:nvPr/>
        </p:nvSpPr>
        <p:spPr>
          <a:xfrm>
            <a:off x="286258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5" name="Freeform 2614"/>
          <p:cNvSpPr/>
          <p:nvPr/>
        </p:nvSpPr>
        <p:spPr>
          <a:xfrm>
            <a:off x="286639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6" name="Freeform 2615"/>
          <p:cNvSpPr/>
          <p:nvPr/>
        </p:nvSpPr>
        <p:spPr>
          <a:xfrm>
            <a:off x="286893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7" name="Freeform 2616"/>
          <p:cNvSpPr/>
          <p:nvPr/>
        </p:nvSpPr>
        <p:spPr>
          <a:xfrm>
            <a:off x="28714700" y="-23139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8" name="Freeform 2617"/>
          <p:cNvSpPr/>
          <p:nvPr/>
        </p:nvSpPr>
        <p:spPr>
          <a:xfrm>
            <a:off x="27851100" y="-2294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9" name="Freeform 2618"/>
          <p:cNvSpPr/>
          <p:nvPr/>
        </p:nvSpPr>
        <p:spPr>
          <a:xfrm>
            <a:off x="27876500" y="-2294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0" name="Freeform 2619"/>
          <p:cNvSpPr/>
          <p:nvPr/>
        </p:nvSpPr>
        <p:spPr>
          <a:xfrm>
            <a:off x="27914600" y="-2294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1" name="Freeform 2620"/>
          <p:cNvSpPr/>
          <p:nvPr/>
        </p:nvSpPr>
        <p:spPr>
          <a:xfrm>
            <a:off x="27940000" y="-2296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2" name="Freeform 2621"/>
          <p:cNvSpPr/>
          <p:nvPr/>
        </p:nvSpPr>
        <p:spPr>
          <a:xfrm>
            <a:off x="27978100" y="-2296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3" name="Freeform 2622"/>
          <p:cNvSpPr/>
          <p:nvPr/>
        </p:nvSpPr>
        <p:spPr>
          <a:xfrm>
            <a:off x="28003500" y="-2296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4" name="Freeform 2623"/>
          <p:cNvSpPr/>
          <p:nvPr/>
        </p:nvSpPr>
        <p:spPr>
          <a:xfrm>
            <a:off x="28028900" y="-2296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5" name="Freeform 2624"/>
          <p:cNvSpPr/>
          <p:nvPr/>
        </p:nvSpPr>
        <p:spPr>
          <a:xfrm>
            <a:off x="28067000" y="-2296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6" name="Freeform 2625"/>
          <p:cNvSpPr/>
          <p:nvPr/>
        </p:nvSpPr>
        <p:spPr>
          <a:xfrm>
            <a:off x="28092400" y="-2296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DDFF"/>
          </a:solidFill>
          <a:ln w="3175">
            <a:solidFill>
              <a:srgbClr val="00B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7" name="Freeform 2626"/>
          <p:cNvSpPr/>
          <p:nvPr/>
        </p:nvSpPr>
        <p:spPr>
          <a:xfrm>
            <a:off x="28130500" y="-22961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3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B3FF"/>
          </a:solidFill>
          <a:ln w="3175">
            <a:solidFill>
              <a:srgbClr val="008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8" name="Freeform 2627"/>
          <p:cNvSpPr/>
          <p:nvPr/>
        </p:nvSpPr>
        <p:spPr>
          <a:xfrm>
            <a:off x="28155900" y="-22923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2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9" name="Freeform 2628"/>
          <p:cNvSpPr/>
          <p:nvPr/>
        </p:nvSpPr>
        <p:spPr>
          <a:xfrm>
            <a:off x="281813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0" name="Freeform 2629"/>
          <p:cNvSpPr/>
          <p:nvPr/>
        </p:nvSpPr>
        <p:spPr>
          <a:xfrm>
            <a:off x="282194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1" name="Freeform 2630"/>
          <p:cNvSpPr/>
          <p:nvPr/>
        </p:nvSpPr>
        <p:spPr>
          <a:xfrm>
            <a:off x="28244800" y="-22885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2" name="Freeform 2631"/>
          <p:cNvSpPr/>
          <p:nvPr/>
        </p:nvSpPr>
        <p:spPr>
          <a:xfrm>
            <a:off x="282829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3" name="Freeform 2632"/>
          <p:cNvSpPr/>
          <p:nvPr/>
        </p:nvSpPr>
        <p:spPr>
          <a:xfrm>
            <a:off x="283083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4" name="Freeform 2633"/>
          <p:cNvSpPr/>
          <p:nvPr/>
        </p:nvSpPr>
        <p:spPr>
          <a:xfrm>
            <a:off x="283464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5" name="Freeform 2634"/>
          <p:cNvSpPr/>
          <p:nvPr/>
        </p:nvSpPr>
        <p:spPr>
          <a:xfrm>
            <a:off x="283718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2B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6" name="Freeform 2635"/>
          <p:cNvSpPr/>
          <p:nvPr/>
        </p:nvSpPr>
        <p:spPr>
          <a:xfrm>
            <a:off x="28397200" y="-22923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7" name="Freeform 2636"/>
          <p:cNvSpPr/>
          <p:nvPr/>
        </p:nvSpPr>
        <p:spPr>
          <a:xfrm>
            <a:off x="28435300" y="-231013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1"/>
                </a:lnTo>
                <a:lnTo>
                  <a:pt x="2" y="0"/>
                </a:lnTo>
                <a:lnTo>
                  <a:pt x="0" y="14"/>
                </a:lnTo>
                <a:lnTo>
                  <a:pt x="1" y="14"/>
                </a:lnTo>
                <a:close/>
              </a:path>
            </a:pathLst>
          </a:custGeom>
          <a:solidFill>
            <a:srgbClr val="24FFDB"/>
          </a:solidFill>
          <a:ln w="3175">
            <a:solidFill>
              <a:srgbClr val="1DCC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8" name="Freeform 2637"/>
          <p:cNvSpPr/>
          <p:nvPr/>
        </p:nvSpPr>
        <p:spPr>
          <a:xfrm>
            <a:off x="28460700" y="-23164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9" name="Freeform 2638"/>
          <p:cNvSpPr/>
          <p:nvPr/>
        </p:nvSpPr>
        <p:spPr>
          <a:xfrm>
            <a:off x="28498800" y="-23190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6"/>
                </a:lnTo>
                <a:lnTo>
                  <a:pt x="2" y="0"/>
                </a:lnTo>
                <a:lnTo>
                  <a:pt x="0" y="2"/>
                </a:lnTo>
                <a:lnTo>
                  <a:pt x="0" y="8"/>
                </a:lnTo>
                <a:close/>
              </a:path>
            </a:pathLst>
          </a:custGeom>
          <a:solidFill>
            <a:srgbClr val="FFED00"/>
          </a:solidFill>
          <a:ln w="3175">
            <a:solidFill>
              <a:srgbClr val="CCB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0" name="Freeform 2639"/>
          <p:cNvSpPr/>
          <p:nvPr/>
        </p:nvSpPr>
        <p:spPr>
          <a:xfrm>
            <a:off x="28524200" y="-231902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1" name="Freeform 2640"/>
          <p:cNvSpPr/>
          <p:nvPr/>
        </p:nvSpPr>
        <p:spPr>
          <a:xfrm>
            <a:off x="28549600" y="-23190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2" name="Freeform 2641"/>
          <p:cNvSpPr/>
          <p:nvPr/>
        </p:nvSpPr>
        <p:spPr>
          <a:xfrm>
            <a:off x="28587700" y="-231902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3" name="Freeform 2642"/>
          <p:cNvSpPr/>
          <p:nvPr/>
        </p:nvSpPr>
        <p:spPr>
          <a:xfrm>
            <a:off x="28613100" y="-23202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4" name="Freeform 2643"/>
          <p:cNvSpPr/>
          <p:nvPr/>
        </p:nvSpPr>
        <p:spPr>
          <a:xfrm>
            <a:off x="28651200" y="-23202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5" name="Freeform 2644"/>
          <p:cNvSpPr/>
          <p:nvPr/>
        </p:nvSpPr>
        <p:spPr>
          <a:xfrm>
            <a:off x="28676600" y="-23202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6" name="Freeform 2645"/>
          <p:cNvSpPr/>
          <p:nvPr/>
        </p:nvSpPr>
        <p:spPr>
          <a:xfrm>
            <a:off x="28702000" y="-23202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7" name="Freeform 2646"/>
          <p:cNvSpPr/>
          <p:nvPr/>
        </p:nvSpPr>
        <p:spPr>
          <a:xfrm>
            <a:off x="27838400" y="-23037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8" name="Freeform 2647"/>
          <p:cNvSpPr/>
          <p:nvPr/>
        </p:nvSpPr>
        <p:spPr>
          <a:xfrm>
            <a:off x="27863800" y="-23037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9" name="Freeform 2648"/>
          <p:cNvSpPr/>
          <p:nvPr/>
        </p:nvSpPr>
        <p:spPr>
          <a:xfrm>
            <a:off x="27901900" y="-23050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0" name="Freeform 2649"/>
          <p:cNvSpPr/>
          <p:nvPr/>
        </p:nvSpPr>
        <p:spPr>
          <a:xfrm>
            <a:off x="27927300" y="-23050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1" name="Freeform 2650"/>
          <p:cNvSpPr/>
          <p:nvPr/>
        </p:nvSpPr>
        <p:spPr>
          <a:xfrm>
            <a:off x="27965400" y="-23050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2" name="Freeform 2651"/>
          <p:cNvSpPr/>
          <p:nvPr/>
        </p:nvSpPr>
        <p:spPr>
          <a:xfrm>
            <a:off x="27990800" y="-23050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3" name="Freeform 2652"/>
          <p:cNvSpPr/>
          <p:nvPr/>
        </p:nvSpPr>
        <p:spPr>
          <a:xfrm>
            <a:off x="28028900" y="-23050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4" name="Freeform 2653"/>
          <p:cNvSpPr/>
          <p:nvPr/>
        </p:nvSpPr>
        <p:spPr>
          <a:xfrm>
            <a:off x="28054300" y="-23063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5" name="Freeform 2654"/>
          <p:cNvSpPr/>
          <p:nvPr/>
        </p:nvSpPr>
        <p:spPr>
          <a:xfrm>
            <a:off x="28079700" y="-23063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2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4AFFB5"/>
          </a:solidFill>
          <a:ln w="3175">
            <a:solidFill>
              <a:srgbClr val="3BC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6" name="Freeform 2655"/>
          <p:cNvSpPr/>
          <p:nvPr/>
        </p:nvSpPr>
        <p:spPr>
          <a:xfrm>
            <a:off x="28117800" y="-23037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6"/>
                </a:moveTo>
                <a:lnTo>
                  <a:pt x="3" y="9"/>
                </a:lnTo>
                <a:lnTo>
                  <a:pt x="2" y="8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7" name="Freeform 2656"/>
          <p:cNvSpPr/>
          <p:nvPr/>
        </p:nvSpPr>
        <p:spPr>
          <a:xfrm>
            <a:off x="28143200" y="-22936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8" name="Freeform 2657"/>
          <p:cNvSpPr/>
          <p:nvPr/>
        </p:nvSpPr>
        <p:spPr>
          <a:xfrm>
            <a:off x="281813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51FF"/>
          </a:solidFill>
          <a:ln w="3175">
            <a:solidFill>
              <a:srgbClr val="004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9" name="Freeform 2658"/>
          <p:cNvSpPr/>
          <p:nvPr/>
        </p:nvSpPr>
        <p:spPr>
          <a:xfrm>
            <a:off x="282067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0" name="Freeform 2659"/>
          <p:cNvSpPr/>
          <p:nvPr/>
        </p:nvSpPr>
        <p:spPr>
          <a:xfrm>
            <a:off x="28232100" y="-22898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1" name="Freeform 2660"/>
          <p:cNvSpPr/>
          <p:nvPr/>
        </p:nvSpPr>
        <p:spPr>
          <a:xfrm>
            <a:off x="28270200" y="-2289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2" name="Freeform 2661"/>
          <p:cNvSpPr/>
          <p:nvPr/>
        </p:nvSpPr>
        <p:spPr>
          <a:xfrm>
            <a:off x="28295600" y="-2289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3" name="Freeform 2662"/>
          <p:cNvSpPr/>
          <p:nvPr/>
        </p:nvSpPr>
        <p:spPr>
          <a:xfrm>
            <a:off x="283337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4" name="Freeform 2663"/>
          <p:cNvSpPr/>
          <p:nvPr/>
        </p:nvSpPr>
        <p:spPr>
          <a:xfrm>
            <a:off x="283591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4FF"/>
          </a:solidFill>
          <a:ln w="3175">
            <a:solidFill>
              <a:srgbClr val="003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5" name="Freeform 2664"/>
          <p:cNvSpPr/>
          <p:nvPr/>
        </p:nvSpPr>
        <p:spPr>
          <a:xfrm>
            <a:off x="28384500" y="-22948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6" name="Freeform 2665"/>
          <p:cNvSpPr/>
          <p:nvPr/>
        </p:nvSpPr>
        <p:spPr>
          <a:xfrm>
            <a:off x="28422600" y="-23241000"/>
            <a:ext cx="38100" cy="317500"/>
          </a:xfrm>
          <a:custGeom>
            <a:avLst/>
            <a:gdLst/>
            <a:ahLst/>
            <a:cxnLst/>
            <a:rect l="l" t="t" r="r" b="b"/>
            <a:pathLst>
              <a:path w="3" h="25">
                <a:moveTo>
                  <a:pt x="1" y="25"/>
                </a:moveTo>
                <a:lnTo>
                  <a:pt x="3" y="11"/>
                </a:lnTo>
                <a:lnTo>
                  <a:pt x="2" y="0"/>
                </a:lnTo>
                <a:lnTo>
                  <a:pt x="0" y="23"/>
                </a:lnTo>
                <a:lnTo>
                  <a:pt x="1" y="25"/>
                </a:lnTo>
                <a:close/>
              </a:path>
            </a:pathLst>
          </a:custGeom>
          <a:solidFill>
            <a:srgbClr val="6FFF90"/>
          </a:solidFill>
          <a:ln w="3175">
            <a:solidFill>
              <a:srgbClr val="59C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7" name="Freeform 2666"/>
          <p:cNvSpPr/>
          <p:nvPr/>
        </p:nvSpPr>
        <p:spPr>
          <a:xfrm>
            <a:off x="28448000" y="-23291800"/>
            <a:ext cx="50800" cy="190500"/>
          </a:xfrm>
          <a:custGeom>
            <a:avLst/>
            <a:gdLst/>
            <a:ahLst/>
            <a:cxnLst/>
            <a:rect l="l" t="t" r="r" b="b"/>
            <a:pathLst>
              <a:path w="4" h="15">
                <a:moveTo>
                  <a:pt x="1" y="15"/>
                </a:moveTo>
                <a:lnTo>
                  <a:pt x="4" y="10"/>
                </a:lnTo>
                <a:lnTo>
                  <a:pt x="3" y="0"/>
                </a:lnTo>
                <a:lnTo>
                  <a:pt x="0" y="4"/>
                </a:lnTo>
                <a:lnTo>
                  <a:pt x="1" y="15"/>
                </a:lnTo>
                <a:close/>
              </a:path>
            </a:pathLst>
          </a:custGeom>
          <a:solidFill>
            <a:srgbClr val="FF7C00"/>
          </a:solidFill>
          <a:ln w="3175">
            <a:solidFill>
              <a:srgbClr val="CC6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8" name="Freeform 2667"/>
          <p:cNvSpPr/>
          <p:nvPr/>
        </p:nvSpPr>
        <p:spPr>
          <a:xfrm>
            <a:off x="28486100" y="-23304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3900"/>
          </a:solidFill>
          <a:ln w="3175">
            <a:solidFill>
              <a:srgbClr val="CC2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9" name="Freeform 2668"/>
          <p:cNvSpPr/>
          <p:nvPr/>
        </p:nvSpPr>
        <p:spPr>
          <a:xfrm>
            <a:off x="28511500" y="-233045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0" name="Freeform 2669"/>
          <p:cNvSpPr/>
          <p:nvPr/>
        </p:nvSpPr>
        <p:spPr>
          <a:xfrm>
            <a:off x="28549600" y="-233172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1"/>
                </a:lnTo>
                <a:lnTo>
                  <a:pt x="0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1" name="Freeform 2670"/>
          <p:cNvSpPr/>
          <p:nvPr/>
        </p:nvSpPr>
        <p:spPr>
          <a:xfrm>
            <a:off x="28575000" y="-233172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2" name="Freeform 2671"/>
          <p:cNvSpPr/>
          <p:nvPr/>
        </p:nvSpPr>
        <p:spPr>
          <a:xfrm>
            <a:off x="28600400" y="-233172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3" name="Freeform 2672"/>
          <p:cNvSpPr/>
          <p:nvPr/>
        </p:nvSpPr>
        <p:spPr>
          <a:xfrm>
            <a:off x="28638500" y="-23317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4" name="Freeform 2673"/>
          <p:cNvSpPr/>
          <p:nvPr/>
        </p:nvSpPr>
        <p:spPr>
          <a:xfrm>
            <a:off x="28663900" y="-23317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5" name="Freeform 2674"/>
          <p:cNvSpPr/>
          <p:nvPr/>
        </p:nvSpPr>
        <p:spPr>
          <a:xfrm>
            <a:off x="28702000" y="-233299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1"/>
                </a:lnTo>
                <a:lnTo>
                  <a:pt x="0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6" name="Freeform 2675"/>
          <p:cNvSpPr/>
          <p:nvPr/>
        </p:nvSpPr>
        <p:spPr>
          <a:xfrm>
            <a:off x="27825700" y="-2307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7" name="Freeform 2676"/>
          <p:cNvSpPr/>
          <p:nvPr/>
        </p:nvSpPr>
        <p:spPr>
          <a:xfrm>
            <a:off x="27863800" y="-2308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8" name="Freeform 2677"/>
          <p:cNvSpPr/>
          <p:nvPr/>
        </p:nvSpPr>
        <p:spPr>
          <a:xfrm>
            <a:off x="27889200" y="-2308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9" name="Freeform 2678"/>
          <p:cNvSpPr/>
          <p:nvPr/>
        </p:nvSpPr>
        <p:spPr>
          <a:xfrm>
            <a:off x="27914600" y="-2308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0" name="Freeform 2679"/>
          <p:cNvSpPr/>
          <p:nvPr/>
        </p:nvSpPr>
        <p:spPr>
          <a:xfrm>
            <a:off x="27952700" y="-23088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1" name="Freeform 2680"/>
          <p:cNvSpPr/>
          <p:nvPr/>
        </p:nvSpPr>
        <p:spPr>
          <a:xfrm>
            <a:off x="27978100" y="-2308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2" name="Freeform 2681"/>
          <p:cNvSpPr/>
          <p:nvPr/>
        </p:nvSpPr>
        <p:spPr>
          <a:xfrm>
            <a:off x="28016200" y="-23101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3" name="Freeform 2682"/>
          <p:cNvSpPr/>
          <p:nvPr/>
        </p:nvSpPr>
        <p:spPr>
          <a:xfrm>
            <a:off x="28041600" y="-23101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4" name="Freeform 2683"/>
          <p:cNvSpPr/>
          <p:nvPr/>
        </p:nvSpPr>
        <p:spPr>
          <a:xfrm>
            <a:off x="28067000" y="-23101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3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A7FF58"/>
          </a:solidFill>
          <a:ln w="3175">
            <a:solidFill>
              <a:srgbClr val="86C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5" name="Freeform 2684"/>
          <p:cNvSpPr/>
          <p:nvPr/>
        </p:nvSpPr>
        <p:spPr>
          <a:xfrm>
            <a:off x="28105100" y="-230505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1"/>
                </a:moveTo>
                <a:lnTo>
                  <a:pt x="3" y="9"/>
                </a:lnTo>
                <a:lnTo>
                  <a:pt x="2" y="8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0FFDF"/>
          </a:solidFill>
          <a:ln w="3175">
            <a:solidFill>
              <a:srgbClr val="1AC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6" name="Freeform 2685"/>
          <p:cNvSpPr/>
          <p:nvPr/>
        </p:nvSpPr>
        <p:spPr>
          <a:xfrm>
            <a:off x="28130500" y="-2294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7" name="Freeform 2686"/>
          <p:cNvSpPr/>
          <p:nvPr/>
        </p:nvSpPr>
        <p:spPr>
          <a:xfrm>
            <a:off x="281686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8" name="Freeform 2687"/>
          <p:cNvSpPr/>
          <p:nvPr/>
        </p:nvSpPr>
        <p:spPr>
          <a:xfrm>
            <a:off x="28194000" y="-2289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9" name="Freeform 2688"/>
          <p:cNvSpPr/>
          <p:nvPr/>
        </p:nvSpPr>
        <p:spPr>
          <a:xfrm>
            <a:off x="282321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0" name="Freeform 2689"/>
          <p:cNvSpPr/>
          <p:nvPr/>
        </p:nvSpPr>
        <p:spPr>
          <a:xfrm>
            <a:off x="282575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1" name="Freeform 2690"/>
          <p:cNvSpPr/>
          <p:nvPr/>
        </p:nvSpPr>
        <p:spPr>
          <a:xfrm>
            <a:off x="28282900" y="-2291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2" name="Freeform 2691"/>
          <p:cNvSpPr/>
          <p:nvPr/>
        </p:nvSpPr>
        <p:spPr>
          <a:xfrm>
            <a:off x="283210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3" name="Freeform 2692"/>
          <p:cNvSpPr/>
          <p:nvPr/>
        </p:nvSpPr>
        <p:spPr>
          <a:xfrm>
            <a:off x="28346400" y="-2291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4" name="Freeform 2693"/>
          <p:cNvSpPr/>
          <p:nvPr/>
        </p:nvSpPr>
        <p:spPr>
          <a:xfrm>
            <a:off x="28384500" y="-2296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5" name="Freeform 2694"/>
          <p:cNvSpPr/>
          <p:nvPr/>
        </p:nvSpPr>
        <p:spPr>
          <a:xfrm>
            <a:off x="28409900" y="-23253700"/>
            <a:ext cx="38100" cy="304800"/>
          </a:xfrm>
          <a:custGeom>
            <a:avLst/>
            <a:gdLst/>
            <a:ahLst/>
            <a:cxnLst/>
            <a:rect l="l" t="t" r="r" b="b"/>
            <a:pathLst>
              <a:path w="3" h="24">
                <a:moveTo>
                  <a:pt x="1" y="24"/>
                </a:moveTo>
                <a:lnTo>
                  <a:pt x="3" y="1"/>
                </a:lnTo>
                <a:lnTo>
                  <a:pt x="2" y="0"/>
                </a:lnTo>
                <a:lnTo>
                  <a:pt x="0" y="23"/>
                </a:lnTo>
                <a:lnTo>
                  <a:pt x="1" y="24"/>
                </a:lnTo>
                <a:close/>
              </a:path>
            </a:pathLst>
          </a:custGeom>
          <a:solidFill>
            <a:srgbClr val="BBFF44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6" name="Freeform 2695"/>
          <p:cNvSpPr/>
          <p:nvPr/>
        </p:nvSpPr>
        <p:spPr>
          <a:xfrm>
            <a:off x="28435300" y="-23342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4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E80000"/>
          </a:solidFill>
          <a:ln w="3175">
            <a:solidFill>
              <a:srgbClr val="B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7" name="Freeform 2696"/>
          <p:cNvSpPr/>
          <p:nvPr/>
        </p:nvSpPr>
        <p:spPr>
          <a:xfrm>
            <a:off x="28473400" y="-23342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A30000"/>
          </a:solidFill>
          <a:ln w="3175">
            <a:solidFill>
              <a:srgbClr val="8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8" name="Freeform 2697"/>
          <p:cNvSpPr/>
          <p:nvPr/>
        </p:nvSpPr>
        <p:spPr>
          <a:xfrm>
            <a:off x="28498800" y="-23342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9" name="Freeform 2698"/>
          <p:cNvSpPr/>
          <p:nvPr/>
        </p:nvSpPr>
        <p:spPr>
          <a:xfrm>
            <a:off x="28536900" y="-23355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0" name="Freeform 2699"/>
          <p:cNvSpPr/>
          <p:nvPr/>
        </p:nvSpPr>
        <p:spPr>
          <a:xfrm>
            <a:off x="28562300" y="-23355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1" name="Freeform 2700"/>
          <p:cNvSpPr/>
          <p:nvPr/>
        </p:nvSpPr>
        <p:spPr>
          <a:xfrm>
            <a:off x="28587700" y="-23355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2" name="Freeform 2701"/>
          <p:cNvSpPr/>
          <p:nvPr/>
        </p:nvSpPr>
        <p:spPr>
          <a:xfrm>
            <a:off x="28625800" y="-23355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3" name="Freeform 2702"/>
          <p:cNvSpPr/>
          <p:nvPr/>
        </p:nvSpPr>
        <p:spPr>
          <a:xfrm>
            <a:off x="28651200" y="-23368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4" name="Freeform 2703"/>
          <p:cNvSpPr/>
          <p:nvPr/>
        </p:nvSpPr>
        <p:spPr>
          <a:xfrm>
            <a:off x="28689300" y="-23368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5" name="Freeform 2704"/>
          <p:cNvSpPr/>
          <p:nvPr/>
        </p:nvSpPr>
        <p:spPr>
          <a:xfrm>
            <a:off x="27813000" y="-2308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6" name="Freeform 2705"/>
          <p:cNvSpPr/>
          <p:nvPr/>
        </p:nvSpPr>
        <p:spPr>
          <a:xfrm>
            <a:off x="27851100" y="-2308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7" name="Freeform 2706"/>
          <p:cNvSpPr/>
          <p:nvPr/>
        </p:nvSpPr>
        <p:spPr>
          <a:xfrm>
            <a:off x="27876500" y="-2308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8" name="Freeform 2707"/>
          <p:cNvSpPr/>
          <p:nvPr/>
        </p:nvSpPr>
        <p:spPr>
          <a:xfrm>
            <a:off x="279146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9" name="Freeform 2708"/>
          <p:cNvSpPr/>
          <p:nvPr/>
        </p:nvSpPr>
        <p:spPr>
          <a:xfrm>
            <a:off x="279400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0" name="Freeform 2709"/>
          <p:cNvSpPr/>
          <p:nvPr/>
        </p:nvSpPr>
        <p:spPr>
          <a:xfrm>
            <a:off x="27965400" y="-2310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1" name="Freeform 2710"/>
          <p:cNvSpPr/>
          <p:nvPr/>
        </p:nvSpPr>
        <p:spPr>
          <a:xfrm>
            <a:off x="280035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2" name="Freeform 2711"/>
          <p:cNvSpPr/>
          <p:nvPr/>
        </p:nvSpPr>
        <p:spPr>
          <a:xfrm>
            <a:off x="28028900" y="-2310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3" name="Freeform 2712"/>
          <p:cNvSpPr/>
          <p:nvPr/>
        </p:nvSpPr>
        <p:spPr>
          <a:xfrm>
            <a:off x="28067000" y="-23101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4" name="Freeform 2713"/>
          <p:cNvSpPr/>
          <p:nvPr/>
        </p:nvSpPr>
        <p:spPr>
          <a:xfrm>
            <a:off x="28092400" y="-23063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1"/>
                </a:moveTo>
                <a:lnTo>
                  <a:pt x="3" y="9"/>
                </a:lnTo>
                <a:lnTo>
                  <a:pt x="2" y="8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5" name="Freeform 2714"/>
          <p:cNvSpPr/>
          <p:nvPr/>
        </p:nvSpPr>
        <p:spPr>
          <a:xfrm>
            <a:off x="28117800" y="-2296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6" name="Freeform 2715"/>
          <p:cNvSpPr/>
          <p:nvPr/>
        </p:nvSpPr>
        <p:spPr>
          <a:xfrm>
            <a:off x="281559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7" name="Freeform 2716"/>
          <p:cNvSpPr/>
          <p:nvPr/>
        </p:nvSpPr>
        <p:spPr>
          <a:xfrm>
            <a:off x="28181300" y="-2291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8" name="Freeform 2717"/>
          <p:cNvSpPr/>
          <p:nvPr/>
        </p:nvSpPr>
        <p:spPr>
          <a:xfrm>
            <a:off x="282194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9" name="Freeform 2718"/>
          <p:cNvSpPr/>
          <p:nvPr/>
        </p:nvSpPr>
        <p:spPr>
          <a:xfrm>
            <a:off x="28244800" y="-2291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0" name="Freeform 2719"/>
          <p:cNvSpPr/>
          <p:nvPr/>
        </p:nvSpPr>
        <p:spPr>
          <a:xfrm>
            <a:off x="28270200" y="-2292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1" name="Freeform 2720"/>
          <p:cNvSpPr/>
          <p:nvPr/>
        </p:nvSpPr>
        <p:spPr>
          <a:xfrm>
            <a:off x="283083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2" name="Freeform 2721"/>
          <p:cNvSpPr/>
          <p:nvPr/>
        </p:nvSpPr>
        <p:spPr>
          <a:xfrm>
            <a:off x="28333700" y="-2292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3" name="Freeform 2722"/>
          <p:cNvSpPr/>
          <p:nvPr/>
        </p:nvSpPr>
        <p:spPr>
          <a:xfrm>
            <a:off x="28371800" y="-22974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4" name="Freeform 2723"/>
          <p:cNvSpPr/>
          <p:nvPr/>
        </p:nvSpPr>
        <p:spPr>
          <a:xfrm>
            <a:off x="28397200" y="-23266400"/>
            <a:ext cx="38100" cy="304800"/>
          </a:xfrm>
          <a:custGeom>
            <a:avLst/>
            <a:gdLst/>
            <a:ahLst/>
            <a:cxnLst/>
            <a:rect l="l" t="t" r="r" b="b"/>
            <a:pathLst>
              <a:path w="3" h="24">
                <a:moveTo>
                  <a:pt x="1" y="24"/>
                </a:moveTo>
                <a:lnTo>
                  <a:pt x="3" y="1"/>
                </a:lnTo>
                <a:lnTo>
                  <a:pt x="3" y="0"/>
                </a:lnTo>
                <a:lnTo>
                  <a:pt x="0" y="23"/>
                </a:lnTo>
                <a:lnTo>
                  <a:pt x="1" y="24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5" name="Freeform 2724"/>
          <p:cNvSpPr/>
          <p:nvPr/>
        </p:nvSpPr>
        <p:spPr>
          <a:xfrm>
            <a:off x="28435300" y="-23355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0" y="8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6" name="Freeform 2725"/>
          <p:cNvSpPr/>
          <p:nvPr/>
        </p:nvSpPr>
        <p:spPr>
          <a:xfrm>
            <a:off x="28460700" y="-23355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7" name="Freeform 2726"/>
          <p:cNvSpPr/>
          <p:nvPr/>
        </p:nvSpPr>
        <p:spPr>
          <a:xfrm>
            <a:off x="28486100" y="-2335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8" name="Freeform 2727"/>
          <p:cNvSpPr/>
          <p:nvPr/>
        </p:nvSpPr>
        <p:spPr>
          <a:xfrm>
            <a:off x="28524200" y="-23355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9" name="Freeform 2728"/>
          <p:cNvSpPr/>
          <p:nvPr/>
        </p:nvSpPr>
        <p:spPr>
          <a:xfrm>
            <a:off x="28549600" y="-23355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0" name="Freeform 2729"/>
          <p:cNvSpPr/>
          <p:nvPr/>
        </p:nvSpPr>
        <p:spPr>
          <a:xfrm>
            <a:off x="285877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1" name="Freeform 2730"/>
          <p:cNvSpPr/>
          <p:nvPr/>
        </p:nvSpPr>
        <p:spPr>
          <a:xfrm>
            <a:off x="286131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2" name="Freeform 2731"/>
          <p:cNvSpPr/>
          <p:nvPr/>
        </p:nvSpPr>
        <p:spPr>
          <a:xfrm>
            <a:off x="28638500" y="-2336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3" name="Freeform 2732"/>
          <p:cNvSpPr/>
          <p:nvPr/>
        </p:nvSpPr>
        <p:spPr>
          <a:xfrm>
            <a:off x="28676600" y="-23368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4" name="Freeform 2733"/>
          <p:cNvSpPr/>
          <p:nvPr/>
        </p:nvSpPr>
        <p:spPr>
          <a:xfrm>
            <a:off x="27800300" y="-23088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5" name="Freeform 2734"/>
          <p:cNvSpPr/>
          <p:nvPr/>
        </p:nvSpPr>
        <p:spPr>
          <a:xfrm>
            <a:off x="278384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6" name="Freeform 2735"/>
          <p:cNvSpPr/>
          <p:nvPr/>
        </p:nvSpPr>
        <p:spPr>
          <a:xfrm>
            <a:off x="27863800" y="-2310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7" name="Freeform 2736"/>
          <p:cNvSpPr/>
          <p:nvPr/>
        </p:nvSpPr>
        <p:spPr>
          <a:xfrm>
            <a:off x="279019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8" name="Freeform 2737"/>
          <p:cNvSpPr/>
          <p:nvPr/>
        </p:nvSpPr>
        <p:spPr>
          <a:xfrm>
            <a:off x="27927300" y="-2310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9" name="Freeform 2738"/>
          <p:cNvSpPr/>
          <p:nvPr/>
        </p:nvSpPr>
        <p:spPr>
          <a:xfrm>
            <a:off x="27952700" y="-2311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0" name="Freeform 2739"/>
          <p:cNvSpPr/>
          <p:nvPr/>
        </p:nvSpPr>
        <p:spPr>
          <a:xfrm>
            <a:off x="279908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1" name="Freeform 2740"/>
          <p:cNvSpPr/>
          <p:nvPr/>
        </p:nvSpPr>
        <p:spPr>
          <a:xfrm>
            <a:off x="28016200" y="-2311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2" name="Freeform 2741"/>
          <p:cNvSpPr/>
          <p:nvPr/>
        </p:nvSpPr>
        <p:spPr>
          <a:xfrm>
            <a:off x="28054300" y="-23114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3" name="Freeform 2742"/>
          <p:cNvSpPr/>
          <p:nvPr/>
        </p:nvSpPr>
        <p:spPr>
          <a:xfrm>
            <a:off x="28079700" y="-23063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0"/>
                </a:moveTo>
                <a:lnTo>
                  <a:pt x="3" y="8"/>
                </a:lnTo>
                <a:lnTo>
                  <a:pt x="3" y="8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4" name="Freeform 2743"/>
          <p:cNvSpPr/>
          <p:nvPr/>
        </p:nvSpPr>
        <p:spPr>
          <a:xfrm>
            <a:off x="28117800" y="-2296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5" name="Freeform 2744"/>
          <p:cNvSpPr/>
          <p:nvPr/>
        </p:nvSpPr>
        <p:spPr>
          <a:xfrm>
            <a:off x="281432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6" name="Freeform 2745"/>
          <p:cNvSpPr/>
          <p:nvPr/>
        </p:nvSpPr>
        <p:spPr>
          <a:xfrm>
            <a:off x="28168600" y="-2292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7" name="Freeform 2746"/>
          <p:cNvSpPr/>
          <p:nvPr/>
        </p:nvSpPr>
        <p:spPr>
          <a:xfrm>
            <a:off x="282067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8" name="Freeform 2747"/>
          <p:cNvSpPr/>
          <p:nvPr/>
        </p:nvSpPr>
        <p:spPr>
          <a:xfrm>
            <a:off x="282321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9" name="Freeform 2748"/>
          <p:cNvSpPr/>
          <p:nvPr/>
        </p:nvSpPr>
        <p:spPr>
          <a:xfrm>
            <a:off x="282702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0" name="Freeform 2749"/>
          <p:cNvSpPr/>
          <p:nvPr/>
        </p:nvSpPr>
        <p:spPr>
          <a:xfrm>
            <a:off x="28295600" y="-2292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1" name="Freeform 2750"/>
          <p:cNvSpPr/>
          <p:nvPr/>
        </p:nvSpPr>
        <p:spPr>
          <a:xfrm>
            <a:off x="28321000" y="-2293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2" name="Freeform 2751"/>
          <p:cNvSpPr/>
          <p:nvPr/>
        </p:nvSpPr>
        <p:spPr>
          <a:xfrm>
            <a:off x="28359100" y="-2297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3" name="Freeform 2752"/>
          <p:cNvSpPr/>
          <p:nvPr/>
        </p:nvSpPr>
        <p:spPr>
          <a:xfrm>
            <a:off x="28384500" y="-23266400"/>
            <a:ext cx="50800" cy="292100"/>
          </a:xfrm>
          <a:custGeom>
            <a:avLst/>
            <a:gdLst/>
            <a:ahLst/>
            <a:cxnLst/>
            <a:rect l="l" t="t" r="r" b="b"/>
            <a:pathLst>
              <a:path w="4" h="23">
                <a:moveTo>
                  <a:pt x="1" y="23"/>
                </a:moveTo>
                <a:lnTo>
                  <a:pt x="4" y="0"/>
                </a:lnTo>
                <a:lnTo>
                  <a:pt x="3" y="0"/>
                </a:lnTo>
                <a:lnTo>
                  <a:pt x="0" y="23"/>
                </a:lnTo>
                <a:lnTo>
                  <a:pt x="1" y="23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4" name="Freeform 2753"/>
          <p:cNvSpPr/>
          <p:nvPr/>
        </p:nvSpPr>
        <p:spPr>
          <a:xfrm>
            <a:off x="28422600" y="-233553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5" name="Freeform 2754"/>
          <p:cNvSpPr/>
          <p:nvPr/>
        </p:nvSpPr>
        <p:spPr>
          <a:xfrm>
            <a:off x="28448000" y="-23355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6" name="Freeform 2755"/>
          <p:cNvSpPr/>
          <p:nvPr/>
        </p:nvSpPr>
        <p:spPr>
          <a:xfrm>
            <a:off x="28473400" y="-2336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7" name="Freeform 2756"/>
          <p:cNvSpPr/>
          <p:nvPr/>
        </p:nvSpPr>
        <p:spPr>
          <a:xfrm>
            <a:off x="285115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8" name="Freeform 2757"/>
          <p:cNvSpPr/>
          <p:nvPr/>
        </p:nvSpPr>
        <p:spPr>
          <a:xfrm>
            <a:off x="28536900" y="-2336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9" name="Freeform 2758"/>
          <p:cNvSpPr/>
          <p:nvPr/>
        </p:nvSpPr>
        <p:spPr>
          <a:xfrm>
            <a:off x="285750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0" name="Freeform 2759"/>
          <p:cNvSpPr/>
          <p:nvPr/>
        </p:nvSpPr>
        <p:spPr>
          <a:xfrm>
            <a:off x="28600400" y="-23368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1" name="Freeform 2760"/>
          <p:cNvSpPr/>
          <p:nvPr/>
        </p:nvSpPr>
        <p:spPr>
          <a:xfrm>
            <a:off x="286385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2" name="Freeform 2761"/>
          <p:cNvSpPr/>
          <p:nvPr/>
        </p:nvSpPr>
        <p:spPr>
          <a:xfrm>
            <a:off x="286639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3" name="Freeform 2762"/>
          <p:cNvSpPr/>
          <p:nvPr/>
        </p:nvSpPr>
        <p:spPr>
          <a:xfrm>
            <a:off x="278003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4" name="Freeform 2763"/>
          <p:cNvSpPr/>
          <p:nvPr/>
        </p:nvSpPr>
        <p:spPr>
          <a:xfrm>
            <a:off x="278257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5" name="Freeform 2764"/>
          <p:cNvSpPr/>
          <p:nvPr/>
        </p:nvSpPr>
        <p:spPr>
          <a:xfrm>
            <a:off x="27851100" y="-23101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6" name="Freeform 2765"/>
          <p:cNvSpPr/>
          <p:nvPr/>
        </p:nvSpPr>
        <p:spPr>
          <a:xfrm>
            <a:off x="278892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7" name="Freeform 2766"/>
          <p:cNvSpPr/>
          <p:nvPr/>
        </p:nvSpPr>
        <p:spPr>
          <a:xfrm>
            <a:off x="279146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8" name="Freeform 2767"/>
          <p:cNvSpPr/>
          <p:nvPr/>
        </p:nvSpPr>
        <p:spPr>
          <a:xfrm>
            <a:off x="279527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9" name="Freeform 2768"/>
          <p:cNvSpPr/>
          <p:nvPr/>
        </p:nvSpPr>
        <p:spPr>
          <a:xfrm>
            <a:off x="27978100" y="-2311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0" name="Freeform 2769"/>
          <p:cNvSpPr/>
          <p:nvPr/>
        </p:nvSpPr>
        <p:spPr>
          <a:xfrm>
            <a:off x="28003500" y="-2312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1" name="Freeform 2770"/>
          <p:cNvSpPr/>
          <p:nvPr/>
        </p:nvSpPr>
        <p:spPr>
          <a:xfrm>
            <a:off x="28041600" y="-23126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2" name="Freeform 2771"/>
          <p:cNvSpPr/>
          <p:nvPr/>
        </p:nvSpPr>
        <p:spPr>
          <a:xfrm>
            <a:off x="28067000" y="-230759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1"/>
                </a:moveTo>
                <a:lnTo>
                  <a:pt x="4" y="9"/>
                </a:lnTo>
                <a:lnTo>
                  <a:pt x="3" y="8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3" name="Freeform 2772"/>
          <p:cNvSpPr/>
          <p:nvPr/>
        </p:nvSpPr>
        <p:spPr>
          <a:xfrm>
            <a:off x="28105100" y="-2297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4" name="Freeform 2773"/>
          <p:cNvSpPr/>
          <p:nvPr/>
        </p:nvSpPr>
        <p:spPr>
          <a:xfrm>
            <a:off x="28130500" y="-2293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5" name="Freeform 2774"/>
          <p:cNvSpPr/>
          <p:nvPr/>
        </p:nvSpPr>
        <p:spPr>
          <a:xfrm>
            <a:off x="28155900" y="-2292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6" name="Freeform 2775"/>
          <p:cNvSpPr/>
          <p:nvPr/>
        </p:nvSpPr>
        <p:spPr>
          <a:xfrm>
            <a:off x="28194000" y="-2292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7" name="Freeform 2776"/>
          <p:cNvSpPr/>
          <p:nvPr/>
        </p:nvSpPr>
        <p:spPr>
          <a:xfrm>
            <a:off x="28219400" y="-2293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8" name="Freeform 2777"/>
          <p:cNvSpPr/>
          <p:nvPr/>
        </p:nvSpPr>
        <p:spPr>
          <a:xfrm>
            <a:off x="282575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9" name="Freeform 2778"/>
          <p:cNvSpPr/>
          <p:nvPr/>
        </p:nvSpPr>
        <p:spPr>
          <a:xfrm>
            <a:off x="282829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0" name="Freeform 2779"/>
          <p:cNvSpPr/>
          <p:nvPr/>
        </p:nvSpPr>
        <p:spPr>
          <a:xfrm>
            <a:off x="283210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1" name="Freeform 2780"/>
          <p:cNvSpPr/>
          <p:nvPr/>
        </p:nvSpPr>
        <p:spPr>
          <a:xfrm>
            <a:off x="28346400" y="-2298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2" name="Freeform 2781"/>
          <p:cNvSpPr/>
          <p:nvPr/>
        </p:nvSpPr>
        <p:spPr>
          <a:xfrm>
            <a:off x="28371800" y="-23279100"/>
            <a:ext cx="50800" cy="304800"/>
          </a:xfrm>
          <a:custGeom>
            <a:avLst/>
            <a:gdLst/>
            <a:ahLst/>
            <a:cxnLst/>
            <a:rect l="l" t="t" r="r" b="b"/>
            <a:pathLst>
              <a:path w="4" h="24">
                <a:moveTo>
                  <a:pt x="1" y="24"/>
                </a:moveTo>
                <a:lnTo>
                  <a:pt x="4" y="1"/>
                </a:lnTo>
                <a:lnTo>
                  <a:pt x="3" y="0"/>
                </a:lnTo>
                <a:lnTo>
                  <a:pt x="0" y="23"/>
                </a:lnTo>
                <a:lnTo>
                  <a:pt x="1" y="24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3" name="Freeform 2782"/>
          <p:cNvSpPr/>
          <p:nvPr/>
        </p:nvSpPr>
        <p:spPr>
          <a:xfrm>
            <a:off x="28409900" y="-233680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4" name="Freeform 2783"/>
          <p:cNvSpPr/>
          <p:nvPr/>
        </p:nvSpPr>
        <p:spPr>
          <a:xfrm>
            <a:off x="284353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5" name="Freeform 2784"/>
          <p:cNvSpPr/>
          <p:nvPr/>
        </p:nvSpPr>
        <p:spPr>
          <a:xfrm>
            <a:off x="284734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6" name="Freeform 2785"/>
          <p:cNvSpPr/>
          <p:nvPr/>
        </p:nvSpPr>
        <p:spPr>
          <a:xfrm>
            <a:off x="28498800" y="-23368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7" name="Freeform 2786"/>
          <p:cNvSpPr/>
          <p:nvPr/>
        </p:nvSpPr>
        <p:spPr>
          <a:xfrm>
            <a:off x="28524200" y="-2338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8" name="Freeform 2787"/>
          <p:cNvSpPr/>
          <p:nvPr/>
        </p:nvSpPr>
        <p:spPr>
          <a:xfrm>
            <a:off x="285623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9" name="Freeform 2788"/>
          <p:cNvSpPr/>
          <p:nvPr/>
        </p:nvSpPr>
        <p:spPr>
          <a:xfrm>
            <a:off x="28587700" y="-2338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0" name="Freeform 2789"/>
          <p:cNvSpPr/>
          <p:nvPr/>
        </p:nvSpPr>
        <p:spPr>
          <a:xfrm>
            <a:off x="286258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1" name="Freeform 2790"/>
          <p:cNvSpPr/>
          <p:nvPr/>
        </p:nvSpPr>
        <p:spPr>
          <a:xfrm>
            <a:off x="28651200" y="-23380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2" name="Freeform 2791"/>
          <p:cNvSpPr/>
          <p:nvPr/>
        </p:nvSpPr>
        <p:spPr>
          <a:xfrm>
            <a:off x="277876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3" name="Freeform 2792"/>
          <p:cNvSpPr/>
          <p:nvPr/>
        </p:nvSpPr>
        <p:spPr>
          <a:xfrm>
            <a:off x="278130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4" name="Freeform 2793"/>
          <p:cNvSpPr/>
          <p:nvPr/>
        </p:nvSpPr>
        <p:spPr>
          <a:xfrm>
            <a:off x="27838400" y="-2311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5" name="Freeform 2794"/>
          <p:cNvSpPr/>
          <p:nvPr/>
        </p:nvSpPr>
        <p:spPr>
          <a:xfrm>
            <a:off x="278765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6" name="Freeform 2795"/>
          <p:cNvSpPr/>
          <p:nvPr/>
        </p:nvSpPr>
        <p:spPr>
          <a:xfrm>
            <a:off x="27901900" y="-2311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7" name="Freeform 2796"/>
          <p:cNvSpPr/>
          <p:nvPr/>
        </p:nvSpPr>
        <p:spPr>
          <a:xfrm>
            <a:off x="279400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8" name="Freeform 2797"/>
          <p:cNvSpPr/>
          <p:nvPr/>
        </p:nvSpPr>
        <p:spPr>
          <a:xfrm>
            <a:off x="279654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9" name="Freeform 2798"/>
          <p:cNvSpPr/>
          <p:nvPr/>
        </p:nvSpPr>
        <p:spPr>
          <a:xfrm>
            <a:off x="280035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0" name="Freeform 2799"/>
          <p:cNvSpPr/>
          <p:nvPr/>
        </p:nvSpPr>
        <p:spPr>
          <a:xfrm>
            <a:off x="280289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1" name="Freeform 2800"/>
          <p:cNvSpPr/>
          <p:nvPr/>
        </p:nvSpPr>
        <p:spPr>
          <a:xfrm>
            <a:off x="28054300" y="-23088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1"/>
                </a:moveTo>
                <a:lnTo>
                  <a:pt x="4" y="9"/>
                </a:lnTo>
                <a:lnTo>
                  <a:pt x="3" y="9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2" name="Freeform 2801"/>
          <p:cNvSpPr/>
          <p:nvPr/>
        </p:nvSpPr>
        <p:spPr>
          <a:xfrm>
            <a:off x="28092400" y="-2297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3" name="Freeform 2802"/>
          <p:cNvSpPr/>
          <p:nvPr/>
        </p:nvSpPr>
        <p:spPr>
          <a:xfrm>
            <a:off x="281178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4" name="Freeform 2803"/>
          <p:cNvSpPr/>
          <p:nvPr/>
        </p:nvSpPr>
        <p:spPr>
          <a:xfrm>
            <a:off x="281559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5" name="Freeform 2804"/>
          <p:cNvSpPr/>
          <p:nvPr/>
        </p:nvSpPr>
        <p:spPr>
          <a:xfrm>
            <a:off x="281813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6" name="Freeform 2805"/>
          <p:cNvSpPr/>
          <p:nvPr/>
        </p:nvSpPr>
        <p:spPr>
          <a:xfrm>
            <a:off x="28206700" y="-2293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7" name="Freeform 2806"/>
          <p:cNvSpPr/>
          <p:nvPr/>
        </p:nvSpPr>
        <p:spPr>
          <a:xfrm>
            <a:off x="28244800" y="-2293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8" name="Freeform 2807"/>
          <p:cNvSpPr/>
          <p:nvPr/>
        </p:nvSpPr>
        <p:spPr>
          <a:xfrm>
            <a:off x="28270200" y="-2294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9" name="Freeform 2808"/>
          <p:cNvSpPr/>
          <p:nvPr/>
        </p:nvSpPr>
        <p:spPr>
          <a:xfrm>
            <a:off x="28308300" y="-2294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0" name="Freeform 2809"/>
          <p:cNvSpPr/>
          <p:nvPr/>
        </p:nvSpPr>
        <p:spPr>
          <a:xfrm>
            <a:off x="28333700" y="-2298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1" name="Freeform 2810"/>
          <p:cNvSpPr/>
          <p:nvPr/>
        </p:nvSpPr>
        <p:spPr>
          <a:xfrm>
            <a:off x="28359100" y="-23279100"/>
            <a:ext cx="50800" cy="292100"/>
          </a:xfrm>
          <a:custGeom>
            <a:avLst/>
            <a:gdLst/>
            <a:ahLst/>
            <a:cxnLst/>
            <a:rect l="l" t="t" r="r" b="b"/>
            <a:pathLst>
              <a:path w="4" h="23">
                <a:moveTo>
                  <a:pt x="1" y="23"/>
                </a:moveTo>
                <a:lnTo>
                  <a:pt x="4" y="0"/>
                </a:lnTo>
                <a:lnTo>
                  <a:pt x="3" y="0"/>
                </a:lnTo>
                <a:lnTo>
                  <a:pt x="0" y="23"/>
                </a:lnTo>
                <a:lnTo>
                  <a:pt x="1" y="23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2" name="Freeform 2811"/>
          <p:cNvSpPr/>
          <p:nvPr/>
        </p:nvSpPr>
        <p:spPr>
          <a:xfrm>
            <a:off x="28397200" y="-233680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3" name="Freeform 2812"/>
          <p:cNvSpPr/>
          <p:nvPr/>
        </p:nvSpPr>
        <p:spPr>
          <a:xfrm>
            <a:off x="28422600" y="-2338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4" name="Freeform 2813"/>
          <p:cNvSpPr/>
          <p:nvPr/>
        </p:nvSpPr>
        <p:spPr>
          <a:xfrm>
            <a:off x="284607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5" name="Freeform 2814"/>
          <p:cNvSpPr/>
          <p:nvPr/>
        </p:nvSpPr>
        <p:spPr>
          <a:xfrm>
            <a:off x="284861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6" name="Freeform 2815"/>
          <p:cNvSpPr/>
          <p:nvPr/>
        </p:nvSpPr>
        <p:spPr>
          <a:xfrm>
            <a:off x="285242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7" name="Freeform 2816"/>
          <p:cNvSpPr/>
          <p:nvPr/>
        </p:nvSpPr>
        <p:spPr>
          <a:xfrm>
            <a:off x="28549600" y="-23380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8" name="Freeform 2817"/>
          <p:cNvSpPr/>
          <p:nvPr/>
        </p:nvSpPr>
        <p:spPr>
          <a:xfrm>
            <a:off x="28575000" y="-2339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9" name="Freeform 2818"/>
          <p:cNvSpPr/>
          <p:nvPr/>
        </p:nvSpPr>
        <p:spPr>
          <a:xfrm>
            <a:off x="28613100" y="-23393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0" name="Freeform 2819"/>
          <p:cNvSpPr/>
          <p:nvPr/>
        </p:nvSpPr>
        <p:spPr>
          <a:xfrm>
            <a:off x="28638500" y="-23393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1" name="Freeform 2820"/>
          <p:cNvSpPr/>
          <p:nvPr/>
        </p:nvSpPr>
        <p:spPr>
          <a:xfrm>
            <a:off x="277749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2" name="Freeform 2821"/>
          <p:cNvSpPr/>
          <p:nvPr/>
        </p:nvSpPr>
        <p:spPr>
          <a:xfrm>
            <a:off x="27800300" y="-2311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3" name="Freeform 2822"/>
          <p:cNvSpPr/>
          <p:nvPr/>
        </p:nvSpPr>
        <p:spPr>
          <a:xfrm>
            <a:off x="278384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4" name="Freeform 2823"/>
          <p:cNvSpPr/>
          <p:nvPr/>
        </p:nvSpPr>
        <p:spPr>
          <a:xfrm>
            <a:off x="278638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5" name="Freeform 2824"/>
          <p:cNvSpPr/>
          <p:nvPr/>
        </p:nvSpPr>
        <p:spPr>
          <a:xfrm>
            <a:off x="27889200" y="-2312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6" name="Freeform 2825"/>
          <p:cNvSpPr/>
          <p:nvPr/>
        </p:nvSpPr>
        <p:spPr>
          <a:xfrm>
            <a:off x="279273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7" name="Freeform 2826"/>
          <p:cNvSpPr/>
          <p:nvPr/>
        </p:nvSpPr>
        <p:spPr>
          <a:xfrm>
            <a:off x="27952700" y="-2312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8" name="Freeform 2827"/>
          <p:cNvSpPr/>
          <p:nvPr/>
        </p:nvSpPr>
        <p:spPr>
          <a:xfrm>
            <a:off x="27990800" y="-2313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9" name="Freeform 2828"/>
          <p:cNvSpPr/>
          <p:nvPr/>
        </p:nvSpPr>
        <p:spPr>
          <a:xfrm>
            <a:off x="28016200" y="-23139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0" name="Freeform 2829"/>
          <p:cNvSpPr/>
          <p:nvPr/>
        </p:nvSpPr>
        <p:spPr>
          <a:xfrm>
            <a:off x="28041600" y="-23088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0"/>
                </a:moveTo>
                <a:lnTo>
                  <a:pt x="4" y="9"/>
                </a:lnTo>
                <a:lnTo>
                  <a:pt x="3" y="8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1" name="Freeform 2830"/>
          <p:cNvSpPr/>
          <p:nvPr/>
        </p:nvSpPr>
        <p:spPr>
          <a:xfrm>
            <a:off x="28079700" y="-2298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2" name="Freeform 2831"/>
          <p:cNvSpPr/>
          <p:nvPr/>
        </p:nvSpPr>
        <p:spPr>
          <a:xfrm>
            <a:off x="28105100" y="-2294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3" name="Freeform 2832"/>
          <p:cNvSpPr/>
          <p:nvPr/>
        </p:nvSpPr>
        <p:spPr>
          <a:xfrm>
            <a:off x="28143200" y="-2293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4" name="Freeform 2833"/>
          <p:cNvSpPr/>
          <p:nvPr/>
        </p:nvSpPr>
        <p:spPr>
          <a:xfrm>
            <a:off x="28168600" y="-2294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5" name="Freeform 2834"/>
          <p:cNvSpPr/>
          <p:nvPr/>
        </p:nvSpPr>
        <p:spPr>
          <a:xfrm>
            <a:off x="28206700" y="-2294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6" name="Freeform 2835"/>
          <p:cNvSpPr/>
          <p:nvPr/>
        </p:nvSpPr>
        <p:spPr>
          <a:xfrm>
            <a:off x="28232100" y="-2294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7" name="Freeform 2836"/>
          <p:cNvSpPr/>
          <p:nvPr/>
        </p:nvSpPr>
        <p:spPr>
          <a:xfrm>
            <a:off x="28257500" y="-2294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8" name="Freeform 2837"/>
          <p:cNvSpPr/>
          <p:nvPr/>
        </p:nvSpPr>
        <p:spPr>
          <a:xfrm>
            <a:off x="28295600" y="-2294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9" name="Freeform 2838"/>
          <p:cNvSpPr/>
          <p:nvPr/>
        </p:nvSpPr>
        <p:spPr>
          <a:xfrm>
            <a:off x="28321000" y="-22999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0" name="Freeform 2839"/>
          <p:cNvSpPr/>
          <p:nvPr/>
        </p:nvSpPr>
        <p:spPr>
          <a:xfrm>
            <a:off x="28359100" y="-23291800"/>
            <a:ext cx="38100" cy="304800"/>
          </a:xfrm>
          <a:custGeom>
            <a:avLst/>
            <a:gdLst/>
            <a:ahLst/>
            <a:cxnLst/>
            <a:rect l="l" t="t" r="r" b="b"/>
            <a:pathLst>
              <a:path w="3" h="24">
                <a:moveTo>
                  <a:pt x="0" y="24"/>
                </a:moveTo>
                <a:lnTo>
                  <a:pt x="3" y="1"/>
                </a:lnTo>
                <a:lnTo>
                  <a:pt x="2" y="0"/>
                </a:lnTo>
                <a:lnTo>
                  <a:pt x="0" y="23"/>
                </a:lnTo>
                <a:lnTo>
                  <a:pt x="0" y="24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1" name="Freeform 2840"/>
          <p:cNvSpPr/>
          <p:nvPr/>
        </p:nvSpPr>
        <p:spPr>
          <a:xfrm>
            <a:off x="28384500" y="-23380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2" name="Freeform 2841"/>
          <p:cNvSpPr/>
          <p:nvPr/>
        </p:nvSpPr>
        <p:spPr>
          <a:xfrm>
            <a:off x="28409900" y="-2338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3" name="Freeform 2842"/>
          <p:cNvSpPr/>
          <p:nvPr/>
        </p:nvSpPr>
        <p:spPr>
          <a:xfrm>
            <a:off x="28448000" y="-23380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4" name="Freeform 2843"/>
          <p:cNvSpPr/>
          <p:nvPr/>
        </p:nvSpPr>
        <p:spPr>
          <a:xfrm>
            <a:off x="28473400" y="-2339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5" name="Freeform 2844"/>
          <p:cNvSpPr/>
          <p:nvPr/>
        </p:nvSpPr>
        <p:spPr>
          <a:xfrm>
            <a:off x="28511500" y="-23393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6" name="Freeform 2845"/>
          <p:cNvSpPr/>
          <p:nvPr/>
        </p:nvSpPr>
        <p:spPr>
          <a:xfrm>
            <a:off x="28536900" y="-23393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7" name="Freeform 2846"/>
          <p:cNvSpPr/>
          <p:nvPr/>
        </p:nvSpPr>
        <p:spPr>
          <a:xfrm>
            <a:off x="28562300" y="-2339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8" name="Freeform 2847"/>
          <p:cNvSpPr/>
          <p:nvPr/>
        </p:nvSpPr>
        <p:spPr>
          <a:xfrm>
            <a:off x="28600400" y="-23393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9" name="Freeform 2848"/>
          <p:cNvSpPr/>
          <p:nvPr/>
        </p:nvSpPr>
        <p:spPr>
          <a:xfrm>
            <a:off x="28625800" y="-2340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0" name="Rectangle 2849"/>
          <p:cNvSpPr/>
          <p:nvPr/>
        </p:nvSpPr>
        <p:spPr>
          <a:xfrm>
            <a:off x="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1" name="Rectangle 2850"/>
          <p:cNvSpPr/>
          <p:nvPr/>
        </p:nvSpPr>
        <p:spPr>
          <a:xfrm>
            <a:off x="2879994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52" name="Picture 28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853" name="Picture 28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854" name="TextBox 28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2855" name="TextBox 2854"/>
          <p:cNvSpPr txBox="1"/>
          <p:nvPr/>
        </p:nvSpPr>
        <p:spPr>
          <a:xfrm>
            <a:off x="359993" y="55524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tune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2856" name="TextBox 2855"/>
          <p:cNvSpPr txBox="1"/>
          <p:nvPr/>
        </p:nvSpPr>
        <p:spPr>
          <a:xfrm>
            <a:off x="4889654" y="3150928"/>
            <a:ext cx="895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857" name="TextBox 2856"/>
          <p:cNvSpPr txBox="1"/>
          <p:nvPr/>
        </p:nvSpPr>
        <p:spPr>
          <a:xfrm>
            <a:off x="5623574" y="3150704"/>
            <a:ext cx="1618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85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921140" y="1627474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759486" y="1519755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597833" y="1412037"/>
            <a:ext cx="888277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2486110" y="1412037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308455" y="1427718"/>
            <a:ext cx="323306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2130799" y="1443400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 flipV="1">
            <a:off x="1953143" y="1459081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1775488" y="1474763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1597833" y="1490444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787899" y="1627474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626245" y="1519755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464592" y="141203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921140" y="1703982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759486" y="1596263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597833" y="1488545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791443" y="161549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613787" y="1631179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436132" y="164686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258476" y="1662542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080821" y="167822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1903166" y="169390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486110" y="141203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308455" y="142771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130799" y="144340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953143" y="1459081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775488" y="147476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97833" y="149044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2486110" y="1412037"/>
            <a:ext cx="323307" cy="2154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1597833" y="1490444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921140" y="1627474"/>
            <a:ext cx="888277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97833" y="1412037"/>
            <a:ext cx="888277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787899" y="99660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626245" y="88889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464592" y="781171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86110" y="781171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308455" y="79685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130799" y="81253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53143" y="828216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775488" y="84389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597833" y="859579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 flipV="1">
            <a:off x="2486110" y="781171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1597833" y="781171"/>
            <a:ext cx="888277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09417" y="1605875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631761" y="162155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454106" y="1637238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276450" y="1652920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098795" y="1668601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921140" y="1684283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2787899" y="1398264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2787899" y="1165544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09417" y="996609"/>
            <a:ext cx="0" cy="6308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486110" y="781171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308455" y="796853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130799" y="812534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953143" y="828216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775488" y="843897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597833" y="859579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486110" y="139043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308455" y="1406119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130799" y="1421801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953143" y="1437482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775488" y="1453164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1597833" y="1468845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486110" y="781171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308455" y="796853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130799" y="812534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953143" y="828216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775488" y="843897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597833" y="859579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1597833" y="1182827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1597833" y="950106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2464592" y="118282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2464592" y="950106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597833" y="1259335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597833" y="1026614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486110" y="781171"/>
            <a:ext cx="0" cy="6308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597833" y="859579"/>
            <a:ext cx="0" cy="6308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809417" y="996609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647763" y="888890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486110" y="781171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809417" y="1605875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647763" y="1498156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486110" y="139043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09417" y="996609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647763" y="888890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486110" y="781171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 flipV="1">
            <a:off x="2486110" y="1182827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 flipV="1">
            <a:off x="2486110" y="950106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 flipV="1">
            <a:off x="2791443" y="138628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 flipV="1">
            <a:off x="2791443" y="115356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486110" y="118282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486110" y="950106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921140" y="1684283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759486" y="1576564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597833" y="1468845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597833" y="126123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597833" y="102851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19050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9431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968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20066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2032000" y="1638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2057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20955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21209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21590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21844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22225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22479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2273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23114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23368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23749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24003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2425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24638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24892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2527300" y="1549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2552700" y="149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2578100" y="147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26162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26416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26797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27051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2743200" y="1460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27686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9050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930400" y="1638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955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9939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2019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20574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20828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108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1463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171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2098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2352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22606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22987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3241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3622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3876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4257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4511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476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2514600" y="153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2540000" y="149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25781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0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26035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2628900" y="1460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26670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26924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27305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27559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892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9177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943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9812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20066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20447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20701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21082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21336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2159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21971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222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2606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2860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311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3495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374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4130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438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4638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501900" y="153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5273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5654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5908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6289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6543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679700" y="1447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27178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27432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8796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050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431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685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939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20320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2057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2095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2120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2146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21844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22098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2247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22733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311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336800" y="1549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3622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4003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4257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463800" y="1574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489200" y="1524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514600" y="147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5527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5781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26162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26416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26670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27051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2730500" y="1435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18669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1892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19304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19558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1993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2019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2044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20828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21082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21463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21717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21971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22352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2260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22987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23241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23495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23876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2413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2451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2476500" y="1511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2514600" y="147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0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2540000" y="1447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25654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26035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2628900" y="1435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26670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26924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27178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18542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18796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19177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1943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19812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20066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20320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20701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2095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2133600" y="158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21590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21971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22225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2247900" y="1574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22860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23114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23495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2374900" y="1562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2400300" y="156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2438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2463800" y="1511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25019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25273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2552700" y="1422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25908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26162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26543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2679700" y="1422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27178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1841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18796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19050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1930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1968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1993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2032000" y="158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2057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20828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21209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2146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2184400" y="1574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2209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22352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22733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22987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23368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23622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24003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24257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2451100" y="1498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24892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25146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25527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2578100" y="1422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26035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26416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26670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27051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18288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18669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18923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1917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19558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19812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20193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20447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2082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21082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21336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21717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21971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22352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22606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22860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23241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23495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0"/>
          </a:solidFill>
          <a:ln w="3175">
            <a:solidFill>
              <a:srgbClr val="000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23876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24130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2438400" y="1473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2"/>
                </a:lnTo>
                <a:lnTo>
                  <a:pt x="3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2476500" y="1422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3"/>
                </a:lnTo>
                <a:lnTo>
                  <a:pt x="2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2501900" y="1397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56FF"/>
          </a:solidFill>
          <a:ln w="3175">
            <a:solidFill>
              <a:srgbClr val="004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25400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C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25654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26035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2628900" y="139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26543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2692400" y="138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18161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18542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18796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19177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1943100" y="153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19685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20066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20320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2070100" y="152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2095500" y="152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21209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21590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21844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2222500" y="151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2247900" y="1473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00BF"/>
          </a:solidFill>
          <a:ln w="3175">
            <a:solidFill>
              <a:srgbClr val="0000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2286000" y="1473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2311400" y="1473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2336800" y="1460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2374900" y="14605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2400300" y="1460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2438400" y="1397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6"/>
                </a:lnTo>
                <a:lnTo>
                  <a:pt x="2" y="0"/>
                </a:lnTo>
                <a:lnTo>
                  <a:pt x="0" y="5"/>
                </a:lnTo>
                <a:lnTo>
                  <a:pt x="0" y="10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2463800" y="13589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5"/>
                </a:lnTo>
                <a:lnTo>
                  <a:pt x="2" y="0"/>
                </a:lnTo>
                <a:lnTo>
                  <a:pt x="0" y="3"/>
                </a:lnTo>
                <a:lnTo>
                  <a:pt x="1" y="9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2489200" y="1358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25273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25527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2590800" y="1346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2616200" y="1346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2641600" y="1346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2679700" y="134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18034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18415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18669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19050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19304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19685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19939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20193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2057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20828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21209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21463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21717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22098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2235200" y="1447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00EA"/>
          </a:solidFill>
          <a:ln w="3175">
            <a:solidFill>
              <a:srgbClr val="0000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2273300" y="1397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2298700" y="13843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2324100" y="1384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2362200" y="1384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2387600" y="1384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2425700" y="13335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5"/>
                </a:lnTo>
                <a:lnTo>
                  <a:pt x="2" y="0"/>
                </a:lnTo>
                <a:lnTo>
                  <a:pt x="0" y="4"/>
                </a:lnTo>
                <a:lnTo>
                  <a:pt x="1" y="10"/>
                </a:lnTo>
                <a:close/>
              </a:path>
            </a:pathLst>
          </a:custGeom>
          <a:solidFill>
            <a:srgbClr val="0084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2451100" y="1308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4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D4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2489200" y="1295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0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2514600" y="1295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2540000" y="1295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2578100" y="1295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2603500" y="129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2641600" y="1282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0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2667000" y="1282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1803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18288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1854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18923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19177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19558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Freeform 428"/>
          <p:cNvSpPr/>
          <p:nvPr/>
        </p:nvSpPr>
        <p:spPr>
          <a:xfrm>
            <a:off x="19812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20066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20447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20701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21082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2133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21717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21971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2222500" y="1447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5"/>
                </a:moveTo>
                <a:lnTo>
                  <a:pt x="4" y="0"/>
                </a:lnTo>
                <a:lnTo>
                  <a:pt x="3" y="3"/>
                </a:lnTo>
                <a:lnTo>
                  <a:pt x="0" y="6"/>
                </a:lnTo>
                <a:lnTo>
                  <a:pt x="1" y="5"/>
                </a:lnTo>
                <a:close/>
              </a:path>
            </a:pathLst>
          </a:custGeom>
          <a:solidFill>
            <a:srgbClr val="0000D4"/>
          </a:solidFill>
          <a:ln w="3175">
            <a:solidFill>
              <a:srgbClr val="000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2260600" y="1384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5"/>
                </a:lnTo>
                <a:close/>
              </a:path>
            </a:pathLst>
          </a:custGeom>
          <a:solidFill>
            <a:srgbClr val="004CFF"/>
          </a:solidFill>
          <a:ln w="3175">
            <a:solidFill>
              <a:srgbClr val="003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22860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F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23241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23495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23749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2413000" y="1333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0"/>
                </a:lnTo>
                <a:lnTo>
                  <a:pt x="2" y="2"/>
                </a:lnTo>
                <a:lnTo>
                  <a:pt x="0" y="5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2438400" y="1308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0"/>
                </a:lnTo>
                <a:lnTo>
                  <a:pt x="3" y="1"/>
                </a:lnTo>
                <a:lnTo>
                  <a:pt x="0" y="4"/>
                </a:lnTo>
                <a:lnTo>
                  <a:pt x="1" y="2"/>
                </a:lnTo>
                <a:close/>
              </a:path>
            </a:pathLst>
          </a:custGeom>
          <a:solidFill>
            <a:srgbClr val="00E5FF"/>
          </a:solidFill>
          <a:ln w="3175">
            <a:solidFill>
              <a:srgbClr val="00B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2476500" y="129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2"/>
                </a:lnTo>
                <a:lnTo>
                  <a:pt x="1" y="1"/>
                </a:lnTo>
                <a:close/>
              </a:path>
            </a:pathLst>
          </a:custGeom>
          <a:solidFill>
            <a:srgbClr val="11FFEE"/>
          </a:solidFill>
          <a:ln w="3175">
            <a:solidFill>
              <a:srgbClr val="0DC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25019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AFFE5"/>
          </a:solidFill>
          <a:ln w="3175">
            <a:solidFill>
              <a:srgbClr val="15CC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25273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17FFE8"/>
          </a:solidFill>
          <a:ln w="3175">
            <a:solidFill>
              <a:srgbClr val="12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25654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2590800" y="1295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26289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26543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1790700" y="1562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18161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18542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18796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19050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19431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19685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20066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20320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20574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20955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21209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2159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21844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2222500" y="147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0000B2"/>
          </a:solidFill>
          <a:ln w="3175">
            <a:solidFill>
              <a:srgbClr val="000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2247900" y="1384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22733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2FF"/>
          </a:solidFill>
          <a:ln w="3175">
            <a:solidFill>
              <a:srgbClr val="006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2311400" y="139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2336800" y="139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2374900" y="139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24003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1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81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24257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0"/>
                </a:lnTo>
                <a:lnTo>
                  <a:pt x="3" y="1"/>
                </a:lnTo>
                <a:lnTo>
                  <a:pt x="0" y="4"/>
                </a:lnTo>
                <a:lnTo>
                  <a:pt x="1" y="3"/>
                </a:lnTo>
                <a:close/>
              </a:path>
            </a:pathLst>
          </a:custGeom>
          <a:solidFill>
            <a:srgbClr val="00B6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2463800" y="130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1"/>
                </a:lnTo>
                <a:close/>
              </a:path>
            </a:pathLst>
          </a:custGeom>
          <a:solidFill>
            <a:srgbClr val="00EEFF"/>
          </a:solidFill>
          <a:ln w="3175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24892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6FFF9"/>
          </a:solidFill>
          <a:ln w="3175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25273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2FFFD"/>
          </a:solidFill>
          <a:ln w="3175">
            <a:solidFill>
              <a:srgbClr val="02C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25527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25781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26162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2641600" y="1295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17780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18034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18415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1866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19050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19304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19558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19939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Freeform 488"/>
          <p:cNvSpPr/>
          <p:nvPr/>
        </p:nvSpPr>
        <p:spPr>
          <a:xfrm>
            <a:off x="20193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Freeform 489"/>
          <p:cNvSpPr/>
          <p:nvPr/>
        </p:nvSpPr>
        <p:spPr>
          <a:xfrm>
            <a:off x="2057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Freeform 490"/>
          <p:cNvSpPr/>
          <p:nvPr/>
        </p:nvSpPr>
        <p:spPr>
          <a:xfrm>
            <a:off x="20828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Freeform 491"/>
          <p:cNvSpPr/>
          <p:nvPr/>
        </p:nvSpPr>
        <p:spPr>
          <a:xfrm>
            <a:off x="21082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Freeform 492"/>
          <p:cNvSpPr/>
          <p:nvPr/>
        </p:nvSpPr>
        <p:spPr>
          <a:xfrm>
            <a:off x="21463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Freeform 493"/>
          <p:cNvSpPr/>
          <p:nvPr/>
        </p:nvSpPr>
        <p:spPr>
          <a:xfrm>
            <a:off x="21717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Freeform 494"/>
          <p:cNvSpPr/>
          <p:nvPr/>
        </p:nvSpPr>
        <p:spPr>
          <a:xfrm>
            <a:off x="2209800" y="147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Freeform 495"/>
          <p:cNvSpPr/>
          <p:nvPr/>
        </p:nvSpPr>
        <p:spPr>
          <a:xfrm>
            <a:off x="2235200" y="13716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Freeform 496"/>
          <p:cNvSpPr/>
          <p:nvPr/>
        </p:nvSpPr>
        <p:spPr>
          <a:xfrm>
            <a:off x="22606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Freeform 497"/>
          <p:cNvSpPr/>
          <p:nvPr/>
        </p:nvSpPr>
        <p:spPr>
          <a:xfrm>
            <a:off x="22987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Freeform 498"/>
          <p:cNvSpPr/>
          <p:nvPr/>
        </p:nvSpPr>
        <p:spPr>
          <a:xfrm>
            <a:off x="23241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Freeform 499"/>
          <p:cNvSpPr/>
          <p:nvPr/>
        </p:nvSpPr>
        <p:spPr>
          <a:xfrm>
            <a:off x="23622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Freeform 500"/>
          <p:cNvSpPr/>
          <p:nvPr/>
        </p:nvSpPr>
        <p:spPr>
          <a:xfrm>
            <a:off x="23876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Freeform 501"/>
          <p:cNvSpPr/>
          <p:nvPr/>
        </p:nvSpPr>
        <p:spPr>
          <a:xfrm>
            <a:off x="2425700" y="1333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Freeform 502"/>
          <p:cNvSpPr/>
          <p:nvPr/>
        </p:nvSpPr>
        <p:spPr>
          <a:xfrm>
            <a:off x="24511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Freeform 503"/>
          <p:cNvSpPr/>
          <p:nvPr/>
        </p:nvSpPr>
        <p:spPr>
          <a:xfrm>
            <a:off x="24765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Freeform 504"/>
          <p:cNvSpPr/>
          <p:nvPr/>
        </p:nvSpPr>
        <p:spPr>
          <a:xfrm>
            <a:off x="25146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Freeform 505"/>
          <p:cNvSpPr/>
          <p:nvPr/>
        </p:nvSpPr>
        <p:spPr>
          <a:xfrm>
            <a:off x="2540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Freeform 506"/>
          <p:cNvSpPr/>
          <p:nvPr/>
        </p:nvSpPr>
        <p:spPr>
          <a:xfrm>
            <a:off x="25781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Freeform 507"/>
          <p:cNvSpPr/>
          <p:nvPr/>
        </p:nvSpPr>
        <p:spPr>
          <a:xfrm>
            <a:off x="26035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Freeform 508"/>
          <p:cNvSpPr/>
          <p:nvPr/>
        </p:nvSpPr>
        <p:spPr>
          <a:xfrm>
            <a:off x="26289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Freeform 509"/>
          <p:cNvSpPr/>
          <p:nvPr/>
        </p:nvSpPr>
        <p:spPr>
          <a:xfrm>
            <a:off x="17653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Freeform 510"/>
          <p:cNvSpPr/>
          <p:nvPr/>
        </p:nvSpPr>
        <p:spPr>
          <a:xfrm>
            <a:off x="17907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Freeform 511"/>
          <p:cNvSpPr/>
          <p:nvPr/>
        </p:nvSpPr>
        <p:spPr>
          <a:xfrm>
            <a:off x="18288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Freeform 512"/>
          <p:cNvSpPr/>
          <p:nvPr/>
        </p:nvSpPr>
        <p:spPr>
          <a:xfrm>
            <a:off x="1854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Freeform 513"/>
          <p:cNvSpPr/>
          <p:nvPr/>
        </p:nvSpPr>
        <p:spPr>
          <a:xfrm>
            <a:off x="18923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Freeform 514"/>
          <p:cNvSpPr/>
          <p:nvPr/>
        </p:nvSpPr>
        <p:spPr>
          <a:xfrm>
            <a:off x="1917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Freeform 515"/>
          <p:cNvSpPr/>
          <p:nvPr/>
        </p:nvSpPr>
        <p:spPr>
          <a:xfrm>
            <a:off x="19431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Freeform 516"/>
          <p:cNvSpPr/>
          <p:nvPr/>
        </p:nvSpPr>
        <p:spPr>
          <a:xfrm>
            <a:off x="19812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Freeform 517"/>
          <p:cNvSpPr/>
          <p:nvPr/>
        </p:nvSpPr>
        <p:spPr>
          <a:xfrm>
            <a:off x="20066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Freeform 518"/>
          <p:cNvSpPr/>
          <p:nvPr/>
        </p:nvSpPr>
        <p:spPr>
          <a:xfrm>
            <a:off x="20447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Freeform 519"/>
          <p:cNvSpPr/>
          <p:nvPr/>
        </p:nvSpPr>
        <p:spPr>
          <a:xfrm>
            <a:off x="20701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Freeform 520"/>
          <p:cNvSpPr/>
          <p:nvPr/>
        </p:nvSpPr>
        <p:spPr>
          <a:xfrm>
            <a:off x="2108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Freeform 521"/>
          <p:cNvSpPr/>
          <p:nvPr/>
        </p:nvSpPr>
        <p:spPr>
          <a:xfrm>
            <a:off x="21336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Freeform 522"/>
          <p:cNvSpPr/>
          <p:nvPr/>
        </p:nvSpPr>
        <p:spPr>
          <a:xfrm>
            <a:off x="21590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Freeform 523"/>
          <p:cNvSpPr/>
          <p:nvPr/>
        </p:nvSpPr>
        <p:spPr>
          <a:xfrm>
            <a:off x="2197100" y="1460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Freeform 524"/>
          <p:cNvSpPr/>
          <p:nvPr/>
        </p:nvSpPr>
        <p:spPr>
          <a:xfrm>
            <a:off x="2222500" y="13589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Freeform 525"/>
          <p:cNvSpPr/>
          <p:nvPr/>
        </p:nvSpPr>
        <p:spPr>
          <a:xfrm>
            <a:off x="22606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Freeform 526"/>
          <p:cNvSpPr/>
          <p:nvPr/>
        </p:nvSpPr>
        <p:spPr>
          <a:xfrm>
            <a:off x="22860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Freeform 527"/>
          <p:cNvSpPr/>
          <p:nvPr/>
        </p:nvSpPr>
        <p:spPr>
          <a:xfrm>
            <a:off x="23114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Freeform 528"/>
          <p:cNvSpPr/>
          <p:nvPr/>
        </p:nvSpPr>
        <p:spPr>
          <a:xfrm>
            <a:off x="2349500" y="138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Freeform 529"/>
          <p:cNvSpPr/>
          <p:nvPr/>
        </p:nvSpPr>
        <p:spPr>
          <a:xfrm>
            <a:off x="23749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Freeform 530"/>
          <p:cNvSpPr/>
          <p:nvPr/>
        </p:nvSpPr>
        <p:spPr>
          <a:xfrm>
            <a:off x="2413000" y="132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Freeform 531"/>
          <p:cNvSpPr/>
          <p:nvPr/>
        </p:nvSpPr>
        <p:spPr>
          <a:xfrm>
            <a:off x="24384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Freeform 532"/>
          <p:cNvSpPr/>
          <p:nvPr/>
        </p:nvSpPr>
        <p:spPr>
          <a:xfrm>
            <a:off x="2463800" y="1295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Freeform 533"/>
          <p:cNvSpPr/>
          <p:nvPr/>
        </p:nvSpPr>
        <p:spPr>
          <a:xfrm>
            <a:off x="25019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Freeform 534"/>
          <p:cNvSpPr/>
          <p:nvPr/>
        </p:nvSpPr>
        <p:spPr>
          <a:xfrm>
            <a:off x="25273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Freeform 535"/>
          <p:cNvSpPr/>
          <p:nvPr/>
        </p:nvSpPr>
        <p:spPr>
          <a:xfrm>
            <a:off x="25654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25908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26289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17526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1790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Freeform 540"/>
          <p:cNvSpPr/>
          <p:nvPr/>
        </p:nvSpPr>
        <p:spPr>
          <a:xfrm>
            <a:off x="18161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Freeform 541"/>
          <p:cNvSpPr/>
          <p:nvPr/>
        </p:nvSpPr>
        <p:spPr>
          <a:xfrm>
            <a:off x="18415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Freeform 542"/>
          <p:cNvSpPr/>
          <p:nvPr/>
        </p:nvSpPr>
        <p:spPr>
          <a:xfrm>
            <a:off x="1879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Freeform 543"/>
          <p:cNvSpPr/>
          <p:nvPr/>
        </p:nvSpPr>
        <p:spPr>
          <a:xfrm>
            <a:off x="1905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Freeform 544"/>
          <p:cNvSpPr/>
          <p:nvPr/>
        </p:nvSpPr>
        <p:spPr>
          <a:xfrm>
            <a:off x="19431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Freeform 545"/>
          <p:cNvSpPr/>
          <p:nvPr/>
        </p:nvSpPr>
        <p:spPr>
          <a:xfrm>
            <a:off x="19685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Freeform 546"/>
          <p:cNvSpPr/>
          <p:nvPr/>
        </p:nvSpPr>
        <p:spPr>
          <a:xfrm>
            <a:off x="19939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Freeform 547"/>
          <p:cNvSpPr/>
          <p:nvPr/>
        </p:nvSpPr>
        <p:spPr>
          <a:xfrm>
            <a:off x="20320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Freeform 548"/>
          <p:cNvSpPr/>
          <p:nvPr/>
        </p:nvSpPr>
        <p:spPr>
          <a:xfrm>
            <a:off x="20574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Freeform 549"/>
          <p:cNvSpPr/>
          <p:nvPr/>
        </p:nvSpPr>
        <p:spPr>
          <a:xfrm>
            <a:off x="20955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Freeform 550"/>
          <p:cNvSpPr/>
          <p:nvPr/>
        </p:nvSpPr>
        <p:spPr>
          <a:xfrm>
            <a:off x="21209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Freeform 551"/>
          <p:cNvSpPr/>
          <p:nvPr/>
        </p:nvSpPr>
        <p:spPr>
          <a:xfrm>
            <a:off x="21463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Freeform 552"/>
          <p:cNvSpPr/>
          <p:nvPr/>
        </p:nvSpPr>
        <p:spPr>
          <a:xfrm>
            <a:off x="21844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Freeform 553"/>
          <p:cNvSpPr/>
          <p:nvPr/>
        </p:nvSpPr>
        <p:spPr>
          <a:xfrm>
            <a:off x="2209800" y="1358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Freeform 554"/>
          <p:cNvSpPr/>
          <p:nvPr/>
        </p:nvSpPr>
        <p:spPr>
          <a:xfrm>
            <a:off x="22479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Freeform 555"/>
          <p:cNvSpPr/>
          <p:nvPr/>
        </p:nvSpPr>
        <p:spPr>
          <a:xfrm>
            <a:off x="22733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Freeform 556"/>
          <p:cNvSpPr/>
          <p:nvPr/>
        </p:nvSpPr>
        <p:spPr>
          <a:xfrm>
            <a:off x="23114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Freeform 557"/>
          <p:cNvSpPr/>
          <p:nvPr/>
        </p:nvSpPr>
        <p:spPr>
          <a:xfrm>
            <a:off x="23368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Freeform 558"/>
          <p:cNvSpPr/>
          <p:nvPr/>
        </p:nvSpPr>
        <p:spPr>
          <a:xfrm>
            <a:off x="23622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Freeform 559"/>
          <p:cNvSpPr/>
          <p:nvPr/>
        </p:nvSpPr>
        <p:spPr>
          <a:xfrm>
            <a:off x="2400300" y="132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Freeform 560"/>
          <p:cNvSpPr/>
          <p:nvPr/>
        </p:nvSpPr>
        <p:spPr>
          <a:xfrm>
            <a:off x="2425700" y="128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Freeform 561"/>
          <p:cNvSpPr/>
          <p:nvPr/>
        </p:nvSpPr>
        <p:spPr>
          <a:xfrm>
            <a:off x="24638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Freeform 562"/>
          <p:cNvSpPr/>
          <p:nvPr/>
        </p:nvSpPr>
        <p:spPr>
          <a:xfrm>
            <a:off x="24892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Freeform 563"/>
          <p:cNvSpPr/>
          <p:nvPr/>
        </p:nvSpPr>
        <p:spPr>
          <a:xfrm>
            <a:off x="25146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Freeform 564"/>
          <p:cNvSpPr/>
          <p:nvPr/>
        </p:nvSpPr>
        <p:spPr>
          <a:xfrm>
            <a:off x="2552700" y="1282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Freeform 565"/>
          <p:cNvSpPr/>
          <p:nvPr/>
        </p:nvSpPr>
        <p:spPr>
          <a:xfrm>
            <a:off x="2578100" y="127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Freeform 566"/>
          <p:cNvSpPr/>
          <p:nvPr/>
        </p:nvSpPr>
        <p:spPr>
          <a:xfrm>
            <a:off x="26162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Freeform 567"/>
          <p:cNvSpPr/>
          <p:nvPr/>
        </p:nvSpPr>
        <p:spPr>
          <a:xfrm>
            <a:off x="17399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Freeform 568"/>
          <p:cNvSpPr/>
          <p:nvPr/>
        </p:nvSpPr>
        <p:spPr>
          <a:xfrm>
            <a:off x="1778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Freeform 569"/>
          <p:cNvSpPr/>
          <p:nvPr/>
        </p:nvSpPr>
        <p:spPr>
          <a:xfrm>
            <a:off x="1803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Freeform 570"/>
          <p:cNvSpPr/>
          <p:nvPr/>
        </p:nvSpPr>
        <p:spPr>
          <a:xfrm>
            <a:off x="18288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Freeform 571"/>
          <p:cNvSpPr/>
          <p:nvPr/>
        </p:nvSpPr>
        <p:spPr>
          <a:xfrm>
            <a:off x="18669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Freeform 572"/>
          <p:cNvSpPr/>
          <p:nvPr/>
        </p:nvSpPr>
        <p:spPr>
          <a:xfrm>
            <a:off x="18923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Freeform 573"/>
          <p:cNvSpPr/>
          <p:nvPr/>
        </p:nvSpPr>
        <p:spPr>
          <a:xfrm>
            <a:off x="19304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Freeform 574"/>
          <p:cNvSpPr/>
          <p:nvPr/>
        </p:nvSpPr>
        <p:spPr>
          <a:xfrm>
            <a:off x="19558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Freeform 575"/>
          <p:cNvSpPr/>
          <p:nvPr/>
        </p:nvSpPr>
        <p:spPr>
          <a:xfrm>
            <a:off x="19939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Freeform 576"/>
          <p:cNvSpPr/>
          <p:nvPr/>
        </p:nvSpPr>
        <p:spPr>
          <a:xfrm>
            <a:off x="20193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Freeform 577"/>
          <p:cNvSpPr/>
          <p:nvPr/>
        </p:nvSpPr>
        <p:spPr>
          <a:xfrm>
            <a:off x="20447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Freeform 578"/>
          <p:cNvSpPr/>
          <p:nvPr/>
        </p:nvSpPr>
        <p:spPr>
          <a:xfrm>
            <a:off x="20828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Freeform 579"/>
          <p:cNvSpPr/>
          <p:nvPr/>
        </p:nvSpPr>
        <p:spPr>
          <a:xfrm>
            <a:off x="21082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Freeform 580"/>
          <p:cNvSpPr/>
          <p:nvPr/>
        </p:nvSpPr>
        <p:spPr>
          <a:xfrm>
            <a:off x="21463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Freeform 581"/>
          <p:cNvSpPr/>
          <p:nvPr/>
        </p:nvSpPr>
        <p:spPr>
          <a:xfrm>
            <a:off x="21717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Freeform 582"/>
          <p:cNvSpPr/>
          <p:nvPr/>
        </p:nvSpPr>
        <p:spPr>
          <a:xfrm>
            <a:off x="2197100" y="13462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Freeform 583"/>
          <p:cNvSpPr/>
          <p:nvPr/>
        </p:nvSpPr>
        <p:spPr>
          <a:xfrm>
            <a:off x="22352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Freeform 584"/>
          <p:cNvSpPr/>
          <p:nvPr/>
        </p:nvSpPr>
        <p:spPr>
          <a:xfrm>
            <a:off x="2260600" y="1371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Freeform 585"/>
          <p:cNvSpPr/>
          <p:nvPr/>
        </p:nvSpPr>
        <p:spPr>
          <a:xfrm>
            <a:off x="22987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Freeform 586"/>
          <p:cNvSpPr/>
          <p:nvPr/>
        </p:nvSpPr>
        <p:spPr>
          <a:xfrm>
            <a:off x="23241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Freeform 587"/>
          <p:cNvSpPr/>
          <p:nvPr/>
        </p:nvSpPr>
        <p:spPr>
          <a:xfrm>
            <a:off x="2349500" y="134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Freeform 588"/>
          <p:cNvSpPr/>
          <p:nvPr/>
        </p:nvSpPr>
        <p:spPr>
          <a:xfrm>
            <a:off x="23876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Freeform 589"/>
          <p:cNvSpPr/>
          <p:nvPr/>
        </p:nvSpPr>
        <p:spPr>
          <a:xfrm>
            <a:off x="2413000" y="128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Freeform 590"/>
          <p:cNvSpPr/>
          <p:nvPr/>
        </p:nvSpPr>
        <p:spPr>
          <a:xfrm>
            <a:off x="24511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Freeform 591"/>
          <p:cNvSpPr/>
          <p:nvPr/>
        </p:nvSpPr>
        <p:spPr>
          <a:xfrm>
            <a:off x="24765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Freeform 592"/>
          <p:cNvSpPr/>
          <p:nvPr/>
        </p:nvSpPr>
        <p:spPr>
          <a:xfrm>
            <a:off x="25146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Freeform 593"/>
          <p:cNvSpPr/>
          <p:nvPr/>
        </p:nvSpPr>
        <p:spPr>
          <a:xfrm>
            <a:off x="25400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Freeform 594"/>
          <p:cNvSpPr/>
          <p:nvPr/>
        </p:nvSpPr>
        <p:spPr>
          <a:xfrm>
            <a:off x="2565400" y="127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Freeform 595"/>
          <p:cNvSpPr/>
          <p:nvPr/>
        </p:nvSpPr>
        <p:spPr>
          <a:xfrm>
            <a:off x="2603500" y="1270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Freeform 596"/>
          <p:cNvSpPr/>
          <p:nvPr/>
        </p:nvSpPr>
        <p:spPr>
          <a:xfrm>
            <a:off x="17272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Freeform 597"/>
          <p:cNvSpPr/>
          <p:nvPr/>
        </p:nvSpPr>
        <p:spPr>
          <a:xfrm>
            <a:off x="17653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Freeform 598"/>
          <p:cNvSpPr/>
          <p:nvPr/>
        </p:nvSpPr>
        <p:spPr>
          <a:xfrm>
            <a:off x="17907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Freeform 599"/>
          <p:cNvSpPr/>
          <p:nvPr/>
        </p:nvSpPr>
        <p:spPr>
          <a:xfrm>
            <a:off x="18288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Freeform 600"/>
          <p:cNvSpPr/>
          <p:nvPr/>
        </p:nvSpPr>
        <p:spPr>
          <a:xfrm>
            <a:off x="1854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Freeform 601"/>
          <p:cNvSpPr/>
          <p:nvPr/>
        </p:nvSpPr>
        <p:spPr>
          <a:xfrm>
            <a:off x="18796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Freeform 602"/>
          <p:cNvSpPr/>
          <p:nvPr/>
        </p:nvSpPr>
        <p:spPr>
          <a:xfrm>
            <a:off x="19177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Freeform 603"/>
          <p:cNvSpPr/>
          <p:nvPr/>
        </p:nvSpPr>
        <p:spPr>
          <a:xfrm>
            <a:off x="1943100" y="1511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Freeform 604"/>
          <p:cNvSpPr/>
          <p:nvPr/>
        </p:nvSpPr>
        <p:spPr>
          <a:xfrm>
            <a:off x="19812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Freeform 605"/>
          <p:cNvSpPr/>
          <p:nvPr/>
        </p:nvSpPr>
        <p:spPr>
          <a:xfrm>
            <a:off x="20066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Freeform 606"/>
          <p:cNvSpPr/>
          <p:nvPr/>
        </p:nvSpPr>
        <p:spPr>
          <a:xfrm>
            <a:off x="20320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Freeform 607"/>
          <p:cNvSpPr/>
          <p:nvPr/>
        </p:nvSpPr>
        <p:spPr>
          <a:xfrm>
            <a:off x="20701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Freeform 608"/>
          <p:cNvSpPr/>
          <p:nvPr/>
        </p:nvSpPr>
        <p:spPr>
          <a:xfrm>
            <a:off x="20955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Freeform 609"/>
          <p:cNvSpPr/>
          <p:nvPr/>
        </p:nvSpPr>
        <p:spPr>
          <a:xfrm>
            <a:off x="21336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Freeform 610"/>
          <p:cNvSpPr/>
          <p:nvPr/>
        </p:nvSpPr>
        <p:spPr>
          <a:xfrm>
            <a:off x="21590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Freeform 611"/>
          <p:cNvSpPr/>
          <p:nvPr/>
        </p:nvSpPr>
        <p:spPr>
          <a:xfrm>
            <a:off x="2197100" y="1346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0" y="8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Freeform 612"/>
          <p:cNvSpPr/>
          <p:nvPr/>
        </p:nvSpPr>
        <p:spPr>
          <a:xfrm>
            <a:off x="22225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Freeform 613"/>
          <p:cNvSpPr/>
          <p:nvPr/>
        </p:nvSpPr>
        <p:spPr>
          <a:xfrm>
            <a:off x="2247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Freeform 614"/>
          <p:cNvSpPr/>
          <p:nvPr/>
        </p:nvSpPr>
        <p:spPr>
          <a:xfrm>
            <a:off x="22860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Freeform 615"/>
          <p:cNvSpPr/>
          <p:nvPr/>
        </p:nvSpPr>
        <p:spPr>
          <a:xfrm>
            <a:off x="23114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Freeform 616"/>
          <p:cNvSpPr/>
          <p:nvPr/>
        </p:nvSpPr>
        <p:spPr>
          <a:xfrm>
            <a:off x="2349500" y="133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0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Freeform 617"/>
          <p:cNvSpPr/>
          <p:nvPr/>
        </p:nvSpPr>
        <p:spPr>
          <a:xfrm>
            <a:off x="2374900" y="129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Freeform 618"/>
          <p:cNvSpPr/>
          <p:nvPr/>
        </p:nvSpPr>
        <p:spPr>
          <a:xfrm>
            <a:off x="2400300" y="127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Freeform 619"/>
          <p:cNvSpPr/>
          <p:nvPr/>
        </p:nvSpPr>
        <p:spPr>
          <a:xfrm>
            <a:off x="24384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Freeform 620"/>
          <p:cNvSpPr/>
          <p:nvPr/>
        </p:nvSpPr>
        <p:spPr>
          <a:xfrm>
            <a:off x="2463800" y="1270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Freeform 621"/>
          <p:cNvSpPr/>
          <p:nvPr/>
        </p:nvSpPr>
        <p:spPr>
          <a:xfrm>
            <a:off x="2501900" y="1270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Freeform 622"/>
          <p:cNvSpPr/>
          <p:nvPr/>
        </p:nvSpPr>
        <p:spPr>
          <a:xfrm>
            <a:off x="2527300" y="125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Freeform 623"/>
          <p:cNvSpPr/>
          <p:nvPr/>
        </p:nvSpPr>
        <p:spPr>
          <a:xfrm>
            <a:off x="2552700" y="125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Freeform 624"/>
          <p:cNvSpPr/>
          <p:nvPr/>
        </p:nvSpPr>
        <p:spPr>
          <a:xfrm>
            <a:off x="2590800" y="125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Freeform 625"/>
          <p:cNvSpPr/>
          <p:nvPr/>
        </p:nvSpPr>
        <p:spPr>
          <a:xfrm>
            <a:off x="1714500" y="1460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Freeform 626"/>
          <p:cNvSpPr/>
          <p:nvPr/>
        </p:nvSpPr>
        <p:spPr>
          <a:xfrm>
            <a:off x="1752600" y="1460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Freeform 627"/>
          <p:cNvSpPr/>
          <p:nvPr/>
        </p:nvSpPr>
        <p:spPr>
          <a:xfrm>
            <a:off x="1778000" y="1460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Freeform 628"/>
          <p:cNvSpPr/>
          <p:nvPr/>
        </p:nvSpPr>
        <p:spPr>
          <a:xfrm>
            <a:off x="1816100" y="1460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Freeform 629"/>
          <p:cNvSpPr/>
          <p:nvPr/>
        </p:nvSpPr>
        <p:spPr>
          <a:xfrm>
            <a:off x="1841500" y="1447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Freeform 630"/>
          <p:cNvSpPr/>
          <p:nvPr/>
        </p:nvSpPr>
        <p:spPr>
          <a:xfrm>
            <a:off x="1879600" y="1447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Freeform 631"/>
          <p:cNvSpPr/>
          <p:nvPr/>
        </p:nvSpPr>
        <p:spPr>
          <a:xfrm>
            <a:off x="1905000" y="1447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Freeform 632"/>
          <p:cNvSpPr/>
          <p:nvPr/>
        </p:nvSpPr>
        <p:spPr>
          <a:xfrm>
            <a:off x="1930400" y="1447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Freeform 633"/>
          <p:cNvSpPr/>
          <p:nvPr/>
        </p:nvSpPr>
        <p:spPr>
          <a:xfrm>
            <a:off x="1968500" y="1435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Freeform 634"/>
          <p:cNvSpPr/>
          <p:nvPr/>
        </p:nvSpPr>
        <p:spPr>
          <a:xfrm>
            <a:off x="1993900" y="1435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Freeform 635"/>
          <p:cNvSpPr/>
          <p:nvPr/>
        </p:nvSpPr>
        <p:spPr>
          <a:xfrm>
            <a:off x="2032000" y="1435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Freeform 636"/>
          <p:cNvSpPr/>
          <p:nvPr/>
        </p:nvSpPr>
        <p:spPr>
          <a:xfrm>
            <a:off x="2057400" y="1435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Freeform 637"/>
          <p:cNvSpPr/>
          <p:nvPr/>
        </p:nvSpPr>
        <p:spPr>
          <a:xfrm>
            <a:off x="2082800" y="1435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Freeform 638"/>
          <p:cNvSpPr/>
          <p:nvPr/>
        </p:nvSpPr>
        <p:spPr>
          <a:xfrm>
            <a:off x="2120900" y="1422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Freeform 639"/>
          <p:cNvSpPr/>
          <p:nvPr/>
        </p:nvSpPr>
        <p:spPr>
          <a:xfrm>
            <a:off x="2146300" y="1397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00D6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Freeform 640"/>
          <p:cNvSpPr/>
          <p:nvPr/>
        </p:nvSpPr>
        <p:spPr>
          <a:xfrm>
            <a:off x="2184400" y="13081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3"/>
                </a:lnTo>
                <a:lnTo>
                  <a:pt x="2" y="0"/>
                </a:lnTo>
                <a:lnTo>
                  <a:pt x="0" y="7"/>
                </a:lnTo>
                <a:lnTo>
                  <a:pt x="1" y="11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Freeform 641"/>
          <p:cNvSpPr/>
          <p:nvPr/>
        </p:nvSpPr>
        <p:spPr>
          <a:xfrm>
            <a:off x="2209800" y="1308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BFF"/>
          </a:solidFill>
          <a:ln w="3175">
            <a:solidFill>
              <a:srgbClr val="007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Freeform 642"/>
          <p:cNvSpPr/>
          <p:nvPr/>
        </p:nvSpPr>
        <p:spPr>
          <a:xfrm>
            <a:off x="2235200" y="132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Freeform 643"/>
          <p:cNvSpPr/>
          <p:nvPr/>
        </p:nvSpPr>
        <p:spPr>
          <a:xfrm>
            <a:off x="2273300" y="132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Freeform 644"/>
          <p:cNvSpPr/>
          <p:nvPr/>
        </p:nvSpPr>
        <p:spPr>
          <a:xfrm>
            <a:off x="2298700" y="132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Freeform 645"/>
          <p:cNvSpPr/>
          <p:nvPr/>
        </p:nvSpPr>
        <p:spPr>
          <a:xfrm>
            <a:off x="2336800" y="11811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12"/>
                </a:lnTo>
                <a:lnTo>
                  <a:pt x="2" y="0"/>
                </a:lnTo>
                <a:lnTo>
                  <a:pt x="0" y="11"/>
                </a:lnTo>
                <a:lnTo>
                  <a:pt x="1" y="14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Freeform 646"/>
          <p:cNvSpPr/>
          <p:nvPr/>
        </p:nvSpPr>
        <p:spPr>
          <a:xfrm>
            <a:off x="2362200" y="11557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11"/>
                </a:lnTo>
                <a:lnTo>
                  <a:pt x="3" y="0"/>
                </a:lnTo>
                <a:lnTo>
                  <a:pt x="0" y="2"/>
                </a:lnTo>
                <a:lnTo>
                  <a:pt x="1" y="14"/>
                </a:lnTo>
                <a:close/>
              </a:path>
            </a:pathLst>
          </a:custGeom>
          <a:solidFill>
            <a:srgbClr val="2BFFD4"/>
          </a:solidFill>
          <a:ln w="3175">
            <a:solidFill>
              <a:srgbClr val="23C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Freeform 647"/>
          <p:cNvSpPr/>
          <p:nvPr/>
        </p:nvSpPr>
        <p:spPr>
          <a:xfrm>
            <a:off x="2400300" y="11430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0" y="12"/>
                </a:moveTo>
                <a:lnTo>
                  <a:pt x="3" y="10"/>
                </a:lnTo>
                <a:lnTo>
                  <a:pt x="2" y="0"/>
                </a:lnTo>
                <a:lnTo>
                  <a:pt x="0" y="1"/>
                </a:lnTo>
                <a:lnTo>
                  <a:pt x="0" y="12"/>
                </a:lnTo>
                <a:close/>
              </a:path>
            </a:pathLst>
          </a:custGeom>
          <a:solidFill>
            <a:srgbClr val="59FFA6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Freeform 648"/>
          <p:cNvSpPr/>
          <p:nvPr/>
        </p:nvSpPr>
        <p:spPr>
          <a:xfrm>
            <a:off x="2425700" y="1143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DFF92"/>
          </a:solidFill>
          <a:ln w="3175">
            <a:solidFill>
              <a:srgbClr val="57C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Freeform 649"/>
          <p:cNvSpPr/>
          <p:nvPr/>
        </p:nvSpPr>
        <p:spPr>
          <a:xfrm>
            <a:off x="2451100" y="1143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BFF94"/>
          </a:solidFill>
          <a:ln w="3175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Freeform 650"/>
          <p:cNvSpPr/>
          <p:nvPr/>
        </p:nvSpPr>
        <p:spPr>
          <a:xfrm>
            <a:off x="2489200" y="1143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Freeform 651"/>
          <p:cNvSpPr/>
          <p:nvPr/>
        </p:nvSpPr>
        <p:spPr>
          <a:xfrm>
            <a:off x="2514600" y="11303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0"/>
                </a:lnTo>
                <a:lnTo>
                  <a:pt x="3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Freeform 652"/>
          <p:cNvSpPr/>
          <p:nvPr/>
        </p:nvSpPr>
        <p:spPr>
          <a:xfrm>
            <a:off x="2552700" y="1130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Freeform 653"/>
          <p:cNvSpPr/>
          <p:nvPr/>
        </p:nvSpPr>
        <p:spPr>
          <a:xfrm>
            <a:off x="2578100" y="1130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Freeform 654"/>
          <p:cNvSpPr/>
          <p:nvPr/>
        </p:nvSpPr>
        <p:spPr>
          <a:xfrm>
            <a:off x="1714500" y="1371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Freeform 655"/>
          <p:cNvSpPr/>
          <p:nvPr/>
        </p:nvSpPr>
        <p:spPr>
          <a:xfrm>
            <a:off x="1739900" y="1371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Freeform 656"/>
          <p:cNvSpPr/>
          <p:nvPr/>
        </p:nvSpPr>
        <p:spPr>
          <a:xfrm>
            <a:off x="1765300" y="1358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Freeform 657"/>
          <p:cNvSpPr/>
          <p:nvPr/>
        </p:nvSpPr>
        <p:spPr>
          <a:xfrm>
            <a:off x="1803400" y="13589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Freeform 658"/>
          <p:cNvSpPr/>
          <p:nvPr/>
        </p:nvSpPr>
        <p:spPr>
          <a:xfrm>
            <a:off x="1828800" y="1358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Freeform 659"/>
          <p:cNvSpPr/>
          <p:nvPr/>
        </p:nvSpPr>
        <p:spPr>
          <a:xfrm>
            <a:off x="1866900" y="1358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Freeform 660"/>
          <p:cNvSpPr/>
          <p:nvPr/>
        </p:nvSpPr>
        <p:spPr>
          <a:xfrm>
            <a:off x="1892300" y="1358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Freeform 661"/>
          <p:cNvSpPr/>
          <p:nvPr/>
        </p:nvSpPr>
        <p:spPr>
          <a:xfrm>
            <a:off x="1917700" y="1346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Freeform 662"/>
          <p:cNvSpPr/>
          <p:nvPr/>
        </p:nvSpPr>
        <p:spPr>
          <a:xfrm>
            <a:off x="1955800" y="1346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Freeform 663"/>
          <p:cNvSpPr/>
          <p:nvPr/>
        </p:nvSpPr>
        <p:spPr>
          <a:xfrm>
            <a:off x="1981200" y="134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Freeform 664"/>
          <p:cNvSpPr/>
          <p:nvPr/>
        </p:nvSpPr>
        <p:spPr>
          <a:xfrm>
            <a:off x="2019300" y="134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Freeform 665"/>
          <p:cNvSpPr/>
          <p:nvPr/>
        </p:nvSpPr>
        <p:spPr>
          <a:xfrm>
            <a:off x="2044700" y="134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Freeform 666"/>
          <p:cNvSpPr/>
          <p:nvPr/>
        </p:nvSpPr>
        <p:spPr>
          <a:xfrm>
            <a:off x="2082800" y="1333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0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Freeform 667"/>
          <p:cNvSpPr/>
          <p:nvPr/>
        </p:nvSpPr>
        <p:spPr>
          <a:xfrm>
            <a:off x="2108200" y="1333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Freeform 668"/>
          <p:cNvSpPr/>
          <p:nvPr/>
        </p:nvSpPr>
        <p:spPr>
          <a:xfrm>
            <a:off x="2133600" y="1308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7"/>
                </a:lnTo>
                <a:lnTo>
                  <a:pt x="3" y="0"/>
                </a:lnTo>
                <a:lnTo>
                  <a:pt x="0" y="2"/>
                </a:lnTo>
                <a:lnTo>
                  <a:pt x="1" y="9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Freeform 669"/>
          <p:cNvSpPr/>
          <p:nvPr/>
        </p:nvSpPr>
        <p:spPr>
          <a:xfrm>
            <a:off x="2171700" y="12573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4"/>
                </a:lnTo>
                <a:lnTo>
                  <a:pt x="2" y="0"/>
                </a:lnTo>
                <a:lnTo>
                  <a:pt x="0" y="4"/>
                </a:lnTo>
                <a:lnTo>
                  <a:pt x="1" y="11"/>
                </a:lnTo>
                <a:close/>
              </a:path>
            </a:pathLst>
          </a:custGeom>
          <a:solidFill>
            <a:srgbClr val="00B2FF"/>
          </a:solidFill>
          <a:ln w="3175">
            <a:solidFill>
              <a:srgbClr val="008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Freeform 670"/>
          <p:cNvSpPr/>
          <p:nvPr/>
        </p:nvSpPr>
        <p:spPr>
          <a:xfrm>
            <a:off x="2197100" y="1244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5"/>
                </a:moveTo>
                <a:lnTo>
                  <a:pt x="3" y="6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F1FF"/>
          </a:solidFill>
          <a:ln w="3175">
            <a:solidFill>
              <a:srgbClr val="00C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Freeform 671"/>
          <p:cNvSpPr/>
          <p:nvPr/>
        </p:nvSpPr>
        <p:spPr>
          <a:xfrm>
            <a:off x="2235200" y="1244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0" y="6"/>
                </a:lnTo>
                <a:close/>
              </a:path>
            </a:pathLst>
          </a:custGeom>
          <a:solidFill>
            <a:srgbClr val="00E8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Freeform 672"/>
          <p:cNvSpPr/>
          <p:nvPr/>
        </p:nvSpPr>
        <p:spPr>
          <a:xfrm>
            <a:off x="2260600" y="1231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E8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Freeform 673"/>
          <p:cNvSpPr/>
          <p:nvPr/>
        </p:nvSpPr>
        <p:spPr>
          <a:xfrm>
            <a:off x="2286000" y="1231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E8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Freeform 674"/>
          <p:cNvSpPr/>
          <p:nvPr/>
        </p:nvSpPr>
        <p:spPr>
          <a:xfrm>
            <a:off x="2324100" y="1066800"/>
            <a:ext cx="38100" cy="254000"/>
          </a:xfrm>
          <a:custGeom>
            <a:avLst/>
            <a:gdLst/>
            <a:ahLst/>
            <a:cxnLst/>
            <a:rect l="l" t="t" r="r" b="b"/>
            <a:pathLst>
              <a:path w="3" h="20">
                <a:moveTo>
                  <a:pt x="1" y="20"/>
                </a:moveTo>
                <a:lnTo>
                  <a:pt x="3" y="9"/>
                </a:lnTo>
                <a:lnTo>
                  <a:pt x="2" y="0"/>
                </a:lnTo>
                <a:lnTo>
                  <a:pt x="0" y="13"/>
                </a:lnTo>
                <a:lnTo>
                  <a:pt x="1" y="20"/>
                </a:lnTo>
                <a:close/>
              </a:path>
            </a:pathLst>
          </a:custGeom>
          <a:solidFill>
            <a:srgbClr val="75FF8A"/>
          </a:solidFill>
          <a:ln w="3175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Freeform 675"/>
          <p:cNvSpPr/>
          <p:nvPr/>
        </p:nvSpPr>
        <p:spPr>
          <a:xfrm>
            <a:off x="2349500" y="9525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1" y="18"/>
                </a:moveTo>
                <a:lnTo>
                  <a:pt x="4" y="16"/>
                </a:lnTo>
                <a:lnTo>
                  <a:pt x="3" y="0"/>
                </a:lnTo>
                <a:lnTo>
                  <a:pt x="0" y="9"/>
                </a:lnTo>
                <a:lnTo>
                  <a:pt x="1" y="18"/>
                </a:lnTo>
                <a:close/>
              </a:path>
            </a:pathLst>
          </a:custGeom>
          <a:solidFill>
            <a:srgbClr val="FFB900"/>
          </a:solidFill>
          <a:ln w="3175">
            <a:solidFill>
              <a:srgbClr val="CC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Freeform 676"/>
          <p:cNvSpPr/>
          <p:nvPr/>
        </p:nvSpPr>
        <p:spPr>
          <a:xfrm>
            <a:off x="2387600" y="952500"/>
            <a:ext cx="38100" cy="203200"/>
          </a:xfrm>
          <a:custGeom>
            <a:avLst/>
            <a:gdLst/>
            <a:ahLst/>
            <a:cxnLst/>
            <a:rect l="l" t="t" r="r" b="b"/>
            <a:pathLst>
              <a:path w="3" h="16">
                <a:moveTo>
                  <a:pt x="1" y="16"/>
                </a:moveTo>
                <a:lnTo>
                  <a:pt x="3" y="15"/>
                </a:lnTo>
                <a:lnTo>
                  <a:pt x="2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FF7000"/>
          </a:solidFill>
          <a:ln w="3175">
            <a:solidFill>
              <a:srgbClr val="CC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Freeform 677"/>
          <p:cNvSpPr/>
          <p:nvPr/>
        </p:nvSpPr>
        <p:spPr>
          <a:xfrm>
            <a:off x="2413000" y="9525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15"/>
                </a:lnTo>
                <a:lnTo>
                  <a:pt x="2" y="0"/>
                </a:lnTo>
                <a:lnTo>
                  <a:pt x="0" y="0"/>
                </a:lnTo>
                <a:lnTo>
                  <a:pt x="1" y="15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Freeform 678"/>
          <p:cNvSpPr/>
          <p:nvPr/>
        </p:nvSpPr>
        <p:spPr>
          <a:xfrm>
            <a:off x="2438400" y="9398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1"/>
                </a:lnTo>
                <a:lnTo>
                  <a:pt x="1" y="16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Freeform 679"/>
          <p:cNvSpPr/>
          <p:nvPr/>
        </p:nvSpPr>
        <p:spPr>
          <a:xfrm>
            <a:off x="2476500" y="939800"/>
            <a:ext cx="38100" cy="203200"/>
          </a:xfrm>
          <a:custGeom>
            <a:avLst/>
            <a:gdLst/>
            <a:ahLst/>
            <a:cxnLst/>
            <a:rect l="l" t="t" r="r" b="b"/>
            <a:pathLst>
              <a:path w="3" h="16">
                <a:moveTo>
                  <a:pt x="1" y="16"/>
                </a:moveTo>
                <a:lnTo>
                  <a:pt x="3" y="16"/>
                </a:lnTo>
                <a:lnTo>
                  <a:pt x="2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Freeform 680"/>
          <p:cNvSpPr/>
          <p:nvPr/>
        </p:nvSpPr>
        <p:spPr>
          <a:xfrm>
            <a:off x="2501900" y="9398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5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Freeform 681"/>
          <p:cNvSpPr/>
          <p:nvPr/>
        </p:nvSpPr>
        <p:spPr>
          <a:xfrm>
            <a:off x="2540000" y="9398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15"/>
                </a:lnTo>
                <a:lnTo>
                  <a:pt x="2" y="0"/>
                </a:lnTo>
                <a:lnTo>
                  <a:pt x="0" y="0"/>
                </a:lnTo>
                <a:lnTo>
                  <a:pt x="1" y="15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Freeform 682"/>
          <p:cNvSpPr/>
          <p:nvPr/>
        </p:nvSpPr>
        <p:spPr>
          <a:xfrm>
            <a:off x="2565400" y="9398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15"/>
                </a:lnTo>
                <a:lnTo>
                  <a:pt x="3" y="0"/>
                </a:lnTo>
                <a:lnTo>
                  <a:pt x="0" y="0"/>
                </a:lnTo>
                <a:lnTo>
                  <a:pt x="1" y="15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Freeform 683"/>
          <p:cNvSpPr/>
          <p:nvPr/>
        </p:nvSpPr>
        <p:spPr>
          <a:xfrm>
            <a:off x="17018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Freeform 684"/>
          <p:cNvSpPr/>
          <p:nvPr/>
        </p:nvSpPr>
        <p:spPr>
          <a:xfrm>
            <a:off x="17272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Freeform 685"/>
          <p:cNvSpPr/>
          <p:nvPr/>
        </p:nvSpPr>
        <p:spPr>
          <a:xfrm>
            <a:off x="17653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Freeform 686"/>
          <p:cNvSpPr/>
          <p:nvPr/>
        </p:nvSpPr>
        <p:spPr>
          <a:xfrm>
            <a:off x="17907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Freeform 687"/>
          <p:cNvSpPr/>
          <p:nvPr/>
        </p:nvSpPr>
        <p:spPr>
          <a:xfrm>
            <a:off x="18161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Freeform 688"/>
          <p:cNvSpPr/>
          <p:nvPr/>
        </p:nvSpPr>
        <p:spPr>
          <a:xfrm>
            <a:off x="18542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Freeform 689"/>
          <p:cNvSpPr/>
          <p:nvPr/>
        </p:nvSpPr>
        <p:spPr>
          <a:xfrm>
            <a:off x="18796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Freeform 690"/>
          <p:cNvSpPr/>
          <p:nvPr/>
        </p:nvSpPr>
        <p:spPr>
          <a:xfrm>
            <a:off x="19177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Freeform 691"/>
          <p:cNvSpPr/>
          <p:nvPr/>
        </p:nvSpPr>
        <p:spPr>
          <a:xfrm>
            <a:off x="19431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Freeform 692"/>
          <p:cNvSpPr/>
          <p:nvPr/>
        </p:nvSpPr>
        <p:spPr>
          <a:xfrm>
            <a:off x="19685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Freeform 693"/>
          <p:cNvSpPr/>
          <p:nvPr/>
        </p:nvSpPr>
        <p:spPr>
          <a:xfrm>
            <a:off x="20066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Freeform 694"/>
          <p:cNvSpPr/>
          <p:nvPr/>
        </p:nvSpPr>
        <p:spPr>
          <a:xfrm>
            <a:off x="20320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Freeform 695"/>
          <p:cNvSpPr/>
          <p:nvPr/>
        </p:nvSpPr>
        <p:spPr>
          <a:xfrm>
            <a:off x="20701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Freeform 696"/>
          <p:cNvSpPr/>
          <p:nvPr/>
        </p:nvSpPr>
        <p:spPr>
          <a:xfrm>
            <a:off x="20955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Freeform 697"/>
          <p:cNvSpPr/>
          <p:nvPr/>
        </p:nvSpPr>
        <p:spPr>
          <a:xfrm>
            <a:off x="2120900" y="130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0"/>
                </a:lnTo>
                <a:lnTo>
                  <a:pt x="3" y="1"/>
                </a:lnTo>
                <a:lnTo>
                  <a:pt x="0" y="3"/>
                </a:lnTo>
                <a:lnTo>
                  <a:pt x="1" y="2"/>
                </a:lnTo>
                <a:close/>
              </a:path>
            </a:pathLst>
          </a:custGeom>
          <a:solidFill>
            <a:srgbClr val="0092FF"/>
          </a:solidFill>
          <a:ln w="3175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Freeform 698"/>
          <p:cNvSpPr/>
          <p:nvPr/>
        </p:nvSpPr>
        <p:spPr>
          <a:xfrm>
            <a:off x="2159000" y="1244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5"/>
                </a:lnTo>
                <a:close/>
              </a:path>
            </a:pathLst>
          </a:custGeom>
          <a:solidFill>
            <a:srgbClr val="00E7FF"/>
          </a:solidFill>
          <a:ln w="3175">
            <a:solidFill>
              <a:srgbClr val="00B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Freeform 699"/>
          <p:cNvSpPr/>
          <p:nvPr/>
        </p:nvSpPr>
        <p:spPr>
          <a:xfrm>
            <a:off x="2184400" y="1206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3CFFC3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Freeform 700"/>
          <p:cNvSpPr/>
          <p:nvPr/>
        </p:nvSpPr>
        <p:spPr>
          <a:xfrm>
            <a:off x="2222500" y="119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53FFAC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Freeform 701"/>
          <p:cNvSpPr/>
          <p:nvPr/>
        </p:nvSpPr>
        <p:spPr>
          <a:xfrm>
            <a:off x="2247900" y="119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54FFAB"/>
          </a:solidFill>
          <a:ln w="3175">
            <a:solidFill>
              <a:srgbClr val="43C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reeform 702"/>
          <p:cNvSpPr/>
          <p:nvPr/>
        </p:nvSpPr>
        <p:spPr>
          <a:xfrm>
            <a:off x="22860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54FFAB"/>
          </a:solidFill>
          <a:ln w="3175">
            <a:solidFill>
              <a:srgbClr val="43C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Freeform 703"/>
          <p:cNvSpPr/>
          <p:nvPr/>
        </p:nvSpPr>
        <p:spPr>
          <a:xfrm>
            <a:off x="2311400" y="10668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0"/>
                </a:lnTo>
                <a:lnTo>
                  <a:pt x="2" y="1"/>
                </a:lnTo>
                <a:lnTo>
                  <a:pt x="0" y="10"/>
                </a:lnTo>
                <a:lnTo>
                  <a:pt x="1" y="13"/>
                </a:lnTo>
                <a:close/>
              </a:path>
            </a:pathLst>
          </a:custGeom>
          <a:solidFill>
            <a:srgbClr val="D8FF27"/>
          </a:solidFill>
          <a:ln w="3175">
            <a:solidFill>
              <a:srgbClr val="ADCC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Freeform 704"/>
          <p:cNvSpPr/>
          <p:nvPr/>
        </p:nvSpPr>
        <p:spPr>
          <a:xfrm>
            <a:off x="2336800" y="9525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9"/>
                </a:moveTo>
                <a:lnTo>
                  <a:pt x="4" y="0"/>
                </a:lnTo>
                <a:lnTo>
                  <a:pt x="3" y="2"/>
                </a:lnTo>
                <a:lnTo>
                  <a:pt x="0" y="10"/>
                </a:lnTo>
                <a:lnTo>
                  <a:pt x="1" y="9"/>
                </a:lnTo>
                <a:close/>
              </a:path>
            </a:pathLst>
          </a:custGeom>
          <a:solidFill>
            <a:srgbClr val="FF3A00"/>
          </a:solidFill>
          <a:ln w="3175">
            <a:solidFill>
              <a:srgbClr val="CC2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Freeform 705"/>
          <p:cNvSpPr/>
          <p:nvPr/>
        </p:nvSpPr>
        <p:spPr>
          <a:xfrm>
            <a:off x="2374900" y="914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5"/>
                </a:lnTo>
                <a:lnTo>
                  <a:pt x="1" y="3"/>
                </a:lnTo>
                <a:close/>
              </a:path>
            </a:pathLst>
          </a:custGeom>
          <a:solidFill>
            <a:srgbClr val="B6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Freeform 706"/>
          <p:cNvSpPr/>
          <p:nvPr/>
        </p:nvSpPr>
        <p:spPr>
          <a:xfrm>
            <a:off x="2400300" y="914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Freeform 707"/>
          <p:cNvSpPr/>
          <p:nvPr/>
        </p:nvSpPr>
        <p:spPr>
          <a:xfrm>
            <a:off x="2438400" y="914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Freeform 708"/>
          <p:cNvSpPr/>
          <p:nvPr/>
        </p:nvSpPr>
        <p:spPr>
          <a:xfrm>
            <a:off x="2463800" y="914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Freeform 709"/>
          <p:cNvSpPr/>
          <p:nvPr/>
        </p:nvSpPr>
        <p:spPr>
          <a:xfrm>
            <a:off x="24892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Freeform 710"/>
          <p:cNvSpPr/>
          <p:nvPr/>
        </p:nvSpPr>
        <p:spPr>
          <a:xfrm>
            <a:off x="2527300" y="90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Freeform 711"/>
          <p:cNvSpPr/>
          <p:nvPr/>
        </p:nvSpPr>
        <p:spPr>
          <a:xfrm>
            <a:off x="25527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Freeform 712"/>
          <p:cNvSpPr/>
          <p:nvPr/>
        </p:nvSpPr>
        <p:spPr>
          <a:xfrm>
            <a:off x="1689100" y="138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Freeform 713"/>
          <p:cNvSpPr/>
          <p:nvPr/>
        </p:nvSpPr>
        <p:spPr>
          <a:xfrm>
            <a:off x="17145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reeform 714"/>
          <p:cNvSpPr/>
          <p:nvPr/>
        </p:nvSpPr>
        <p:spPr>
          <a:xfrm>
            <a:off x="17526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Freeform 715"/>
          <p:cNvSpPr/>
          <p:nvPr/>
        </p:nvSpPr>
        <p:spPr>
          <a:xfrm>
            <a:off x="17780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Freeform 716"/>
          <p:cNvSpPr/>
          <p:nvPr/>
        </p:nvSpPr>
        <p:spPr>
          <a:xfrm>
            <a:off x="1803400" y="1371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Freeform 717"/>
          <p:cNvSpPr/>
          <p:nvPr/>
        </p:nvSpPr>
        <p:spPr>
          <a:xfrm>
            <a:off x="18415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Freeform 718"/>
          <p:cNvSpPr/>
          <p:nvPr/>
        </p:nvSpPr>
        <p:spPr>
          <a:xfrm>
            <a:off x="1866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Freeform 719"/>
          <p:cNvSpPr/>
          <p:nvPr/>
        </p:nvSpPr>
        <p:spPr>
          <a:xfrm>
            <a:off x="19050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Freeform 720"/>
          <p:cNvSpPr/>
          <p:nvPr/>
        </p:nvSpPr>
        <p:spPr>
          <a:xfrm>
            <a:off x="19304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Freeform 721"/>
          <p:cNvSpPr/>
          <p:nvPr/>
        </p:nvSpPr>
        <p:spPr>
          <a:xfrm>
            <a:off x="19685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Freeform 722"/>
          <p:cNvSpPr/>
          <p:nvPr/>
        </p:nvSpPr>
        <p:spPr>
          <a:xfrm>
            <a:off x="19939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Freeform 723"/>
          <p:cNvSpPr/>
          <p:nvPr/>
        </p:nvSpPr>
        <p:spPr>
          <a:xfrm>
            <a:off x="20193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Freeform 724"/>
          <p:cNvSpPr/>
          <p:nvPr/>
        </p:nvSpPr>
        <p:spPr>
          <a:xfrm>
            <a:off x="20574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Freeform 725"/>
          <p:cNvSpPr/>
          <p:nvPr/>
        </p:nvSpPr>
        <p:spPr>
          <a:xfrm>
            <a:off x="20828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Freeform 726"/>
          <p:cNvSpPr/>
          <p:nvPr/>
        </p:nvSpPr>
        <p:spPr>
          <a:xfrm>
            <a:off x="2120900" y="132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2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Freeform 727"/>
          <p:cNvSpPr/>
          <p:nvPr/>
        </p:nvSpPr>
        <p:spPr>
          <a:xfrm>
            <a:off x="2146300" y="1231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Freeform 728"/>
          <p:cNvSpPr/>
          <p:nvPr/>
        </p:nvSpPr>
        <p:spPr>
          <a:xfrm>
            <a:off x="2171700" y="1193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Freeform 729"/>
          <p:cNvSpPr/>
          <p:nvPr/>
        </p:nvSpPr>
        <p:spPr>
          <a:xfrm>
            <a:off x="2209800" y="118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5FF8A"/>
          </a:solidFill>
          <a:ln w="3175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Freeform 730"/>
          <p:cNvSpPr/>
          <p:nvPr/>
        </p:nvSpPr>
        <p:spPr>
          <a:xfrm>
            <a:off x="2235200" y="118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Freeform 731"/>
          <p:cNvSpPr/>
          <p:nvPr/>
        </p:nvSpPr>
        <p:spPr>
          <a:xfrm>
            <a:off x="2273300" y="118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Freeform 732"/>
          <p:cNvSpPr/>
          <p:nvPr/>
        </p:nvSpPr>
        <p:spPr>
          <a:xfrm>
            <a:off x="2298700" y="10795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Freeform 733"/>
          <p:cNvSpPr/>
          <p:nvPr/>
        </p:nvSpPr>
        <p:spPr>
          <a:xfrm>
            <a:off x="2324100" y="977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5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Freeform 734"/>
          <p:cNvSpPr/>
          <p:nvPr/>
        </p:nvSpPr>
        <p:spPr>
          <a:xfrm>
            <a:off x="2362200" y="914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00000"/>
          </a:solidFill>
          <a:ln w="3175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Freeform 735"/>
          <p:cNvSpPr/>
          <p:nvPr/>
        </p:nvSpPr>
        <p:spPr>
          <a:xfrm>
            <a:off x="2387600" y="90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60000"/>
          </a:solidFill>
          <a:ln w="3175">
            <a:solidFill>
              <a:srgbClr val="6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Freeform 736"/>
          <p:cNvSpPr/>
          <p:nvPr/>
        </p:nvSpPr>
        <p:spPr>
          <a:xfrm>
            <a:off x="2425700" y="90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Freeform 737"/>
          <p:cNvSpPr/>
          <p:nvPr/>
        </p:nvSpPr>
        <p:spPr>
          <a:xfrm>
            <a:off x="2451100" y="90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Freeform 738"/>
          <p:cNvSpPr/>
          <p:nvPr/>
        </p:nvSpPr>
        <p:spPr>
          <a:xfrm>
            <a:off x="2489200" y="90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Freeform 739"/>
          <p:cNvSpPr/>
          <p:nvPr/>
        </p:nvSpPr>
        <p:spPr>
          <a:xfrm>
            <a:off x="2514600" y="90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Freeform 740"/>
          <p:cNvSpPr/>
          <p:nvPr/>
        </p:nvSpPr>
        <p:spPr>
          <a:xfrm>
            <a:off x="2540000" y="88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Freeform 741"/>
          <p:cNvSpPr/>
          <p:nvPr/>
        </p:nvSpPr>
        <p:spPr>
          <a:xfrm>
            <a:off x="16764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Freeform 742"/>
          <p:cNvSpPr/>
          <p:nvPr/>
        </p:nvSpPr>
        <p:spPr>
          <a:xfrm>
            <a:off x="17018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Freeform 743"/>
          <p:cNvSpPr/>
          <p:nvPr/>
        </p:nvSpPr>
        <p:spPr>
          <a:xfrm>
            <a:off x="17399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Freeform 744"/>
          <p:cNvSpPr/>
          <p:nvPr/>
        </p:nvSpPr>
        <p:spPr>
          <a:xfrm>
            <a:off x="17653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Freeform 745"/>
          <p:cNvSpPr/>
          <p:nvPr/>
        </p:nvSpPr>
        <p:spPr>
          <a:xfrm>
            <a:off x="18034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Freeform 746"/>
          <p:cNvSpPr/>
          <p:nvPr/>
        </p:nvSpPr>
        <p:spPr>
          <a:xfrm>
            <a:off x="18288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Freeform 747"/>
          <p:cNvSpPr/>
          <p:nvPr/>
        </p:nvSpPr>
        <p:spPr>
          <a:xfrm>
            <a:off x="18542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Freeform 748"/>
          <p:cNvSpPr/>
          <p:nvPr/>
        </p:nvSpPr>
        <p:spPr>
          <a:xfrm>
            <a:off x="18923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Freeform 749"/>
          <p:cNvSpPr/>
          <p:nvPr/>
        </p:nvSpPr>
        <p:spPr>
          <a:xfrm>
            <a:off x="19177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Freeform 750"/>
          <p:cNvSpPr/>
          <p:nvPr/>
        </p:nvSpPr>
        <p:spPr>
          <a:xfrm>
            <a:off x="19558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Freeform 751"/>
          <p:cNvSpPr/>
          <p:nvPr/>
        </p:nvSpPr>
        <p:spPr>
          <a:xfrm>
            <a:off x="19812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Freeform 752"/>
          <p:cNvSpPr/>
          <p:nvPr/>
        </p:nvSpPr>
        <p:spPr>
          <a:xfrm>
            <a:off x="2006600" y="1346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Freeform 753"/>
          <p:cNvSpPr/>
          <p:nvPr/>
        </p:nvSpPr>
        <p:spPr>
          <a:xfrm>
            <a:off x="20447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Freeform 754"/>
          <p:cNvSpPr/>
          <p:nvPr/>
        </p:nvSpPr>
        <p:spPr>
          <a:xfrm>
            <a:off x="2070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Freeform 755"/>
          <p:cNvSpPr/>
          <p:nvPr/>
        </p:nvSpPr>
        <p:spPr>
          <a:xfrm>
            <a:off x="21082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Freeform 756"/>
          <p:cNvSpPr/>
          <p:nvPr/>
        </p:nvSpPr>
        <p:spPr>
          <a:xfrm>
            <a:off x="2133600" y="1231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Freeform 757"/>
          <p:cNvSpPr/>
          <p:nvPr/>
        </p:nvSpPr>
        <p:spPr>
          <a:xfrm>
            <a:off x="21717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0" y="3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Freeform 758"/>
          <p:cNvSpPr/>
          <p:nvPr/>
        </p:nvSpPr>
        <p:spPr>
          <a:xfrm>
            <a:off x="2197100" y="118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Freeform 759"/>
          <p:cNvSpPr/>
          <p:nvPr/>
        </p:nvSpPr>
        <p:spPr>
          <a:xfrm>
            <a:off x="2222500" y="1181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Freeform 760"/>
          <p:cNvSpPr/>
          <p:nvPr/>
        </p:nvSpPr>
        <p:spPr>
          <a:xfrm>
            <a:off x="2260600" y="116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Freeform 761"/>
          <p:cNvSpPr/>
          <p:nvPr/>
        </p:nvSpPr>
        <p:spPr>
          <a:xfrm>
            <a:off x="2286000" y="1066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Freeform 762"/>
          <p:cNvSpPr/>
          <p:nvPr/>
        </p:nvSpPr>
        <p:spPr>
          <a:xfrm>
            <a:off x="2324100" y="965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0" y="9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0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Freeform 763"/>
          <p:cNvSpPr/>
          <p:nvPr/>
        </p:nvSpPr>
        <p:spPr>
          <a:xfrm>
            <a:off x="2349500" y="914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Freeform 764"/>
          <p:cNvSpPr/>
          <p:nvPr/>
        </p:nvSpPr>
        <p:spPr>
          <a:xfrm>
            <a:off x="2374900" y="90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Freeform 765"/>
          <p:cNvSpPr/>
          <p:nvPr/>
        </p:nvSpPr>
        <p:spPr>
          <a:xfrm>
            <a:off x="2413000" y="90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Freeform 766"/>
          <p:cNvSpPr/>
          <p:nvPr/>
        </p:nvSpPr>
        <p:spPr>
          <a:xfrm>
            <a:off x="2438400" y="88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Freeform 767"/>
          <p:cNvSpPr/>
          <p:nvPr/>
        </p:nvSpPr>
        <p:spPr>
          <a:xfrm>
            <a:off x="24765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Freeform 768"/>
          <p:cNvSpPr/>
          <p:nvPr/>
        </p:nvSpPr>
        <p:spPr>
          <a:xfrm>
            <a:off x="25019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Freeform 769"/>
          <p:cNvSpPr/>
          <p:nvPr/>
        </p:nvSpPr>
        <p:spPr>
          <a:xfrm>
            <a:off x="2527300" y="88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Freeform 770"/>
          <p:cNvSpPr/>
          <p:nvPr/>
        </p:nvSpPr>
        <p:spPr>
          <a:xfrm>
            <a:off x="16637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Freeform 771"/>
          <p:cNvSpPr/>
          <p:nvPr/>
        </p:nvSpPr>
        <p:spPr>
          <a:xfrm>
            <a:off x="16891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Freeform 772"/>
          <p:cNvSpPr/>
          <p:nvPr/>
        </p:nvSpPr>
        <p:spPr>
          <a:xfrm>
            <a:off x="17272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Freeform 773"/>
          <p:cNvSpPr/>
          <p:nvPr/>
        </p:nvSpPr>
        <p:spPr>
          <a:xfrm>
            <a:off x="17526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Freeform 774"/>
          <p:cNvSpPr/>
          <p:nvPr/>
        </p:nvSpPr>
        <p:spPr>
          <a:xfrm>
            <a:off x="17907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Freeform 775"/>
          <p:cNvSpPr/>
          <p:nvPr/>
        </p:nvSpPr>
        <p:spPr>
          <a:xfrm>
            <a:off x="18161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Freeform 776"/>
          <p:cNvSpPr/>
          <p:nvPr/>
        </p:nvSpPr>
        <p:spPr>
          <a:xfrm>
            <a:off x="18542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Freeform 777"/>
          <p:cNvSpPr/>
          <p:nvPr/>
        </p:nvSpPr>
        <p:spPr>
          <a:xfrm>
            <a:off x="18796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Freeform 778"/>
          <p:cNvSpPr/>
          <p:nvPr/>
        </p:nvSpPr>
        <p:spPr>
          <a:xfrm>
            <a:off x="19050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Freeform 779"/>
          <p:cNvSpPr/>
          <p:nvPr/>
        </p:nvSpPr>
        <p:spPr>
          <a:xfrm>
            <a:off x="19431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Freeform 780"/>
          <p:cNvSpPr/>
          <p:nvPr/>
        </p:nvSpPr>
        <p:spPr>
          <a:xfrm>
            <a:off x="19685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Freeform 781"/>
          <p:cNvSpPr/>
          <p:nvPr/>
        </p:nvSpPr>
        <p:spPr>
          <a:xfrm>
            <a:off x="20066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Freeform 782"/>
          <p:cNvSpPr/>
          <p:nvPr/>
        </p:nvSpPr>
        <p:spPr>
          <a:xfrm>
            <a:off x="20320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Freeform 783"/>
          <p:cNvSpPr/>
          <p:nvPr/>
        </p:nvSpPr>
        <p:spPr>
          <a:xfrm>
            <a:off x="2057400" y="133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Freeform 784"/>
          <p:cNvSpPr/>
          <p:nvPr/>
        </p:nvSpPr>
        <p:spPr>
          <a:xfrm>
            <a:off x="20955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Freeform 785"/>
          <p:cNvSpPr/>
          <p:nvPr/>
        </p:nvSpPr>
        <p:spPr>
          <a:xfrm>
            <a:off x="2120900" y="1219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Freeform 786"/>
          <p:cNvSpPr/>
          <p:nvPr/>
        </p:nvSpPr>
        <p:spPr>
          <a:xfrm>
            <a:off x="2159000" y="1181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Freeform 787"/>
          <p:cNvSpPr/>
          <p:nvPr/>
        </p:nvSpPr>
        <p:spPr>
          <a:xfrm>
            <a:off x="2184400" y="116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Freeform 788"/>
          <p:cNvSpPr/>
          <p:nvPr/>
        </p:nvSpPr>
        <p:spPr>
          <a:xfrm>
            <a:off x="2209800" y="116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Freeform 789"/>
          <p:cNvSpPr/>
          <p:nvPr/>
        </p:nvSpPr>
        <p:spPr>
          <a:xfrm>
            <a:off x="2247900" y="116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Freeform 790"/>
          <p:cNvSpPr/>
          <p:nvPr/>
        </p:nvSpPr>
        <p:spPr>
          <a:xfrm>
            <a:off x="2273300" y="1054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Freeform 791"/>
          <p:cNvSpPr/>
          <p:nvPr/>
        </p:nvSpPr>
        <p:spPr>
          <a:xfrm>
            <a:off x="2311400" y="965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Freeform 792"/>
          <p:cNvSpPr/>
          <p:nvPr/>
        </p:nvSpPr>
        <p:spPr>
          <a:xfrm>
            <a:off x="2336800" y="901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Freeform 793"/>
          <p:cNvSpPr/>
          <p:nvPr/>
        </p:nvSpPr>
        <p:spPr>
          <a:xfrm>
            <a:off x="2374900" y="889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Freeform 794"/>
          <p:cNvSpPr/>
          <p:nvPr/>
        </p:nvSpPr>
        <p:spPr>
          <a:xfrm>
            <a:off x="24003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Freeform 795"/>
          <p:cNvSpPr/>
          <p:nvPr/>
        </p:nvSpPr>
        <p:spPr>
          <a:xfrm>
            <a:off x="2425700" y="88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Freeform 796"/>
          <p:cNvSpPr/>
          <p:nvPr/>
        </p:nvSpPr>
        <p:spPr>
          <a:xfrm>
            <a:off x="2463800" y="889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Freeform 797"/>
          <p:cNvSpPr/>
          <p:nvPr/>
        </p:nvSpPr>
        <p:spPr>
          <a:xfrm>
            <a:off x="24892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Freeform 798"/>
          <p:cNvSpPr/>
          <p:nvPr/>
        </p:nvSpPr>
        <p:spPr>
          <a:xfrm>
            <a:off x="25273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Freeform 799"/>
          <p:cNvSpPr/>
          <p:nvPr/>
        </p:nvSpPr>
        <p:spPr>
          <a:xfrm>
            <a:off x="16510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Freeform 800"/>
          <p:cNvSpPr/>
          <p:nvPr/>
        </p:nvSpPr>
        <p:spPr>
          <a:xfrm>
            <a:off x="16891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Freeform 801"/>
          <p:cNvSpPr/>
          <p:nvPr/>
        </p:nvSpPr>
        <p:spPr>
          <a:xfrm>
            <a:off x="17145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Freeform 802"/>
          <p:cNvSpPr/>
          <p:nvPr/>
        </p:nvSpPr>
        <p:spPr>
          <a:xfrm>
            <a:off x="17399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Freeform 803"/>
          <p:cNvSpPr/>
          <p:nvPr/>
        </p:nvSpPr>
        <p:spPr>
          <a:xfrm>
            <a:off x="17780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Freeform 804"/>
          <p:cNvSpPr/>
          <p:nvPr/>
        </p:nvSpPr>
        <p:spPr>
          <a:xfrm>
            <a:off x="18034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Freeform 805"/>
          <p:cNvSpPr/>
          <p:nvPr/>
        </p:nvSpPr>
        <p:spPr>
          <a:xfrm>
            <a:off x="18415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Freeform 806"/>
          <p:cNvSpPr/>
          <p:nvPr/>
        </p:nvSpPr>
        <p:spPr>
          <a:xfrm>
            <a:off x="18669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Freeform 807"/>
          <p:cNvSpPr/>
          <p:nvPr/>
        </p:nvSpPr>
        <p:spPr>
          <a:xfrm>
            <a:off x="18923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Freeform 808"/>
          <p:cNvSpPr/>
          <p:nvPr/>
        </p:nvSpPr>
        <p:spPr>
          <a:xfrm>
            <a:off x="19304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Freeform 809"/>
          <p:cNvSpPr/>
          <p:nvPr/>
        </p:nvSpPr>
        <p:spPr>
          <a:xfrm>
            <a:off x="1955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Freeform 810"/>
          <p:cNvSpPr/>
          <p:nvPr/>
        </p:nvSpPr>
        <p:spPr>
          <a:xfrm>
            <a:off x="19939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Freeform 811"/>
          <p:cNvSpPr/>
          <p:nvPr/>
        </p:nvSpPr>
        <p:spPr>
          <a:xfrm>
            <a:off x="20193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Freeform 812"/>
          <p:cNvSpPr/>
          <p:nvPr/>
        </p:nvSpPr>
        <p:spPr>
          <a:xfrm>
            <a:off x="2057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Freeform 813"/>
          <p:cNvSpPr/>
          <p:nvPr/>
        </p:nvSpPr>
        <p:spPr>
          <a:xfrm>
            <a:off x="20828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Freeform 814"/>
          <p:cNvSpPr/>
          <p:nvPr/>
        </p:nvSpPr>
        <p:spPr>
          <a:xfrm>
            <a:off x="2108200" y="1219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Freeform 815"/>
          <p:cNvSpPr/>
          <p:nvPr/>
        </p:nvSpPr>
        <p:spPr>
          <a:xfrm>
            <a:off x="2146300" y="116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Freeform 816"/>
          <p:cNvSpPr/>
          <p:nvPr/>
        </p:nvSpPr>
        <p:spPr>
          <a:xfrm>
            <a:off x="2171700" y="116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Freeform 817"/>
          <p:cNvSpPr/>
          <p:nvPr/>
        </p:nvSpPr>
        <p:spPr>
          <a:xfrm>
            <a:off x="2209800" y="115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Freeform 818"/>
          <p:cNvSpPr/>
          <p:nvPr/>
        </p:nvSpPr>
        <p:spPr>
          <a:xfrm>
            <a:off x="2235200" y="115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Freeform 819"/>
          <p:cNvSpPr/>
          <p:nvPr/>
        </p:nvSpPr>
        <p:spPr>
          <a:xfrm>
            <a:off x="2260600" y="1054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Freeform 820"/>
          <p:cNvSpPr/>
          <p:nvPr/>
        </p:nvSpPr>
        <p:spPr>
          <a:xfrm>
            <a:off x="2298700" y="952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Freeform 821"/>
          <p:cNvSpPr/>
          <p:nvPr/>
        </p:nvSpPr>
        <p:spPr>
          <a:xfrm>
            <a:off x="2324100" y="901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Freeform 822"/>
          <p:cNvSpPr/>
          <p:nvPr/>
        </p:nvSpPr>
        <p:spPr>
          <a:xfrm>
            <a:off x="23622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Freeform 823"/>
          <p:cNvSpPr/>
          <p:nvPr/>
        </p:nvSpPr>
        <p:spPr>
          <a:xfrm>
            <a:off x="23876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Freeform 824"/>
          <p:cNvSpPr/>
          <p:nvPr/>
        </p:nvSpPr>
        <p:spPr>
          <a:xfrm>
            <a:off x="24257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Freeform 825"/>
          <p:cNvSpPr/>
          <p:nvPr/>
        </p:nvSpPr>
        <p:spPr>
          <a:xfrm>
            <a:off x="24511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Freeform 826"/>
          <p:cNvSpPr/>
          <p:nvPr/>
        </p:nvSpPr>
        <p:spPr>
          <a:xfrm>
            <a:off x="2476500" y="87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Freeform 827"/>
          <p:cNvSpPr/>
          <p:nvPr/>
        </p:nvSpPr>
        <p:spPr>
          <a:xfrm>
            <a:off x="2514600" y="876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Freeform 828"/>
          <p:cNvSpPr/>
          <p:nvPr/>
        </p:nvSpPr>
        <p:spPr>
          <a:xfrm>
            <a:off x="16383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Freeform 829"/>
          <p:cNvSpPr/>
          <p:nvPr/>
        </p:nvSpPr>
        <p:spPr>
          <a:xfrm>
            <a:off x="16764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Freeform 830"/>
          <p:cNvSpPr/>
          <p:nvPr/>
        </p:nvSpPr>
        <p:spPr>
          <a:xfrm>
            <a:off x="17018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Freeform 831"/>
          <p:cNvSpPr/>
          <p:nvPr/>
        </p:nvSpPr>
        <p:spPr>
          <a:xfrm>
            <a:off x="17399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Freeform 832"/>
          <p:cNvSpPr/>
          <p:nvPr/>
        </p:nvSpPr>
        <p:spPr>
          <a:xfrm>
            <a:off x="17653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Freeform 833"/>
          <p:cNvSpPr/>
          <p:nvPr/>
        </p:nvSpPr>
        <p:spPr>
          <a:xfrm>
            <a:off x="17907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Freeform 834"/>
          <p:cNvSpPr/>
          <p:nvPr/>
        </p:nvSpPr>
        <p:spPr>
          <a:xfrm>
            <a:off x="18288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Freeform 835"/>
          <p:cNvSpPr/>
          <p:nvPr/>
        </p:nvSpPr>
        <p:spPr>
          <a:xfrm>
            <a:off x="18542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Freeform 836"/>
          <p:cNvSpPr/>
          <p:nvPr/>
        </p:nvSpPr>
        <p:spPr>
          <a:xfrm>
            <a:off x="18923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Freeform 837"/>
          <p:cNvSpPr/>
          <p:nvPr/>
        </p:nvSpPr>
        <p:spPr>
          <a:xfrm>
            <a:off x="19177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Freeform 838"/>
          <p:cNvSpPr/>
          <p:nvPr/>
        </p:nvSpPr>
        <p:spPr>
          <a:xfrm>
            <a:off x="1943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Freeform 839"/>
          <p:cNvSpPr/>
          <p:nvPr/>
        </p:nvSpPr>
        <p:spPr>
          <a:xfrm>
            <a:off x="19812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Freeform 840"/>
          <p:cNvSpPr/>
          <p:nvPr/>
        </p:nvSpPr>
        <p:spPr>
          <a:xfrm>
            <a:off x="20066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Freeform 841"/>
          <p:cNvSpPr/>
          <p:nvPr/>
        </p:nvSpPr>
        <p:spPr>
          <a:xfrm>
            <a:off x="2044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Freeform 842"/>
          <p:cNvSpPr/>
          <p:nvPr/>
        </p:nvSpPr>
        <p:spPr>
          <a:xfrm>
            <a:off x="2070100" y="128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Freeform 843"/>
          <p:cNvSpPr/>
          <p:nvPr/>
        </p:nvSpPr>
        <p:spPr>
          <a:xfrm>
            <a:off x="2095500" y="1206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Freeform 844"/>
          <p:cNvSpPr/>
          <p:nvPr/>
        </p:nvSpPr>
        <p:spPr>
          <a:xfrm>
            <a:off x="2133600" y="116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Freeform 845"/>
          <p:cNvSpPr/>
          <p:nvPr/>
        </p:nvSpPr>
        <p:spPr>
          <a:xfrm>
            <a:off x="21590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Freeform 846"/>
          <p:cNvSpPr/>
          <p:nvPr/>
        </p:nvSpPr>
        <p:spPr>
          <a:xfrm>
            <a:off x="2197100" y="115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Freeform 847"/>
          <p:cNvSpPr/>
          <p:nvPr/>
        </p:nvSpPr>
        <p:spPr>
          <a:xfrm>
            <a:off x="2222500" y="115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Freeform 848"/>
          <p:cNvSpPr/>
          <p:nvPr/>
        </p:nvSpPr>
        <p:spPr>
          <a:xfrm>
            <a:off x="2260600" y="10414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0" y="9"/>
                </a:moveTo>
                <a:lnTo>
                  <a:pt x="3" y="1"/>
                </a:lnTo>
                <a:lnTo>
                  <a:pt x="2" y="0"/>
                </a:lnTo>
                <a:lnTo>
                  <a:pt x="0" y="9"/>
                </a:lnTo>
                <a:lnTo>
                  <a:pt x="0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Freeform 849"/>
          <p:cNvSpPr/>
          <p:nvPr/>
        </p:nvSpPr>
        <p:spPr>
          <a:xfrm>
            <a:off x="2286000" y="952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Freeform 850"/>
          <p:cNvSpPr/>
          <p:nvPr/>
        </p:nvSpPr>
        <p:spPr>
          <a:xfrm>
            <a:off x="2311400" y="889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Freeform 851"/>
          <p:cNvSpPr/>
          <p:nvPr/>
        </p:nvSpPr>
        <p:spPr>
          <a:xfrm>
            <a:off x="2349500" y="876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Freeform 852"/>
          <p:cNvSpPr/>
          <p:nvPr/>
        </p:nvSpPr>
        <p:spPr>
          <a:xfrm>
            <a:off x="2374900" y="87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Freeform 853"/>
          <p:cNvSpPr/>
          <p:nvPr/>
        </p:nvSpPr>
        <p:spPr>
          <a:xfrm>
            <a:off x="2413000" y="876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Freeform 854"/>
          <p:cNvSpPr/>
          <p:nvPr/>
        </p:nvSpPr>
        <p:spPr>
          <a:xfrm>
            <a:off x="24384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Freeform 855"/>
          <p:cNvSpPr/>
          <p:nvPr/>
        </p:nvSpPr>
        <p:spPr>
          <a:xfrm>
            <a:off x="24638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Freeform 856"/>
          <p:cNvSpPr/>
          <p:nvPr/>
        </p:nvSpPr>
        <p:spPr>
          <a:xfrm>
            <a:off x="25019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Freeform 857"/>
          <p:cNvSpPr/>
          <p:nvPr/>
        </p:nvSpPr>
        <p:spPr>
          <a:xfrm>
            <a:off x="1625600" y="1346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Freeform 858"/>
          <p:cNvSpPr/>
          <p:nvPr/>
        </p:nvSpPr>
        <p:spPr>
          <a:xfrm>
            <a:off x="16637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reeform 859"/>
          <p:cNvSpPr/>
          <p:nvPr/>
        </p:nvSpPr>
        <p:spPr>
          <a:xfrm>
            <a:off x="1689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reeform 860"/>
          <p:cNvSpPr/>
          <p:nvPr/>
        </p:nvSpPr>
        <p:spPr>
          <a:xfrm>
            <a:off x="17272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Freeform 861"/>
          <p:cNvSpPr/>
          <p:nvPr/>
        </p:nvSpPr>
        <p:spPr>
          <a:xfrm>
            <a:off x="17526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Freeform 862"/>
          <p:cNvSpPr/>
          <p:nvPr/>
        </p:nvSpPr>
        <p:spPr>
          <a:xfrm>
            <a:off x="17907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Freeform 863"/>
          <p:cNvSpPr/>
          <p:nvPr/>
        </p:nvSpPr>
        <p:spPr>
          <a:xfrm>
            <a:off x="18161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Freeform 864"/>
          <p:cNvSpPr/>
          <p:nvPr/>
        </p:nvSpPr>
        <p:spPr>
          <a:xfrm>
            <a:off x="18415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Freeform 865"/>
          <p:cNvSpPr/>
          <p:nvPr/>
        </p:nvSpPr>
        <p:spPr>
          <a:xfrm>
            <a:off x="18796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Freeform 866"/>
          <p:cNvSpPr/>
          <p:nvPr/>
        </p:nvSpPr>
        <p:spPr>
          <a:xfrm>
            <a:off x="1905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Freeform 867"/>
          <p:cNvSpPr/>
          <p:nvPr/>
        </p:nvSpPr>
        <p:spPr>
          <a:xfrm>
            <a:off x="19431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Freeform 868"/>
          <p:cNvSpPr/>
          <p:nvPr/>
        </p:nvSpPr>
        <p:spPr>
          <a:xfrm>
            <a:off x="19685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Freeform 869"/>
          <p:cNvSpPr/>
          <p:nvPr/>
        </p:nvSpPr>
        <p:spPr>
          <a:xfrm>
            <a:off x="19939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Freeform 870"/>
          <p:cNvSpPr/>
          <p:nvPr/>
        </p:nvSpPr>
        <p:spPr>
          <a:xfrm>
            <a:off x="20320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Freeform 871"/>
          <p:cNvSpPr/>
          <p:nvPr/>
        </p:nvSpPr>
        <p:spPr>
          <a:xfrm>
            <a:off x="2057400" y="128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Freeform 872"/>
          <p:cNvSpPr/>
          <p:nvPr/>
        </p:nvSpPr>
        <p:spPr>
          <a:xfrm>
            <a:off x="2095500" y="119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0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Freeform 873"/>
          <p:cNvSpPr/>
          <p:nvPr/>
        </p:nvSpPr>
        <p:spPr>
          <a:xfrm>
            <a:off x="2120900" y="115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Freeform 874"/>
          <p:cNvSpPr/>
          <p:nvPr/>
        </p:nvSpPr>
        <p:spPr>
          <a:xfrm>
            <a:off x="21463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Freeform 875"/>
          <p:cNvSpPr/>
          <p:nvPr/>
        </p:nvSpPr>
        <p:spPr>
          <a:xfrm>
            <a:off x="2184400" y="114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Freeform 876"/>
          <p:cNvSpPr/>
          <p:nvPr/>
        </p:nvSpPr>
        <p:spPr>
          <a:xfrm>
            <a:off x="2209800" y="114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Freeform 877"/>
          <p:cNvSpPr/>
          <p:nvPr/>
        </p:nvSpPr>
        <p:spPr>
          <a:xfrm>
            <a:off x="2247900" y="10414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Freeform 878"/>
          <p:cNvSpPr/>
          <p:nvPr/>
        </p:nvSpPr>
        <p:spPr>
          <a:xfrm>
            <a:off x="2273300" y="9398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Freeform 879"/>
          <p:cNvSpPr/>
          <p:nvPr/>
        </p:nvSpPr>
        <p:spPr>
          <a:xfrm>
            <a:off x="2311400" y="876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0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Freeform 880"/>
          <p:cNvSpPr/>
          <p:nvPr/>
        </p:nvSpPr>
        <p:spPr>
          <a:xfrm>
            <a:off x="2336800" y="863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Freeform 881"/>
          <p:cNvSpPr/>
          <p:nvPr/>
        </p:nvSpPr>
        <p:spPr>
          <a:xfrm>
            <a:off x="23622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Freeform 882"/>
          <p:cNvSpPr/>
          <p:nvPr/>
        </p:nvSpPr>
        <p:spPr>
          <a:xfrm>
            <a:off x="24003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Freeform 883"/>
          <p:cNvSpPr/>
          <p:nvPr/>
        </p:nvSpPr>
        <p:spPr>
          <a:xfrm>
            <a:off x="24257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Freeform 884"/>
          <p:cNvSpPr/>
          <p:nvPr/>
        </p:nvSpPr>
        <p:spPr>
          <a:xfrm>
            <a:off x="2463800" y="863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Freeform 885"/>
          <p:cNvSpPr/>
          <p:nvPr/>
        </p:nvSpPr>
        <p:spPr>
          <a:xfrm>
            <a:off x="24892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Freeform 886"/>
          <p:cNvSpPr/>
          <p:nvPr/>
        </p:nvSpPr>
        <p:spPr>
          <a:xfrm>
            <a:off x="16256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Freeform 887"/>
          <p:cNvSpPr/>
          <p:nvPr/>
        </p:nvSpPr>
        <p:spPr>
          <a:xfrm>
            <a:off x="16510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Freeform 888"/>
          <p:cNvSpPr/>
          <p:nvPr/>
        </p:nvSpPr>
        <p:spPr>
          <a:xfrm>
            <a:off x="1676400" y="133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Freeform 889"/>
          <p:cNvSpPr/>
          <p:nvPr/>
        </p:nvSpPr>
        <p:spPr>
          <a:xfrm>
            <a:off x="17145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Freeform 890"/>
          <p:cNvSpPr/>
          <p:nvPr/>
        </p:nvSpPr>
        <p:spPr>
          <a:xfrm>
            <a:off x="17399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Freeform 891"/>
          <p:cNvSpPr/>
          <p:nvPr/>
        </p:nvSpPr>
        <p:spPr>
          <a:xfrm>
            <a:off x="1778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Freeform 892"/>
          <p:cNvSpPr/>
          <p:nvPr/>
        </p:nvSpPr>
        <p:spPr>
          <a:xfrm>
            <a:off x="1803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Freeform 893"/>
          <p:cNvSpPr/>
          <p:nvPr/>
        </p:nvSpPr>
        <p:spPr>
          <a:xfrm>
            <a:off x="18288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Freeform 894"/>
          <p:cNvSpPr/>
          <p:nvPr/>
        </p:nvSpPr>
        <p:spPr>
          <a:xfrm>
            <a:off x="18669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Freeform 895"/>
          <p:cNvSpPr/>
          <p:nvPr/>
        </p:nvSpPr>
        <p:spPr>
          <a:xfrm>
            <a:off x="18923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Freeform 896"/>
          <p:cNvSpPr/>
          <p:nvPr/>
        </p:nvSpPr>
        <p:spPr>
          <a:xfrm>
            <a:off x="1930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Freeform 897"/>
          <p:cNvSpPr/>
          <p:nvPr/>
        </p:nvSpPr>
        <p:spPr>
          <a:xfrm>
            <a:off x="19558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Freeform 898"/>
          <p:cNvSpPr/>
          <p:nvPr/>
        </p:nvSpPr>
        <p:spPr>
          <a:xfrm>
            <a:off x="19939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Freeform 899"/>
          <p:cNvSpPr/>
          <p:nvPr/>
        </p:nvSpPr>
        <p:spPr>
          <a:xfrm>
            <a:off x="20193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Freeform 900"/>
          <p:cNvSpPr/>
          <p:nvPr/>
        </p:nvSpPr>
        <p:spPr>
          <a:xfrm>
            <a:off x="2044700" y="127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Freeform 901"/>
          <p:cNvSpPr/>
          <p:nvPr/>
        </p:nvSpPr>
        <p:spPr>
          <a:xfrm>
            <a:off x="2082800" y="119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Freeform 902"/>
          <p:cNvSpPr/>
          <p:nvPr/>
        </p:nvSpPr>
        <p:spPr>
          <a:xfrm>
            <a:off x="2108200" y="115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Freeform 903"/>
          <p:cNvSpPr/>
          <p:nvPr/>
        </p:nvSpPr>
        <p:spPr>
          <a:xfrm>
            <a:off x="2146300" y="114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Freeform 904"/>
          <p:cNvSpPr/>
          <p:nvPr/>
        </p:nvSpPr>
        <p:spPr>
          <a:xfrm>
            <a:off x="2171700" y="114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Freeform 905"/>
          <p:cNvSpPr/>
          <p:nvPr/>
        </p:nvSpPr>
        <p:spPr>
          <a:xfrm>
            <a:off x="2197100" y="113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reeform 906"/>
          <p:cNvSpPr/>
          <p:nvPr/>
        </p:nvSpPr>
        <p:spPr>
          <a:xfrm>
            <a:off x="2235200" y="10287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Freeform 907"/>
          <p:cNvSpPr/>
          <p:nvPr/>
        </p:nvSpPr>
        <p:spPr>
          <a:xfrm>
            <a:off x="2260600" y="927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Freeform 908"/>
          <p:cNvSpPr/>
          <p:nvPr/>
        </p:nvSpPr>
        <p:spPr>
          <a:xfrm>
            <a:off x="2298700" y="876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reeform 909"/>
          <p:cNvSpPr/>
          <p:nvPr/>
        </p:nvSpPr>
        <p:spPr>
          <a:xfrm>
            <a:off x="23241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Freeform 910"/>
          <p:cNvSpPr/>
          <p:nvPr/>
        </p:nvSpPr>
        <p:spPr>
          <a:xfrm>
            <a:off x="2349500" y="863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Freeform 911"/>
          <p:cNvSpPr/>
          <p:nvPr/>
        </p:nvSpPr>
        <p:spPr>
          <a:xfrm>
            <a:off x="23876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reeform 912"/>
          <p:cNvSpPr/>
          <p:nvPr/>
        </p:nvSpPr>
        <p:spPr>
          <a:xfrm>
            <a:off x="24130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Freeform 913"/>
          <p:cNvSpPr/>
          <p:nvPr/>
        </p:nvSpPr>
        <p:spPr>
          <a:xfrm>
            <a:off x="24511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Freeform 914"/>
          <p:cNvSpPr/>
          <p:nvPr/>
        </p:nvSpPr>
        <p:spPr>
          <a:xfrm>
            <a:off x="24765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Freeform 915"/>
          <p:cNvSpPr/>
          <p:nvPr/>
        </p:nvSpPr>
        <p:spPr>
          <a:xfrm>
            <a:off x="16129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Freeform 916"/>
          <p:cNvSpPr/>
          <p:nvPr/>
        </p:nvSpPr>
        <p:spPr>
          <a:xfrm>
            <a:off x="16383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Freeform 917"/>
          <p:cNvSpPr/>
          <p:nvPr/>
        </p:nvSpPr>
        <p:spPr>
          <a:xfrm>
            <a:off x="1676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Freeform 918"/>
          <p:cNvSpPr/>
          <p:nvPr/>
        </p:nvSpPr>
        <p:spPr>
          <a:xfrm>
            <a:off x="17018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Freeform 919"/>
          <p:cNvSpPr/>
          <p:nvPr/>
        </p:nvSpPr>
        <p:spPr>
          <a:xfrm>
            <a:off x="17272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Freeform 920"/>
          <p:cNvSpPr/>
          <p:nvPr/>
        </p:nvSpPr>
        <p:spPr>
          <a:xfrm>
            <a:off x="17653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Freeform 921"/>
          <p:cNvSpPr/>
          <p:nvPr/>
        </p:nvSpPr>
        <p:spPr>
          <a:xfrm>
            <a:off x="1790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Freeform 922"/>
          <p:cNvSpPr/>
          <p:nvPr/>
        </p:nvSpPr>
        <p:spPr>
          <a:xfrm>
            <a:off x="18288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Freeform 923"/>
          <p:cNvSpPr/>
          <p:nvPr/>
        </p:nvSpPr>
        <p:spPr>
          <a:xfrm>
            <a:off x="18542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Freeform 924"/>
          <p:cNvSpPr/>
          <p:nvPr/>
        </p:nvSpPr>
        <p:spPr>
          <a:xfrm>
            <a:off x="18796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Freeform 925"/>
          <p:cNvSpPr/>
          <p:nvPr/>
        </p:nvSpPr>
        <p:spPr>
          <a:xfrm>
            <a:off x="19177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Freeform 926"/>
          <p:cNvSpPr/>
          <p:nvPr/>
        </p:nvSpPr>
        <p:spPr>
          <a:xfrm>
            <a:off x="19431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Freeform 927"/>
          <p:cNvSpPr/>
          <p:nvPr/>
        </p:nvSpPr>
        <p:spPr>
          <a:xfrm>
            <a:off x="19812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Freeform 928"/>
          <p:cNvSpPr/>
          <p:nvPr/>
        </p:nvSpPr>
        <p:spPr>
          <a:xfrm>
            <a:off x="20066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Freeform 929"/>
          <p:cNvSpPr/>
          <p:nvPr/>
        </p:nvSpPr>
        <p:spPr>
          <a:xfrm>
            <a:off x="2032000" y="125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Freeform 930"/>
          <p:cNvSpPr/>
          <p:nvPr/>
        </p:nvSpPr>
        <p:spPr>
          <a:xfrm>
            <a:off x="2070100" y="1181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Freeform 931"/>
          <p:cNvSpPr/>
          <p:nvPr/>
        </p:nvSpPr>
        <p:spPr>
          <a:xfrm>
            <a:off x="2095500" y="1143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Freeform 932"/>
          <p:cNvSpPr/>
          <p:nvPr/>
        </p:nvSpPr>
        <p:spPr>
          <a:xfrm>
            <a:off x="2133600" y="113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Freeform 933"/>
          <p:cNvSpPr/>
          <p:nvPr/>
        </p:nvSpPr>
        <p:spPr>
          <a:xfrm>
            <a:off x="2159000" y="113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Freeform 934"/>
          <p:cNvSpPr/>
          <p:nvPr/>
        </p:nvSpPr>
        <p:spPr>
          <a:xfrm>
            <a:off x="2197100" y="113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Freeform 935"/>
          <p:cNvSpPr/>
          <p:nvPr/>
        </p:nvSpPr>
        <p:spPr>
          <a:xfrm>
            <a:off x="2222500" y="1028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Freeform 936"/>
          <p:cNvSpPr/>
          <p:nvPr/>
        </p:nvSpPr>
        <p:spPr>
          <a:xfrm>
            <a:off x="2247900" y="927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Freeform 937"/>
          <p:cNvSpPr/>
          <p:nvPr/>
        </p:nvSpPr>
        <p:spPr>
          <a:xfrm>
            <a:off x="2286000" y="863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Freeform 938"/>
          <p:cNvSpPr/>
          <p:nvPr/>
        </p:nvSpPr>
        <p:spPr>
          <a:xfrm>
            <a:off x="2311400" y="850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Freeform 939"/>
          <p:cNvSpPr/>
          <p:nvPr/>
        </p:nvSpPr>
        <p:spPr>
          <a:xfrm>
            <a:off x="23495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Freeform 940"/>
          <p:cNvSpPr/>
          <p:nvPr/>
        </p:nvSpPr>
        <p:spPr>
          <a:xfrm>
            <a:off x="23749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Freeform 941"/>
          <p:cNvSpPr/>
          <p:nvPr/>
        </p:nvSpPr>
        <p:spPr>
          <a:xfrm>
            <a:off x="2400300" y="850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Freeform 942"/>
          <p:cNvSpPr/>
          <p:nvPr/>
        </p:nvSpPr>
        <p:spPr>
          <a:xfrm>
            <a:off x="24384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Freeform 943"/>
          <p:cNvSpPr/>
          <p:nvPr/>
        </p:nvSpPr>
        <p:spPr>
          <a:xfrm>
            <a:off x="24638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Freeform 944"/>
          <p:cNvSpPr/>
          <p:nvPr/>
        </p:nvSpPr>
        <p:spPr>
          <a:xfrm>
            <a:off x="16002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Freeform 945"/>
          <p:cNvSpPr/>
          <p:nvPr/>
        </p:nvSpPr>
        <p:spPr>
          <a:xfrm>
            <a:off x="16256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Freeform 946"/>
          <p:cNvSpPr/>
          <p:nvPr/>
        </p:nvSpPr>
        <p:spPr>
          <a:xfrm>
            <a:off x="1663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Freeform 947"/>
          <p:cNvSpPr/>
          <p:nvPr/>
        </p:nvSpPr>
        <p:spPr>
          <a:xfrm>
            <a:off x="16891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Freeform 948"/>
          <p:cNvSpPr/>
          <p:nvPr/>
        </p:nvSpPr>
        <p:spPr>
          <a:xfrm>
            <a:off x="1714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Freeform 949"/>
          <p:cNvSpPr/>
          <p:nvPr/>
        </p:nvSpPr>
        <p:spPr>
          <a:xfrm>
            <a:off x="17526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Freeform 950"/>
          <p:cNvSpPr/>
          <p:nvPr/>
        </p:nvSpPr>
        <p:spPr>
          <a:xfrm>
            <a:off x="17780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Freeform 951"/>
          <p:cNvSpPr/>
          <p:nvPr/>
        </p:nvSpPr>
        <p:spPr>
          <a:xfrm>
            <a:off x="18161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Freeform 952"/>
          <p:cNvSpPr/>
          <p:nvPr/>
        </p:nvSpPr>
        <p:spPr>
          <a:xfrm>
            <a:off x="18415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Freeform 953"/>
          <p:cNvSpPr/>
          <p:nvPr/>
        </p:nvSpPr>
        <p:spPr>
          <a:xfrm>
            <a:off x="18796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Freeform 954"/>
          <p:cNvSpPr/>
          <p:nvPr/>
        </p:nvSpPr>
        <p:spPr>
          <a:xfrm>
            <a:off x="1905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Freeform 955"/>
          <p:cNvSpPr/>
          <p:nvPr/>
        </p:nvSpPr>
        <p:spPr>
          <a:xfrm>
            <a:off x="1930400" y="1295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Freeform 956"/>
          <p:cNvSpPr/>
          <p:nvPr/>
        </p:nvSpPr>
        <p:spPr>
          <a:xfrm>
            <a:off x="19685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Freeform 957"/>
          <p:cNvSpPr/>
          <p:nvPr/>
        </p:nvSpPr>
        <p:spPr>
          <a:xfrm>
            <a:off x="19939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Freeform 958"/>
          <p:cNvSpPr/>
          <p:nvPr/>
        </p:nvSpPr>
        <p:spPr>
          <a:xfrm>
            <a:off x="2032000" y="125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Freeform 959"/>
          <p:cNvSpPr/>
          <p:nvPr/>
        </p:nvSpPr>
        <p:spPr>
          <a:xfrm>
            <a:off x="2057400" y="1181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0"/>
                </a:lnTo>
                <a:lnTo>
                  <a:pt x="2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Freeform 960"/>
          <p:cNvSpPr/>
          <p:nvPr/>
        </p:nvSpPr>
        <p:spPr>
          <a:xfrm>
            <a:off x="2082800" y="113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Freeform 961"/>
          <p:cNvSpPr/>
          <p:nvPr/>
        </p:nvSpPr>
        <p:spPr>
          <a:xfrm>
            <a:off x="2120900" y="113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Freeform 962"/>
          <p:cNvSpPr/>
          <p:nvPr/>
        </p:nvSpPr>
        <p:spPr>
          <a:xfrm>
            <a:off x="2146300" y="113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Freeform 963"/>
          <p:cNvSpPr/>
          <p:nvPr/>
        </p:nvSpPr>
        <p:spPr>
          <a:xfrm>
            <a:off x="2184400" y="111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Freeform 964"/>
          <p:cNvSpPr/>
          <p:nvPr/>
        </p:nvSpPr>
        <p:spPr>
          <a:xfrm>
            <a:off x="2209800" y="10160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Freeform 965"/>
          <p:cNvSpPr/>
          <p:nvPr/>
        </p:nvSpPr>
        <p:spPr>
          <a:xfrm>
            <a:off x="2235200" y="914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Freeform 966"/>
          <p:cNvSpPr/>
          <p:nvPr/>
        </p:nvSpPr>
        <p:spPr>
          <a:xfrm>
            <a:off x="2273300" y="863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Freeform 967"/>
          <p:cNvSpPr/>
          <p:nvPr/>
        </p:nvSpPr>
        <p:spPr>
          <a:xfrm>
            <a:off x="22987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Freeform 968"/>
          <p:cNvSpPr/>
          <p:nvPr/>
        </p:nvSpPr>
        <p:spPr>
          <a:xfrm>
            <a:off x="2336800" y="850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Freeform 969"/>
          <p:cNvSpPr/>
          <p:nvPr/>
        </p:nvSpPr>
        <p:spPr>
          <a:xfrm>
            <a:off x="23622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Freeform 970"/>
          <p:cNvSpPr/>
          <p:nvPr/>
        </p:nvSpPr>
        <p:spPr>
          <a:xfrm>
            <a:off x="24003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Freeform 971"/>
          <p:cNvSpPr/>
          <p:nvPr/>
        </p:nvSpPr>
        <p:spPr>
          <a:xfrm>
            <a:off x="24257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Freeform 972"/>
          <p:cNvSpPr/>
          <p:nvPr/>
        </p:nvSpPr>
        <p:spPr>
          <a:xfrm>
            <a:off x="2451100" y="838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4" name="Connector 973"/>
          <p:cNvCxnSpPr/>
          <p:nvPr/>
        </p:nvCxnSpPr>
        <p:spPr>
          <a:xfrm flipH="1">
            <a:off x="28894828" y="-23771595"/>
            <a:ext cx="888278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 flipH="1">
            <a:off x="28733176" y="-23879314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 flipH="1">
            <a:off x="28571521" y="-23987033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 flipH="1" flipV="1">
            <a:off x="29459798" y="-23987033"/>
            <a:ext cx="323308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 flipH="1" flipV="1">
            <a:off x="29282144" y="-23971352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H="1" flipV="1">
            <a:off x="29104487" y="-23955671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 flipH="1" flipV="1">
            <a:off x="28926832" y="-23939988"/>
            <a:ext cx="323308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 flipH="1" flipV="1">
            <a:off x="28749178" y="-23924307"/>
            <a:ext cx="323304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 flipH="1" flipV="1">
            <a:off x="28571521" y="-23908625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 flipH="1">
            <a:off x="29761588" y="-23771595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 flipH="1">
            <a:off x="29599935" y="-23879314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 flipH="1">
            <a:off x="29438280" y="-23987033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 flipV="1">
            <a:off x="28894828" y="-23695087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 flipV="1">
            <a:off x="28733176" y="-23802806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 flipV="1">
            <a:off x="28571521" y="-23910525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 flipH="1" flipV="1">
            <a:off x="29765132" y="-23783573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 flipH="1" flipV="1">
            <a:off x="29587477" y="-23767891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 flipH="1" flipV="1">
            <a:off x="29409820" y="-2375221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 flipH="1" flipV="1">
            <a:off x="29232166" y="-23736527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H="1" flipV="1">
            <a:off x="29054511" y="-23720846"/>
            <a:ext cx="17971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 flipH="1" flipV="1">
            <a:off x="28876854" y="-23705165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29459798" y="-23987033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9282144" y="-23971352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29104487" y="-23955671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28926832" y="-23939988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28749178" y="-23924307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28571521" y="-2390862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 flipH="1" flipV="1">
            <a:off x="29459798" y="-23987033"/>
            <a:ext cx="323308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 flipH="1" flipV="1">
            <a:off x="28571521" y="-23908625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 flipH="1">
            <a:off x="28894828" y="-23771595"/>
            <a:ext cx="888278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H="1">
            <a:off x="28571521" y="-23987033"/>
            <a:ext cx="888277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H="1">
            <a:off x="29761588" y="-24399670"/>
            <a:ext cx="21518" cy="19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 flipH="1">
            <a:off x="29599935" y="-2450738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 flipH="1">
            <a:off x="29438280" y="-24615106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29459798" y="-24615106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>
            <a:off x="29282144" y="-2459942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>
            <a:off x="29104487" y="-24583744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>
            <a:off x="28926832" y="-24568063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>
            <a:off x="28749178" y="-24552380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>
            <a:off x="28571521" y="-24536699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H="1" flipV="1">
            <a:off x="29459798" y="-24615106"/>
            <a:ext cx="323308" cy="215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H="1">
            <a:off x="28571521" y="-24615106"/>
            <a:ext cx="888277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V="1">
            <a:off x="29783106" y="-23793197"/>
            <a:ext cx="0" cy="21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 flipV="1">
            <a:off x="29605451" y="-23777514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V="1">
            <a:off x="29427794" y="-2376183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V="1">
            <a:off x="29250140" y="-23746152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 flipV="1">
            <a:off x="29072482" y="-2373047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 flipV="1">
            <a:off x="28894828" y="-23714789"/>
            <a:ext cx="0" cy="21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 flipH="1">
            <a:off x="29761588" y="-23949211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 flipH="1">
            <a:off x="29761588" y="-24214622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 flipV="1">
            <a:off x="29783106" y="-24399670"/>
            <a:ext cx="0" cy="62807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 flipV="1">
            <a:off x="29459798" y="-24615106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 flipV="1">
            <a:off x="29282144" y="-24599425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 flipV="1">
            <a:off x="29104487" y="-24583744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 flipV="1">
            <a:off x="28926832" y="-24568063"/>
            <a:ext cx="0" cy="62807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 flipV="1">
            <a:off x="28749178" y="-24552380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 flipV="1">
            <a:off x="28571521" y="-24536699"/>
            <a:ext cx="0" cy="62807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 flipV="1">
            <a:off x="29459798" y="-2400863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 flipV="1">
            <a:off x="29282144" y="-23992952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 flipV="1">
            <a:off x="29104487" y="-23977271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 flipV="1">
            <a:off x="28926832" y="-23961590"/>
            <a:ext cx="0" cy="21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 flipV="1">
            <a:off x="28749178" y="-2394590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6" name="Connector 1035"/>
          <p:cNvCxnSpPr/>
          <p:nvPr/>
        </p:nvCxnSpPr>
        <p:spPr>
          <a:xfrm flipV="1">
            <a:off x="28571521" y="-23930226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29459798" y="-2461510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29282144" y="-2459942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29104487" y="-24583744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Connector 1039"/>
          <p:cNvCxnSpPr/>
          <p:nvPr/>
        </p:nvCxnSpPr>
        <p:spPr>
          <a:xfrm>
            <a:off x="28926832" y="-24568063"/>
            <a:ext cx="0" cy="21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>
            <a:off x="28749178" y="-2455238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>
            <a:off x="28571521" y="-24536699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 flipH="1">
            <a:off x="28571521" y="-24164649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 flipH="1">
            <a:off x="28571521" y="-24430059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 flipH="1">
            <a:off x="29438280" y="-24164649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 flipH="1">
            <a:off x="29438280" y="-2443005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 flipV="1">
            <a:off x="28571521" y="-2408814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 flipV="1">
            <a:off x="28571521" y="-24353552"/>
            <a:ext cx="21518" cy="19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V="1">
            <a:off x="29459798" y="-24615106"/>
            <a:ext cx="0" cy="6280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28571521" y="-24536699"/>
            <a:ext cx="0" cy="6280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 flipV="1">
            <a:off x="29783106" y="-24399670"/>
            <a:ext cx="0" cy="62807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 1051"/>
          <p:cNvCxnSpPr/>
          <p:nvPr/>
        </p:nvCxnSpPr>
        <p:spPr>
          <a:xfrm flipV="1">
            <a:off x="29621453" y="-24507387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 flipV="1">
            <a:off x="29459798" y="-24615106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 flipV="1">
            <a:off x="29783106" y="-23793197"/>
            <a:ext cx="0" cy="21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 flipV="1">
            <a:off x="29621453" y="-23900914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 flipV="1">
            <a:off x="29459798" y="-2400863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>
            <a:off x="29783106" y="-24399670"/>
            <a:ext cx="0" cy="21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>
            <a:off x="29621453" y="-2450738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Connector 1058"/>
          <p:cNvCxnSpPr/>
          <p:nvPr/>
        </p:nvCxnSpPr>
        <p:spPr>
          <a:xfrm>
            <a:off x="29459798" y="-2461510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0" name="Connector 1059"/>
          <p:cNvCxnSpPr/>
          <p:nvPr/>
        </p:nvCxnSpPr>
        <p:spPr>
          <a:xfrm flipH="1" flipV="1">
            <a:off x="29459798" y="-24164649"/>
            <a:ext cx="323308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nector 1060"/>
          <p:cNvCxnSpPr/>
          <p:nvPr/>
        </p:nvCxnSpPr>
        <p:spPr>
          <a:xfrm flipH="1" flipV="1">
            <a:off x="29459798" y="-24430059"/>
            <a:ext cx="323308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2" name="Connector 1061"/>
          <p:cNvCxnSpPr/>
          <p:nvPr/>
        </p:nvCxnSpPr>
        <p:spPr>
          <a:xfrm flipH="1" flipV="1">
            <a:off x="29765132" y="-2396118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 flipH="1" flipV="1">
            <a:off x="29765132" y="-24226598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>
            <a:off x="29459798" y="-24164649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>
            <a:off x="29459798" y="-24430059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 flipV="1">
            <a:off x="28894828" y="-23714789"/>
            <a:ext cx="0" cy="21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 flipV="1">
            <a:off x="28733176" y="-2382250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 flipV="1">
            <a:off x="28571521" y="-23930226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9" name="Connector 1068"/>
          <p:cNvCxnSpPr/>
          <p:nvPr/>
        </p:nvCxnSpPr>
        <p:spPr>
          <a:xfrm>
            <a:off x="28571521" y="-24086241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Connector 1069"/>
          <p:cNvCxnSpPr/>
          <p:nvPr/>
        </p:nvCxnSpPr>
        <p:spPr>
          <a:xfrm>
            <a:off x="28571521" y="-24351651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1" name="Freeform 1070"/>
          <p:cNvSpPr/>
          <p:nvPr/>
        </p:nvSpPr>
        <p:spPr>
          <a:xfrm>
            <a:off x="288798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Freeform 1071"/>
          <p:cNvSpPr/>
          <p:nvPr/>
        </p:nvSpPr>
        <p:spPr>
          <a:xfrm>
            <a:off x="289179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Freeform 1072"/>
          <p:cNvSpPr/>
          <p:nvPr/>
        </p:nvSpPr>
        <p:spPr>
          <a:xfrm>
            <a:off x="289433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Freeform 1073"/>
          <p:cNvSpPr/>
          <p:nvPr/>
        </p:nvSpPr>
        <p:spPr>
          <a:xfrm>
            <a:off x="289814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Freeform 1074"/>
          <p:cNvSpPr/>
          <p:nvPr/>
        </p:nvSpPr>
        <p:spPr>
          <a:xfrm>
            <a:off x="29006800" y="-2376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Freeform 1075"/>
          <p:cNvSpPr/>
          <p:nvPr/>
        </p:nvSpPr>
        <p:spPr>
          <a:xfrm>
            <a:off x="290322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Freeform 1076"/>
          <p:cNvSpPr/>
          <p:nvPr/>
        </p:nvSpPr>
        <p:spPr>
          <a:xfrm>
            <a:off x="290703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Freeform 1077"/>
          <p:cNvSpPr/>
          <p:nvPr/>
        </p:nvSpPr>
        <p:spPr>
          <a:xfrm>
            <a:off x="290957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Freeform 1078"/>
          <p:cNvSpPr/>
          <p:nvPr/>
        </p:nvSpPr>
        <p:spPr>
          <a:xfrm>
            <a:off x="291338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Freeform 1079"/>
          <p:cNvSpPr/>
          <p:nvPr/>
        </p:nvSpPr>
        <p:spPr>
          <a:xfrm>
            <a:off x="29159200" y="-2377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Freeform 1080"/>
          <p:cNvSpPr/>
          <p:nvPr/>
        </p:nvSpPr>
        <p:spPr>
          <a:xfrm>
            <a:off x="291846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Freeform 1081"/>
          <p:cNvSpPr/>
          <p:nvPr/>
        </p:nvSpPr>
        <p:spPr>
          <a:xfrm>
            <a:off x="292227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Freeform 1082"/>
          <p:cNvSpPr/>
          <p:nvPr/>
        </p:nvSpPr>
        <p:spPr>
          <a:xfrm>
            <a:off x="292481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Freeform 1083"/>
          <p:cNvSpPr/>
          <p:nvPr/>
        </p:nvSpPr>
        <p:spPr>
          <a:xfrm>
            <a:off x="29286200" y="-23812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Freeform 1084"/>
          <p:cNvSpPr/>
          <p:nvPr/>
        </p:nvSpPr>
        <p:spPr>
          <a:xfrm>
            <a:off x="293116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Freeform 1085"/>
          <p:cNvSpPr/>
          <p:nvPr/>
        </p:nvSpPr>
        <p:spPr>
          <a:xfrm>
            <a:off x="293370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Freeform 1086"/>
          <p:cNvSpPr/>
          <p:nvPr/>
        </p:nvSpPr>
        <p:spPr>
          <a:xfrm>
            <a:off x="29375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Freeform 1087"/>
          <p:cNvSpPr/>
          <p:nvPr/>
        </p:nvSpPr>
        <p:spPr>
          <a:xfrm>
            <a:off x="294005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Freeform 1088"/>
          <p:cNvSpPr/>
          <p:nvPr/>
        </p:nvSpPr>
        <p:spPr>
          <a:xfrm>
            <a:off x="294386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Freeform 1089"/>
          <p:cNvSpPr/>
          <p:nvPr/>
        </p:nvSpPr>
        <p:spPr>
          <a:xfrm>
            <a:off x="294640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Freeform 1090"/>
          <p:cNvSpPr/>
          <p:nvPr/>
        </p:nvSpPr>
        <p:spPr>
          <a:xfrm>
            <a:off x="295021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Freeform 1091"/>
          <p:cNvSpPr/>
          <p:nvPr/>
        </p:nvSpPr>
        <p:spPr>
          <a:xfrm>
            <a:off x="295275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Freeform 1092"/>
          <p:cNvSpPr/>
          <p:nvPr/>
        </p:nvSpPr>
        <p:spPr>
          <a:xfrm>
            <a:off x="295529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Freeform 1093"/>
          <p:cNvSpPr/>
          <p:nvPr/>
        </p:nvSpPr>
        <p:spPr>
          <a:xfrm>
            <a:off x="295910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Freeform 1094"/>
          <p:cNvSpPr/>
          <p:nvPr/>
        </p:nvSpPr>
        <p:spPr>
          <a:xfrm>
            <a:off x="296164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Freeform 1095"/>
          <p:cNvSpPr/>
          <p:nvPr/>
        </p:nvSpPr>
        <p:spPr>
          <a:xfrm>
            <a:off x="296545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Freeform 1096"/>
          <p:cNvSpPr/>
          <p:nvPr/>
        </p:nvSpPr>
        <p:spPr>
          <a:xfrm>
            <a:off x="296799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Freeform 1097"/>
          <p:cNvSpPr/>
          <p:nvPr/>
        </p:nvSpPr>
        <p:spPr>
          <a:xfrm>
            <a:off x="29705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Freeform 1098"/>
          <p:cNvSpPr/>
          <p:nvPr/>
        </p:nvSpPr>
        <p:spPr>
          <a:xfrm>
            <a:off x="29743400" y="-2382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Freeform 1099"/>
          <p:cNvSpPr/>
          <p:nvPr/>
        </p:nvSpPr>
        <p:spPr>
          <a:xfrm>
            <a:off x="288671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Freeform 1100"/>
          <p:cNvSpPr/>
          <p:nvPr/>
        </p:nvSpPr>
        <p:spPr>
          <a:xfrm>
            <a:off x="28905200" y="-2376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Freeform 1101"/>
          <p:cNvSpPr/>
          <p:nvPr/>
        </p:nvSpPr>
        <p:spPr>
          <a:xfrm>
            <a:off x="289306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Freeform 1102"/>
          <p:cNvSpPr/>
          <p:nvPr/>
        </p:nvSpPr>
        <p:spPr>
          <a:xfrm>
            <a:off x="289687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Freeform 1103"/>
          <p:cNvSpPr/>
          <p:nvPr/>
        </p:nvSpPr>
        <p:spPr>
          <a:xfrm>
            <a:off x="289941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Freeform 1104"/>
          <p:cNvSpPr/>
          <p:nvPr/>
        </p:nvSpPr>
        <p:spPr>
          <a:xfrm>
            <a:off x="290195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Freeform 1105"/>
          <p:cNvSpPr/>
          <p:nvPr/>
        </p:nvSpPr>
        <p:spPr>
          <a:xfrm>
            <a:off x="29057600" y="-2377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Freeform 1106"/>
          <p:cNvSpPr/>
          <p:nvPr/>
        </p:nvSpPr>
        <p:spPr>
          <a:xfrm>
            <a:off x="290830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Freeform 1107"/>
          <p:cNvSpPr/>
          <p:nvPr/>
        </p:nvSpPr>
        <p:spPr>
          <a:xfrm>
            <a:off x="291211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Freeform 1108"/>
          <p:cNvSpPr/>
          <p:nvPr/>
        </p:nvSpPr>
        <p:spPr>
          <a:xfrm>
            <a:off x="291465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Freeform 1109"/>
          <p:cNvSpPr/>
          <p:nvPr/>
        </p:nvSpPr>
        <p:spPr>
          <a:xfrm>
            <a:off x="291846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Freeform 1110"/>
          <p:cNvSpPr/>
          <p:nvPr/>
        </p:nvSpPr>
        <p:spPr>
          <a:xfrm>
            <a:off x="292100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Freeform 1111"/>
          <p:cNvSpPr/>
          <p:nvPr/>
        </p:nvSpPr>
        <p:spPr>
          <a:xfrm>
            <a:off x="292354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Freeform 1112"/>
          <p:cNvSpPr/>
          <p:nvPr/>
        </p:nvSpPr>
        <p:spPr>
          <a:xfrm>
            <a:off x="292735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Freeform 1113"/>
          <p:cNvSpPr/>
          <p:nvPr/>
        </p:nvSpPr>
        <p:spPr>
          <a:xfrm>
            <a:off x="292989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Freeform 1114"/>
          <p:cNvSpPr/>
          <p:nvPr/>
        </p:nvSpPr>
        <p:spPr>
          <a:xfrm>
            <a:off x="293370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Freeform 1115"/>
          <p:cNvSpPr/>
          <p:nvPr/>
        </p:nvSpPr>
        <p:spPr>
          <a:xfrm>
            <a:off x="293624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Freeform 1116"/>
          <p:cNvSpPr/>
          <p:nvPr/>
        </p:nvSpPr>
        <p:spPr>
          <a:xfrm>
            <a:off x="293878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Freeform 1117"/>
          <p:cNvSpPr/>
          <p:nvPr/>
        </p:nvSpPr>
        <p:spPr>
          <a:xfrm>
            <a:off x="294259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Freeform 1118"/>
          <p:cNvSpPr/>
          <p:nvPr/>
        </p:nvSpPr>
        <p:spPr>
          <a:xfrm>
            <a:off x="29451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Freeform 1119"/>
          <p:cNvSpPr/>
          <p:nvPr/>
        </p:nvSpPr>
        <p:spPr>
          <a:xfrm>
            <a:off x="294894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Freeform 1120"/>
          <p:cNvSpPr/>
          <p:nvPr/>
        </p:nvSpPr>
        <p:spPr>
          <a:xfrm>
            <a:off x="295148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Freeform 1121"/>
          <p:cNvSpPr/>
          <p:nvPr/>
        </p:nvSpPr>
        <p:spPr>
          <a:xfrm>
            <a:off x="295402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Freeform 1122"/>
          <p:cNvSpPr/>
          <p:nvPr/>
        </p:nvSpPr>
        <p:spPr>
          <a:xfrm>
            <a:off x="295783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Freeform 1123"/>
          <p:cNvSpPr/>
          <p:nvPr/>
        </p:nvSpPr>
        <p:spPr>
          <a:xfrm>
            <a:off x="296037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Freeform 1124"/>
          <p:cNvSpPr/>
          <p:nvPr/>
        </p:nvSpPr>
        <p:spPr>
          <a:xfrm>
            <a:off x="296418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Freeform 1125"/>
          <p:cNvSpPr/>
          <p:nvPr/>
        </p:nvSpPr>
        <p:spPr>
          <a:xfrm>
            <a:off x="296672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Freeform 1126"/>
          <p:cNvSpPr/>
          <p:nvPr/>
        </p:nvSpPr>
        <p:spPr>
          <a:xfrm>
            <a:off x="297053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Freeform 1127"/>
          <p:cNvSpPr/>
          <p:nvPr/>
        </p:nvSpPr>
        <p:spPr>
          <a:xfrm>
            <a:off x="297307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Freeform 1128"/>
          <p:cNvSpPr/>
          <p:nvPr/>
        </p:nvSpPr>
        <p:spPr>
          <a:xfrm>
            <a:off x="288671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Freeform 1129"/>
          <p:cNvSpPr/>
          <p:nvPr/>
        </p:nvSpPr>
        <p:spPr>
          <a:xfrm>
            <a:off x="288925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Freeform 1130"/>
          <p:cNvSpPr/>
          <p:nvPr/>
        </p:nvSpPr>
        <p:spPr>
          <a:xfrm>
            <a:off x="289179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Freeform 1131"/>
          <p:cNvSpPr/>
          <p:nvPr/>
        </p:nvSpPr>
        <p:spPr>
          <a:xfrm>
            <a:off x="28956000" y="-2377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Freeform 1132"/>
          <p:cNvSpPr/>
          <p:nvPr/>
        </p:nvSpPr>
        <p:spPr>
          <a:xfrm>
            <a:off x="289814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Freeform 1133"/>
          <p:cNvSpPr/>
          <p:nvPr/>
        </p:nvSpPr>
        <p:spPr>
          <a:xfrm>
            <a:off x="290195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Freeform 1134"/>
          <p:cNvSpPr/>
          <p:nvPr/>
        </p:nvSpPr>
        <p:spPr>
          <a:xfrm>
            <a:off x="290449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Freeform 1135"/>
          <p:cNvSpPr/>
          <p:nvPr/>
        </p:nvSpPr>
        <p:spPr>
          <a:xfrm>
            <a:off x="290703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Freeform 1136"/>
          <p:cNvSpPr/>
          <p:nvPr/>
        </p:nvSpPr>
        <p:spPr>
          <a:xfrm>
            <a:off x="29108400" y="-23787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Freeform 1137"/>
          <p:cNvSpPr/>
          <p:nvPr/>
        </p:nvSpPr>
        <p:spPr>
          <a:xfrm>
            <a:off x="291338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Freeform 1138"/>
          <p:cNvSpPr/>
          <p:nvPr/>
        </p:nvSpPr>
        <p:spPr>
          <a:xfrm>
            <a:off x="291719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Freeform 1139"/>
          <p:cNvSpPr/>
          <p:nvPr/>
        </p:nvSpPr>
        <p:spPr>
          <a:xfrm>
            <a:off x="291973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Freeform 1140"/>
          <p:cNvSpPr/>
          <p:nvPr/>
        </p:nvSpPr>
        <p:spPr>
          <a:xfrm>
            <a:off x="292227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Freeform 1141"/>
          <p:cNvSpPr/>
          <p:nvPr/>
        </p:nvSpPr>
        <p:spPr>
          <a:xfrm>
            <a:off x="292608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Freeform 1142"/>
          <p:cNvSpPr/>
          <p:nvPr/>
        </p:nvSpPr>
        <p:spPr>
          <a:xfrm>
            <a:off x="292862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Freeform 1143"/>
          <p:cNvSpPr/>
          <p:nvPr/>
        </p:nvSpPr>
        <p:spPr>
          <a:xfrm>
            <a:off x="293243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Freeform 1144"/>
          <p:cNvSpPr/>
          <p:nvPr/>
        </p:nvSpPr>
        <p:spPr>
          <a:xfrm>
            <a:off x="293497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Freeform 1145"/>
          <p:cNvSpPr/>
          <p:nvPr/>
        </p:nvSpPr>
        <p:spPr>
          <a:xfrm>
            <a:off x="293878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Freeform 1146"/>
          <p:cNvSpPr/>
          <p:nvPr/>
        </p:nvSpPr>
        <p:spPr>
          <a:xfrm>
            <a:off x="294132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Freeform 1147"/>
          <p:cNvSpPr/>
          <p:nvPr/>
        </p:nvSpPr>
        <p:spPr>
          <a:xfrm>
            <a:off x="294386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Freeform 1148"/>
          <p:cNvSpPr/>
          <p:nvPr/>
        </p:nvSpPr>
        <p:spPr>
          <a:xfrm>
            <a:off x="294767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Freeform 1149"/>
          <p:cNvSpPr/>
          <p:nvPr/>
        </p:nvSpPr>
        <p:spPr>
          <a:xfrm>
            <a:off x="29502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Freeform 1150"/>
          <p:cNvSpPr/>
          <p:nvPr/>
        </p:nvSpPr>
        <p:spPr>
          <a:xfrm>
            <a:off x="295402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Freeform 1151"/>
          <p:cNvSpPr/>
          <p:nvPr/>
        </p:nvSpPr>
        <p:spPr>
          <a:xfrm>
            <a:off x="295656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Freeform 1152"/>
          <p:cNvSpPr/>
          <p:nvPr/>
        </p:nvSpPr>
        <p:spPr>
          <a:xfrm>
            <a:off x="295910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Freeform 1153"/>
          <p:cNvSpPr/>
          <p:nvPr/>
        </p:nvSpPr>
        <p:spPr>
          <a:xfrm>
            <a:off x="29629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Freeform 1154"/>
          <p:cNvSpPr/>
          <p:nvPr/>
        </p:nvSpPr>
        <p:spPr>
          <a:xfrm>
            <a:off x="296545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Freeform 1155"/>
          <p:cNvSpPr/>
          <p:nvPr/>
        </p:nvSpPr>
        <p:spPr>
          <a:xfrm>
            <a:off x="29692600" y="-23837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Freeform 1156"/>
          <p:cNvSpPr/>
          <p:nvPr/>
        </p:nvSpPr>
        <p:spPr>
          <a:xfrm>
            <a:off x="297180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Freeform 1157"/>
          <p:cNvSpPr/>
          <p:nvPr/>
        </p:nvSpPr>
        <p:spPr>
          <a:xfrm>
            <a:off x="288544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Freeform 1158"/>
          <p:cNvSpPr/>
          <p:nvPr/>
        </p:nvSpPr>
        <p:spPr>
          <a:xfrm>
            <a:off x="28879800" y="-2377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Freeform 1159"/>
          <p:cNvSpPr/>
          <p:nvPr/>
        </p:nvSpPr>
        <p:spPr>
          <a:xfrm>
            <a:off x="289052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Freeform 1160"/>
          <p:cNvSpPr/>
          <p:nvPr/>
        </p:nvSpPr>
        <p:spPr>
          <a:xfrm>
            <a:off x="289433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Freeform 1161"/>
          <p:cNvSpPr/>
          <p:nvPr/>
        </p:nvSpPr>
        <p:spPr>
          <a:xfrm>
            <a:off x="289687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Freeform 1162"/>
          <p:cNvSpPr/>
          <p:nvPr/>
        </p:nvSpPr>
        <p:spPr>
          <a:xfrm>
            <a:off x="29006800" y="-23787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Freeform 1163"/>
          <p:cNvSpPr/>
          <p:nvPr/>
        </p:nvSpPr>
        <p:spPr>
          <a:xfrm>
            <a:off x="290322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Freeform 1164"/>
          <p:cNvSpPr/>
          <p:nvPr/>
        </p:nvSpPr>
        <p:spPr>
          <a:xfrm>
            <a:off x="290703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Freeform 1165"/>
          <p:cNvSpPr/>
          <p:nvPr/>
        </p:nvSpPr>
        <p:spPr>
          <a:xfrm>
            <a:off x="290957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Freeform 1166"/>
          <p:cNvSpPr/>
          <p:nvPr/>
        </p:nvSpPr>
        <p:spPr>
          <a:xfrm>
            <a:off x="291211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Freeform 1167"/>
          <p:cNvSpPr/>
          <p:nvPr/>
        </p:nvSpPr>
        <p:spPr>
          <a:xfrm>
            <a:off x="291592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Freeform 1168"/>
          <p:cNvSpPr/>
          <p:nvPr/>
        </p:nvSpPr>
        <p:spPr>
          <a:xfrm>
            <a:off x="291846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Freeform 1169"/>
          <p:cNvSpPr/>
          <p:nvPr/>
        </p:nvSpPr>
        <p:spPr>
          <a:xfrm>
            <a:off x="292227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Freeform 1170"/>
          <p:cNvSpPr/>
          <p:nvPr/>
        </p:nvSpPr>
        <p:spPr>
          <a:xfrm>
            <a:off x="292481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Freeform 1171"/>
          <p:cNvSpPr/>
          <p:nvPr/>
        </p:nvSpPr>
        <p:spPr>
          <a:xfrm>
            <a:off x="292735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Freeform 1172"/>
          <p:cNvSpPr/>
          <p:nvPr/>
        </p:nvSpPr>
        <p:spPr>
          <a:xfrm>
            <a:off x="293116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Freeform 1173"/>
          <p:cNvSpPr/>
          <p:nvPr/>
        </p:nvSpPr>
        <p:spPr>
          <a:xfrm>
            <a:off x="293370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Freeform 1174"/>
          <p:cNvSpPr/>
          <p:nvPr/>
        </p:nvSpPr>
        <p:spPr>
          <a:xfrm>
            <a:off x="293751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Freeform 1175"/>
          <p:cNvSpPr/>
          <p:nvPr/>
        </p:nvSpPr>
        <p:spPr>
          <a:xfrm>
            <a:off x="294005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Freeform 1176"/>
          <p:cNvSpPr/>
          <p:nvPr/>
        </p:nvSpPr>
        <p:spPr>
          <a:xfrm>
            <a:off x="294259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Freeform 1177"/>
          <p:cNvSpPr/>
          <p:nvPr/>
        </p:nvSpPr>
        <p:spPr>
          <a:xfrm>
            <a:off x="294640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Freeform 1178"/>
          <p:cNvSpPr/>
          <p:nvPr/>
        </p:nvSpPr>
        <p:spPr>
          <a:xfrm>
            <a:off x="294894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Freeform 1179"/>
          <p:cNvSpPr/>
          <p:nvPr/>
        </p:nvSpPr>
        <p:spPr>
          <a:xfrm>
            <a:off x="295275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Freeform 1180"/>
          <p:cNvSpPr/>
          <p:nvPr/>
        </p:nvSpPr>
        <p:spPr>
          <a:xfrm>
            <a:off x="295529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Freeform 1181"/>
          <p:cNvSpPr/>
          <p:nvPr/>
        </p:nvSpPr>
        <p:spPr>
          <a:xfrm>
            <a:off x="295910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Freeform 1182"/>
          <p:cNvSpPr/>
          <p:nvPr/>
        </p:nvSpPr>
        <p:spPr>
          <a:xfrm>
            <a:off x="296164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Freeform 1183"/>
          <p:cNvSpPr/>
          <p:nvPr/>
        </p:nvSpPr>
        <p:spPr>
          <a:xfrm>
            <a:off x="296418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Freeform 1184"/>
          <p:cNvSpPr/>
          <p:nvPr/>
        </p:nvSpPr>
        <p:spPr>
          <a:xfrm>
            <a:off x="296799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Freeform 1185"/>
          <p:cNvSpPr/>
          <p:nvPr/>
        </p:nvSpPr>
        <p:spPr>
          <a:xfrm>
            <a:off x="297053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Freeform 1186"/>
          <p:cNvSpPr/>
          <p:nvPr/>
        </p:nvSpPr>
        <p:spPr>
          <a:xfrm>
            <a:off x="288417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Freeform 1187"/>
          <p:cNvSpPr/>
          <p:nvPr/>
        </p:nvSpPr>
        <p:spPr>
          <a:xfrm>
            <a:off x="288671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Freeform 1188"/>
          <p:cNvSpPr/>
          <p:nvPr/>
        </p:nvSpPr>
        <p:spPr>
          <a:xfrm>
            <a:off x="289052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Freeform 1189"/>
          <p:cNvSpPr/>
          <p:nvPr/>
        </p:nvSpPr>
        <p:spPr>
          <a:xfrm>
            <a:off x="289306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Freeform 1190"/>
          <p:cNvSpPr/>
          <p:nvPr/>
        </p:nvSpPr>
        <p:spPr>
          <a:xfrm>
            <a:off x="289560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Freeform 1191"/>
          <p:cNvSpPr/>
          <p:nvPr/>
        </p:nvSpPr>
        <p:spPr>
          <a:xfrm>
            <a:off x="289941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Freeform 1192"/>
          <p:cNvSpPr/>
          <p:nvPr/>
        </p:nvSpPr>
        <p:spPr>
          <a:xfrm>
            <a:off x="290195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Freeform 1193"/>
          <p:cNvSpPr/>
          <p:nvPr/>
        </p:nvSpPr>
        <p:spPr>
          <a:xfrm>
            <a:off x="290576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Freeform 1194"/>
          <p:cNvSpPr/>
          <p:nvPr/>
        </p:nvSpPr>
        <p:spPr>
          <a:xfrm>
            <a:off x="290830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Freeform 1195"/>
          <p:cNvSpPr/>
          <p:nvPr/>
        </p:nvSpPr>
        <p:spPr>
          <a:xfrm>
            <a:off x="291084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Freeform 1196"/>
          <p:cNvSpPr/>
          <p:nvPr/>
        </p:nvSpPr>
        <p:spPr>
          <a:xfrm>
            <a:off x="291465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Freeform 1197"/>
          <p:cNvSpPr/>
          <p:nvPr/>
        </p:nvSpPr>
        <p:spPr>
          <a:xfrm>
            <a:off x="291719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Freeform 1198"/>
          <p:cNvSpPr/>
          <p:nvPr/>
        </p:nvSpPr>
        <p:spPr>
          <a:xfrm>
            <a:off x="292100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Freeform 1199"/>
          <p:cNvSpPr/>
          <p:nvPr/>
        </p:nvSpPr>
        <p:spPr>
          <a:xfrm>
            <a:off x="292354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Freeform 1200"/>
          <p:cNvSpPr/>
          <p:nvPr/>
        </p:nvSpPr>
        <p:spPr>
          <a:xfrm>
            <a:off x="292735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Freeform 1201"/>
          <p:cNvSpPr/>
          <p:nvPr/>
        </p:nvSpPr>
        <p:spPr>
          <a:xfrm>
            <a:off x="292989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Freeform 1202"/>
          <p:cNvSpPr/>
          <p:nvPr/>
        </p:nvSpPr>
        <p:spPr>
          <a:xfrm>
            <a:off x="293243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Freeform 1203"/>
          <p:cNvSpPr/>
          <p:nvPr/>
        </p:nvSpPr>
        <p:spPr>
          <a:xfrm>
            <a:off x="293624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Freeform 1204"/>
          <p:cNvSpPr/>
          <p:nvPr/>
        </p:nvSpPr>
        <p:spPr>
          <a:xfrm>
            <a:off x="293878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Freeform 1205"/>
          <p:cNvSpPr/>
          <p:nvPr/>
        </p:nvSpPr>
        <p:spPr>
          <a:xfrm>
            <a:off x="294259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Freeform 1206"/>
          <p:cNvSpPr/>
          <p:nvPr/>
        </p:nvSpPr>
        <p:spPr>
          <a:xfrm>
            <a:off x="294513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Freeform 1207"/>
          <p:cNvSpPr/>
          <p:nvPr/>
        </p:nvSpPr>
        <p:spPr>
          <a:xfrm>
            <a:off x="294767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Freeform 1208"/>
          <p:cNvSpPr/>
          <p:nvPr/>
        </p:nvSpPr>
        <p:spPr>
          <a:xfrm>
            <a:off x="295148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Freeform 1209"/>
          <p:cNvSpPr/>
          <p:nvPr/>
        </p:nvSpPr>
        <p:spPr>
          <a:xfrm>
            <a:off x="295402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Freeform 1210"/>
          <p:cNvSpPr/>
          <p:nvPr/>
        </p:nvSpPr>
        <p:spPr>
          <a:xfrm>
            <a:off x="295783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Freeform 1211"/>
          <p:cNvSpPr/>
          <p:nvPr/>
        </p:nvSpPr>
        <p:spPr>
          <a:xfrm>
            <a:off x="296037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Freeform 1212"/>
          <p:cNvSpPr/>
          <p:nvPr/>
        </p:nvSpPr>
        <p:spPr>
          <a:xfrm>
            <a:off x="29641800" y="-23850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Freeform 1213"/>
          <p:cNvSpPr/>
          <p:nvPr/>
        </p:nvSpPr>
        <p:spPr>
          <a:xfrm>
            <a:off x="296672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Freeform 1214"/>
          <p:cNvSpPr/>
          <p:nvPr/>
        </p:nvSpPr>
        <p:spPr>
          <a:xfrm>
            <a:off x="296926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Freeform 1215"/>
          <p:cNvSpPr/>
          <p:nvPr/>
        </p:nvSpPr>
        <p:spPr>
          <a:xfrm>
            <a:off x="28829000" y="-23787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Freeform 1216"/>
          <p:cNvSpPr/>
          <p:nvPr/>
        </p:nvSpPr>
        <p:spPr>
          <a:xfrm>
            <a:off x="288544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Freeform 1217"/>
          <p:cNvSpPr/>
          <p:nvPr/>
        </p:nvSpPr>
        <p:spPr>
          <a:xfrm>
            <a:off x="288925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Freeform 1218"/>
          <p:cNvSpPr/>
          <p:nvPr/>
        </p:nvSpPr>
        <p:spPr>
          <a:xfrm>
            <a:off x="289179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Freeform 1219"/>
          <p:cNvSpPr/>
          <p:nvPr/>
        </p:nvSpPr>
        <p:spPr>
          <a:xfrm>
            <a:off x="289560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Freeform 1220"/>
          <p:cNvSpPr/>
          <p:nvPr/>
        </p:nvSpPr>
        <p:spPr>
          <a:xfrm>
            <a:off x="289814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Freeform 1221"/>
          <p:cNvSpPr/>
          <p:nvPr/>
        </p:nvSpPr>
        <p:spPr>
          <a:xfrm>
            <a:off x="290068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Freeform 1222"/>
          <p:cNvSpPr/>
          <p:nvPr/>
        </p:nvSpPr>
        <p:spPr>
          <a:xfrm>
            <a:off x="290449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Freeform 1223"/>
          <p:cNvSpPr/>
          <p:nvPr/>
        </p:nvSpPr>
        <p:spPr>
          <a:xfrm>
            <a:off x="290703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Freeform 1224"/>
          <p:cNvSpPr/>
          <p:nvPr/>
        </p:nvSpPr>
        <p:spPr>
          <a:xfrm>
            <a:off x="29108400" y="-23812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Freeform 1225"/>
          <p:cNvSpPr/>
          <p:nvPr/>
        </p:nvSpPr>
        <p:spPr>
          <a:xfrm>
            <a:off x="291338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Freeform 1226"/>
          <p:cNvSpPr/>
          <p:nvPr/>
        </p:nvSpPr>
        <p:spPr>
          <a:xfrm>
            <a:off x="291592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Freeform 1227"/>
          <p:cNvSpPr/>
          <p:nvPr/>
        </p:nvSpPr>
        <p:spPr>
          <a:xfrm>
            <a:off x="291973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Freeform 1228"/>
          <p:cNvSpPr/>
          <p:nvPr/>
        </p:nvSpPr>
        <p:spPr>
          <a:xfrm>
            <a:off x="292227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Freeform 1229"/>
          <p:cNvSpPr/>
          <p:nvPr/>
        </p:nvSpPr>
        <p:spPr>
          <a:xfrm>
            <a:off x="292608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Freeform 1230"/>
          <p:cNvSpPr/>
          <p:nvPr/>
        </p:nvSpPr>
        <p:spPr>
          <a:xfrm>
            <a:off x="292862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Freeform 1231"/>
          <p:cNvSpPr/>
          <p:nvPr/>
        </p:nvSpPr>
        <p:spPr>
          <a:xfrm>
            <a:off x="293243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Freeform 1232"/>
          <p:cNvSpPr/>
          <p:nvPr/>
        </p:nvSpPr>
        <p:spPr>
          <a:xfrm>
            <a:off x="293497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Freeform 1233"/>
          <p:cNvSpPr/>
          <p:nvPr/>
        </p:nvSpPr>
        <p:spPr>
          <a:xfrm>
            <a:off x="293751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Freeform 1234"/>
          <p:cNvSpPr/>
          <p:nvPr/>
        </p:nvSpPr>
        <p:spPr>
          <a:xfrm>
            <a:off x="294132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Freeform 1235"/>
          <p:cNvSpPr/>
          <p:nvPr/>
        </p:nvSpPr>
        <p:spPr>
          <a:xfrm>
            <a:off x="294386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Freeform 1236"/>
          <p:cNvSpPr/>
          <p:nvPr/>
        </p:nvSpPr>
        <p:spPr>
          <a:xfrm>
            <a:off x="294767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Freeform 1237"/>
          <p:cNvSpPr/>
          <p:nvPr/>
        </p:nvSpPr>
        <p:spPr>
          <a:xfrm>
            <a:off x="295021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Freeform 1238"/>
          <p:cNvSpPr/>
          <p:nvPr/>
        </p:nvSpPr>
        <p:spPr>
          <a:xfrm>
            <a:off x="295275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Freeform 1239"/>
          <p:cNvSpPr/>
          <p:nvPr/>
        </p:nvSpPr>
        <p:spPr>
          <a:xfrm>
            <a:off x="295656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Freeform 1240"/>
          <p:cNvSpPr/>
          <p:nvPr/>
        </p:nvSpPr>
        <p:spPr>
          <a:xfrm>
            <a:off x="295910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Freeform 1241"/>
          <p:cNvSpPr/>
          <p:nvPr/>
        </p:nvSpPr>
        <p:spPr>
          <a:xfrm>
            <a:off x="296291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Freeform 1242"/>
          <p:cNvSpPr/>
          <p:nvPr/>
        </p:nvSpPr>
        <p:spPr>
          <a:xfrm>
            <a:off x="296545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Freeform 1243"/>
          <p:cNvSpPr/>
          <p:nvPr/>
        </p:nvSpPr>
        <p:spPr>
          <a:xfrm>
            <a:off x="296799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Freeform 1244"/>
          <p:cNvSpPr/>
          <p:nvPr/>
        </p:nvSpPr>
        <p:spPr>
          <a:xfrm>
            <a:off x="288163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Freeform 1245"/>
          <p:cNvSpPr/>
          <p:nvPr/>
        </p:nvSpPr>
        <p:spPr>
          <a:xfrm>
            <a:off x="288417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Freeform 1246"/>
          <p:cNvSpPr/>
          <p:nvPr/>
        </p:nvSpPr>
        <p:spPr>
          <a:xfrm>
            <a:off x="288798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Freeform 1247"/>
          <p:cNvSpPr/>
          <p:nvPr/>
        </p:nvSpPr>
        <p:spPr>
          <a:xfrm>
            <a:off x="289052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Freeform 1248"/>
          <p:cNvSpPr/>
          <p:nvPr/>
        </p:nvSpPr>
        <p:spPr>
          <a:xfrm>
            <a:off x="289433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Freeform 1249"/>
          <p:cNvSpPr/>
          <p:nvPr/>
        </p:nvSpPr>
        <p:spPr>
          <a:xfrm>
            <a:off x="289687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Freeform 1250"/>
          <p:cNvSpPr/>
          <p:nvPr/>
        </p:nvSpPr>
        <p:spPr>
          <a:xfrm>
            <a:off x="29006800" y="-23812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Freeform 1251"/>
          <p:cNvSpPr/>
          <p:nvPr/>
        </p:nvSpPr>
        <p:spPr>
          <a:xfrm>
            <a:off x="290322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Freeform 1252"/>
          <p:cNvSpPr/>
          <p:nvPr/>
        </p:nvSpPr>
        <p:spPr>
          <a:xfrm>
            <a:off x="290576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Freeform 1253"/>
          <p:cNvSpPr/>
          <p:nvPr/>
        </p:nvSpPr>
        <p:spPr>
          <a:xfrm>
            <a:off x="290957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Freeform 1254"/>
          <p:cNvSpPr/>
          <p:nvPr/>
        </p:nvSpPr>
        <p:spPr>
          <a:xfrm>
            <a:off x="291211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Freeform 1255"/>
          <p:cNvSpPr/>
          <p:nvPr/>
        </p:nvSpPr>
        <p:spPr>
          <a:xfrm>
            <a:off x="291592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Freeform 1256"/>
          <p:cNvSpPr/>
          <p:nvPr/>
        </p:nvSpPr>
        <p:spPr>
          <a:xfrm>
            <a:off x="291846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Freeform 1257"/>
          <p:cNvSpPr/>
          <p:nvPr/>
        </p:nvSpPr>
        <p:spPr>
          <a:xfrm>
            <a:off x="292100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Freeform 1258"/>
          <p:cNvSpPr/>
          <p:nvPr/>
        </p:nvSpPr>
        <p:spPr>
          <a:xfrm>
            <a:off x="292481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Freeform 1259"/>
          <p:cNvSpPr/>
          <p:nvPr/>
        </p:nvSpPr>
        <p:spPr>
          <a:xfrm>
            <a:off x="292735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Freeform 1260"/>
          <p:cNvSpPr/>
          <p:nvPr/>
        </p:nvSpPr>
        <p:spPr>
          <a:xfrm>
            <a:off x="293116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Freeform 1261"/>
          <p:cNvSpPr/>
          <p:nvPr/>
        </p:nvSpPr>
        <p:spPr>
          <a:xfrm>
            <a:off x="293370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Freeform 1262"/>
          <p:cNvSpPr/>
          <p:nvPr/>
        </p:nvSpPr>
        <p:spPr>
          <a:xfrm>
            <a:off x="293624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Freeform 1263"/>
          <p:cNvSpPr/>
          <p:nvPr/>
        </p:nvSpPr>
        <p:spPr>
          <a:xfrm>
            <a:off x="294005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Freeform 1264"/>
          <p:cNvSpPr/>
          <p:nvPr/>
        </p:nvSpPr>
        <p:spPr>
          <a:xfrm>
            <a:off x="294259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Freeform 1265"/>
          <p:cNvSpPr/>
          <p:nvPr/>
        </p:nvSpPr>
        <p:spPr>
          <a:xfrm>
            <a:off x="294640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Freeform 1266"/>
          <p:cNvSpPr/>
          <p:nvPr/>
        </p:nvSpPr>
        <p:spPr>
          <a:xfrm>
            <a:off x="294894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Freeform 1267"/>
          <p:cNvSpPr/>
          <p:nvPr/>
        </p:nvSpPr>
        <p:spPr>
          <a:xfrm>
            <a:off x="29527500" y="-2387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Freeform 1268"/>
          <p:cNvSpPr/>
          <p:nvPr/>
        </p:nvSpPr>
        <p:spPr>
          <a:xfrm>
            <a:off x="295529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Freeform 1269"/>
          <p:cNvSpPr/>
          <p:nvPr/>
        </p:nvSpPr>
        <p:spPr>
          <a:xfrm>
            <a:off x="295783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Freeform 1270"/>
          <p:cNvSpPr/>
          <p:nvPr/>
        </p:nvSpPr>
        <p:spPr>
          <a:xfrm>
            <a:off x="296164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Freeform 1271"/>
          <p:cNvSpPr/>
          <p:nvPr/>
        </p:nvSpPr>
        <p:spPr>
          <a:xfrm>
            <a:off x="296418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Freeform 1272"/>
          <p:cNvSpPr/>
          <p:nvPr/>
        </p:nvSpPr>
        <p:spPr>
          <a:xfrm>
            <a:off x="296799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Freeform 1273"/>
          <p:cNvSpPr/>
          <p:nvPr/>
        </p:nvSpPr>
        <p:spPr>
          <a:xfrm>
            <a:off x="288036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Freeform 1274"/>
          <p:cNvSpPr/>
          <p:nvPr/>
        </p:nvSpPr>
        <p:spPr>
          <a:xfrm>
            <a:off x="288417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Freeform 1275"/>
          <p:cNvSpPr/>
          <p:nvPr/>
        </p:nvSpPr>
        <p:spPr>
          <a:xfrm>
            <a:off x="288671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Freeform 1276"/>
          <p:cNvSpPr/>
          <p:nvPr/>
        </p:nvSpPr>
        <p:spPr>
          <a:xfrm>
            <a:off x="288925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Freeform 1277"/>
          <p:cNvSpPr/>
          <p:nvPr/>
        </p:nvSpPr>
        <p:spPr>
          <a:xfrm>
            <a:off x="28930600" y="-23812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Freeform 1278"/>
          <p:cNvSpPr/>
          <p:nvPr/>
        </p:nvSpPr>
        <p:spPr>
          <a:xfrm>
            <a:off x="289560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Freeform 1279"/>
          <p:cNvSpPr/>
          <p:nvPr/>
        </p:nvSpPr>
        <p:spPr>
          <a:xfrm>
            <a:off x="289941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Freeform 1280"/>
          <p:cNvSpPr/>
          <p:nvPr/>
        </p:nvSpPr>
        <p:spPr>
          <a:xfrm>
            <a:off x="290195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Freeform 1281"/>
          <p:cNvSpPr/>
          <p:nvPr/>
        </p:nvSpPr>
        <p:spPr>
          <a:xfrm>
            <a:off x="29044900" y="-23825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Freeform 1282"/>
          <p:cNvSpPr/>
          <p:nvPr/>
        </p:nvSpPr>
        <p:spPr>
          <a:xfrm>
            <a:off x="290830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Freeform 1283"/>
          <p:cNvSpPr/>
          <p:nvPr/>
        </p:nvSpPr>
        <p:spPr>
          <a:xfrm>
            <a:off x="291084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Freeform 1284"/>
          <p:cNvSpPr/>
          <p:nvPr/>
        </p:nvSpPr>
        <p:spPr>
          <a:xfrm>
            <a:off x="291465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Freeform 1285"/>
          <p:cNvSpPr/>
          <p:nvPr/>
        </p:nvSpPr>
        <p:spPr>
          <a:xfrm>
            <a:off x="291719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Freeform 1286"/>
          <p:cNvSpPr/>
          <p:nvPr/>
        </p:nvSpPr>
        <p:spPr>
          <a:xfrm>
            <a:off x="292100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Freeform 1287"/>
          <p:cNvSpPr/>
          <p:nvPr/>
        </p:nvSpPr>
        <p:spPr>
          <a:xfrm>
            <a:off x="292354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Freeform 1288"/>
          <p:cNvSpPr/>
          <p:nvPr/>
        </p:nvSpPr>
        <p:spPr>
          <a:xfrm>
            <a:off x="292608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Freeform 1289"/>
          <p:cNvSpPr/>
          <p:nvPr/>
        </p:nvSpPr>
        <p:spPr>
          <a:xfrm>
            <a:off x="292989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Freeform 1290"/>
          <p:cNvSpPr/>
          <p:nvPr/>
        </p:nvSpPr>
        <p:spPr>
          <a:xfrm>
            <a:off x="293243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Freeform 1291"/>
          <p:cNvSpPr/>
          <p:nvPr/>
        </p:nvSpPr>
        <p:spPr>
          <a:xfrm>
            <a:off x="293624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Freeform 1292"/>
          <p:cNvSpPr/>
          <p:nvPr/>
        </p:nvSpPr>
        <p:spPr>
          <a:xfrm>
            <a:off x="293878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Freeform 1293"/>
          <p:cNvSpPr/>
          <p:nvPr/>
        </p:nvSpPr>
        <p:spPr>
          <a:xfrm>
            <a:off x="294132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Freeform 1294"/>
          <p:cNvSpPr/>
          <p:nvPr/>
        </p:nvSpPr>
        <p:spPr>
          <a:xfrm>
            <a:off x="294513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Freeform 1295"/>
          <p:cNvSpPr/>
          <p:nvPr/>
        </p:nvSpPr>
        <p:spPr>
          <a:xfrm>
            <a:off x="294767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Freeform 1296"/>
          <p:cNvSpPr/>
          <p:nvPr/>
        </p:nvSpPr>
        <p:spPr>
          <a:xfrm>
            <a:off x="295148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Freeform 1297"/>
          <p:cNvSpPr/>
          <p:nvPr/>
        </p:nvSpPr>
        <p:spPr>
          <a:xfrm>
            <a:off x="295402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Freeform 1298"/>
          <p:cNvSpPr/>
          <p:nvPr/>
        </p:nvSpPr>
        <p:spPr>
          <a:xfrm>
            <a:off x="295656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Freeform 1299"/>
          <p:cNvSpPr/>
          <p:nvPr/>
        </p:nvSpPr>
        <p:spPr>
          <a:xfrm>
            <a:off x="296037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Freeform 1300"/>
          <p:cNvSpPr/>
          <p:nvPr/>
        </p:nvSpPr>
        <p:spPr>
          <a:xfrm>
            <a:off x="296291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Freeform 1301"/>
          <p:cNvSpPr/>
          <p:nvPr/>
        </p:nvSpPr>
        <p:spPr>
          <a:xfrm>
            <a:off x="296672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Freeform 1302"/>
          <p:cNvSpPr/>
          <p:nvPr/>
        </p:nvSpPr>
        <p:spPr>
          <a:xfrm>
            <a:off x="287909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Freeform 1303"/>
          <p:cNvSpPr/>
          <p:nvPr/>
        </p:nvSpPr>
        <p:spPr>
          <a:xfrm>
            <a:off x="28829000" y="-23812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Freeform 1304"/>
          <p:cNvSpPr/>
          <p:nvPr/>
        </p:nvSpPr>
        <p:spPr>
          <a:xfrm>
            <a:off x="288544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Freeform 1305"/>
          <p:cNvSpPr/>
          <p:nvPr/>
        </p:nvSpPr>
        <p:spPr>
          <a:xfrm>
            <a:off x="288925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Freeform 1306"/>
          <p:cNvSpPr/>
          <p:nvPr/>
        </p:nvSpPr>
        <p:spPr>
          <a:xfrm>
            <a:off x="289179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Freeform 1307"/>
          <p:cNvSpPr/>
          <p:nvPr/>
        </p:nvSpPr>
        <p:spPr>
          <a:xfrm>
            <a:off x="28943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Freeform 1308"/>
          <p:cNvSpPr/>
          <p:nvPr/>
        </p:nvSpPr>
        <p:spPr>
          <a:xfrm>
            <a:off x="28981400" y="-2382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Freeform 1309"/>
          <p:cNvSpPr/>
          <p:nvPr/>
        </p:nvSpPr>
        <p:spPr>
          <a:xfrm>
            <a:off x="290068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Freeform 1310"/>
          <p:cNvSpPr/>
          <p:nvPr/>
        </p:nvSpPr>
        <p:spPr>
          <a:xfrm>
            <a:off x="290449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Freeform 1311"/>
          <p:cNvSpPr/>
          <p:nvPr/>
        </p:nvSpPr>
        <p:spPr>
          <a:xfrm>
            <a:off x="290703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Freeform 1312"/>
          <p:cNvSpPr/>
          <p:nvPr/>
        </p:nvSpPr>
        <p:spPr>
          <a:xfrm>
            <a:off x="29095700" y="-23837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Freeform 1313"/>
          <p:cNvSpPr/>
          <p:nvPr/>
        </p:nvSpPr>
        <p:spPr>
          <a:xfrm>
            <a:off x="291338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Freeform 1314"/>
          <p:cNvSpPr/>
          <p:nvPr/>
        </p:nvSpPr>
        <p:spPr>
          <a:xfrm>
            <a:off x="291592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Freeform 1315"/>
          <p:cNvSpPr/>
          <p:nvPr/>
        </p:nvSpPr>
        <p:spPr>
          <a:xfrm>
            <a:off x="291973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Freeform 1316"/>
          <p:cNvSpPr/>
          <p:nvPr/>
        </p:nvSpPr>
        <p:spPr>
          <a:xfrm>
            <a:off x="29222700" y="-2388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Freeform 1317"/>
          <p:cNvSpPr/>
          <p:nvPr/>
        </p:nvSpPr>
        <p:spPr>
          <a:xfrm>
            <a:off x="292481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Freeform 1318"/>
          <p:cNvSpPr/>
          <p:nvPr/>
        </p:nvSpPr>
        <p:spPr>
          <a:xfrm>
            <a:off x="292862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Freeform 1319"/>
          <p:cNvSpPr/>
          <p:nvPr/>
        </p:nvSpPr>
        <p:spPr>
          <a:xfrm>
            <a:off x="293116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Freeform 1320"/>
          <p:cNvSpPr/>
          <p:nvPr/>
        </p:nvSpPr>
        <p:spPr>
          <a:xfrm>
            <a:off x="293497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Freeform 1321"/>
          <p:cNvSpPr/>
          <p:nvPr/>
        </p:nvSpPr>
        <p:spPr>
          <a:xfrm>
            <a:off x="293751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Freeform 1322"/>
          <p:cNvSpPr/>
          <p:nvPr/>
        </p:nvSpPr>
        <p:spPr>
          <a:xfrm>
            <a:off x="294132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Freeform 1323"/>
          <p:cNvSpPr/>
          <p:nvPr/>
        </p:nvSpPr>
        <p:spPr>
          <a:xfrm>
            <a:off x="29438600" y="-2388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Freeform 1324"/>
          <p:cNvSpPr/>
          <p:nvPr/>
        </p:nvSpPr>
        <p:spPr>
          <a:xfrm>
            <a:off x="294640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Freeform 1325"/>
          <p:cNvSpPr/>
          <p:nvPr/>
        </p:nvSpPr>
        <p:spPr>
          <a:xfrm>
            <a:off x="295021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Freeform 1326"/>
          <p:cNvSpPr/>
          <p:nvPr/>
        </p:nvSpPr>
        <p:spPr>
          <a:xfrm>
            <a:off x="295275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Freeform 1327"/>
          <p:cNvSpPr/>
          <p:nvPr/>
        </p:nvSpPr>
        <p:spPr>
          <a:xfrm>
            <a:off x="295656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Freeform 1328"/>
          <p:cNvSpPr/>
          <p:nvPr/>
        </p:nvSpPr>
        <p:spPr>
          <a:xfrm>
            <a:off x="295910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Freeform 1329"/>
          <p:cNvSpPr/>
          <p:nvPr/>
        </p:nvSpPr>
        <p:spPr>
          <a:xfrm>
            <a:off x="296164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Freeform 1330"/>
          <p:cNvSpPr/>
          <p:nvPr/>
        </p:nvSpPr>
        <p:spPr>
          <a:xfrm>
            <a:off x="296545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Freeform 1331"/>
          <p:cNvSpPr/>
          <p:nvPr/>
        </p:nvSpPr>
        <p:spPr>
          <a:xfrm>
            <a:off x="287782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Freeform 1332"/>
          <p:cNvSpPr/>
          <p:nvPr/>
        </p:nvSpPr>
        <p:spPr>
          <a:xfrm>
            <a:off x="288163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Freeform 1333"/>
          <p:cNvSpPr/>
          <p:nvPr/>
        </p:nvSpPr>
        <p:spPr>
          <a:xfrm>
            <a:off x="288417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Freeform 1334"/>
          <p:cNvSpPr/>
          <p:nvPr/>
        </p:nvSpPr>
        <p:spPr>
          <a:xfrm>
            <a:off x="28879800" y="-2382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Freeform 1335"/>
          <p:cNvSpPr/>
          <p:nvPr/>
        </p:nvSpPr>
        <p:spPr>
          <a:xfrm>
            <a:off x="289052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Freeform 1336"/>
          <p:cNvSpPr/>
          <p:nvPr/>
        </p:nvSpPr>
        <p:spPr>
          <a:xfrm>
            <a:off x="289306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Freeform 1337"/>
          <p:cNvSpPr/>
          <p:nvPr/>
        </p:nvSpPr>
        <p:spPr>
          <a:xfrm>
            <a:off x="289687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Freeform 1338"/>
          <p:cNvSpPr/>
          <p:nvPr/>
        </p:nvSpPr>
        <p:spPr>
          <a:xfrm>
            <a:off x="289941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Freeform 1339"/>
          <p:cNvSpPr/>
          <p:nvPr/>
        </p:nvSpPr>
        <p:spPr>
          <a:xfrm>
            <a:off x="29032200" y="-23837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Freeform 1340"/>
          <p:cNvSpPr/>
          <p:nvPr/>
        </p:nvSpPr>
        <p:spPr>
          <a:xfrm>
            <a:off x="290576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Freeform 1341"/>
          <p:cNvSpPr/>
          <p:nvPr/>
        </p:nvSpPr>
        <p:spPr>
          <a:xfrm>
            <a:off x="290957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Freeform 1342"/>
          <p:cNvSpPr/>
          <p:nvPr/>
        </p:nvSpPr>
        <p:spPr>
          <a:xfrm>
            <a:off x="291211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Freeform 1343"/>
          <p:cNvSpPr/>
          <p:nvPr/>
        </p:nvSpPr>
        <p:spPr>
          <a:xfrm>
            <a:off x="291465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Freeform 1344"/>
          <p:cNvSpPr/>
          <p:nvPr/>
        </p:nvSpPr>
        <p:spPr>
          <a:xfrm>
            <a:off x="291846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Freeform 1345"/>
          <p:cNvSpPr/>
          <p:nvPr/>
        </p:nvSpPr>
        <p:spPr>
          <a:xfrm>
            <a:off x="292100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Freeform 1346"/>
          <p:cNvSpPr/>
          <p:nvPr/>
        </p:nvSpPr>
        <p:spPr>
          <a:xfrm>
            <a:off x="292481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Freeform 1347"/>
          <p:cNvSpPr/>
          <p:nvPr/>
        </p:nvSpPr>
        <p:spPr>
          <a:xfrm>
            <a:off x="292735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Freeform 1348"/>
          <p:cNvSpPr/>
          <p:nvPr/>
        </p:nvSpPr>
        <p:spPr>
          <a:xfrm>
            <a:off x="292989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Freeform 1349"/>
          <p:cNvSpPr/>
          <p:nvPr/>
        </p:nvSpPr>
        <p:spPr>
          <a:xfrm>
            <a:off x="293370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Freeform 1350"/>
          <p:cNvSpPr/>
          <p:nvPr/>
        </p:nvSpPr>
        <p:spPr>
          <a:xfrm>
            <a:off x="293624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Freeform 1351"/>
          <p:cNvSpPr/>
          <p:nvPr/>
        </p:nvSpPr>
        <p:spPr>
          <a:xfrm>
            <a:off x="294005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Freeform 1352"/>
          <p:cNvSpPr/>
          <p:nvPr/>
        </p:nvSpPr>
        <p:spPr>
          <a:xfrm>
            <a:off x="294259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Freeform 1353"/>
          <p:cNvSpPr/>
          <p:nvPr/>
        </p:nvSpPr>
        <p:spPr>
          <a:xfrm>
            <a:off x="294513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Freeform 1354"/>
          <p:cNvSpPr/>
          <p:nvPr/>
        </p:nvSpPr>
        <p:spPr>
          <a:xfrm>
            <a:off x="294894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Freeform 1355"/>
          <p:cNvSpPr/>
          <p:nvPr/>
        </p:nvSpPr>
        <p:spPr>
          <a:xfrm>
            <a:off x="295148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Freeform 1356"/>
          <p:cNvSpPr/>
          <p:nvPr/>
        </p:nvSpPr>
        <p:spPr>
          <a:xfrm>
            <a:off x="295529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Freeform 1357"/>
          <p:cNvSpPr/>
          <p:nvPr/>
        </p:nvSpPr>
        <p:spPr>
          <a:xfrm>
            <a:off x="29578300" y="-2388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Freeform 1358"/>
          <p:cNvSpPr/>
          <p:nvPr/>
        </p:nvSpPr>
        <p:spPr>
          <a:xfrm>
            <a:off x="296164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Freeform 1359"/>
          <p:cNvSpPr/>
          <p:nvPr/>
        </p:nvSpPr>
        <p:spPr>
          <a:xfrm>
            <a:off x="296418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Freeform 1360"/>
          <p:cNvSpPr/>
          <p:nvPr/>
        </p:nvSpPr>
        <p:spPr>
          <a:xfrm>
            <a:off x="28778200" y="-2382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Freeform 1361"/>
          <p:cNvSpPr/>
          <p:nvPr/>
        </p:nvSpPr>
        <p:spPr>
          <a:xfrm>
            <a:off x="288036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Freeform 1362"/>
          <p:cNvSpPr/>
          <p:nvPr/>
        </p:nvSpPr>
        <p:spPr>
          <a:xfrm>
            <a:off x="288290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Freeform 1363"/>
          <p:cNvSpPr/>
          <p:nvPr/>
        </p:nvSpPr>
        <p:spPr>
          <a:xfrm>
            <a:off x="28867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Freeform 1364"/>
          <p:cNvSpPr/>
          <p:nvPr/>
        </p:nvSpPr>
        <p:spPr>
          <a:xfrm>
            <a:off x="288925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Freeform 1365"/>
          <p:cNvSpPr/>
          <p:nvPr/>
        </p:nvSpPr>
        <p:spPr>
          <a:xfrm>
            <a:off x="28930600" y="-23837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Freeform 1366"/>
          <p:cNvSpPr/>
          <p:nvPr/>
        </p:nvSpPr>
        <p:spPr>
          <a:xfrm>
            <a:off x="289560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Freeform 1367"/>
          <p:cNvSpPr/>
          <p:nvPr/>
        </p:nvSpPr>
        <p:spPr>
          <a:xfrm>
            <a:off x="289814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Freeform 1368"/>
          <p:cNvSpPr/>
          <p:nvPr/>
        </p:nvSpPr>
        <p:spPr>
          <a:xfrm>
            <a:off x="290195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Freeform 1369"/>
          <p:cNvSpPr/>
          <p:nvPr/>
        </p:nvSpPr>
        <p:spPr>
          <a:xfrm>
            <a:off x="290449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Freeform 1370"/>
          <p:cNvSpPr/>
          <p:nvPr/>
        </p:nvSpPr>
        <p:spPr>
          <a:xfrm>
            <a:off x="290830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Freeform 1371"/>
          <p:cNvSpPr/>
          <p:nvPr/>
        </p:nvSpPr>
        <p:spPr>
          <a:xfrm>
            <a:off x="291084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Freeform 1372"/>
          <p:cNvSpPr/>
          <p:nvPr/>
        </p:nvSpPr>
        <p:spPr>
          <a:xfrm>
            <a:off x="291338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Freeform 1373"/>
          <p:cNvSpPr/>
          <p:nvPr/>
        </p:nvSpPr>
        <p:spPr>
          <a:xfrm>
            <a:off x="29171900" y="-2388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Freeform 1374"/>
          <p:cNvSpPr/>
          <p:nvPr/>
        </p:nvSpPr>
        <p:spPr>
          <a:xfrm>
            <a:off x="291973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Freeform 1375"/>
          <p:cNvSpPr/>
          <p:nvPr/>
        </p:nvSpPr>
        <p:spPr>
          <a:xfrm>
            <a:off x="292354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Freeform 1376"/>
          <p:cNvSpPr/>
          <p:nvPr/>
        </p:nvSpPr>
        <p:spPr>
          <a:xfrm>
            <a:off x="292608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Freeform 1377"/>
          <p:cNvSpPr/>
          <p:nvPr/>
        </p:nvSpPr>
        <p:spPr>
          <a:xfrm>
            <a:off x="292989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Freeform 1378"/>
          <p:cNvSpPr/>
          <p:nvPr/>
        </p:nvSpPr>
        <p:spPr>
          <a:xfrm>
            <a:off x="293243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Freeform 1379"/>
          <p:cNvSpPr/>
          <p:nvPr/>
        </p:nvSpPr>
        <p:spPr>
          <a:xfrm>
            <a:off x="293497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Freeform 1380"/>
          <p:cNvSpPr/>
          <p:nvPr/>
        </p:nvSpPr>
        <p:spPr>
          <a:xfrm>
            <a:off x="293878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Freeform 1381"/>
          <p:cNvSpPr/>
          <p:nvPr/>
        </p:nvSpPr>
        <p:spPr>
          <a:xfrm>
            <a:off x="29413200" y="-2390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Freeform 1382"/>
          <p:cNvSpPr/>
          <p:nvPr/>
        </p:nvSpPr>
        <p:spPr>
          <a:xfrm>
            <a:off x="294513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Freeform 1383"/>
          <p:cNvSpPr/>
          <p:nvPr/>
        </p:nvSpPr>
        <p:spPr>
          <a:xfrm>
            <a:off x="29476700" y="-2391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Freeform 1384"/>
          <p:cNvSpPr/>
          <p:nvPr/>
        </p:nvSpPr>
        <p:spPr>
          <a:xfrm>
            <a:off x="295021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Freeform 1385"/>
          <p:cNvSpPr/>
          <p:nvPr/>
        </p:nvSpPr>
        <p:spPr>
          <a:xfrm>
            <a:off x="295402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Freeform 1386"/>
          <p:cNvSpPr/>
          <p:nvPr/>
        </p:nvSpPr>
        <p:spPr>
          <a:xfrm>
            <a:off x="295656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Freeform 1387"/>
          <p:cNvSpPr/>
          <p:nvPr/>
        </p:nvSpPr>
        <p:spPr>
          <a:xfrm>
            <a:off x="296037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Freeform 1388"/>
          <p:cNvSpPr/>
          <p:nvPr/>
        </p:nvSpPr>
        <p:spPr>
          <a:xfrm>
            <a:off x="29629100" y="-2390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Freeform 1389"/>
          <p:cNvSpPr/>
          <p:nvPr/>
        </p:nvSpPr>
        <p:spPr>
          <a:xfrm>
            <a:off x="287655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Freeform 1390"/>
          <p:cNvSpPr/>
          <p:nvPr/>
        </p:nvSpPr>
        <p:spPr>
          <a:xfrm>
            <a:off x="287909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Freeform 1391"/>
          <p:cNvSpPr/>
          <p:nvPr/>
        </p:nvSpPr>
        <p:spPr>
          <a:xfrm>
            <a:off x="288163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Freeform 1392"/>
          <p:cNvSpPr/>
          <p:nvPr/>
        </p:nvSpPr>
        <p:spPr>
          <a:xfrm>
            <a:off x="288544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Freeform 1393"/>
          <p:cNvSpPr/>
          <p:nvPr/>
        </p:nvSpPr>
        <p:spPr>
          <a:xfrm>
            <a:off x="288798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Freeform 1394"/>
          <p:cNvSpPr/>
          <p:nvPr/>
        </p:nvSpPr>
        <p:spPr>
          <a:xfrm>
            <a:off x="289179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Freeform 1395"/>
          <p:cNvSpPr/>
          <p:nvPr/>
        </p:nvSpPr>
        <p:spPr>
          <a:xfrm>
            <a:off x="289433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Freeform 1396"/>
          <p:cNvSpPr/>
          <p:nvPr/>
        </p:nvSpPr>
        <p:spPr>
          <a:xfrm>
            <a:off x="289814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Freeform 1397"/>
          <p:cNvSpPr/>
          <p:nvPr/>
        </p:nvSpPr>
        <p:spPr>
          <a:xfrm>
            <a:off x="290068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Freeform 1398"/>
          <p:cNvSpPr/>
          <p:nvPr/>
        </p:nvSpPr>
        <p:spPr>
          <a:xfrm>
            <a:off x="290322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Freeform 1399"/>
          <p:cNvSpPr/>
          <p:nvPr/>
        </p:nvSpPr>
        <p:spPr>
          <a:xfrm>
            <a:off x="290703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Freeform 1400"/>
          <p:cNvSpPr/>
          <p:nvPr/>
        </p:nvSpPr>
        <p:spPr>
          <a:xfrm>
            <a:off x="290957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Freeform 1401"/>
          <p:cNvSpPr/>
          <p:nvPr/>
        </p:nvSpPr>
        <p:spPr>
          <a:xfrm>
            <a:off x="291338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Freeform 1402"/>
          <p:cNvSpPr/>
          <p:nvPr/>
        </p:nvSpPr>
        <p:spPr>
          <a:xfrm>
            <a:off x="291592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Freeform 1403"/>
          <p:cNvSpPr/>
          <p:nvPr/>
        </p:nvSpPr>
        <p:spPr>
          <a:xfrm>
            <a:off x="291846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Freeform 1404"/>
          <p:cNvSpPr/>
          <p:nvPr/>
        </p:nvSpPr>
        <p:spPr>
          <a:xfrm>
            <a:off x="292227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D6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Freeform 1405"/>
          <p:cNvSpPr/>
          <p:nvPr/>
        </p:nvSpPr>
        <p:spPr>
          <a:xfrm>
            <a:off x="292481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D5"/>
          </a:solidFill>
          <a:ln w="3175">
            <a:solidFill>
              <a:srgbClr val="000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Freeform 1406"/>
          <p:cNvSpPr/>
          <p:nvPr/>
        </p:nvSpPr>
        <p:spPr>
          <a:xfrm>
            <a:off x="29286200" y="-2392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Freeform 1407"/>
          <p:cNvSpPr/>
          <p:nvPr/>
        </p:nvSpPr>
        <p:spPr>
          <a:xfrm>
            <a:off x="293116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8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Freeform 1408"/>
          <p:cNvSpPr/>
          <p:nvPr/>
        </p:nvSpPr>
        <p:spPr>
          <a:xfrm>
            <a:off x="293370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Freeform 1409"/>
          <p:cNvSpPr/>
          <p:nvPr/>
        </p:nvSpPr>
        <p:spPr>
          <a:xfrm>
            <a:off x="293751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5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Freeform 1410"/>
          <p:cNvSpPr/>
          <p:nvPr/>
        </p:nvSpPr>
        <p:spPr>
          <a:xfrm>
            <a:off x="294005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4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Freeform 1411"/>
          <p:cNvSpPr/>
          <p:nvPr/>
        </p:nvSpPr>
        <p:spPr>
          <a:xfrm>
            <a:off x="294386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Freeform 1412"/>
          <p:cNvSpPr/>
          <p:nvPr/>
        </p:nvSpPr>
        <p:spPr>
          <a:xfrm>
            <a:off x="29464000" y="-2393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Freeform 1413"/>
          <p:cNvSpPr/>
          <p:nvPr/>
        </p:nvSpPr>
        <p:spPr>
          <a:xfrm>
            <a:off x="295021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AC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Freeform 1414"/>
          <p:cNvSpPr/>
          <p:nvPr/>
        </p:nvSpPr>
        <p:spPr>
          <a:xfrm>
            <a:off x="29527500" y="-2392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B"/>
          </a:solidFill>
          <a:ln w="3175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Freeform 1415"/>
          <p:cNvSpPr/>
          <p:nvPr/>
        </p:nvSpPr>
        <p:spPr>
          <a:xfrm>
            <a:off x="295529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Freeform 1416"/>
          <p:cNvSpPr/>
          <p:nvPr/>
        </p:nvSpPr>
        <p:spPr>
          <a:xfrm>
            <a:off x="29591000" y="-2392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Freeform 1417"/>
          <p:cNvSpPr/>
          <p:nvPr/>
        </p:nvSpPr>
        <p:spPr>
          <a:xfrm>
            <a:off x="296164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Freeform 1418"/>
          <p:cNvSpPr/>
          <p:nvPr/>
        </p:nvSpPr>
        <p:spPr>
          <a:xfrm>
            <a:off x="287528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Freeform 1419"/>
          <p:cNvSpPr/>
          <p:nvPr/>
        </p:nvSpPr>
        <p:spPr>
          <a:xfrm>
            <a:off x="287782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Freeform 1420"/>
          <p:cNvSpPr/>
          <p:nvPr/>
        </p:nvSpPr>
        <p:spPr>
          <a:xfrm>
            <a:off x="288163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Freeform 1421"/>
          <p:cNvSpPr/>
          <p:nvPr/>
        </p:nvSpPr>
        <p:spPr>
          <a:xfrm>
            <a:off x="288417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Freeform 1422"/>
          <p:cNvSpPr/>
          <p:nvPr/>
        </p:nvSpPr>
        <p:spPr>
          <a:xfrm>
            <a:off x="288671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Freeform 1423"/>
          <p:cNvSpPr/>
          <p:nvPr/>
        </p:nvSpPr>
        <p:spPr>
          <a:xfrm>
            <a:off x="289052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Freeform 1424"/>
          <p:cNvSpPr/>
          <p:nvPr/>
        </p:nvSpPr>
        <p:spPr>
          <a:xfrm>
            <a:off x="289306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Freeform 1425"/>
          <p:cNvSpPr/>
          <p:nvPr/>
        </p:nvSpPr>
        <p:spPr>
          <a:xfrm>
            <a:off x="289687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Freeform 1426"/>
          <p:cNvSpPr/>
          <p:nvPr/>
        </p:nvSpPr>
        <p:spPr>
          <a:xfrm>
            <a:off x="289941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Freeform 1427"/>
          <p:cNvSpPr/>
          <p:nvPr/>
        </p:nvSpPr>
        <p:spPr>
          <a:xfrm>
            <a:off x="290195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Freeform 1428"/>
          <p:cNvSpPr/>
          <p:nvPr/>
        </p:nvSpPr>
        <p:spPr>
          <a:xfrm>
            <a:off x="29057600" y="-2388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Freeform 1429"/>
          <p:cNvSpPr/>
          <p:nvPr/>
        </p:nvSpPr>
        <p:spPr>
          <a:xfrm>
            <a:off x="290830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Freeform 1430"/>
          <p:cNvSpPr/>
          <p:nvPr/>
        </p:nvSpPr>
        <p:spPr>
          <a:xfrm>
            <a:off x="291211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Freeform 1431"/>
          <p:cNvSpPr/>
          <p:nvPr/>
        </p:nvSpPr>
        <p:spPr>
          <a:xfrm>
            <a:off x="29146500" y="-2390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Freeform 1432"/>
          <p:cNvSpPr/>
          <p:nvPr/>
        </p:nvSpPr>
        <p:spPr>
          <a:xfrm>
            <a:off x="29184600" y="-2392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Freeform 1433"/>
          <p:cNvSpPr/>
          <p:nvPr/>
        </p:nvSpPr>
        <p:spPr>
          <a:xfrm>
            <a:off x="29210000" y="-23990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00FF"/>
          </a:solidFill>
          <a:ln w="3175">
            <a:solidFill>
              <a:srgbClr val="000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Freeform 1434"/>
          <p:cNvSpPr/>
          <p:nvPr/>
        </p:nvSpPr>
        <p:spPr>
          <a:xfrm>
            <a:off x="29235400" y="-2399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Freeform 1435"/>
          <p:cNvSpPr/>
          <p:nvPr/>
        </p:nvSpPr>
        <p:spPr>
          <a:xfrm>
            <a:off x="29273500" y="-23964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5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Freeform 1436"/>
          <p:cNvSpPr/>
          <p:nvPr/>
        </p:nvSpPr>
        <p:spPr>
          <a:xfrm>
            <a:off x="29298900" y="-2395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B"/>
          </a:solidFill>
          <a:ln w="3175">
            <a:solidFill>
              <a:srgbClr val="0000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Freeform 1437"/>
          <p:cNvSpPr/>
          <p:nvPr/>
        </p:nvSpPr>
        <p:spPr>
          <a:xfrm>
            <a:off x="293370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Freeform 1438"/>
          <p:cNvSpPr/>
          <p:nvPr/>
        </p:nvSpPr>
        <p:spPr>
          <a:xfrm>
            <a:off x="29362400" y="-2395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3"/>
          </a:solidFill>
          <a:ln w="3175">
            <a:solidFill>
              <a:srgbClr val="000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Freeform 1439"/>
          <p:cNvSpPr/>
          <p:nvPr/>
        </p:nvSpPr>
        <p:spPr>
          <a:xfrm>
            <a:off x="29387800" y="-23977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Freeform 1440"/>
          <p:cNvSpPr/>
          <p:nvPr/>
        </p:nvSpPr>
        <p:spPr>
          <a:xfrm>
            <a:off x="29425900" y="-24003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Freeform 1441"/>
          <p:cNvSpPr/>
          <p:nvPr/>
        </p:nvSpPr>
        <p:spPr>
          <a:xfrm>
            <a:off x="29451300" y="-24003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FD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Freeform 1442"/>
          <p:cNvSpPr/>
          <p:nvPr/>
        </p:nvSpPr>
        <p:spPr>
          <a:xfrm>
            <a:off x="29489400" y="-23990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1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Freeform 1443"/>
          <p:cNvSpPr/>
          <p:nvPr/>
        </p:nvSpPr>
        <p:spPr>
          <a:xfrm>
            <a:off x="29514800" y="-23977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A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Freeform 1444"/>
          <p:cNvSpPr/>
          <p:nvPr/>
        </p:nvSpPr>
        <p:spPr>
          <a:xfrm>
            <a:off x="29540200" y="-2399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Freeform 1445"/>
          <p:cNvSpPr/>
          <p:nvPr/>
        </p:nvSpPr>
        <p:spPr>
          <a:xfrm>
            <a:off x="29578300" y="-23990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Freeform 1446"/>
          <p:cNvSpPr/>
          <p:nvPr/>
        </p:nvSpPr>
        <p:spPr>
          <a:xfrm>
            <a:off x="29603700" y="-2399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Freeform 1447"/>
          <p:cNvSpPr/>
          <p:nvPr/>
        </p:nvSpPr>
        <p:spPr>
          <a:xfrm>
            <a:off x="287401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Freeform 1448"/>
          <p:cNvSpPr/>
          <p:nvPr/>
        </p:nvSpPr>
        <p:spPr>
          <a:xfrm>
            <a:off x="287655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Freeform 1449"/>
          <p:cNvSpPr/>
          <p:nvPr/>
        </p:nvSpPr>
        <p:spPr>
          <a:xfrm>
            <a:off x="288036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Freeform 1450"/>
          <p:cNvSpPr/>
          <p:nvPr/>
        </p:nvSpPr>
        <p:spPr>
          <a:xfrm>
            <a:off x="288290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Freeform 1451"/>
          <p:cNvSpPr/>
          <p:nvPr/>
        </p:nvSpPr>
        <p:spPr>
          <a:xfrm>
            <a:off x="28867100" y="-2388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Freeform 1452"/>
          <p:cNvSpPr/>
          <p:nvPr/>
        </p:nvSpPr>
        <p:spPr>
          <a:xfrm>
            <a:off x="28892500" y="-2388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Freeform 1453"/>
          <p:cNvSpPr/>
          <p:nvPr/>
        </p:nvSpPr>
        <p:spPr>
          <a:xfrm>
            <a:off x="289179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Freeform 1454"/>
          <p:cNvSpPr/>
          <p:nvPr/>
        </p:nvSpPr>
        <p:spPr>
          <a:xfrm>
            <a:off x="289560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Freeform 1455"/>
          <p:cNvSpPr/>
          <p:nvPr/>
        </p:nvSpPr>
        <p:spPr>
          <a:xfrm>
            <a:off x="289814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Freeform 1456"/>
          <p:cNvSpPr/>
          <p:nvPr/>
        </p:nvSpPr>
        <p:spPr>
          <a:xfrm>
            <a:off x="29019500" y="-2390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Freeform 1457"/>
          <p:cNvSpPr/>
          <p:nvPr/>
        </p:nvSpPr>
        <p:spPr>
          <a:xfrm>
            <a:off x="29044900" y="-2390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Freeform 1458"/>
          <p:cNvSpPr/>
          <p:nvPr/>
        </p:nvSpPr>
        <p:spPr>
          <a:xfrm>
            <a:off x="290703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Freeform 1459"/>
          <p:cNvSpPr/>
          <p:nvPr/>
        </p:nvSpPr>
        <p:spPr>
          <a:xfrm>
            <a:off x="291084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Freeform 1460"/>
          <p:cNvSpPr/>
          <p:nvPr/>
        </p:nvSpPr>
        <p:spPr>
          <a:xfrm>
            <a:off x="291338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Freeform 1461"/>
          <p:cNvSpPr/>
          <p:nvPr/>
        </p:nvSpPr>
        <p:spPr>
          <a:xfrm>
            <a:off x="291719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Freeform 1462"/>
          <p:cNvSpPr/>
          <p:nvPr/>
        </p:nvSpPr>
        <p:spPr>
          <a:xfrm>
            <a:off x="29197300" y="-24003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Freeform 1463"/>
          <p:cNvSpPr/>
          <p:nvPr/>
        </p:nvSpPr>
        <p:spPr>
          <a:xfrm>
            <a:off x="292227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Freeform 1464"/>
          <p:cNvSpPr/>
          <p:nvPr/>
        </p:nvSpPr>
        <p:spPr>
          <a:xfrm>
            <a:off x="29260800" y="-2399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Freeform 1465"/>
          <p:cNvSpPr/>
          <p:nvPr/>
        </p:nvSpPr>
        <p:spPr>
          <a:xfrm>
            <a:off x="29286200" y="-2397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B"/>
          </a:solidFill>
          <a:ln w="3175">
            <a:solidFill>
              <a:srgbClr val="000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Freeform 1466"/>
          <p:cNvSpPr/>
          <p:nvPr/>
        </p:nvSpPr>
        <p:spPr>
          <a:xfrm>
            <a:off x="29324300" y="-2397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Freeform 1467"/>
          <p:cNvSpPr/>
          <p:nvPr/>
        </p:nvSpPr>
        <p:spPr>
          <a:xfrm>
            <a:off x="29349700" y="-23990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1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Freeform 1468"/>
          <p:cNvSpPr/>
          <p:nvPr/>
        </p:nvSpPr>
        <p:spPr>
          <a:xfrm>
            <a:off x="29387800" y="-24015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0" y="5"/>
                </a:lnTo>
                <a:close/>
              </a:path>
            </a:pathLst>
          </a:custGeom>
          <a:solidFill>
            <a:srgbClr val="001EFF"/>
          </a:solidFill>
          <a:ln w="3175">
            <a:solidFill>
              <a:srgbClr val="001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Freeform 1469"/>
          <p:cNvSpPr/>
          <p:nvPr/>
        </p:nvSpPr>
        <p:spPr>
          <a:xfrm>
            <a:off x="29413200" y="-24041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Freeform 1470"/>
          <p:cNvSpPr/>
          <p:nvPr/>
        </p:nvSpPr>
        <p:spPr>
          <a:xfrm>
            <a:off x="29438600" y="-2404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49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Freeform 1471"/>
          <p:cNvSpPr/>
          <p:nvPr/>
        </p:nvSpPr>
        <p:spPr>
          <a:xfrm>
            <a:off x="29476700" y="-2402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Freeform 1472"/>
          <p:cNvSpPr/>
          <p:nvPr/>
        </p:nvSpPr>
        <p:spPr>
          <a:xfrm>
            <a:off x="29502100" y="-2402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Freeform 1473"/>
          <p:cNvSpPr/>
          <p:nvPr/>
        </p:nvSpPr>
        <p:spPr>
          <a:xfrm>
            <a:off x="29540200" y="-24041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0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Freeform 1474"/>
          <p:cNvSpPr/>
          <p:nvPr/>
        </p:nvSpPr>
        <p:spPr>
          <a:xfrm>
            <a:off x="29565600" y="-24041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Freeform 1475"/>
          <p:cNvSpPr/>
          <p:nvPr/>
        </p:nvSpPr>
        <p:spPr>
          <a:xfrm>
            <a:off x="29591000" y="-2404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Freeform 1476"/>
          <p:cNvSpPr/>
          <p:nvPr/>
        </p:nvSpPr>
        <p:spPr>
          <a:xfrm>
            <a:off x="287274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Freeform 1477"/>
          <p:cNvSpPr/>
          <p:nvPr/>
        </p:nvSpPr>
        <p:spPr>
          <a:xfrm>
            <a:off x="287528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Freeform 1478"/>
          <p:cNvSpPr/>
          <p:nvPr/>
        </p:nvSpPr>
        <p:spPr>
          <a:xfrm>
            <a:off x="287909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Freeform 1479"/>
          <p:cNvSpPr/>
          <p:nvPr/>
        </p:nvSpPr>
        <p:spPr>
          <a:xfrm>
            <a:off x="288163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Freeform 1480"/>
          <p:cNvSpPr/>
          <p:nvPr/>
        </p:nvSpPr>
        <p:spPr>
          <a:xfrm>
            <a:off x="288544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Freeform 1481"/>
          <p:cNvSpPr/>
          <p:nvPr/>
        </p:nvSpPr>
        <p:spPr>
          <a:xfrm>
            <a:off x="28879800" y="-2388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Freeform 1482"/>
          <p:cNvSpPr/>
          <p:nvPr/>
        </p:nvSpPr>
        <p:spPr>
          <a:xfrm>
            <a:off x="289052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Freeform 1483"/>
          <p:cNvSpPr/>
          <p:nvPr/>
        </p:nvSpPr>
        <p:spPr>
          <a:xfrm>
            <a:off x="289433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Freeform 1484"/>
          <p:cNvSpPr/>
          <p:nvPr/>
        </p:nvSpPr>
        <p:spPr>
          <a:xfrm>
            <a:off x="289687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Freeform 1485"/>
          <p:cNvSpPr/>
          <p:nvPr/>
        </p:nvSpPr>
        <p:spPr>
          <a:xfrm>
            <a:off x="290068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Freeform 1486"/>
          <p:cNvSpPr/>
          <p:nvPr/>
        </p:nvSpPr>
        <p:spPr>
          <a:xfrm>
            <a:off x="29032200" y="-2390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Freeform 1487"/>
          <p:cNvSpPr/>
          <p:nvPr/>
        </p:nvSpPr>
        <p:spPr>
          <a:xfrm>
            <a:off x="29070300" y="-2391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Freeform 1488"/>
          <p:cNvSpPr/>
          <p:nvPr/>
        </p:nvSpPr>
        <p:spPr>
          <a:xfrm>
            <a:off x="29095700" y="-2391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Freeform 1489"/>
          <p:cNvSpPr/>
          <p:nvPr/>
        </p:nvSpPr>
        <p:spPr>
          <a:xfrm>
            <a:off x="291211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Freeform 1490"/>
          <p:cNvSpPr/>
          <p:nvPr/>
        </p:nvSpPr>
        <p:spPr>
          <a:xfrm>
            <a:off x="29159200" y="-2395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Freeform 1491"/>
          <p:cNvSpPr/>
          <p:nvPr/>
        </p:nvSpPr>
        <p:spPr>
          <a:xfrm>
            <a:off x="29184600" y="-24003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18FF"/>
          </a:solidFill>
          <a:ln w="3175">
            <a:solidFill>
              <a:srgbClr val="001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Freeform 1492"/>
          <p:cNvSpPr/>
          <p:nvPr/>
        </p:nvSpPr>
        <p:spPr>
          <a:xfrm>
            <a:off x="29222700" y="-2400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43FF"/>
          </a:solidFill>
          <a:ln w="3175">
            <a:solidFill>
              <a:srgbClr val="003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Freeform 1493"/>
          <p:cNvSpPr/>
          <p:nvPr/>
        </p:nvSpPr>
        <p:spPr>
          <a:xfrm>
            <a:off x="29248100" y="-2400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Freeform 1494"/>
          <p:cNvSpPr/>
          <p:nvPr/>
        </p:nvSpPr>
        <p:spPr>
          <a:xfrm>
            <a:off x="29273500" y="-24003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Freeform 1495"/>
          <p:cNvSpPr/>
          <p:nvPr/>
        </p:nvSpPr>
        <p:spPr>
          <a:xfrm>
            <a:off x="29311600" y="-2401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Freeform 1496"/>
          <p:cNvSpPr/>
          <p:nvPr/>
        </p:nvSpPr>
        <p:spPr>
          <a:xfrm>
            <a:off x="29337000" y="-2402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Freeform 1497"/>
          <p:cNvSpPr/>
          <p:nvPr/>
        </p:nvSpPr>
        <p:spPr>
          <a:xfrm>
            <a:off x="29375100" y="-24041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Freeform 1498"/>
          <p:cNvSpPr/>
          <p:nvPr/>
        </p:nvSpPr>
        <p:spPr>
          <a:xfrm>
            <a:off x="29400500" y="-2406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Freeform 1499"/>
          <p:cNvSpPr/>
          <p:nvPr/>
        </p:nvSpPr>
        <p:spPr>
          <a:xfrm>
            <a:off x="294259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87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Freeform 1500"/>
          <p:cNvSpPr/>
          <p:nvPr/>
        </p:nvSpPr>
        <p:spPr>
          <a:xfrm>
            <a:off x="29464000" y="-24079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Freeform 1501"/>
          <p:cNvSpPr/>
          <p:nvPr/>
        </p:nvSpPr>
        <p:spPr>
          <a:xfrm>
            <a:off x="294894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Freeform 1502"/>
          <p:cNvSpPr/>
          <p:nvPr/>
        </p:nvSpPr>
        <p:spPr>
          <a:xfrm>
            <a:off x="29527500" y="-24079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Freeform 1503"/>
          <p:cNvSpPr/>
          <p:nvPr/>
        </p:nvSpPr>
        <p:spPr>
          <a:xfrm>
            <a:off x="29552900" y="-24091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Freeform 1504"/>
          <p:cNvSpPr/>
          <p:nvPr/>
        </p:nvSpPr>
        <p:spPr>
          <a:xfrm>
            <a:off x="29591000" y="-24091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Freeform 1505"/>
          <p:cNvSpPr/>
          <p:nvPr/>
        </p:nvSpPr>
        <p:spPr>
          <a:xfrm>
            <a:off x="28714700" y="-2387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Freeform 1506"/>
          <p:cNvSpPr/>
          <p:nvPr/>
        </p:nvSpPr>
        <p:spPr>
          <a:xfrm>
            <a:off x="28752800" y="-2387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Freeform 1507"/>
          <p:cNvSpPr/>
          <p:nvPr/>
        </p:nvSpPr>
        <p:spPr>
          <a:xfrm>
            <a:off x="287782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Freeform 1508"/>
          <p:cNvSpPr/>
          <p:nvPr/>
        </p:nvSpPr>
        <p:spPr>
          <a:xfrm>
            <a:off x="28803600" y="-23888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Freeform 1509"/>
          <p:cNvSpPr/>
          <p:nvPr/>
        </p:nvSpPr>
        <p:spPr>
          <a:xfrm>
            <a:off x="28841700" y="-2388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Freeform 1510"/>
          <p:cNvSpPr/>
          <p:nvPr/>
        </p:nvSpPr>
        <p:spPr>
          <a:xfrm>
            <a:off x="28867100" y="-2388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Freeform 1511"/>
          <p:cNvSpPr/>
          <p:nvPr/>
        </p:nvSpPr>
        <p:spPr>
          <a:xfrm>
            <a:off x="289052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Freeform 1512"/>
          <p:cNvSpPr/>
          <p:nvPr/>
        </p:nvSpPr>
        <p:spPr>
          <a:xfrm>
            <a:off x="289306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Freeform 1513"/>
          <p:cNvSpPr/>
          <p:nvPr/>
        </p:nvSpPr>
        <p:spPr>
          <a:xfrm>
            <a:off x="28956000" y="-23901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Freeform 1514"/>
          <p:cNvSpPr/>
          <p:nvPr/>
        </p:nvSpPr>
        <p:spPr>
          <a:xfrm>
            <a:off x="28994100" y="-2390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Freeform 1515"/>
          <p:cNvSpPr/>
          <p:nvPr/>
        </p:nvSpPr>
        <p:spPr>
          <a:xfrm>
            <a:off x="29019500" y="-23901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Freeform 1516"/>
          <p:cNvSpPr/>
          <p:nvPr/>
        </p:nvSpPr>
        <p:spPr>
          <a:xfrm>
            <a:off x="29057600" y="-2391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Freeform 1517"/>
          <p:cNvSpPr/>
          <p:nvPr/>
        </p:nvSpPr>
        <p:spPr>
          <a:xfrm>
            <a:off x="29083000" y="-2391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Freeform 1518"/>
          <p:cNvSpPr/>
          <p:nvPr/>
        </p:nvSpPr>
        <p:spPr>
          <a:xfrm>
            <a:off x="291084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Freeform 1519"/>
          <p:cNvSpPr/>
          <p:nvPr/>
        </p:nvSpPr>
        <p:spPr>
          <a:xfrm>
            <a:off x="29146500" y="-23952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Freeform 1520"/>
          <p:cNvSpPr/>
          <p:nvPr/>
        </p:nvSpPr>
        <p:spPr>
          <a:xfrm>
            <a:off x="29171900" y="-24015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Freeform 1521"/>
          <p:cNvSpPr/>
          <p:nvPr/>
        </p:nvSpPr>
        <p:spPr>
          <a:xfrm>
            <a:off x="292100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Freeform 1522"/>
          <p:cNvSpPr/>
          <p:nvPr/>
        </p:nvSpPr>
        <p:spPr>
          <a:xfrm>
            <a:off x="292354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0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Freeform 1523"/>
          <p:cNvSpPr/>
          <p:nvPr/>
        </p:nvSpPr>
        <p:spPr>
          <a:xfrm>
            <a:off x="292735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Freeform 1524"/>
          <p:cNvSpPr/>
          <p:nvPr/>
        </p:nvSpPr>
        <p:spPr>
          <a:xfrm>
            <a:off x="292989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Freeform 1525"/>
          <p:cNvSpPr/>
          <p:nvPr/>
        </p:nvSpPr>
        <p:spPr>
          <a:xfrm>
            <a:off x="293243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EFF"/>
          </a:solidFill>
          <a:ln w="3175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Freeform 1526"/>
          <p:cNvSpPr/>
          <p:nvPr/>
        </p:nvSpPr>
        <p:spPr>
          <a:xfrm>
            <a:off x="29362400" y="-2406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Freeform 1527"/>
          <p:cNvSpPr/>
          <p:nvPr/>
        </p:nvSpPr>
        <p:spPr>
          <a:xfrm>
            <a:off x="29387800" y="-24091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Freeform 1528"/>
          <p:cNvSpPr/>
          <p:nvPr/>
        </p:nvSpPr>
        <p:spPr>
          <a:xfrm>
            <a:off x="29425900" y="-24117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0" y="4"/>
                </a:lnTo>
                <a:close/>
              </a:path>
            </a:pathLst>
          </a:custGeom>
          <a:solidFill>
            <a:srgbClr val="00B9FF"/>
          </a:solidFill>
          <a:ln w="3175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Freeform 1529"/>
          <p:cNvSpPr/>
          <p:nvPr/>
        </p:nvSpPr>
        <p:spPr>
          <a:xfrm>
            <a:off x="29451300" y="-24142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Freeform 1530"/>
          <p:cNvSpPr/>
          <p:nvPr/>
        </p:nvSpPr>
        <p:spPr>
          <a:xfrm>
            <a:off x="29476700" y="-24142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Freeform 1531"/>
          <p:cNvSpPr/>
          <p:nvPr/>
        </p:nvSpPr>
        <p:spPr>
          <a:xfrm>
            <a:off x="29514800" y="-24142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Freeform 1532"/>
          <p:cNvSpPr/>
          <p:nvPr/>
        </p:nvSpPr>
        <p:spPr>
          <a:xfrm>
            <a:off x="29540200" y="-24142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Freeform 1533"/>
          <p:cNvSpPr/>
          <p:nvPr/>
        </p:nvSpPr>
        <p:spPr>
          <a:xfrm>
            <a:off x="29578300" y="-24142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Freeform 1534"/>
          <p:cNvSpPr/>
          <p:nvPr/>
        </p:nvSpPr>
        <p:spPr>
          <a:xfrm>
            <a:off x="287020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Freeform 1535"/>
          <p:cNvSpPr/>
          <p:nvPr/>
        </p:nvSpPr>
        <p:spPr>
          <a:xfrm>
            <a:off x="28740100" y="-2387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Freeform 1536"/>
          <p:cNvSpPr/>
          <p:nvPr/>
        </p:nvSpPr>
        <p:spPr>
          <a:xfrm>
            <a:off x="287655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Freeform 1537"/>
          <p:cNvSpPr/>
          <p:nvPr/>
        </p:nvSpPr>
        <p:spPr>
          <a:xfrm>
            <a:off x="28790900" y="-23888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Freeform 1538"/>
          <p:cNvSpPr/>
          <p:nvPr/>
        </p:nvSpPr>
        <p:spPr>
          <a:xfrm>
            <a:off x="28829000" y="-2388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Freeform 1539"/>
          <p:cNvSpPr/>
          <p:nvPr/>
        </p:nvSpPr>
        <p:spPr>
          <a:xfrm>
            <a:off x="28854400" y="-23888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Freeform 1540"/>
          <p:cNvSpPr/>
          <p:nvPr/>
        </p:nvSpPr>
        <p:spPr>
          <a:xfrm>
            <a:off x="28892500" y="-2388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Freeform 1541"/>
          <p:cNvSpPr/>
          <p:nvPr/>
        </p:nvSpPr>
        <p:spPr>
          <a:xfrm>
            <a:off x="28917900" y="-2390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Freeform 1542"/>
          <p:cNvSpPr/>
          <p:nvPr/>
        </p:nvSpPr>
        <p:spPr>
          <a:xfrm>
            <a:off x="28956000" y="-2390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Freeform 1543"/>
          <p:cNvSpPr/>
          <p:nvPr/>
        </p:nvSpPr>
        <p:spPr>
          <a:xfrm>
            <a:off x="28981400" y="-2390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Freeform 1544"/>
          <p:cNvSpPr/>
          <p:nvPr/>
        </p:nvSpPr>
        <p:spPr>
          <a:xfrm>
            <a:off x="29006800" y="-23901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Freeform 1545"/>
          <p:cNvSpPr/>
          <p:nvPr/>
        </p:nvSpPr>
        <p:spPr>
          <a:xfrm>
            <a:off x="29044900" y="-2390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Freeform 1546"/>
          <p:cNvSpPr/>
          <p:nvPr/>
        </p:nvSpPr>
        <p:spPr>
          <a:xfrm>
            <a:off x="29070300" y="-2391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Freeform 1547"/>
          <p:cNvSpPr/>
          <p:nvPr/>
        </p:nvSpPr>
        <p:spPr>
          <a:xfrm>
            <a:off x="29108400" y="-2392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Freeform 1548"/>
          <p:cNvSpPr/>
          <p:nvPr/>
        </p:nvSpPr>
        <p:spPr>
          <a:xfrm>
            <a:off x="29133800" y="-2396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Freeform 1549"/>
          <p:cNvSpPr/>
          <p:nvPr/>
        </p:nvSpPr>
        <p:spPr>
          <a:xfrm>
            <a:off x="29159200" y="-24028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AFF"/>
          </a:solidFill>
          <a:ln w="3175">
            <a:solidFill>
              <a:srgbClr val="001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Freeform 1550"/>
          <p:cNvSpPr/>
          <p:nvPr/>
        </p:nvSpPr>
        <p:spPr>
          <a:xfrm>
            <a:off x="291973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Freeform 1551"/>
          <p:cNvSpPr/>
          <p:nvPr/>
        </p:nvSpPr>
        <p:spPr>
          <a:xfrm>
            <a:off x="292227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Freeform 1552"/>
          <p:cNvSpPr/>
          <p:nvPr/>
        </p:nvSpPr>
        <p:spPr>
          <a:xfrm>
            <a:off x="292608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A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Freeform 1553"/>
          <p:cNvSpPr/>
          <p:nvPr/>
        </p:nvSpPr>
        <p:spPr>
          <a:xfrm>
            <a:off x="292862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Freeform 1554"/>
          <p:cNvSpPr/>
          <p:nvPr/>
        </p:nvSpPr>
        <p:spPr>
          <a:xfrm>
            <a:off x="29311600" y="-2406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Freeform 1555"/>
          <p:cNvSpPr/>
          <p:nvPr/>
        </p:nvSpPr>
        <p:spPr>
          <a:xfrm>
            <a:off x="29349700" y="-2407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8CFF"/>
          </a:solidFill>
          <a:ln w="3175">
            <a:solidFill>
              <a:srgbClr val="007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Freeform 1556"/>
          <p:cNvSpPr/>
          <p:nvPr/>
        </p:nvSpPr>
        <p:spPr>
          <a:xfrm>
            <a:off x="29375100" y="-2410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ADFF"/>
          </a:solidFill>
          <a:ln w="3175">
            <a:solidFill>
              <a:srgbClr val="008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Freeform 1557"/>
          <p:cNvSpPr/>
          <p:nvPr/>
        </p:nvSpPr>
        <p:spPr>
          <a:xfrm>
            <a:off x="29413200" y="-2413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6FF"/>
          </a:solidFill>
          <a:ln w="3175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Freeform 1558"/>
          <p:cNvSpPr/>
          <p:nvPr/>
        </p:nvSpPr>
        <p:spPr>
          <a:xfrm>
            <a:off x="29438600" y="-24168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DFFF2"/>
          </a:solidFill>
          <a:ln w="3175">
            <a:solidFill>
              <a:srgbClr val="0AC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Freeform 1559"/>
          <p:cNvSpPr/>
          <p:nvPr/>
        </p:nvSpPr>
        <p:spPr>
          <a:xfrm>
            <a:off x="29476700" y="-24218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6"/>
                </a:lnTo>
                <a:lnTo>
                  <a:pt x="2" y="0"/>
                </a:lnTo>
                <a:lnTo>
                  <a:pt x="0" y="4"/>
                </a:lnTo>
                <a:lnTo>
                  <a:pt x="0" y="6"/>
                </a:lnTo>
                <a:close/>
              </a:path>
            </a:pathLst>
          </a:custGeom>
          <a:solidFill>
            <a:srgbClr val="42FFBD"/>
          </a:solidFill>
          <a:ln w="3175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Freeform 1560"/>
          <p:cNvSpPr/>
          <p:nvPr/>
        </p:nvSpPr>
        <p:spPr>
          <a:xfrm>
            <a:off x="29502100" y="-24218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Freeform 1561"/>
          <p:cNvSpPr/>
          <p:nvPr/>
        </p:nvSpPr>
        <p:spPr>
          <a:xfrm>
            <a:off x="29527500" y="-24231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Freeform 1562"/>
          <p:cNvSpPr/>
          <p:nvPr/>
        </p:nvSpPr>
        <p:spPr>
          <a:xfrm>
            <a:off x="29565600" y="-24231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Freeform 1563"/>
          <p:cNvSpPr/>
          <p:nvPr/>
        </p:nvSpPr>
        <p:spPr>
          <a:xfrm>
            <a:off x="286893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Freeform 1564"/>
          <p:cNvSpPr/>
          <p:nvPr/>
        </p:nvSpPr>
        <p:spPr>
          <a:xfrm>
            <a:off x="28727400" y="-2390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Freeform 1565"/>
          <p:cNvSpPr/>
          <p:nvPr/>
        </p:nvSpPr>
        <p:spPr>
          <a:xfrm>
            <a:off x="28752800" y="-2390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Freeform 1566"/>
          <p:cNvSpPr/>
          <p:nvPr/>
        </p:nvSpPr>
        <p:spPr>
          <a:xfrm>
            <a:off x="287909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Freeform 1567"/>
          <p:cNvSpPr/>
          <p:nvPr/>
        </p:nvSpPr>
        <p:spPr>
          <a:xfrm>
            <a:off x="288163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Freeform 1568"/>
          <p:cNvSpPr/>
          <p:nvPr/>
        </p:nvSpPr>
        <p:spPr>
          <a:xfrm>
            <a:off x="28841700" y="-2391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Freeform 1569"/>
          <p:cNvSpPr/>
          <p:nvPr/>
        </p:nvSpPr>
        <p:spPr>
          <a:xfrm>
            <a:off x="28879800" y="-2391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Freeform 1570"/>
          <p:cNvSpPr/>
          <p:nvPr/>
        </p:nvSpPr>
        <p:spPr>
          <a:xfrm>
            <a:off x="289052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Freeform 1571"/>
          <p:cNvSpPr/>
          <p:nvPr/>
        </p:nvSpPr>
        <p:spPr>
          <a:xfrm>
            <a:off x="28943300" y="-2392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Freeform 1572"/>
          <p:cNvSpPr/>
          <p:nvPr/>
        </p:nvSpPr>
        <p:spPr>
          <a:xfrm>
            <a:off x="28968700" y="-2392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Freeform 1573"/>
          <p:cNvSpPr/>
          <p:nvPr/>
        </p:nvSpPr>
        <p:spPr>
          <a:xfrm>
            <a:off x="289941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Freeform 1574"/>
          <p:cNvSpPr/>
          <p:nvPr/>
        </p:nvSpPr>
        <p:spPr>
          <a:xfrm>
            <a:off x="29032200" y="-2392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Freeform 1575"/>
          <p:cNvSpPr/>
          <p:nvPr/>
        </p:nvSpPr>
        <p:spPr>
          <a:xfrm>
            <a:off x="290576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Freeform 1576"/>
          <p:cNvSpPr/>
          <p:nvPr/>
        </p:nvSpPr>
        <p:spPr>
          <a:xfrm>
            <a:off x="29095700" y="-23952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F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Freeform 1577"/>
          <p:cNvSpPr/>
          <p:nvPr/>
        </p:nvSpPr>
        <p:spPr>
          <a:xfrm>
            <a:off x="29121100" y="-24066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8"/>
                </a:lnTo>
                <a:lnTo>
                  <a:pt x="3" y="0"/>
                </a:lnTo>
                <a:lnTo>
                  <a:pt x="0" y="9"/>
                </a:lnTo>
                <a:lnTo>
                  <a:pt x="1" y="11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Freeform 1578"/>
          <p:cNvSpPr/>
          <p:nvPr/>
        </p:nvSpPr>
        <p:spPr>
          <a:xfrm>
            <a:off x="29159200" y="-241427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0" y="14"/>
                </a:moveTo>
                <a:lnTo>
                  <a:pt x="3" y="9"/>
                </a:lnTo>
                <a:lnTo>
                  <a:pt x="2" y="0"/>
                </a:lnTo>
                <a:lnTo>
                  <a:pt x="0" y="6"/>
                </a:lnTo>
                <a:lnTo>
                  <a:pt x="0" y="14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Freeform 1579"/>
          <p:cNvSpPr/>
          <p:nvPr/>
        </p:nvSpPr>
        <p:spPr>
          <a:xfrm>
            <a:off x="29184600" y="-241427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8"/>
                </a:lnTo>
                <a:lnTo>
                  <a:pt x="2" y="1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C1FF"/>
          </a:solidFill>
          <a:ln w="3175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Freeform 1580"/>
          <p:cNvSpPr/>
          <p:nvPr/>
        </p:nvSpPr>
        <p:spPr>
          <a:xfrm>
            <a:off x="29210000" y="-24130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Freeform 1581"/>
          <p:cNvSpPr/>
          <p:nvPr/>
        </p:nvSpPr>
        <p:spPr>
          <a:xfrm>
            <a:off x="29248100" y="-24117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Freeform 1582"/>
          <p:cNvSpPr/>
          <p:nvPr/>
        </p:nvSpPr>
        <p:spPr>
          <a:xfrm>
            <a:off x="29273500" y="-24117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B0FF"/>
          </a:solidFill>
          <a:ln w="3175">
            <a:solidFill>
              <a:srgbClr val="008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Freeform 1583"/>
          <p:cNvSpPr/>
          <p:nvPr/>
        </p:nvSpPr>
        <p:spPr>
          <a:xfrm>
            <a:off x="29311600" y="-24117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Freeform 1584"/>
          <p:cNvSpPr/>
          <p:nvPr/>
        </p:nvSpPr>
        <p:spPr>
          <a:xfrm>
            <a:off x="29337000" y="-24142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Freeform 1585"/>
          <p:cNvSpPr/>
          <p:nvPr/>
        </p:nvSpPr>
        <p:spPr>
          <a:xfrm>
            <a:off x="29362400" y="-24168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E9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Freeform 1586"/>
          <p:cNvSpPr/>
          <p:nvPr/>
        </p:nvSpPr>
        <p:spPr>
          <a:xfrm>
            <a:off x="29400500" y="-24193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16FFE9"/>
          </a:solidFill>
          <a:ln w="3175">
            <a:solidFill>
              <a:srgbClr val="12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Freeform 1587"/>
          <p:cNvSpPr/>
          <p:nvPr/>
        </p:nvSpPr>
        <p:spPr>
          <a:xfrm>
            <a:off x="29425900" y="-24244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6"/>
                </a:lnTo>
                <a:lnTo>
                  <a:pt x="3" y="0"/>
                </a:lnTo>
                <a:lnTo>
                  <a:pt x="0" y="4"/>
                </a:lnTo>
                <a:lnTo>
                  <a:pt x="1" y="9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Freeform 1588"/>
          <p:cNvSpPr/>
          <p:nvPr/>
        </p:nvSpPr>
        <p:spPr>
          <a:xfrm>
            <a:off x="29464000" y="-243205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8"/>
                </a:lnTo>
                <a:lnTo>
                  <a:pt x="2" y="0"/>
                </a:lnTo>
                <a:lnTo>
                  <a:pt x="0" y="6"/>
                </a:lnTo>
                <a:lnTo>
                  <a:pt x="1" y="12"/>
                </a:lnTo>
                <a:close/>
              </a:path>
            </a:pathLst>
          </a:custGeom>
          <a:solidFill>
            <a:srgbClr val="BDFF42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Freeform 1589"/>
          <p:cNvSpPr/>
          <p:nvPr/>
        </p:nvSpPr>
        <p:spPr>
          <a:xfrm>
            <a:off x="29489400" y="-24333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FE00"/>
          </a:solidFill>
          <a:ln w="3175">
            <a:solidFill>
              <a:srgbClr val="CC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Freeform 1590"/>
          <p:cNvSpPr/>
          <p:nvPr/>
        </p:nvSpPr>
        <p:spPr>
          <a:xfrm>
            <a:off x="29514800" y="-243332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Freeform 1591"/>
          <p:cNvSpPr/>
          <p:nvPr/>
        </p:nvSpPr>
        <p:spPr>
          <a:xfrm>
            <a:off x="29552900" y="-243459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Freeform 1592"/>
          <p:cNvSpPr/>
          <p:nvPr/>
        </p:nvSpPr>
        <p:spPr>
          <a:xfrm>
            <a:off x="286893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Freeform 1593"/>
          <p:cNvSpPr/>
          <p:nvPr/>
        </p:nvSpPr>
        <p:spPr>
          <a:xfrm>
            <a:off x="28714700" y="-23939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Freeform 1594"/>
          <p:cNvSpPr/>
          <p:nvPr/>
        </p:nvSpPr>
        <p:spPr>
          <a:xfrm>
            <a:off x="28740100" y="-23952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Freeform 1595"/>
          <p:cNvSpPr/>
          <p:nvPr/>
        </p:nvSpPr>
        <p:spPr>
          <a:xfrm>
            <a:off x="28778200" y="-2395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Freeform 1596"/>
          <p:cNvSpPr/>
          <p:nvPr/>
        </p:nvSpPr>
        <p:spPr>
          <a:xfrm>
            <a:off x="28803600" y="-23952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Freeform 1597"/>
          <p:cNvSpPr/>
          <p:nvPr/>
        </p:nvSpPr>
        <p:spPr>
          <a:xfrm>
            <a:off x="28841700" y="-23952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Freeform 1598"/>
          <p:cNvSpPr/>
          <p:nvPr/>
        </p:nvSpPr>
        <p:spPr>
          <a:xfrm>
            <a:off x="28867100" y="-23952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Freeform 1599"/>
          <p:cNvSpPr/>
          <p:nvPr/>
        </p:nvSpPr>
        <p:spPr>
          <a:xfrm>
            <a:off x="28892500" y="-23964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Freeform 1600"/>
          <p:cNvSpPr/>
          <p:nvPr/>
        </p:nvSpPr>
        <p:spPr>
          <a:xfrm>
            <a:off x="28930600" y="-2396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Freeform 1601"/>
          <p:cNvSpPr/>
          <p:nvPr/>
        </p:nvSpPr>
        <p:spPr>
          <a:xfrm>
            <a:off x="28956000" y="-2396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Freeform 1602"/>
          <p:cNvSpPr/>
          <p:nvPr/>
        </p:nvSpPr>
        <p:spPr>
          <a:xfrm>
            <a:off x="28994100" y="-2396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Freeform 1603"/>
          <p:cNvSpPr/>
          <p:nvPr/>
        </p:nvSpPr>
        <p:spPr>
          <a:xfrm>
            <a:off x="29019500" y="-2396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Freeform 1604"/>
          <p:cNvSpPr/>
          <p:nvPr/>
        </p:nvSpPr>
        <p:spPr>
          <a:xfrm>
            <a:off x="29044900" y="-2397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9"/>
          </a:solidFill>
          <a:ln w="3175">
            <a:solidFill>
              <a:srgbClr val="0000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Freeform 1605"/>
          <p:cNvSpPr/>
          <p:nvPr/>
        </p:nvSpPr>
        <p:spPr>
          <a:xfrm>
            <a:off x="29083000" y="-23990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Freeform 1606"/>
          <p:cNvSpPr/>
          <p:nvPr/>
        </p:nvSpPr>
        <p:spPr>
          <a:xfrm>
            <a:off x="29108400" y="-240919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2"/>
                </a:lnTo>
                <a:lnTo>
                  <a:pt x="3" y="0"/>
                </a:lnTo>
                <a:lnTo>
                  <a:pt x="0" y="8"/>
                </a:lnTo>
                <a:lnTo>
                  <a:pt x="1" y="11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Freeform 1607"/>
          <p:cNvSpPr/>
          <p:nvPr/>
        </p:nvSpPr>
        <p:spPr>
          <a:xfrm>
            <a:off x="29146500" y="-242316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7"/>
                </a:lnTo>
                <a:lnTo>
                  <a:pt x="2" y="0"/>
                </a:lnTo>
                <a:lnTo>
                  <a:pt x="0" y="11"/>
                </a:lnTo>
                <a:lnTo>
                  <a:pt x="1" y="13"/>
                </a:lnTo>
                <a:close/>
              </a:path>
            </a:pathLst>
          </a:custGeom>
          <a:solidFill>
            <a:srgbClr val="18FFE7"/>
          </a:solidFill>
          <a:ln w="3175">
            <a:solidFill>
              <a:srgbClr val="13CC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Freeform 1608"/>
          <p:cNvSpPr/>
          <p:nvPr/>
        </p:nvSpPr>
        <p:spPr>
          <a:xfrm>
            <a:off x="29171900" y="-242316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7"/>
                </a:moveTo>
                <a:lnTo>
                  <a:pt x="3" y="8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72FF8D"/>
          </a:solidFill>
          <a:ln w="3175">
            <a:solidFill>
              <a:srgbClr val="5CC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Freeform 1609"/>
          <p:cNvSpPr/>
          <p:nvPr/>
        </p:nvSpPr>
        <p:spPr>
          <a:xfrm>
            <a:off x="29210000" y="-242189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7"/>
                </a:moveTo>
                <a:lnTo>
                  <a:pt x="3" y="8"/>
                </a:lnTo>
                <a:lnTo>
                  <a:pt x="2" y="1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52FFAD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Freeform 1610"/>
          <p:cNvSpPr/>
          <p:nvPr/>
        </p:nvSpPr>
        <p:spPr>
          <a:xfrm>
            <a:off x="29235400" y="-2420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Freeform 1611"/>
          <p:cNvSpPr/>
          <p:nvPr/>
        </p:nvSpPr>
        <p:spPr>
          <a:xfrm>
            <a:off x="29260800" y="-24193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33FFCC"/>
          </a:solidFill>
          <a:ln w="3175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Freeform 1612"/>
          <p:cNvSpPr/>
          <p:nvPr/>
        </p:nvSpPr>
        <p:spPr>
          <a:xfrm>
            <a:off x="29298900" y="-2420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32FFCD"/>
          </a:solidFill>
          <a:ln w="3175">
            <a:solidFill>
              <a:srgbClr val="28C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Freeform 1613"/>
          <p:cNvSpPr/>
          <p:nvPr/>
        </p:nvSpPr>
        <p:spPr>
          <a:xfrm>
            <a:off x="29324300" y="-2420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2FCC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Freeform 1614"/>
          <p:cNvSpPr/>
          <p:nvPr/>
        </p:nvSpPr>
        <p:spPr>
          <a:xfrm>
            <a:off x="29362400" y="-24231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0" y="7"/>
                </a:lnTo>
                <a:close/>
              </a:path>
            </a:pathLst>
          </a:custGeom>
          <a:solidFill>
            <a:srgbClr val="55FFAA"/>
          </a:solidFill>
          <a:ln w="3175">
            <a:solidFill>
              <a:srgbClr val="44C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Freeform 1615"/>
          <p:cNvSpPr/>
          <p:nvPr/>
        </p:nvSpPr>
        <p:spPr>
          <a:xfrm>
            <a:off x="29387800" y="-242570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83FF7C"/>
          </a:solidFill>
          <a:ln w="3175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Freeform 1616"/>
          <p:cNvSpPr/>
          <p:nvPr/>
        </p:nvSpPr>
        <p:spPr>
          <a:xfrm>
            <a:off x="29413200" y="-243078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5"/>
                </a:lnTo>
                <a:lnTo>
                  <a:pt x="3" y="0"/>
                </a:lnTo>
                <a:lnTo>
                  <a:pt x="0" y="4"/>
                </a:lnTo>
                <a:lnTo>
                  <a:pt x="1" y="9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9FC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Freeform 1617"/>
          <p:cNvSpPr/>
          <p:nvPr/>
        </p:nvSpPr>
        <p:spPr>
          <a:xfrm>
            <a:off x="29451300" y="-243840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5"/>
                </a:lnTo>
                <a:lnTo>
                  <a:pt x="2" y="0"/>
                </a:lnTo>
                <a:lnTo>
                  <a:pt x="0" y="6"/>
                </a:lnTo>
                <a:lnTo>
                  <a:pt x="1" y="11"/>
                </a:lnTo>
                <a:close/>
              </a:path>
            </a:pathLst>
          </a:custGeom>
          <a:solidFill>
            <a:srgbClr val="FFC000"/>
          </a:solidFill>
          <a:ln w="3175">
            <a:solidFill>
              <a:srgbClr val="CC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Freeform 1618"/>
          <p:cNvSpPr/>
          <p:nvPr/>
        </p:nvSpPr>
        <p:spPr>
          <a:xfrm>
            <a:off x="29476700" y="-24396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Freeform 1619"/>
          <p:cNvSpPr/>
          <p:nvPr/>
        </p:nvSpPr>
        <p:spPr>
          <a:xfrm>
            <a:off x="29514800" y="-24396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Freeform 1620"/>
          <p:cNvSpPr/>
          <p:nvPr/>
        </p:nvSpPr>
        <p:spPr>
          <a:xfrm>
            <a:off x="29540200" y="-24396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Freeform 1621"/>
          <p:cNvSpPr/>
          <p:nvPr/>
        </p:nvSpPr>
        <p:spPr>
          <a:xfrm>
            <a:off x="28676600" y="-2397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Freeform 1622"/>
          <p:cNvSpPr/>
          <p:nvPr/>
        </p:nvSpPr>
        <p:spPr>
          <a:xfrm>
            <a:off x="28702000" y="-2397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Freeform 1623"/>
          <p:cNvSpPr/>
          <p:nvPr/>
        </p:nvSpPr>
        <p:spPr>
          <a:xfrm>
            <a:off x="28727400" y="-2397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Freeform 1624"/>
          <p:cNvSpPr/>
          <p:nvPr/>
        </p:nvSpPr>
        <p:spPr>
          <a:xfrm>
            <a:off x="28765500" y="-2399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Freeform 1625"/>
          <p:cNvSpPr/>
          <p:nvPr/>
        </p:nvSpPr>
        <p:spPr>
          <a:xfrm>
            <a:off x="287909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Freeform 1626"/>
          <p:cNvSpPr/>
          <p:nvPr/>
        </p:nvSpPr>
        <p:spPr>
          <a:xfrm>
            <a:off x="28829000" y="-2399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Freeform 1627"/>
          <p:cNvSpPr/>
          <p:nvPr/>
        </p:nvSpPr>
        <p:spPr>
          <a:xfrm>
            <a:off x="28854400" y="-2399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Freeform 1628"/>
          <p:cNvSpPr/>
          <p:nvPr/>
        </p:nvSpPr>
        <p:spPr>
          <a:xfrm>
            <a:off x="28892500" y="-2400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Freeform 1629"/>
          <p:cNvSpPr/>
          <p:nvPr/>
        </p:nvSpPr>
        <p:spPr>
          <a:xfrm>
            <a:off x="28917900" y="-2400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Freeform 1630"/>
          <p:cNvSpPr/>
          <p:nvPr/>
        </p:nvSpPr>
        <p:spPr>
          <a:xfrm>
            <a:off x="289433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Freeform 1631"/>
          <p:cNvSpPr/>
          <p:nvPr/>
        </p:nvSpPr>
        <p:spPr>
          <a:xfrm>
            <a:off x="28981400" y="-2400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Freeform 1632"/>
          <p:cNvSpPr/>
          <p:nvPr/>
        </p:nvSpPr>
        <p:spPr>
          <a:xfrm>
            <a:off x="29006800" y="-2400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Freeform 1633"/>
          <p:cNvSpPr/>
          <p:nvPr/>
        </p:nvSpPr>
        <p:spPr>
          <a:xfrm>
            <a:off x="29044900" y="-2401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Freeform 1634"/>
          <p:cNvSpPr/>
          <p:nvPr/>
        </p:nvSpPr>
        <p:spPr>
          <a:xfrm>
            <a:off x="29070300" y="-2401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7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Freeform 1635"/>
          <p:cNvSpPr/>
          <p:nvPr/>
        </p:nvSpPr>
        <p:spPr>
          <a:xfrm>
            <a:off x="29095700" y="-24104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9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Freeform 1636"/>
          <p:cNvSpPr/>
          <p:nvPr/>
        </p:nvSpPr>
        <p:spPr>
          <a:xfrm>
            <a:off x="29133800" y="-242443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4BFFB4"/>
          </a:solidFill>
          <a:ln w="3175">
            <a:solidFill>
              <a:srgbClr val="3C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Freeform 1637"/>
          <p:cNvSpPr/>
          <p:nvPr/>
        </p:nvSpPr>
        <p:spPr>
          <a:xfrm>
            <a:off x="29159200" y="-2425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4FF2B"/>
          </a:solidFill>
          <a:ln w="3175">
            <a:solidFill>
              <a:srgbClr val="AACC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Freeform 1638"/>
          <p:cNvSpPr/>
          <p:nvPr/>
        </p:nvSpPr>
        <p:spPr>
          <a:xfrm>
            <a:off x="29197300" y="-2425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2FF3D"/>
          </a:solidFill>
          <a:ln w="3175">
            <a:solidFill>
              <a:srgbClr val="9B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Freeform 1639"/>
          <p:cNvSpPr/>
          <p:nvPr/>
        </p:nvSpPr>
        <p:spPr>
          <a:xfrm>
            <a:off x="29222700" y="-24257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AEFF51"/>
          </a:solidFill>
          <a:ln w="3175">
            <a:solidFill>
              <a:srgbClr val="8CCC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Freeform 1640"/>
          <p:cNvSpPr/>
          <p:nvPr/>
        </p:nvSpPr>
        <p:spPr>
          <a:xfrm>
            <a:off x="29248100" y="-24257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Freeform 1641"/>
          <p:cNvSpPr/>
          <p:nvPr/>
        </p:nvSpPr>
        <p:spPr>
          <a:xfrm>
            <a:off x="29286200" y="-24257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Freeform 1642"/>
          <p:cNvSpPr/>
          <p:nvPr/>
        </p:nvSpPr>
        <p:spPr>
          <a:xfrm>
            <a:off x="29311600" y="-2426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ABFF54"/>
          </a:solidFill>
          <a:ln w="3175">
            <a:solidFill>
              <a:srgbClr val="89CC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Freeform 1643"/>
          <p:cNvSpPr/>
          <p:nvPr/>
        </p:nvSpPr>
        <p:spPr>
          <a:xfrm>
            <a:off x="29349700" y="-2426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B6FF49"/>
          </a:solidFill>
          <a:ln w="3175">
            <a:solidFill>
              <a:srgbClr val="92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Freeform 1644"/>
          <p:cNvSpPr/>
          <p:nvPr/>
        </p:nvSpPr>
        <p:spPr>
          <a:xfrm>
            <a:off x="29375100" y="-24295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DBFF24"/>
          </a:solidFill>
          <a:ln w="3175">
            <a:solidFill>
              <a:srgbClr val="AFCC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Freeform 1645"/>
          <p:cNvSpPr/>
          <p:nvPr/>
        </p:nvSpPr>
        <p:spPr>
          <a:xfrm>
            <a:off x="29413200" y="-24345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3"/>
                </a:lnTo>
                <a:lnTo>
                  <a:pt x="2" y="0"/>
                </a:lnTo>
                <a:lnTo>
                  <a:pt x="0" y="4"/>
                </a:lnTo>
                <a:lnTo>
                  <a:pt x="0" y="7"/>
                </a:lnTo>
                <a:close/>
              </a:path>
            </a:pathLst>
          </a:custGeom>
          <a:solidFill>
            <a:srgbClr val="FFDE00"/>
          </a:solidFill>
          <a:ln w="3175">
            <a:solidFill>
              <a:srgbClr val="CCB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Freeform 1646"/>
          <p:cNvSpPr/>
          <p:nvPr/>
        </p:nvSpPr>
        <p:spPr>
          <a:xfrm>
            <a:off x="29438600" y="-24422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3"/>
                </a:lnTo>
                <a:lnTo>
                  <a:pt x="2" y="0"/>
                </a:lnTo>
                <a:lnTo>
                  <a:pt x="0" y="6"/>
                </a:lnTo>
                <a:lnTo>
                  <a:pt x="1" y="9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Freeform 1647"/>
          <p:cNvSpPr/>
          <p:nvPr/>
        </p:nvSpPr>
        <p:spPr>
          <a:xfrm>
            <a:off x="29464000" y="-24434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FF1600"/>
          </a:solidFill>
          <a:ln w="3175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Freeform 1648"/>
          <p:cNvSpPr/>
          <p:nvPr/>
        </p:nvSpPr>
        <p:spPr>
          <a:xfrm>
            <a:off x="29502100" y="-2443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Freeform 1649"/>
          <p:cNvSpPr/>
          <p:nvPr/>
        </p:nvSpPr>
        <p:spPr>
          <a:xfrm>
            <a:off x="29527500" y="-2443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Freeform 1650"/>
          <p:cNvSpPr/>
          <p:nvPr/>
        </p:nvSpPr>
        <p:spPr>
          <a:xfrm>
            <a:off x="28663900" y="-2400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Freeform 1651"/>
          <p:cNvSpPr/>
          <p:nvPr/>
        </p:nvSpPr>
        <p:spPr>
          <a:xfrm>
            <a:off x="28689300" y="-2401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Freeform 1652"/>
          <p:cNvSpPr/>
          <p:nvPr/>
        </p:nvSpPr>
        <p:spPr>
          <a:xfrm>
            <a:off x="28727400" y="-2401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Freeform 1653"/>
          <p:cNvSpPr/>
          <p:nvPr/>
        </p:nvSpPr>
        <p:spPr>
          <a:xfrm>
            <a:off x="28752800" y="-2401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Freeform 1654"/>
          <p:cNvSpPr/>
          <p:nvPr/>
        </p:nvSpPr>
        <p:spPr>
          <a:xfrm>
            <a:off x="28778200" y="-2401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Freeform 1655"/>
          <p:cNvSpPr/>
          <p:nvPr/>
        </p:nvSpPr>
        <p:spPr>
          <a:xfrm>
            <a:off x="28816300" y="-2402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Freeform 1656"/>
          <p:cNvSpPr/>
          <p:nvPr/>
        </p:nvSpPr>
        <p:spPr>
          <a:xfrm>
            <a:off x="288417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Freeform 1657"/>
          <p:cNvSpPr/>
          <p:nvPr/>
        </p:nvSpPr>
        <p:spPr>
          <a:xfrm>
            <a:off x="28879800" y="-2402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Freeform 1658"/>
          <p:cNvSpPr/>
          <p:nvPr/>
        </p:nvSpPr>
        <p:spPr>
          <a:xfrm>
            <a:off x="289052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Freeform 1659"/>
          <p:cNvSpPr/>
          <p:nvPr/>
        </p:nvSpPr>
        <p:spPr>
          <a:xfrm>
            <a:off x="28930600" y="-2402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Freeform 1660"/>
          <p:cNvSpPr/>
          <p:nvPr/>
        </p:nvSpPr>
        <p:spPr>
          <a:xfrm>
            <a:off x="28968700" y="-2404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Freeform 1661"/>
          <p:cNvSpPr/>
          <p:nvPr/>
        </p:nvSpPr>
        <p:spPr>
          <a:xfrm>
            <a:off x="28994100" y="-2404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Freeform 1662"/>
          <p:cNvSpPr/>
          <p:nvPr/>
        </p:nvSpPr>
        <p:spPr>
          <a:xfrm>
            <a:off x="29032200" y="-2404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Freeform 1663"/>
          <p:cNvSpPr/>
          <p:nvPr/>
        </p:nvSpPr>
        <p:spPr>
          <a:xfrm>
            <a:off x="290576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Freeform 1664"/>
          <p:cNvSpPr/>
          <p:nvPr/>
        </p:nvSpPr>
        <p:spPr>
          <a:xfrm>
            <a:off x="29095700" y="-24117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0" y="8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Freeform 1665"/>
          <p:cNvSpPr/>
          <p:nvPr/>
        </p:nvSpPr>
        <p:spPr>
          <a:xfrm>
            <a:off x="29121100" y="-242570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50FFAF"/>
          </a:solidFill>
          <a:ln w="3175">
            <a:solidFill>
              <a:srgbClr val="40C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Freeform 1666"/>
          <p:cNvSpPr/>
          <p:nvPr/>
        </p:nvSpPr>
        <p:spPr>
          <a:xfrm>
            <a:off x="29146500" y="-24282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EBFF14"/>
          </a:solidFill>
          <a:ln w="3175">
            <a:solidFill>
              <a:srgbClr val="BCC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Freeform 1667"/>
          <p:cNvSpPr/>
          <p:nvPr/>
        </p:nvSpPr>
        <p:spPr>
          <a:xfrm>
            <a:off x="29184600" y="-2430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FFF900"/>
          </a:solidFill>
          <a:ln w="3175">
            <a:solidFill>
              <a:srgbClr val="CCC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Freeform 1668"/>
          <p:cNvSpPr/>
          <p:nvPr/>
        </p:nvSpPr>
        <p:spPr>
          <a:xfrm>
            <a:off x="29210000" y="-2430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Freeform 1669"/>
          <p:cNvSpPr/>
          <p:nvPr/>
        </p:nvSpPr>
        <p:spPr>
          <a:xfrm>
            <a:off x="29248100" y="-2430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4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Freeform 1670"/>
          <p:cNvSpPr/>
          <p:nvPr/>
        </p:nvSpPr>
        <p:spPr>
          <a:xfrm>
            <a:off x="29273500" y="-24320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Freeform 1671"/>
          <p:cNvSpPr/>
          <p:nvPr/>
        </p:nvSpPr>
        <p:spPr>
          <a:xfrm>
            <a:off x="29298900" y="-24320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Freeform 1672"/>
          <p:cNvSpPr/>
          <p:nvPr/>
        </p:nvSpPr>
        <p:spPr>
          <a:xfrm>
            <a:off x="29337000" y="-2432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FFF500"/>
          </a:solidFill>
          <a:ln w="3175">
            <a:solidFill>
              <a:srgbClr val="CC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Freeform 1673"/>
          <p:cNvSpPr/>
          <p:nvPr/>
        </p:nvSpPr>
        <p:spPr>
          <a:xfrm>
            <a:off x="29362400" y="-2433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FFE500"/>
          </a:solidFill>
          <a:ln w="3175">
            <a:solidFill>
              <a:srgbClr val="CC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Freeform 1674"/>
          <p:cNvSpPr/>
          <p:nvPr/>
        </p:nvSpPr>
        <p:spPr>
          <a:xfrm>
            <a:off x="29400500" y="-24371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2"/>
                </a:lnTo>
                <a:lnTo>
                  <a:pt x="2" y="0"/>
                </a:lnTo>
                <a:lnTo>
                  <a:pt x="0" y="3"/>
                </a:lnTo>
                <a:lnTo>
                  <a:pt x="1" y="6"/>
                </a:lnTo>
                <a:close/>
              </a:path>
            </a:pathLst>
          </a:custGeom>
          <a:solidFill>
            <a:srgbClr val="FFA7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Freeform 1675"/>
          <p:cNvSpPr/>
          <p:nvPr/>
        </p:nvSpPr>
        <p:spPr>
          <a:xfrm>
            <a:off x="29425900" y="-24447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2"/>
                </a:lnTo>
                <a:lnTo>
                  <a:pt x="2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FF3400"/>
          </a:solidFill>
          <a:ln w="3175">
            <a:solidFill>
              <a:srgbClr val="CC2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Freeform 1676"/>
          <p:cNvSpPr/>
          <p:nvPr/>
        </p:nvSpPr>
        <p:spPr>
          <a:xfrm>
            <a:off x="29451300" y="-24460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E10000"/>
          </a:solidFill>
          <a:ln w="3175">
            <a:solidFill>
              <a:srgbClr val="B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Freeform 1677"/>
          <p:cNvSpPr/>
          <p:nvPr/>
        </p:nvSpPr>
        <p:spPr>
          <a:xfrm>
            <a:off x="29489400" y="-24460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Freeform 1678"/>
          <p:cNvSpPr/>
          <p:nvPr/>
        </p:nvSpPr>
        <p:spPr>
          <a:xfrm>
            <a:off x="29514800" y="-24472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Freeform 1679"/>
          <p:cNvSpPr/>
          <p:nvPr/>
        </p:nvSpPr>
        <p:spPr>
          <a:xfrm>
            <a:off x="286512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Freeform 1680"/>
          <p:cNvSpPr/>
          <p:nvPr/>
        </p:nvSpPr>
        <p:spPr>
          <a:xfrm>
            <a:off x="28676600" y="-2402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Freeform 1681"/>
          <p:cNvSpPr/>
          <p:nvPr/>
        </p:nvSpPr>
        <p:spPr>
          <a:xfrm>
            <a:off x="287147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Freeform 1682"/>
          <p:cNvSpPr/>
          <p:nvPr/>
        </p:nvSpPr>
        <p:spPr>
          <a:xfrm>
            <a:off x="287401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Freeform 1683"/>
          <p:cNvSpPr/>
          <p:nvPr/>
        </p:nvSpPr>
        <p:spPr>
          <a:xfrm>
            <a:off x="287782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Freeform 1684"/>
          <p:cNvSpPr/>
          <p:nvPr/>
        </p:nvSpPr>
        <p:spPr>
          <a:xfrm>
            <a:off x="288036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Freeform 1685"/>
          <p:cNvSpPr/>
          <p:nvPr/>
        </p:nvSpPr>
        <p:spPr>
          <a:xfrm>
            <a:off x="288290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Freeform 1686"/>
          <p:cNvSpPr/>
          <p:nvPr/>
        </p:nvSpPr>
        <p:spPr>
          <a:xfrm>
            <a:off x="288671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Freeform 1687"/>
          <p:cNvSpPr/>
          <p:nvPr/>
        </p:nvSpPr>
        <p:spPr>
          <a:xfrm>
            <a:off x="288925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Freeform 1688"/>
          <p:cNvSpPr/>
          <p:nvPr/>
        </p:nvSpPr>
        <p:spPr>
          <a:xfrm>
            <a:off x="289306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Freeform 1689"/>
          <p:cNvSpPr/>
          <p:nvPr/>
        </p:nvSpPr>
        <p:spPr>
          <a:xfrm>
            <a:off x="289560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Freeform 1690"/>
          <p:cNvSpPr/>
          <p:nvPr/>
        </p:nvSpPr>
        <p:spPr>
          <a:xfrm>
            <a:off x="289814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Freeform 1691"/>
          <p:cNvSpPr/>
          <p:nvPr/>
        </p:nvSpPr>
        <p:spPr>
          <a:xfrm>
            <a:off x="29019500" y="-2406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Freeform 1692"/>
          <p:cNvSpPr/>
          <p:nvPr/>
        </p:nvSpPr>
        <p:spPr>
          <a:xfrm>
            <a:off x="29044900" y="-2406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Freeform 1693"/>
          <p:cNvSpPr/>
          <p:nvPr/>
        </p:nvSpPr>
        <p:spPr>
          <a:xfrm>
            <a:off x="29083000" y="-24142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2"/>
                </a:lnTo>
                <a:lnTo>
                  <a:pt x="2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009BFF"/>
          </a:solidFill>
          <a:ln w="3175">
            <a:solidFill>
              <a:srgbClr val="007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Freeform 1694"/>
          <p:cNvSpPr/>
          <p:nvPr/>
        </p:nvSpPr>
        <p:spPr>
          <a:xfrm>
            <a:off x="29108400" y="-242697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2"/>
                </a:lnTo>
                <a:close/>
              </a:path>
            </a:pathLst>
          </a:custGeom>
          <a:solidFill>
            <a:srgbClr val="60FF9F"/>
          </a:solidFill>
          <a:ln w="3175">
            <a:solidFill>
              <a:srgbClr val="4DC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Freeform 1695"/>
          <p:cNvSpPr/>
          <p:nvPr/>
        </p:nvSpPr>
        <p:spPr>
          <a:xfrm>
            <a:off x="29133800" y="-24333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Freeform 1696"/>
          <p:cNvSpPr/>
          <p:nvPr/>
        </p:nvSpPr>
        <p:spPr>
          <a:xfrm>
            <a:off x="29171900" y="-24358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FFAC00"/>
          </a:solidFill>
          <a:ln w="3175">
            <a:solidFill>
              <a:srgbClr val="CC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Freeform 1697"/>
          <p:cNvSpPr/>
          <p:nvPr/>
        </p:nvSpPr>
        <p:spPr>
          <a:xfrm>
            <a:off x="29197300" y="-24371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9000"/>
          </a:solidFill>
          <a:ln w="3175">
            <a:solidFill>
              <a:srgbClr val="C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Freeform 1698"/>
          <p:cNvSpPr/>
          <p:nvPr/>
        </p:nvSpPr>
        <p:spPr>
          <a:xfrm>
            <a:off x="29235400" y="-24384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Freeform 1699"/>
          <p:cNvSpPr/>
          <p:nvPr/>
        </p:nvSpPr>
        <p:spPr>
          <a:xfrm>
            <a:off x="29260800" y="-24384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Freeform 1700"/>
          <p:cNvSpPr/>
          <p:nvPr/>
        </p:nvSpPr>
        <p:spPr>
          <a:xfrm>
            <a:off x="29298900" y="-24384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FF8C00"/>
          </a:solidFill>
          <a:ln w="3175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Freeform 1701"/>
          <p:cNvSpPr/>
          <p:nvPr/>
        </p:nvSpPr>
        <p:spPr>
          <a:xfrm>
            <a:off x="29324300" y="-24384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5"/>
                </a:moveTo>
                <a:lnTo>
                  <a:pt x="3" y="6"/>
                </a:lnTo>
                <a:lnTo>
                  <a:pt x="2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Freeform 1702"/>
          <p:cNvSpPr/>
          <p:nvPr/>
        </p:nvSpPr>
        <p:spPr>
          <a:xfrm>
            <a:off x="29349700" y="-24384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Freeform 1703"/>
          <p:cNvSpPr/>
          <p:nvPr/>
        </p:nvSpPr>
        <p:spPr>
          <a:xfrm>
            <a:off x="29387800" y="-24396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7300"/>
          </a:solidFill>
          <a:ln w="3175">
            <a:solidFill>
              <a:srgbClr val="CC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Freeform 1704"/>
          <p:cNvSpPr/>
          <p:nvPr/>
        </p:nvSpPr>
        <p:spPr>
          <a:xfrm>
            <a:off x="29413200" y="-244729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2"/>
                </a:lnTo>
                <a:lnTo>
                  <a:pt x="3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FF0E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Freeform 1705"/>
          <p:cNvSpPr/>
          <p:nvPr/>
        </p:nvSpPr>
        <p:spPr>
          <a:xfrm>
            <a:off x="29451300" y="-2448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Freeform 1706"/>
          <p:cNvSpPr/>
          <p:nvPr/>
        </p:nvSpPr>
        <p:spPr>
          <a:xfrm>
            <a:off x="29476700" y="-24485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Freeform 1707"/>
          <p:cNvSpPr/>
          <p:nvPr/>
        </p:nvSpPr>
        <p:spPr>
          <a:xfrm>
            <a:off x="29502100" y="-24498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Freeform 1708"/>
          <p:cNvSpPr/>
          <p:nvPr/>
        </p:nvSpPr>
        <p:spPr>
          <a:xfrm>
            <a:off x="286385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Freeform 1709"/>
          <p:cNvSpPr/>
          <p:nvPr/>
        </p:nvSpPr>
        <p:spPr>
          <a:xfrm>
            <a:off x="286639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Freeform 1710"/>
          <p:cNvSpPr/>
          <p:nvPr/>
        </p:nvSpPr>
        <p:spPr>
          <a:xfrm>
            <a:off x="287020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Freeform 1711"/>
          <p:cNvSpPr/>
          <p:nvPr/>
        </p:nvSpPr>
        <p:spPr>
          <a:xfrm>
            <a:off x="287274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Freeform 1712"/>
          <p:cNvSpPr/>
          <p:nvPr/>
        </p:nvSpPr>
        <p:spPr>
          <a:xfrm>
            <a:off x="287655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Freeform 1713"/>
          <p:cNvSpPr/>
          <p:nvPr/>
        </p:nvSpPr>
        <p:spPr>
          <a:xfrm>
            <a:off x="287909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Freeform 1714"/>
          <p:cNvSpPr/>
          <p:nvPr/>
        </p:nvSpPr>
        <p:spPr>
          <a:xfrm>
            <a:off x="28816300" y="-2406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Freeform 1715"/>
          <p:cNvSpPr/>
          <p:nvPr/>
        </p:nvSpPr>
        <p:spPr>
          <a:xfrm>
            <a:off x="28854400" y="-2406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Freeform 1716"/>
          <p:cNvSpPr/>
          <p:nvPr/>
        </p:nvSpPr>
        <p:spPr>
          <a:xfrm>
            <a:off x="288798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Freeform 1717"/>
          <p:cNvSpPr/>
          <p:nvPr/>
        </p:nvSpPr>
        <p:spPr>
          <a:xfrm>
            <a:off x="289179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Freeform 1718"/>
          <p:cNvSpPr/>
          <p:nvPr/>
        </p:nvSpPr>
        <p:spPr>
          <a:xfrm>
            <a:off x="289433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Freeform 1719"/>
          <p:cNvSpPr/>
          <p:nvPr/>
        </p:nvSpPr>
        <p:spPr>
          <a:xfrm>
            <a:off x="28981400" y="-2407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Freeform 1720"/>
          <p:cNvSpPr/>
          <p:nvPr/>
        </p:nvSpPr>
        <p:spPr>
          <a:xfrm>
            <a:off x="29006800" y="-2407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Freeform 1721"/>
          <p:cNvSpPr/>
          <p:nvPr/>
        </p:nvSpPr>
        <p:spPr>
          <a:xfrm>
            <a:off x="290322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Freeform 1722"/>
          <p:cNvSpPr/>
          <p:nvPr/>
        </p:nvSpPr>
        <p:spPr>
          <a:xfrm>
            <a:off x="29070300" y="-241554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3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Freeform 1723"/>
          <p:cNvSpPr/>
          <p:nvPr/>
        </p:nvSpPr>
        <p:spPr>
          <a:xfrm>
            <a:off x="29095700" y="-242951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2"/>
                </a:lnTo>
                <a:lnTo>
                  <a:pt x="3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Freeform 1724"/>
          <p:cNvSpPr/>
          <p:nvPr/>
        </p:nvSpPr>
        <p:spPr>
          <a:xfrm>
            <a:off x="29133800" y="-244221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0" y="12"/>
                </a:moveTo>
                <a:lnTo>
                  <a:pt x="3" y="7"/>
                </a:lnTo>
                <a:lnTo>
                  <a:pt x="2" y="0"/>
                </a:lnTo>
                <a:lnTo>
                  <a:pt x="0" y="10"/>
                </a:lnTo>
                <a:lnTo>
                  <a:pt x="0" y="12"/>
                </a:lnTo>
                <a:close/>
              </a:path>
            </a:pathLst>
          </a:custGeom>
          <a:solidFill>
            <a:srgbClr val="FFA600"/>
          </a:solidFill>
          <a:ln w="3175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Freeform 1725"/>
          <p:cNvSpPr/>
          <p:nvPr/>
        </p:nvSpPr>
        <p:spPr>
          <a:xfrm>
            <a:off x="29159200" y="-244602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8"/>
                </a:lnTo>
                <a:lnTo>
                  <a:pt x="2" y="0"/>
                </a:lnTo>
                <a:lnTo>
                  <a:pt x="0" y="3"/>
                </a:lnTo>
                <a:lnTo>
                  <a:pt x="1" y="10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Freeform 1726"/>
          <p:cNvSpPr/>
          <p:nvPr/>
        </p:nvSpPr>
        <p:spPr>
          <a:xfrm>
            <a:off x="29184600" y="-244729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0700"/>
          </a:solidFill>
          <a:ln w="3175">
            <a:solidFill>
              <a:srgbClr val="CC0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Freeform 1727"/>
          <p:cNvSpPr/>
          <p:nvPr/>
        </p:nvSpPr>
        <p:spPr>
          <a:xfrm>
            <a:off x="29222700" y="-244729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0000"/>
          </a:solidFill>
          <a:ln w="3175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Freeform 1728"/>
          <p:cNvSpPr/>
          <p:nvPr/>
        </p:nvSpPr>
        <p:spPr>
          <a:xfrm>
            <a:off x="29248100" y="-24472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E0000"/>
          </a:solidFill>
          <a:ln w="3175">
            <a:solidFill>
              <a:srgbClr val="C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Freeform 1729"/>
          <p:cNvSpPr/>
          <p:nvPr/>
        </p:nvSpPr>
        <p:spPr>
          <a:xfrm>
            <a:off x="29286200" y="-24472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Freeform 1730"/>
          <p:cNvSpPr/>
          <p:nvPr/>
        </p:nvSpPr>
        <p:spPr>
          <a:xfrm>
            <a:off x="29311600" y="-244729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7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F0D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Freeform 1731"/>
          <p:cNvSpPr/>
          <p:nvPr/>
        </p:nvSpPr>
        <p:spPr>
          <a:xfrm>
            <a:off x="29337000" y="-24472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1000"/>
          </a:solidFill>
          <a:ln w="3175">
            <a:solidFill>
              <a:srgbClr val="CC0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Freeform 1732"/>
          <p:cNvSpPr/>
          <p:nvPr/>
        </p:nvSpPr>
        <p:spPr>
          <a:xfrm>
            <a:off x="29375100" y="-244856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Freeform 1733"/>
          <p:cNvSpPr/>
          <p:nvPr/>
        </p:nvSpPr>
        <p:spPr>
          <a:xfrm>
            <a:off x="29400500" y="-244983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D00000"/>
          </a:solidFill>
          <a:ln w="3175">
            <a:solidFill>
              <a:srgbClr val="A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Freeform 1734"/>
          <p:cNvSpPr/>
          <p:nvPr/>
        </p:nvSpPr>
        <p:spPr>
          <a:xfrm>
            <a:off x="29438600" y="-2451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D0000"/>
          </a:solidFill>
          <a:ln w="3175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Freeform 1735"/>
          <p:cNvSpPr/>
          <p:nvPr/>
        </p:nvSpPr>
        <p:spPr>
          <a:xfrm>
            <a:off x="29464000" y="-24511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Freeform 1736"/>
          <p:cNvSpPr/>
          <p:nvPr/>
        </p:nvSpPr>
        <p:spPr>
          <a:xfrm>
            <a:off x="29502100" y="-24511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Freeform 1737"/>
          <p:cNvSpPr/>
          <p:nvPr/>
        </p:nvSpPr>
        <p:spPr>
          <a:xfrm>
            <a:off x="286258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Freeform 1738"/>
          <p:cNvSpPr/>
          <p:nvPr/>
        </p:nvSpPr>
        <p:spPr>
          <a:xfrm>
            <a:off x="286639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Freeform 1739"/>
          <p:cNvSpPr/>
          <p:nvPr/>
        </p:nvSpPr>
        <p:spPr>
          <a:xfrm>
            <a:off x="286893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Freeform 1740"/>
          <p:cNvSpPr/>
          <p:nvPr/>
        </p:nvSpPr>
        <p:spPr>
          <a:xfrm>
            <a:off x="28714700" y="-24053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Freeform 1741"/>
          <p:cNvSpPr/>
          <p:nvPr/>
        </p:nvSpPr>
        <p:spPr>
          <a:xfrm>
            <a:off x="287528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Freeform 1742"/>
          <p:cNvSpPr/>
          <p:nvPr/>
        </p:nvSpPr>
        <p:spPr>
          <a:xfrm>
            <a:off x="287782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Freeform 1743"/>
          <p:cNvSpPr/>
          <p:nvPr/>
        </p:nvSpPr>
        <p:spPr>
          <a:xfrm>
            <a:off x="288163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Freeform 1744"/>
          <p:cNvSpPr/>
          <p:nvPr/>
        </p:nvSpPr>
        <p:spPr>
          <a:xfrm>
            <a:off x="28841700" y="-24066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Freeform 1745"/>
          <p:cNvSpPr/>
          <p:nvPr/>
        </p:nvSpPr>
        <p:spPr>
          <a:xfrm>
            <a:off x="288671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Freeform 1746"/>
          <p:cNvSpPr/>
          <p:nvPr/>
        </p:nvSpPr>
        <p:spPr>
          <a:xfrm>
            <a:off x="289052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Freeform 1747"/>
          <p:cNvSpPr/>
          <p:nvPr/>
        </p:nvSpPr>
        <p:spPr>
          <a:xfrm>
            <a:off x="289306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Freeform 1748"/>
          <p:cNvSpPr/>
          <p:nvPr/>
        </p:nvSpPr>
        <p:spPr>
          <a:xfrm>
            <a:off x="289687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Freeform 1749"/>
          <p:cNvSpPr/>
          <p:nvPr/>
        </p:nvSpPr>
        <p:spPr>
          <a:xfrm>
            <a:off x="28994100" y="-24079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Freeform 1750"/>
          <p:cNvSpPr/>
          <p:nvPr/>
        </p:nvSpPr>
        <p:spPr>
          <a:xfrm>
            <a:off x="290195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Freeform 1751"/>
          <p:cNvSpPr/>
          <p:nvPr/>
        </p:nvSpPr>
        <p:spPr>
          <a:xfrm>
            <a:off x="29057600" y="-24168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Freeform 1752"/>
          <p:cNvSpPr/>
          <p:nvPr/>
        </p:nvSpPr>
        <p:spPr>
          <a:xfrm>
            <a:off x="29083000" y="-242951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0"/>
                </a:lnTo>
                <a:lnTo>
                  <a:pt x="3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85FF7A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Freeform 1753"/>
          <p:cNvSpPr/>
          <p:nvPr/>
        </p:nvSpPr>
        <p:spPr>
          <a:xfrm>
            <a:off x="29121100" y="-24434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FF7900"/>
          </a:solidFill>
          <a:ln w="3175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Freeform 1754"/>
          <p:cNvSpPr/>
          <p:nvPr/>
        </p:nvSpPr>
        <p:spPr>
          <a:xfrm>
            <a:off x="29146500" y="-24498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3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Freeform 1755"/>
          <p:cNvSpPr/>
          <p:nvPr/>
        </p:nvSpPr>
        <p:spPr>
          <a:xfrm>
            <a:off x="29184600" y="-2449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99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Freeform 1756"/>
          <p:cNvSpPr/>
          <p:nvPr/>
        </p:nvSpPr>
        <p:spPr>
          <a:xfrm>
            <a:off x="29210000" y="-24498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Freeform 1757"/>
          <p:cNvSpPr/>
          <p:nvPr/>
        </p:nvSpPr>
        <p:spPr>
          <a:xfrm>
            <a:off x="29235400" y="-2449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Freeform 1758"/>
          <p:cNvSpPr/>
          <p:nvPr/>
        </p:nvSpPr>
        <p:spPr>
          <a:xfrm>
            <a:off x="29273500" y="-2451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Freeform 1759"/>
          <p:cNvSpPr/>
          <p:nvPr/>
        </p:nvSpPr>
        <p:spPr>
          <a:xfrm>
            <a:off x="29298900" y="-2451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A0000"/>
          </a:solidFill>
          <a:ln w="3175">
            <a:solidFill>
              <a:srgbClr val="7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Freeform 1760"/>
          <p:cNvSpPr/>
          <p:nvPr/>
        </p:nvSpPr>
        <p:spPr>
          <a:xfrm>
            <a:off x="29337000" y="-2451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9B0000"/>
          </a:solidFill>
          <a:ln w="3175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Freeform 1761"/>
          <p:cNvSpPr/>
          <p:nvPr/>
        </p:nvSpPr>
        <p:spPr>
          <a:xfrm>
            <a:off x="29362400" y="-2451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Freeform 1762"/>
          <p:cNvSpPr/>
          <p:nvPr/>
        </p:nvSpPr>
        <p:spPr>
          <a:xfrm>
            <a:off x="29387800" y="-2452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Freeform 1763"/>
          <p:cNvSpPr/>
          <p:nvPr/>
        </p:nvSpPr>
        <p:spPr>
          <a:xfrm>
            <a:off x="29425900" y="-24523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88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Freeform 1764"/>
          <p:cNvSpPr/>
          <p:nvPr/>
        </p:nvSpPr>
        <p:spPr>
          <a:xfrm>
            <a:off x="29451300" y="-2452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Freeform 1765"/>
          <p:cNvSpPr/>
          <p:nvPr/>
        </p:nvSpPr>
        <p:spPr>
          <a:xfrm>
            <a:off x="294894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Freeform 1766"/>
          <p:cNvSpPr/>
          <p:nvPr/>
        </p:nvSpPr>
        <p:spPr>
          <a:xfrm>
            <a:off x="28613100" y="-24053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Freeform 1767"/>
          <p:cNvSpPr/>
          <p:nvPr/>
        </p:nvSpPr>
        <p:spPr>
          <a:xfrm>
            <a:off x="286512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Freeform 1768"/>
          <p:cNvSpPr/>
          <p:nvPr/>
        </p:nvSpPr>
        <p:spPr>
          <a:xfrm>
            <a:off x="286766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Freeform 1769"/>
          <p:cNvSpPr/>
          <p:nvPr/>
        </p:nvSpPr>
        <p:spPr>
          <a:xfrm>
            <a:off x="287020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Freeform 1770"/>
          <p:cNvSpPr/>
          <p:nvPr/>
        </p:nvSpPr>
        <p:spPr>
          <a:xfrm>
            <a:off x="287401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Freeform 1771"/>
          <p:cNvSpPr/>
          <p:nvPr/>
        </p:nvSpPr>
        <p:spPr>
          <a:xfrm>
            <a:off x="28765500" y="-24066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Freeform 1772"/>
          <p:cNvSpPr/>
          <p:nvPr/>
        </p:nvSpPr>
        <p:spPr>
          <a:xfrm>
            <a:off x="288036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Freeform 1773"/>
          <p:cNvSpPr/>
          <p:nvPr/>
        </p:nvSpPr>
        <p:spPr>
          <a:xfrm>
            <a:off x="288290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Freeform 1774"/>
          <p:cNvSpPr/>
          <p:nvPr/>
        </p:nvSpPr>
        <p:spPr>
          <a:xfrm>
            <a:off x="288671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Freeform 1775"/>
          <p:cNvSpPr/>
          <p:nvPr/>
        </p:nvSpPr>
        <p:spPr>
          <a:xfrm>
            <a:off x="28892500" y="-24079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Freeform 1776"/>
          <p:cNvSpPr/>
          <p:nvPr/>
        </p:nvSpPr>
        <p:spPr>
          <a:xfrm>
            <a:off x="289179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Freeform 1777"/>
          <p:cNvSpPr/>
          <p:nvPr/>
        </p:nvSpPr>
        <p:spPr>
          <a:xfrm>
            <a:off x="289560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Freeform 1778"/>
          <p:cNvSpPr/>
          <p:nvPr/>
        </p:nvSpPr>
        <p:spPr>
          <a:xfrm>
            <a:off x="289814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Freeform 1779"/>
          <p:cNvSpPr/>
          <p:nvPr/>
        </p:nvSpPr>
        <p:spPr>
          <a:xfrm>
            <a:off x="290195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Freeform 1780"/>
          <p:cNvSpPr/>
          <p:nvPr/>
        </p:nvSpPr>
        <p:spPr>
          <a:xfrm>
            <a:off x="29044900" y="-24168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0"/>
                </a:lnTo>
                <a:lnTo>
                  <a:pt x="2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Freeform 1781"/>
          <p:cNvSpPr/>
          <p:nvPr/>
        </p:nvSpPr>
        <p:spPr>
          <a:xfrm>
            <a:off x="29070300" y="-243078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"/>
                </a:lnTo>
                <a:lnTo>
                  <a:pt x="3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Freeform 1782"/>
          <p:cNvSpPr/>
          <p:nvPr/>
        </p:nvSpPr>
        <p:spPr>
          <a:xfrm>
            <a:off x="29108400" y="-24434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0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Freeform 1783"/>
          <p:cNvSpPr/>
          <p:nvPr/>
        </p:nvSpPr>
        <p:spPr>
          <a:xfrm>
            <a:off x="29133800" y="-24498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Freeform 1784"/>
          <p:cNvSpPr/>
          <p:nvPr/>
        </p:nvSpPr>
        <p:spPr>
          <a:xfrm>
            <a:off x="29171900" y="-2451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Freeform 1785"/>
          <p:cNvSpPr/>
          <p:nvPr/>
        </p:nvSpPr>
        <p:spPr>
          <a:xfrm>
            <a:off x="29197300" y="-2451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Freeform 1786"/>
          <p:cNvSpPr/>
          <p:nvPr/>
        </p:nvSpPr>
        <p:spPr>
          <a:xfrm>
            <a:off x="29222700" y="-2451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Freeform 1787"/>
          <p:cNvSpPr/>
          <p:nvPr/>
        </p:nvSpPr>
        <p:spPr>
          <a:xfrm>
            <a:off x="29260800" y="-2451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Freeform 1788"/>
          <p:cNvSpPr/>
          <p:nvPr/>
        </p:nvSpPr>
        <p:spPr>
          <a:xfrm>
            <a:off x="29286200" y="-24511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Freeform 1789"/>
          <p:cNvSpPr/>
          <p:nvPr/>
        </p:nvSpPr>
        <p:spPr>
          <a:xfrm>
            <a:off x="293243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Freeform 1790"/>
          <p:cNvSpPr/>
          <p:nvPr/>
        </p:nvSpPr>
        <p:spPr>
          <a:xfrm>
            <a:off x="293497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Freeform 1791"/>
          <p:cNvSpPr/>
          <p:nvPr/>
        </p:nvSpPr>
        <p:spPr>
          <a:xfrm>
            <a:off x="293878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Freeform 1792"/>
          <p:cNvSpPr/>
          <p:nvPr/>
        </p:nvSpPr>
        <p:spPr>
          <a:xfrm>
            <a:off x="29413200" y="-24523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Freeform 1793"/>
          <p:cNvSpPr/>
          <p:nvPr/>
        </p:nvSpPr>
        <p:spPr>
          <a:xfrm>
            <a:off x="29438600" y="-2453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Freeform 1794"/>
          <p:cNvSpPr/>
          <p:nvPr/>
        </p:nvSpPr>
        <p:spPr>
          <a:xfrm>
            <a:off x="294767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Freeform 1795"/>
          <p:cNvSpPr/>
          <p:nvPr/>
        </p:nvSpPr>
        <p:spPr>
          <a:xfrm>
            <a:off x="286004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Freeform 1796"/>
          <p:cNvSpPr/>
          <p:nvPr/>
        </p:nvSpPr>
        <p:spPr>
          <a:xfrm>
            <a:off x="286385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Freeform 1797"/>
          <p:cNvSpPr/>
          <p:nvPr/>
        </p:nvSpPr>
        <p:spPr>
          <a:xfrm>
            <a:off x="28663900" y="-24066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Freeform 1798"/>
          <p:cNvSpPr/>
          <p:nvPr/>
        </p:nvSpPr>
        <p:spPr>
          <a:xfrm>
            <a:off x="287020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Freeform 1799"/>
          <p:cNvSpPr/>
          <p:nvPr/>
        </p:nvSpPr>
        <p:spPr>
          <a:xfrm>
            <a:off x="287274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Freeform 1800"/>
          <p:cNvSpPr/>
          <p:nvPr/>
        </p:nvSpPr>
        <p:spPr>
          <a:xfrm>
            <a:off x="287528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Freeform 1801"/>
          <p:cNvSpPr/>
          <p:nvPr/>
        </p:nvSpPr>
        <p:spPr>
          <a:xfrm>
            <a:off x="287909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Freeform 1802"/>
          <p:cNvSpPr/>
          <p:nvPr/>
        </p:nvSpPr>
        <p:spPr>
          <a:xfrm>
            <a:off x="288163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Freeform 1803"/>
          <p:cNvSpPr/>
          <p:nvPr/>
        </p:nvSpPr>
        <p:spPr>
          <a:xfrm>
            <a:off x="288544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Freeform 1804"/>
          <p:cNvSpPr/>
          <p:nvPr/>
        </p:nvSpPr>
        <p:spPr>
          <a:xfrm>
            <a:off x="288798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Freeform 1805"/>
          <p:cNvSpPr/>
          <p:nvPr/>
        </p:nvSpPr>
        <p:spPr>
          <a:xfrm>
            <a:off x="289052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Freeform 1806"/>
          <p:cNvSpPr/>
          <p:nvPr/>
        </p:nvSpPr>
        <p:spPr>
          <a:xfrm>
            <a:off x="28943300" y="-24091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8" name="Freeform 1807"/>
          <p:cNvSpPr/>
          <p:nvPr/>
        </p:nvSpPr>
        <p:spPr>
          <a:xfrm>
            <a:off x="289687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Freeform 1808"/>
          <p:cNvSpPr/>
          <p:nvPr/>
        </p:nvSpPr>
        <p:spPr>
          <a:xfrm>
            <a:off x="290068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Freeform 1809"/>
          <p:cNvSpPr/>
          <p:nvPr/>
        </p:nvSpPr>
        <p:spPr>
          <a:xfrm>
            <a:off x="29032200" y="-24180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1" name="Freeform 1810"/>
          <p:cNvSpPr/>
          <p:nvPr/>
        </p:nvSpPr>
        <p:spPr>
          <a:xfrm>
            <a:off x="29070300" y="-24307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0" y="11"/>
                </a:moveTo>
                <a:lnTo>
                  <a:pt x="3" y="0"/>
                </a:lnTo>
                <a:lnTo>
                  <a:pt x="2" y="0"/>
                </a:lnTo>
                <a:lnTo>
                  <a:pt x="0" y="10"/>
                </a:lnTo>
                <a:lnTo>
                  <a:pt x="0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Freeform 1811"/>
          <p:cNvSpPr/>
          <p:nvPr/>
        </p:nvSpPr>
        <p:spPr>
          <a:xfrm>
            <a:off x="29095700" y="-24447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Freeform 1812"/>
          <p:cNvSpPr/>
          <p:nvPr/>
        </p:nvSpPr>
        <p:spPr>
          <a:xfrm>
            <a:off x="29121100" y="-24511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4" name="Freeform 1813"/>
          <p:cNvSpPr/>
          <p:nvPr/>
        </p:nvSpPr>
        <p:spPr>
          <a:xfrm>
            <a:off x="29159200" y="-2451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Freeform 1814"/>
          <p:cNvSpPr/>
          <p:nvPr/>
        </p:nvSpPr>
        <p:spPr>
          <a:xfrm>
            <a:off x="29184600" y="-24511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Freeform 1815"/>
          <p:cNvSpPr/>
          <p:nvPr/>
        </p:nvSpPr>
        <p:spPr>
          <a:xfrm>
            <a:off x="292227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7" name="Freeform 1816"/>
          <p:cNvSpPr/>
          <p:nvPr/>
        </p:nvSpPr>
        <p:spPr>
          <a:xfrm>
            <a:off x="292481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Freeform 1817"/>
          <p:cNvSpPr/>
          <p:nvPr/>
        </p:nvSpPr>
        <p:spPr>
          <a:xfrm>
            <a:off x="29273500" y="-2452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Freeform 1818"/>
          <p:cNvSpPr/>
          <p:nvPr/>
        </p:nvSpPr>
        <p:spPr>
          <a:xfrm>
            <a:off x="293116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0" name="Freeform 1819"/>
          <p:cNvSpPr/>
          <p:nvPr/>
        </p:nvSpPr>
        <p:spPr>
          <a:xfrm>
            <a:off x="29337000" y="-24523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Freeform 1820"/>
          <p:cNvSpPr/>
          <p:nvPr/>
        </p:nvSpPr>
        <p:spPr>
          <a:xfrm>
            <a:off x="293751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Freeform 1821"/>
          <p:cNvSpPr/>
          <p:nvPr/>
        </p:nvSpPr>
        <p:spPr>
          <a:xfrm>
            <a:off x="294005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3" name="Freeform 1822"/>
          <p:cNvSpPr/>
          <p:nvPr/>
        </p:nvSpPr>
        <p:spPr>
          <a:xfrm>
            <a:off x="29425900" y="-2453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Freeform 1823"/>
          <p:cNvSpPr/>
          <p:nvPr/>
        </p:nvSpPr>
        <p:spPr>
          <a:xfrm>
            <a:off x="29464000" y="-2453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Freeform 1824"/>
          <p:cNvSpPr/>
          <p:nvPr/>
        </p:nvSpPr>
        <p:spPr>
          <a:xfrm>
            <a:off x="285877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6" name="Freeform 1825"/>
          <p:cNvSpPr/>
          <p:nvPr/>
        </p:nvSpPr>
        <p:spPr>
          <a:xfrm>
            <a:off x="286258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Freeform 1826"/>
          <p:cNvSpPr/>
          <p:nvPr/>
        </p:nvSpPr>
        <p:spPr>
          <a:xfrm>
            <a:off x="286512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Freeform 1827"/>
          <p:cNvSpPr/>
          <p:nvPr/>
        </p:nvSpPr>
        <p:spPr>
          <a:xfrm>
            <a:off x="286893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9" name="Freeform 1828"/>
          <p:cNvSpPr/>
          <p:nvPr/>
        </p:nvSpPr>
        <p:spPr>
          <a:xfrm>
            <a:off x="28714700" y="-24079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Freeform 1829"/>
          <p:cNvSpPr/>
          <p:nvPr/>
        </p:nvSpPr>
        <p:spPr>
          <a:xfrm>
            <a:off x="287528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Freeform 1830"/>
          <p:cNvSpPr/>
          <p:nvPr/>
        </p:nvSpPr>
        <p:spPr>
          <a:xfrm>
            <a:off x="287782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2" name="Freeform 1831"/>
          <p:cNvSpPr/>
          <p:nvPr/>
        </p:nvSpPr>
        <p:spPr>
          <a:xfrm>
            <a:off x="288036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Freeform 1832"/>
          <p:cNvSpPr/>
          <p:nvPr/>
        </p:nvSpPr>
        <p:spPr>
          <a:xfrm>
            <a:off x="28841700" y="-24091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Freeform 1833"/>
          <p:cNvSpPr/>
          <p:nvPr/>
        </p:nvSpPr>
        <p:spPr>
          <a:xfrm>
            <a:off x="288671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5" name="Freeform 1834"/>
          <p:cNvSpPr/>
          <p:nvPr/>
        </p:nvSpPr>
        <p:spPr>
          <a:xfrm>
            <a:off x="289052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Freeform 1835"/>
          <p:cNvSpPr/>
          <p:nvPr/>
        </p:nvSpPr>
        <p:spPr>
          <a:xfrm>
            <a:off x="289306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Freeform 1836"/>
          <p:cNvSpPr/>
          <p:nvPr/>
        </p:nvSpPr>
        <p:spPr>
          <a:xfrm>
            <a:off x="289560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8" name="Freeform 1837"/>
          <p:cNvSpPr/>
          <p:nvPr/>
        </p:nvSpPr>
        <p:spPr>
          <a:xfrm>
            <a:off x="28994100" y="-24104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Freeform 1838"/>
          <p:cNvSpPr/>
          <p:nvPr/>
        </p:nvSpPr>
        <p:spPr>
          <a:xfrm>
            <a:off x="29019500" y="-24180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Freeform 1839"/>
          <p:cNvSpPr/>
          <p:nvPr/>
        </p:nvSpPr>
        <p:spPr>
          <a:xfrm>
            <a:off x="29057600" y="-24320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1" name="Freeform 1840"/>
          <p:cNvSpPr/>
          <p:nvPr/>
        </p:nvSpPr>
        <p:spPr>
          <a:xfrm>
            <a:off x="29083000" y="-244602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2" name="Freeform 1841"/>
          <p:cNvSpPr/>
          <p:nvPr/>
        </p:nvSpPr>
        <p:spPr>
          <a:xfrm>
            <a:off x="29108400" y="-24523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Freeform 1842"/>
          <p:cNvSpPr/>
          <p:nvPr/>
        </p:nvSpPr>
        <p:spPr>
          <a:xfrm>
            <a:off x="291465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4" name="Freeform 1843"/>
          <p:cNvSpPr/>
          <p:nvPr/>
        </p:nvSpPr>
        <p:spPr>
          <a:xfrm>
            <a:off x="29171900" y="-2452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5" name="Freeform 1844"/>
          <p:cNvSpPr/>
          <p:nvPr/>
        </p:nvSpPr>
        <p:spPr>
          <a:xfrm>
            <a:off x="29210000" y="-2452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Freeform 1845"/>
          <p:cNvSpPr/>
          <p:nvPr/>
        </p:nvSpPr>
        <p:spPr>
          <a:xfrm>
            <a:off x="29235400" y="-24523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7" name="Freeform 1846"/>
          <p:cNvSpPr/>
          <p:nvPr/>
        </p:nvSpPr>
        <p:spPr>
          <a:xfrm>
            <a:off x="292735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8" name="Freeform 1847"/>
          <p:cNvSpPr/>
          <p:nvPr/>
        </p:nvSpPr>
        <p:spPr>
          <a:xfrm>
            <a:off x="292989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Freeform 1848"/>
          <p:cNvSpPr/>
          <p:nvPr/>
        </p:nvSpPr>
        <p:spPr>
          <a:xfrm>
            <a:off x="29324300" y="-2453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0" name="Freeform 1849"/>
          <p:cNvSpPr/>
          <p:nvPr/>
        </p:nvSpPr>
        <p:spPr>
          <a:xfrm>
            <a:off x="293624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1" name="Freeform 1850"/>
          <p:cNvSpPr/>
          <p:nvPr/>
        </p:nvSpPr>
        <p:spPr>
          <a:xfrm>
            <a:off x="29387800" y="-2453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Freeform 1851"/>
          <p:cNvSpPr/>
          <p:nvPr/>
        </p:nvSpPr>
        <p:spPr>
          <a:xfrm>
            <a:off x="294259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3" name="Freeform 1852"/>
          <p:cNvSpPr/>
          <p:nvPr/>
        </p:nvSpPr>
        <p:spPr>
          <a:xfrm>
            <a:off x="294513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Freeform 1853"/>
          <p:cNvSpPr/>
          <p:nvPr/>
        </p:nvSpPr>
        <p:spPr>
          <a:xfrm>
            <a:off x="285877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Freeform 1854"/>
          <p:cNvSpPr/>
          <p:nvPr/>
        </p:nvSpPr>
        <p:spPr>
          <a:xfrm>
            <a:off x="28613100" y="-24079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6" name="Freeform 1855"/>
          <p:cNvSpPr/>
          <p:nvPr/>
        </p:nvSpPr>
        <p:spPr>
          <a:xfrm>
            <a:off x="286385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7" name="Freeform 1856"/>
          <p:cNvSpPr/>
          <p:nvPr/>
        </p:nvSpPr>
        <p:spPr>
          <a:xfrm>
            <a:off x="286766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Freeform 1857"/>
          <p:cNvSpPr/>
          <p:nvPr/>
        </p:nvSpPr>
        <p:spPr>
          <a:xfrm>
            <a:off x="287020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Freeform 1858"/>
          <p:cNvSpPr/>
          <p:nvPr/>
        </p:nvSpPr>
        <p:spPr>
          <a:xfrm>
            <a:off x="287401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Freeform 1859"/>
          <p:cNvSpPr/>
          <p:nvPr/>
        </p:nvSpPr>
        <p:spPr>
          <a:xfrm>
            <a:off x="28765500" y="-24091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Freeform 1860"/>
          <p:cNvSpPr/>
          <p:nvPr/>
        </p:nvSpPr>
        <p:spPr>
          <a:xfrm>
            <a:off x="287909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Freeform 1861"/>
          <p:cNvSpPr/>
          <p:nvPr/>
        </p:nvSpPr>
        <p:spPr>
          <a:xfrm>
            <a:off x="288290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3" name="Freeform 1862"/>
          <p:cNvSpPr/>
          <p:nvPr/>
        </p:nvSpPr>
        <p:spPr>
          <a:xfrm>
            <a:off x="288544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4" name="Freeform 1863"/>
          <p:cNvSpPr/>
          <p:nvPr/>
        </p:nvSpPr>
        <p:spPr>
          <a:xfrm>
            <a:off x="28892500" y="-24104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Freeform 1864"/>
          <p:cNvSpPr/>
          <p:nvPr/>
        </p:nvSpPr>
        <p:spPr>
          <a:xfrm>
            <a:off x="289179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6" name="Freeform 1865"/>
          <p:cNvSpPr/>
          <p:nvPr/>
        </p:nvSpPr>
        <p:spPr>
          <a:xfrm>
            <a:off x="289560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7" name="Freeform 1866"/>
          <p:cNvSpPr/>
          <p:nvPr/>
        </p:nvSpPr>
        <p:spPr>
          <a:xfrm>
            <a:off x="289814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Freeform 1867"/>
          <p:cNvSpPr/>
          <p:nvPr/>
        </p:nvSpPr>
        <p:spPr>
          <a:xfrm>
            <a:off x="29006800" y="-24193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9" name="Freeform 1868"/>
          <p:cNvSpPr/>
          <p:nvPr/>
        </p:nvSpPr>
        <p:spPr>
          <a:xfrm>
            <a:off x="29044900" y="-243332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0" name="Freeform 1869"/>
          <p:cNvSpPr/>
          <p:nvPr/>
        </p:nvSpPr>
        <p:spPr>
          <a:xfrm>
            <a:off x="29070300" y="-24460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0"/>
                </a:lnTo>
                <a:lnTo>
                  <a:pt x="3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Freeform 1870"/>
          <p:cNvSpPr/>
          <p:nvPr/>
        </p:nvSpPr>
        <p:spPr>
          <a:xfrm>
            <a:off x="29108400" y="-24523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0" y="5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Freeform 1871"/>
          <p:cNvSpPr/>
          <p:nvPr/>
        </p:nvSpPr>
        <p:spPr>
          <a:xfrm>
            <a:off x="29133800" y="-24523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3" name="Freeform 1872"/>
          <p:cNvSpPr/>
          <p:nvPr/>
        </p:nvSpPr>
        <p:spPr>
          <a:xfrm>
            <a:off x="29159200" y="-2453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Freeform 1873"/>
          <p:cNvSpPr/>
          <p:nvPr/>
        </p:nvSpPr>
        <p:spPr>
          <a:xfrm>
            <a:off x="291973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5" name="Freeform 1874"/>
          <p:cNvSpPr/>
          <p:nvPr/>
        </p:nvSpPr>
        <p:spPr>
          <a:xfrm>
            <a:off x="29222700" y="-2453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6" name="Freeform 1875"/>
          <p:cNvSpPr/>
          <p:nvPr/>
        </p:nvSpPr>
        <p:spPr>
          <a:xfrm>
            <a:off x="292608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7" name="Freeform 1876"/>
          <p:cNvSpPr/>
          <p:nvPr/>
        </p:nvSpPr>
        <p:spPr>
          <a:xfrm>
            <a:off x="29286200" y="-2453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Freeform 1877"/>
          <p:cNvSpPr/>
          <p:nvPr/>
        </p:nvSpPr>
        <p:spPr>
          <a:xfrm>
            <a:off x="293116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9" name="Freeform 1878"/>
          <p:cNvSpPr/>
          <p:nvPr/>
        </p:nvSpPr>
        <p:spPr>
          <a:xfrm>
            <a:off x="293497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Freeform 1879"/>
          <p:cNvSpPr/>
          <p:nvPr/>
        </p:nvSpPr>
        <p:spPr>
          <a:xfrm>
            <a:off x="293751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1" name="Freeform 1880"/>
          <p:cNvSpPr/>
          <p:nvPr/>
        </p:nvSpPr>
        <p:spPr>
          <a:xfrm>
            <a:off x="294132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2" name="Freeform 1881"/>
          <p:cNvSpPr/>
          <p:nvPr/>
        </p:nvSpPr>
        <p:spPr>
          <a:xfrm>
            <a:off x="29438600" y="-24549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3" name="Freeform 1882"/>
          <p:cNvSpPr/>
          <p:nvPr/>
        </p:nvSpPr>
        <p:spPr>
          <a:xfrm>
            <a:off x="285750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Freeform 1883"/>
          <p:cNvSpPr/>
          <p:nvPr/>
        </p:nvSpPr>
        <p:spPr>
          <a:xfrm>
            <a:off x="286004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5" name="Freeform 1884"/>
          <p:cNvSpPr/>
          <p:nvPr/>
        </p:nvSpPr>
        <p:spPr>
          <a:xfrm>
            <a:off x="286385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Freeform 1885"/>
          <p:cNvSpPr/>
          <p:nvPr/>
        </p:nvSpPr>
        <p:spPr>
          <a:xfrm>
            <a:off x="28663900" y="-24091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7" name="Freeform 1886"/>
          <p:cNvSpPr/>
          <p:nvPr/>
        </p:nvSpPr>
        <p:spPr>
          <a:xfrm>
            <a:off x="286893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8" name="Freeform 1887"/>
          <p:cNvSpPr/>
          <p:nvPr/>
        </p:nvSpPr>
        <p:spPr>
          <a:xfrm>
            <a:off x="287274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Freeform 1888"/>
          <p:cNvSpPr/>
          <p:nvPr/>
        </p:nvSpPr>
        <p:spPr>
          <a:xfrm>
            <a:off x="287528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0" name="Freeform 1889"/>
          <p:cNvSpPr/>
          <p:nvPr/>
        </p:nvSpPr>
        <p:spPr>
          <a:xfrm>
            <a:off x="287909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1" name="Freeform 1890"/>
          <p:cNvSpPr/>
          <p:nvPr/>
        </p:nvSpPr>
        <p:spPr>
          <a:xfrm>
            <a:off x="28816300" y="-24104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Freeform 1891"/>
          <p:cNvSpPr/>
          <p:nvPr/>
        </p:nvSpPr>
        <p:spPr>
          <a:xfrm>
            <a:off x="288417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3" name="Freeform 1892"/>
          <p:cNvSpPr/>
          <p:nvPr/>
        </p:nvSpPr>
        <p:spPr>
          <a:xfrm>
            <a:off x="288798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4" name="Freeform 1893"/>
          <p:cNvSpPr/>
          <p:nvPr/>
        </p:nvSpPr>
        <p:spPr>
          <a:xfrm>
            <a:off x="289052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5" name="Freeform 1894"/>
          <p:cNvSpPr/>
          <p:nvPr/>
        </p:nvSpPr>
        <p:spPr>
          <a:xfrm>
            <a:off x="28943300" y="-24117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Freeform 1895"/>
          <p:cNvSpPr/>
          <p:nvPr/>
        </p:nvSpPr>
        <p:spPr>
          <a:xfrm>
            <a:off x="28968700" y="-2413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7" name="Freeform 1896"/>
          <p:cNvSpPr/>
          <p:nvPr/>
        </p:nvSpPr>
        <p:spPr>
          <a:xfrm>
            <a:off x="28994100" y="-2420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Freeform 1897"/>
          <p:cNvSpPr/>
          <p:nvPr/>
        </p:nvSpPr>
        <p:spPr>
          <a:xfrm>
            <a:off x="29032200" y="-24333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0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9" name="Freeform 1898"/>
          <p:cNvSpPr/>
          <p:nvPr/>
        </p:nvSpPr>
        <p:spPr>
          <a:xfrm>
            <a:off x="29057600" y="-244729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"/>
                </a:lnTo>
                <a:lnTo>
                  <a:pt x="3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0" name="Freeform 1899"/>
          <p:cNvSpPr/>
          <p:nvPr/>
        </p:nvSpPr>
        <p:spPr>
          <a:xfrm>
            <a:off x="29095700" y="-24536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1" name="Freeform 1900"/>
          <p:cNvSpPr/>
          <p:nvPr/>
        </p:nvSpPr>
        <p:spPr>
          <a:xfrm>
            <a:off x="291211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Freeform 1901"/>
          <p:cNvSpPr/>
          <p:nvPr/>
        </p:nvSpPr>
        <p:spPr>
          <a:xfrm>
            <a:off x="291592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3" name="Freeform 1902"/>
          <p:cNvSpPr/>
          <p:nvPr/>
        </p:nvSpPr>
        <p:spPr>
          <a:xfrm>
            <a:off x="29184600" y="-2453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4" name="Freeform 1903"/>
          <p:cNvSpPr/>
          <p:nvPr/>
        </p:nvSpPr>
        <p:spPr>
          <a:xfrm>
            <a:off x="292100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Freeform 1904"/>
          <p:cNvSpPr/>
          <p:nvPr/>
        </p:nvSpPr>
        <p:spPr>
          <a:xfrm>
            <a:off x="292481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6" name="Freeform 1905"/>
          <p:cNvSpPr/>
          <p:nvPr/>
        </p:nvSpPr>
        <p:spPr>
          <a:xfrm>
            <a:off x="292735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7" name="Freeform 1906"/>
          <p:cNvSpPr/>
          <p:nvPr/>
        </p:nvSpPr>
        <p:spPr>
          <a:xfrm>
            <a:off x="293116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Freeform 1907"/>
          <p:cNvSpPr/>
          <p:nvPr/>
        </p:nvSpPr>
        <p:spPr>
          <a:xfrm>
            <a:off x="29337000" y="-24549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9" name="Freeform 1908"/>
          <p:cNvSpPr/>
          <p:nvPr/>
        </p:nvSpPr>
        <p:spPr>
          <a:xfrm>
            <a:off x="293624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0" name="Freeform 1909"/>
          <p:cNvSpPr/>
          <p:nvPr/>
        </p:nvSpPr>
        <p:spPr>
          <a:xfrm>
            <a:off x="294005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Freeform 1910"/>
          <p:cNvSpPr/>
          <p:nvPr/>
        </p:nvSpPr>
        <p:spPr>
          <a:xfrm>
            <a:off x="294259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2" name="Connector 1911"/>
          <p:cNvCxnSpPr/>
          <p:nvPr/>
        </p:nvCxnSpPr>
        <p:spPr>
          <a:xfrm flipH="1">
            <a:off x="28095416" y="-22609588"/>
            <a:ext cx="888278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3" name="Connector 1912"/>
          <p:cNvCxnSpPr/>
          <p:nvPr/>
        </p:nvCxnSpPr>
        <p:spPr>
          <a:xfrm flipH="1">
            <a:off x="27933764" y="-22717307"/>
            <a:ext cx="888278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4" name="Connector 1913"/>
          <p:cNvCxnSpPr/>
          <p:nvPr/>
        </p:nvCxnSpPr>
        <p:spPr>
          <a:xfrm flipH="1">
            <a:off x="27772109" y="-22825026"/>
            <a:ext cx="888278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5" name="Connector 1914"/>
          <p:cNvCxnSpPr/>
          <p:nvPr/>
        </p:nvCxnSpPr>
        <p:spPr>
          <a:xfrm flipH="1" flipV="1">
            <a:off x="28660387" y="-22825026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6" name="Connector 1915"/>
          <p:cNvCxnSpPr/>
          <p:nvPr/>
        </p:nvCxnSpPr>
        <p:spPr>
          <a:xfrm flipH="1" flipV="1">
            <a:off x="28482732" y="-22809345"/>
            <a:ext cx="323308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7" name="Connector 1916"/>
          <p:cNvCxnSpPr/>
          <p:nvPr/>
        </p:nvCxnSpPr>
        <p:spPr>
          <a:xfrm flipH="1" flipV="1">
            <a:off x="28305075" y="-22793662"/>
            <a:ext cx="323307" cy="21543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8" name="Connector 1917"/>
          <p:cNvCxnSpPr/>
          <p:nvPr/>
        </p:nvCxnSpPr>
        <p:spPr>
          <a:xfrm flipH="1" flipV="1">
            <a:off x="28127421" y="-22777981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9" name="Connector 1918"/>
          <p:cNvCxnSpPr/>
          <p:nvPr/>
        </p:nvCxnSpPr>
        <p:spPr>
          <a:xfrm flipH="1" flipV="1">
            <a:off x="27949766" y="-22762300"/>
            <a:ext cx="323305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0" name="Connector 1919"/>
          <p:cNvCxnSpPr/>
          <p:nvPr/>
        </p:nvCxnSpPr>
        <p:spPr>
          <a:xfrm flipH="1" flipV="1">
            <a:off x="27772109" y="-22746619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1" name="Connector 1920"/>
          <p:cNvCxnSpPr/>
          <p:nvPr/>
        </p:nvCxnSpPr>
        <p:spPr>
          <a:xfrm flipH="1">
            <a:off x="28962176" y="-22609588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2" name="Connector 1921"/>
          <p:cNvCxnSpPr/>
          <p:nvPr/>
        </p:nvCxnSpPr>
        <p:spPr>
          <a:xfrm flipH="1">
            <a:off x="28800524" y="-2271730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3" name="Connector 1922"/>
          <p:cNvCxnSpPr/>
          <p:nvPr/>
        </p:nvCxnSpPr>
        <p:spPr>
          <a:xfrm flipH="1">
            <a:off x="28638868" y="-22825026"/>
            <a:ext cx="21519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4" name="Connector 1923"/>
          <p:cNvCxnSpPr/>
          <p:nvPr/>
        </p:nvCxnSpPr>
        <p:spPr>
          <a:xfrm flipV="1">
            <a:off x="28095416" y="-2253308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5" name="Connector 1924"/>
          <p:cNvCxnSpPr/>
          <p:nvPr/>
        </p:nvCxnSpPr>
        <p:spPr>
          <a:xfrm flipV="1">
            <a:off x="27933764" y="-2264079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6" name="Connector 1925"/>
          <p:cNvCxnSpPr/>
          <p:nvPr/>
        </p:nvCxnSpPr>
        <p:spPr>
          <a:xfrm flipV="1">
            <a:off x="27772109" y="-22748518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7" name="Connector 1926"/>
          <p:cNvCxnSpPr/>
          <p:nvPr/>
        </p:nvCxnSpPr>
        <p:spPr>
          <a:xfrm flipH="1" flipV="1">
            <a:off x="28965720" y="-22621566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8" name="Connector 1927"/>
          <p:cNvCxnSpPr/>
          <p:nvPr/>
        </p:nvCxnSpPr>
        <p:spPr>
          <a:xfrm flipH="1" flipV="1">
            <a:off x="28788066" y="-22605885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9" name="Connector 1928"/>
          <p:cNvCxnSpPr/>
          <p:nvPr/>
        </p:nvCxnSpPr>
        <p:spPr>
          <a:xfrm flipH="1" flipV="1">
            <a:off x="28610408" y="-22590202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0" name="Connector 1929"/>
          <p:cNvCxnSpPr/>
          <p:nvPr/>
        </p:nvCxnSpPr>
        <p:spPr>
          <a:xfrm flipH="1" flipV="1">
            <a:off x="28432754" y="-22574521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1" name="Connector 1930"/>
          <p:cNvCxnSpPr/>
          <p:nvPr/>
        </p:nvCxnSpPr>
        <p:spPr>
          <a:xfrm flipH="1" flipV="1">
            <a:off x="28255100" y="-22558840"/>
            <a:ext cx="17971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2" name="Connector 1931"/>
          <p:cNvCxnSpPr/>
          <p:nvPr/>
        </p:nvCxnSpPr>
        <p:spPr>
          <a:xfrm flipH="1" flipV="1">
            <a:off x="28077442" y="-2254315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3" name="Connector 1932"/>
          <p:cNvCxnSpPr/>
          <p:nvPr/>
        </p:nvCxnSpPr>
        <p:spPr>
          <a:xfrm>
            <a:off x="28660387" y="-22825026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4" name="Connector 1933"/>
          <p:cNvCxnSpPr/>
          <p:nvPr/>
        </p:nvCxnSpPr>
        <p:spPr>
          <a:xfrm>
            <a:off x="28482732" y="-2280934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5" name="Connector 1934"/>
          <p:cNvCxnSpPr/>
          <p:nvPr/>
        </p:nvCxnSpPr>
        <p:spPr>
          <a:xfrm>
            <a:off x="28305075" y="-22793662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6" name="Connector 1935"/>
          <p:cNvCxnSpPr/>
          <p:nvPr/>
        </p:nvCxnSpPr>
        <p:spPr>
          <a:xfrm>
            <a:off x="28127421" y="-22777981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7" name="Connector 1936"/>
          <p:cNvCxnSpPr/>
          <p:nvPr/>
        </p:nvCxnSpPr>
        <p:spPr>
          <a:xfrm>
            <a:off x="27949766" y="-22762300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8" name="Connector 1937"/>
          <p:cNvCxnSpPr/>
          <p:nvPr/>
        </p:nvCxnSpPr>
        <p:spPr>
          <a:xfrm>
            <a:off x="27772109" y="-22746619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9" name="Connector 1938"/>
          <p:cNvCxnSpPr/>
          <p:nvPr/>
        </p:nvCxnSpPr>
        <p:spPr>
          <a:xfrm flipH="1" flipV="1">
            <a:off x="28660387" y="-22825026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0" name="Connector 1939"/>
          <p:cNvCxnSpPr/>
          <p:nvPr/>
        </p:nvCxnSpPr>
        <p:spPr>
          <a:xfrm flipH="1" flipV="1">
            <a:off x="27772109" y="-22746619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1" name="Connector 1940"/>
          <p:cNvCxnSpPr/>
          <p:nvPr/>
        </p:nvCxnSpPr>
        <p:spPr>
          <a:xfrm flipH="1">
            <a:off x="28095416" y="-22609588"/>
            <a:ext cx="888278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2" name="Connector 1941"/>
          <p:cNvCxnSpPr/>
          <p:nvPr/>
        </p:nvCxnSpPr>
        <p:spPr>
          <a:xfrm flipH="1">
            <a:off x="27772109" y="-22825026"/>
            <a:ext cx="888278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3" name="Connector 1942"/>
          <p:cNvCxnSpPr/>
          <p:nvPr/>
        </p:nvCxnSpPr>
        <p:spPr>
          <a:xfrm flipH="1">
            <a:off x="28962176" y="-23238578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4" name="Connector 1943"/>
          <p:cNvCxnSpPr/>
          <p:nvPr/>
        </p:nvCxnSpPr>
        <p:spPr>
          <a:xfrm flipH="1">
            <a:off x="28800524" y="-2334629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5" name="Connector 1944"/>
          <p:cNvCxnSpPr/>
          <p:nvPr/>
        </p:nvCxnSpPr>
        <p:spPr>
          <a:xfrm flipH="1">
            <a:off x="28638868" y="-23454016"/>
            <a:ext cx="21519" cy="19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6" name="Connector 1945"/>
          <p:cNvCxnSpPr/>
          <p:nvPr/>
        </p:nvCxnSpPr>
        <p:spPr>
          <a:xfrm>
            <a:off x="28660387" y="-23454016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7" name="Connector 1946"/>
          <p:cNvCxnSpPr/>
          <p:nvPr/>
        </p:nvCxnSpPr>
        <p:spPr>
          <a:xfrm>
            <a:off x="28482732" y="-23438333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8" name="Connector 1947"/>
          <p:cNvCxnSpPr/>
          <p:nvPr/>
        </p:nvCxnSpPr>
        <p:spPr>
          <a:xfrm>
            <a:off x="28305075" y="-23422652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9" name="Connector 1948"/>
          <p:cNvCxnSpPr/>
          <p:nvPr/>
        </p:nvCxnSpPr>
        <p:spPr>
          <a:xfrm>
            <a:off x="28127421" y="-23406971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0" name="Connector 1949"/>
          <p:cNvCxnSpPr/>
          <p:nvPr/>
        </p:nvCxnSpPr>
        <p:spPr>
          <a:xfrm>
            <a:off x="27949766" y="-23391290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1" name="Connector 1950"/>
          <p:cNvCxnSpPr/>
          <p:nvPr/>
        </p:nvCxnSpPr>
        <p:spPr>
          <a:xfrm>
            <a:off x="27772109" y="-2337560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2" name="Connector 1951"/>
          <p:cNvCxnSpPr/>
          <p:nvPr/>
        </p:nvCxnSpPr>
        <p:spPr>
          <a:xfrm flipH="1" flipV="1">
            <a:off x="28660387" y="-23454016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3" name="Connector 1952"/>
          <p:cNvCxnSpPr/>
          <p:nvPr/>
        </p:nvCxnSpPr>
        <p:spPr>
          <a:xfrm flipH="1">
            <a:off x="27772109" y="-23454016"/>
            <a:ext cx="888278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4" name="Connector 1953"/>
          <p:cNvCxnSpPr/>
          <p:nvPr/>
        </p:nvCxnSpPr>
        <p:spPr>
          <a:xfrm flipV="1">
            <a:off x="28983694" y="-22631189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5" name="Connector 1954"/>
          <p:cNvCxnSpPr/>
          <p:nvPr/>
        </p:nvCxnSpPr>
        <p:spPr>
          <a:xfrm flipV="1">
            <a:off x="28806040" y="-2261550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6" name="Connector 1955"/>
          <p:cNvCxnSpPr/>
          <p:nvPr/>
        </p:nvCxnSpPr>
        <p:spPr>
          <a:xfrm flipV="1">
            <a:off x="28628382" y="-2259982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7" name="Connector 1956"/>
          <p:cNvCxnSpPr/>
          <p:nvPr/>
        </p:nvCxnSpPr>
        <p:spPr>
          <a:xfrm flipV="1">
            <a:off x="28450728" y="-22584145"/>
            <a:ext cx="0" cy="21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8" name="Connector 1957"/>
          <p:cNvCxnSpPr/>
          <p:nvPr/>
        </p:nvCxnSpPr>
        <p:spPr>
          <a:xfrm flipV="1">
            <a:off x="28273071" y="-22568462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9" name="Connector 1958"/>
          <p:cNvCxnSpPr/>
          <p:nvPr/>
        </p:nvCxnSpPr>
        <p:spPr>
          <a:xfrm flipV="1">
            <a:off x="28095416" y="-22552781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0" name="Connector 1959"/>
          <p:cNvCxnSpPr/>
          <p:nvPr/>
        </p:nvCxnSpPr>
        <p:spPr>
          <a:xfrm flipH="1">
            <a:off x="28962176" y="-22767841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1" name="Connector 1960"/>
          <p:cNvCxnSpPr/>
          <p:nvPr/>
        </p:nvCxnSpPr>
        <p:spPr>
          <a:xfrm flipH="1">
            <a:off x="28962176" y="-2304672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2" name="Connector 1961"/>
          <p:cNvCxnSpPr/>
          <p:nvPr/>
        </p:nvCxnSpPr>
        <p:spPr>
          <a:xfrm flipV="1">
            <a:off x="28983694" y="-23238578"/>
            <a:ext cx="0" cy="6289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3" name="Connector 1962"/>
          <p:cNvCxnSpPr/>
          <p:nvPr/>
        </p:nvCxnSpPr>
        <p:spPr>
          <a:xfrm flipV="1">
            <a:off x="28660387" y="-23454016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4" name="Connector 1963"/>
          <p:cNvCxnSpPr/>
          <p:nvPr/>
        </p:nvCxnSpPr>
        <p:spPr>
          <a:xfrm flipV="1">
            <a:off x="28482732" y="-23438333"/>
            <a:ext cx="0" cy="62898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5" name="Connector 1964"/>
          <p:cNvCxnSpPr/>
          <p:nvPr/>
        </p:nvCxnSpPr>
        <p:spPr>
          <a:xfrm flipV="1">
            <a:off x="28305075" y="-23422652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6" name="Connector 1965"/>
          <p:cNvCxnSpPr/>
          <p:nvPr/>
        </p:nvCxnSpPr>
        <p:spPr>
          <a:xfrm flipV="1">
            <a:off x="28127421" y="-23406971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7" name="Connector 1966"/>
          <p:cNvCxnSpPr/>
          <p:nvPr/>
        </p:nvCxnSpPr>
        <p:spPr>
          <a:xfrm flipV="1">
            <a:off x="27949766" y="-23391290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8" name="Connector 1967"/>
          <p:cNvCxnSpPr/>
          <p:nvPr/>
        </p:nvCxnSpPr>
        <p:spPr>
          <a:xfrm flipV="1">
            <a:off x="27772109" y="-23375608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9" name="Connector 1968"/>
          <p:cNvCxnSpPr/>
          <p:nvPr/>
        </p:nvCxnSpPr>
        <p:spPr>
          <a:xfrm flipV="1">
            <a:off x="28660387" y="-2284662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0" name="Connector 1969"/>
          <p:cNvCxnSpPr/>
          <p:nvPr/>
        </p:nvCxnSpPr>
        <p:spPr>
          <a:xfrm flipV="1">
            <a:off x="28482732" y="-2283094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1" name="Connector 1970"/>
          <p:cNvCxnSpPr/>
          <p:nvPr/>
        </p:nvCxnSpPr>
        <p:spPr>
          <a:xfrm flipV="1">
            <a:off x="28305075" y="-22815263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2" name="Connector 1971"/>
          <p:cNvCxnSpPr/>
          <p:nvPr/>
        </p:nvCxnSpPr>
        <p:spPr>
          <a:xfrm flipV="1">
            <a:off x="28127421" y="-22799581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3" name="Connector 1972"/>
          <p:cNvCxnSpPr/>
          <p:nvPr/>
        </p:nvCxnSpPr>
        <p:spPr>
          <a:xfrm flipV="1">
            <a:off x="27949766" y="-2278390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4" name="Connector 1973"/>
          <p:cNvCxnSpPr/>
          <p:nvPr/>
        </p:nvCxnSpPr>
        <p:spPr>
          <a:xfrm flipV="1">
            <a:off x="27772109" y="-22768219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5" name="Connector 1974"/>
          <p:cNvCxnSpPr/>
          <p:nvPr/>
        </p:nvCxnSpPr>
        <p:spPr>
          <a:xfrm>
            <a:off x="28660387" y="-2345401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6" name="Connector 1975"/>
          <p:cNvCxnSpPr/>
          <p:nvPr/>
        </p:nvCxnSpPr>
        <p:spPr>
          <a:xfrm>
            <a:off x="28482732" y="-2343833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7" name="Connector 1976"/>
          <p:cNvCxnSpPr/>
          <p:nvPr/>
        </p:nvCxnSpPr>
        <p:spPr>
          <a:xfrm>
            <a:off x="28305075" y="-23422652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8" name="Connector 1977"/>
          <p:cNvCxnSpPr/>
          <p:nvPr/>
        </p:nvCxnSpPr>
        <p:spPr>
          <a:xfrm>
            <a:off x="28127421" y="-23406971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9" name="Connector 1978"/>
          <p:cNvCxnSpPr/>
          <p:nvPr/>
        </p:nvCxnSpPr>
        <p:spPr>
          <a:xfrm>
            <a:off x="27949766" y="-23391290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0" name="Connector 1979"/>
          <p:cNvCxnSpPr/>
          <p:nvPr/>
        </p:nvCxnSpPr>
        <p:spPr>
          <a:xfrm>
            <a:off x="27772109" y="-2337560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1" name="Connector 1980"/>
          <p:cNvCxnSpPr/>
          <p:nvPr/>
        </p:nvCxnSpPr>
        <p:spPr>
          <a:xfrm flipH="1">
            <a:off x="27772109" y="-22983279"/>
            <a:ext cx="888278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2" name="Connector 1981"/>
          <p:cNvCxnSpPr/>
          <p:nvPr/>
        </p:nvCxnSpPr>
        <p:spPr>
          <a:xfrm flipH="1">
            <a:off x="27772109" y="-23262158"/>
            <a:ext cx="888278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3" name="Connector 1982"/>
          <p:cNvCxnSpPr/>
          <p:nvPr/>
        </p:nvCxnSpPr>
        <p:spPr>
          <a:xfrm flipH="1">
            <a:off x="28638868" y="-22983279"/>
            <a:ext cx="21519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4" name="Connector 1983"/>
          <p:cNvCxnSpPr/>
          <p:nvPr/>
        </p:nvCxnSpPr>
        <p:spPr>
          <a:xfrm flipH="1">
            <a:off x="28638868" y="-23262158"/>
            <a:ext cx="21519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5" name="Connector 1984"/>
          <p:cNvCxnSpPr/>
          <p:nvPr/>
        </p:nvCxnSpPr>
        <p:spPr>
          <a:xfrm flipV="1">
            <a:off x="27772109" y="-2290677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6" name="Connector 1985"/>
          <p:cNvCxnSpPr/>
          <p:nvPr/>
        </p:nvCxnSpPr>
        <p:spPr>
          <a:xfrm flipV="1">
            <a:off x="27772109" y="-2318564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7" name="Connector 1986"/>
          <p:cNvCxnSpPr/>
          <p:nvPr/>
        </p:nvCxnSpPr>
        <p:spPr>
          <a:xfrm flipV="1">
            <a:off x="28660387" y="-23454016"/>
            <a:ext cx="0" cy="6289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8" name="Connector 1987"/>
          <p:cNvCxnSpPr/>
          <p:nvPr/>
        </p:nvCxnSpPr>
        <p:spPr>
          <a:xfrm flipV="1">
            <a:off x="27772109" y="-23375608"/>
            <a:ext cx="0" cy="6289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9" name="Connector 1988"/>
          <p:cNvCxnSpPr/>
          <p:nvPr/>
        </p:nvCxnSpPr>
        <p:spPr>
          <a:xfrm flipV="1">
            <a:off x="28983694" y="-23238578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0" name="Connector 1989"/>
          <p:cNvCxnSpPr/>
          <p:nvPr/>
        </p:nvCxnSpPr>
        <p:spPr>
          <a:xfrm flipV="1">
            <a:off x="28822042" y="-23346297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1" name="Connector 1990"/>
          <p:cNvCxnSpPr/>
          <p:nvPr/>
        </p:nvCxnSpPr>
        <p:spPr>
          <a:xfrm flipV="1">
            <a:off x="28660387" y="-23454016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2" name="Connector 1991"/>
          <p:cNvCxnSpPr/>
          <p:nvPr/>
        </p:nvCxnSpPr>
        <p:spPr>
          <a:xfrm flipV="1">
            <a:off x="28983694" y="-22631189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3" name="Connector 1992"/>
          <p:cNvCxnSpPr/>
          <p:nvPr/>
        </p:nvCxnSpPr>
        <p:spPr>
          <a:xfrm flipV="1">
            <a:off x="28822042" y="-22738908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4" name="Connector 1993"/>
          <p:cNvCxnSpPr/>
          <p:nvPr/>
        </p:nvCxnSpPr>
        <p:spPr>
          <a:xfrm flipV="1">
            <a:off x="28660387" y="-2284662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5" name="Connector 1994"/>
          <p:cNvCxnSpPr/>
          <p:nvPr/>
        </p:nvCxnSpPr>
        <p:spPr>
          <a:xfrm>
            <a:off x="28983694" y="-2323857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6" name="Connector 1995"/>
          <p:cNvCxnSpPr/>
          <p:nvPr/>
        </p:nvCxnSpPr>
        <p:spPr>
          <a:xfrm>
            <a:off x="28822042" y="-2334629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7" name="Connector 1996"/>
          <p:cNvCxnSpPr/>
          <p:nvPr/>
        </p:nvCxnSpPr>
        <p:spPr>
          <a:xfrm>
            <a:off x="28660387" y="-2345401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8" name="Connector 1997"/>
          <p:cNvCxnSpPr/>
          <p:nvPr/>
        </p:nvCxnSpPr>
        <p:spPr>
          <a:xfrm flipH="1" flipV="1">
            <a:off x="28660387" y="-22983279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9" name="Connector 1998"/>
          <p:cNvCxnSpPr/>
          <p:nvPr/>
        </p:nvCxnSpPr>
        <p:spPr>
          <a:xfrm flipH="1" flipV="1">
            <a:off x="28660387" y="-23262158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0" name="Connector 1999"/>
          <p:cNvCxnSpPr/>
          <p:nvPr/>
        </p:nvCxnSpPr>
        <p:spPr>
          <a:xfrm flipH="1" flipV="1">
            <a:off x="28965720" y="-2277981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1" name="Connector 2000"/>
          <p:cNvCxnSpPr/>
          <p:nvPr/>
        </p:nvCxnSpPr>
        <p:spPr>
          <a:xfrm flipH="1" flipV="1">
            <a:off x="28965720" y="-2305869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2" name="Connector 2001"/>
          <p:cNvCxnSpPr/>
          <p:nvPr/>
        </p:nvCxnSpPr>
        <p:spPr>
          <a:xfrm>
            <a:off x="28660387" y="-22983279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3" name="Connector 2002"/>
          <p:cNvCxnSpPr/>
          <p:nvPr/>
        </p:nvCxnSpPr>
        <p:spPr>
          <a:xfrm>
            <a:off x="28660387" y="-23262158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4" name="Connector 2003"/>
          <p:cNvCxnSpPr/>
          <p:nvPr/>
        </p:nvCxnSpPr>
        <p:spPr>
          <a:xfrm flipV="1">
            <a:off x="28095416" y="-22552781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5" name="Connector 2004"/>
          <p:cNvCxnSpPr/>
          <p:nvPr/>
        </p:nvCxnSpPr>
        <p:spPr>
          <a:xfrm flipV="1">
            <a:off x="27933764" y="-2266050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6" name="Connector 2005"/>
          <p:cNvCxnSpPr/>
          <p:nvPr/>
        </p:nvCxnSpPr>
        <p:spPr>
          <a:xfrm flipV="1">
            <a:off x="27772109" y="-22768219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7" name="Connector 2006"/>
          <p:cNvCxnSpPr/>
          <p:nvPr/>
        </p:nvCxnSpPr>
        <p:spPr>
          <a:xfrm>
            <a:off x="27772109" y="-22904871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8" name="Connector 2007"/>
          <p:cNvCxnSpPr/>
          <p:nvPr/>
        </p:nvCxnSpPr>
        <p:spPr>
          <a:xfrm>
            <a:off x="27772109" y="-2318375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9" name="Freeform 2008"/>
          <p:cNvSpPr/>
          <p:nvPr/>
        </p:nvSpPr>
        <p:spPr>
          <a:xfrm>
            <a:off x="280797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0" name="Freeform 2009"/>
          <p:cNvSpPr/>
          <p:nvPr/>
        </p:nvSpPr>
        <p:spPr>
          <a:xfrm>
            <a:off x="281178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1" name="Freeform 2010"/>
          <p:cNvSpPr/>
          <p:nvPr/>
        </p:nvSpPr>
        <p:spPr>
          <a:xfrm>
            <a:off x="28143200" y="-2259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Freeform 2011"/>
          <p:cNvSpPr/>
          <p:nvPr/>
        </p:nvSpPr>
        <p:spPr>
          <a:xfrm>
            <a:off x="281813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3" name="Freeform 2012"/>
          <p:cNvSpPr/>
          <p:nvPr/>
        </p:nvSpPr>
        <p:spPr>
          <a:xfrm>
            <a:off x="282067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4" name="Freeform 2013"/>
          <p:cNvSpPr/>
          <p:nvPr/>
        </p:nvSpPr>
        <p:spPr>
          <a:xfrm>
            <a:off x="282321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5" name="Freeform 2014"/>
          <p:cNvSpPr/>
          <p:nvPr/>
        </p:nvSpPr>
        <p:spPr>
          <a:xfrm>
            <a:off x="28270200" y="-2260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6" name="Freeform 2015"/>
          <p:cNvSpPr/>
          <p:nvPr/>
        </p:nvSpPr>
        <p:spPr>
          <a:xfrm>
            <a:off x="282956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7" name="Freeform 2016"/>
          <p:cNvSpPr/>
          <p:nvPr/>
        </p:nvSpPr>
        <p:spPr>
          <a:xfrm>
            <a:off x="283337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8" name="Freeform 2017"/>
          <p:cNvSpPr/>
          <p:nvPr/>
        </p:nvSpPr>
        <p:spPr>
          <a:xfrm>
            <a:off x="28359100" y="-2263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9" name="Freeform 2018"/>
          <p:cNvSpPr/>
          <p:nvPr/>
        </p:nvSpPr>
        <p:spPr>
          <a:xfrm>
            <a:off x="283845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0" name="Freeform 2019"/>
          <p:cNvSpPr/>
          <p:nvPr/>
        </p:nvSpPr>
        <p:spPr>
          <a:xfrm>
            <a:off x="284226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1" name="Freeform 2020"/>
          <p:cNvSpPr/>
          <p:nvPr/>
        </p:nvSpPr>
        <p:spPr>
          <a:xfrm>
            <a:off x="284480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2" name="Freeform 2021"/>
          <p:cNvSpPr/>
          <p:nvPr/>
        </p:nvSpPr>
        <p:spPr>
          <a:xfrm>
            <a:off x="284861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3" name="Freeform 2022"/>
          <p:cNvSpPr/>
          <p:nvPr/>
        </p:nvSpPr>
        <p:spPr>
          <a:xfrm>
            <a:off x="285115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4" name="Freeform 2023"/>
          <p:cNvSpPr/>
          <p:nvPr/>
        </p:nvSpPr>
        <p:spPr>
          <a:xfrm>
            <a:off x="285496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5" name="Freeform 2024"/>
          <p:cNvSpPr/>
          <p:nvPr/>
        </p:nvSpPr>
        <p:spPr>
          <a:xfrm>
            <a:off x="28575000" y="-2263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6" name="Freeform 2025"/>
          <p:cNvSpPr/>
          <p:nvPr/>
        </p:nvSpPr>
        <p:spPr>
          <a:xfrm>
            <a:off x="286004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7" name="Freeform 2026"/>
          <p:cNvSpPr/>
          <p:nvPr/>
        </p:nvSpPr>
        <p:spPr>
          <a:xfrm>
            <a:off x="286385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8" name="Freeform 2027"/>
          <p:cNvSpPr/>
          <p:nvPr/>
        </p:nvSpPr>
        <p:spPr>
          <a:xfrm>
            <a:off x="286639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9" name="Freeform 2028"/>
          <p:cNvSpPr/>
          <p:nvPr/>
        </p:nvSpPr>
        <p:spPr>
          <a:xfrm>
            <a:off x="287020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0" name="Freeform 2029"/>
          <p:cNvSpPr/>
          <p:nvPr/>
        </p:nvSpPr>
        <p:spPr>
          <a:xfrm>
            <a:off x="287274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1" name="Freeform 2030"/>
          <p:cNvSpPr/>
          <p:nvPr/>
        </p:nvSpPr>
        <p:spPr>
          <a:xfrm>
            <a:off x="287528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2" name="Freeform 2031"/>
          <p:cNvSpPr/>
          <p:nvPr/>
        </p:nvSpPr>
        <p:spPr>
          <a:xfrm>
            <a:off x="287909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3" name="Freeform 2032"/>
          <p:cNvSpPr/>
          <p:nvPr/>
        </p:nvSpPr>
        <p:spPr>
          <a:xfrm>
            <a:off x="288163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4" name="Freeform 2033"/>
          <p:cNvSpPr/>
          <p:nvPr/>
        </p:nvSpPr>
        <p:spPr>
          <a:xfrm>
            <a:off x="288544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5" name="Freeform 2034"/>
          <p:cNvSpPr/>
          <p:nvPr/>
        </p:nvSpPr>
        <p:spPr>
          <a:xfrm>
            <a:off x="288798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6" name="Freeform 2035"/>
          <p:cNvSpPr/>
          <p:nvPr/>
        </p:nvSpPr>
        <p:spPr>
          <a:xfrm>
            <a:off x="289052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7" name="Freeform 2036"/>
          <p:cNvSpPr/>
          <p:nvPr/>
        </p:nvSpPr>
        <p:spPr>
          <a:xfrm>
            <a:off x="289433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8" name="Freeform 2037"/>
          <p:cNvSpPr/>
          <p:nvPr/>
        </p:nvSpPr>
        <p:spPr>
          <a:xfrm>
            <a:off x="280670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9" name="Freeform 2038"/>
          <p:cNvSpPr/>
          <p:nvPr/>
        </p:nvSpPr>
        <p:spPr>
          <a:xfrm>
            <a:off x="281051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0" name="Freeform 2039"/>
          <p:cNvSpPr/>
          <p:nvPr/>
        </p:nvSpPr>
        <p:spPr>
          <a:xfrm>
            <a:off x="281305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1" name="Freeform 2040"/>
          <p:cNvSpPr/>
          <p:nvPr/>
        </p:nvSpPr>
        <p:spPr>
          <a:xfrm>
            <a:off x="281686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2" name="Freeform 2041"/>
          <p:cNvSpPr/>
          <p:nvPr/>
        </p:nvSpPr>
        <p:spPr>
          <a:xfrm>
            <a:off x="28194000" y="-2260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3" name="Freeform 2042"/>
          <p:cNvSpPr/>
          <p:nvPr/>
        </p:nvSpPr>
        <p:spPr>
          <a:xfrm>
            <a:off x="282321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" name="Freeform 2043"/>
          <p:cNvSpPr/>
          <p:nvPr/>
        </p:nvSpPr>
        <p:spPr>
          <a:xfrm>
            <a:off x="282575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5" name="Freeform 2044"/>
          <p:cNvSpPr/>
          <p:nvPr/>
        </p:nvSpPr>
        <p:spPr>
          <a:xfrm>
            <a:off x="282829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6" name="Freeform 2045"/>
          <p:cNvSpPr/>
          <p:nvPr/>
        </p:nvSpPr>
        <p:spPr>
          <a:xfrm>
            <a:off x="283210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7" name="Freeform 2046"/>
          <p:cNvSpPr/>
          <p:nvPr/>
        </p:nvSpPr>
        <p:spPr>
          <a:xfrm>
            <a:off x="28346400" y="-2264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8" name="Freeform 2047"/>
          <p:cNvSpPr/>
          <p:nvPr/>
        </p:nvSpPr>
        <p:spPr>
          <a:xfrm>
            <a:off x="283845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9" name="Freeform 2048"/>
          <p:cNvSpPr/>
          <p:nvPr/>
        </p:nvSpPr>
        <p:spPr>
          <a:xfrm>
            <a:off x="284099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0" name="Freeform 2049"/>
          <p:cNvSpPr/>
          <p:nvPr/>
        </p:nvSpPr>
        <p:spPr>
          <a:xfrm>
            <a:off x="284353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1" name="Freeform 2050"/>
          <p:cNvSpPr/>
          <p:nvPr/>
        </p:nvSpPr>
        <p:spPr>
          <a:xfrm>
            <a:off x="28473400" y="-2263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2" name="Freeform 2051"/>
          <p:cNvSpPr/>
          <p:nvPr/>
        </p:nvSpPr>
        <p:spPr>
          <a:xfrm>
            <a:off x="284988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3" name="Freeform 2052"/>
          <p:cNvSpPr/>
          <p:nvPr/>
        </p:nvSpPr>
        <p:spPr>
          <a:xfrm>
            <a:off x="285369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4" name="Freeform 2053"/>
          <p:cNvSpPr/>
          <p:nvPr/>
        </p:nvSpPr>
        <p:spPr>
          <a:xfrm>
            <a:off x="285623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5" name="Freeform 2054"/>
          <p:cNvSpPr/>
          <p:nvPr/>
        </p:nvSpPr>
        <p:spPr>
          <a:xfrm>
            <a:off x="28587700" y="-2265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6" name="Freeform 2055"/>
          <p:cNvSpPr/>
          <p:nvPr/>
        </p:nvSpPr>
        <p:spPr>
          <a:xfrm>
            <a:off x="286258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7" name="Freeform 2056"/>
          <p:cNvSpPr/>
          <p:nvPr/>
        </p:nvSpPr>
        <p:spPr>
          <a:xfrm>
            <a:off x="286512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8" name="Freeform 2057"/>
          <p:cNvSpPr/>
          <p:nvPr/>
        </p:nvSpPr>
        <p:spPr>
          <a:xfrm>
            <a:off x="286893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Freeform 2058"/>
          <p:cNvSpPr/>
          <p:nvPr/>
        </p:nvSpPr>
        <p:spPr>
          <a:xfrm>
            <a:off x="287147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0" name="Freeform 2059"/>
          <p:cNvSpPr/>
          <p:nvPr/>
        </p:nvSpPr>
        <p:spPr>
          <a:xfrm>
            <a:off x="287528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1" name="Freeform 2060"/>
          <p:cNvSpPr/>
          <p:nvPr/>
        </p:nvSpPr>
        <p:spPr>
          <a:xfrm>
            <a:off x="287782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Freeform 2061"/>
          <p:cNvSpPr/>
          <p:nvPr/>
        </p:nvSpPr>
        <p:spPr>
          <a:xfrm>
            <a:off x="288036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3" name="Freeform 2062"/>
          <p:cNvSpPr/>
          <p:nvPr/>
        </p:nvSpPr>
        <p:spPr>
          <a:xfrm>
            <a:off x="288417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4" name="Freeform 2063"/>
          <p:cNvSpPr/>
          <p:nvPr/>
        </p:nvSpPr>
        <p:spPr>
          <a:xfrm>
            <a:off x="28867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Freeform 2064"/>
          <p:cNvSpPr/>
          <p:nvPr/>
        </p:nvSpPr>
        <p:spPr>
          <a:xfrm>
            <a:off x="28905200" y="-22669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6" name="Freeform 2065"/>
          <p:cNvSpPr/>
          <p:nvPr/>
        </p:nvSpPr>
        <p:spPr>
          <a:xfrm>
            <a:off x="289306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7" name="Freeform 2066"/>
          <p:cNvSpPr/>
          <p:nvPr/>
        </p:nvSpPr>
        <p:spPr>
          <a:xfrm>
            <a:off x="280670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Freeform 2067"/>
          <p:cNvSpPr/>
          <p:nvPr/>
        </p:nvSpPr>
        <p:spPr>
          <a:xfrm>
            <a:off x="28092400" y="-2260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9" name="Freeform 2068"/>
          <p:cNvSpPr/>
          <p:nvPr/>
        </p:nvSpPr>
        <p:spPr>
          <a:xfrm>
            <a:off x="281178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0" name="Freeform 2069"/>
          <p:cNvSpPr/>
          <p:nvPr/>
        </p:nvSpPr>
        <p:spPr>
          <a:xfrm>
            <a:off x="281559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1" name="Freeform 2070"/>
          <p:cNvSpPr/>
          <p:nvPr/>
        </p:nvSpPr>
        <p:spPr>
          <a:xfrm>
            <a:off x="281813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2" name="Freeform 2071"/>
          <p:cNvSpPr/>
          <p:nvPr/>
        </p:nvSpPr>
        <p:spPr>
          <a:xfrm>
            <a:off x="282194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3" name="Freeform 2072"/>
          <p:cNvSpPr/>
          <p:nvPr/>
        </p:nvSpPr>
        <p:spPr>
          <a:xfrm>
            <a:off x="28244800" y="-2261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4" name="Freeform 2073"/>
          <p:cNvSpPr/>
          <p:nvPr/>
        </p:nvSpPr>
        <p:spPr>
          <a:xfrm>
            <a:off x="282702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5" name="Freeform 2074"/>
          <p:cNvSpPr/>
          <p:nvPr/>
        </p:nvSpPr>
        <p:spPr>
          <a:xfrm>
            <a:off x="283083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6" name="Freeform 2075"/>
          <p:cNvSpPr/>
          <p:nvPr/>
        </p:nvSpPr>
        <p:spPr>
          <a:xfrm>
            <a:off x="283337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7" name="Freeform 2076"/>
          <p:cNvSpPr/>
          <p:nvPr/>
        </p:nvSpPr>
        <p:spPr>
          <a:xfrm>
            <a:off x="283718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8" name="Freeform 2077"/>
          <p:cNvSpPr/>
          <p:nvPr/>
        </p:nvSpPr>
        <p:spPr>
          <a:xfrm>
            <a:off x="283972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9" name="Freeform 2078"/>
          <p:cNvSpPr/>
          <p:nvPr/>
        </p:nvSpPr>
        <p:spPr>
          <a:xfrm>
            <a:off x="284353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0" name="Freeform 2079"/>
          <p:cNvSpPr/>
          <p:nvPr/>
        </p:nvSpPr>
        <p:spPr>
          <a:xfrm>
            <a:off x="284607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1" name="Freeform 2080"/>
          <p:cNvSpPr/>
          <p:nvPr/>
        </p:nvSpPr>
        <p:spPr>
          <a:xfrm>
            <a:off x="284861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2" name="Freeform 2081"/>
          <p:cNvSpPr/>
          <p:nvPr/>
        </p:nvSpPr>
        <p:spPr>
          <a:xfrm>
            <a:off x="285242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3" name="Freeform 2082"/>
          <p:cNvSpPr/>
          <p:nvPr/>
        </p:nvSpPr>
        <p:spPr>
          <a:xfrm>
            <a:off x="285496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" name="Freeform 2083"/>
          <p:cNvSpPr/>
          <p:nvPr/>
        </p:nvSpPr>
        <p:spPr>
          <a:xfrm>
            <a:off x="285877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5" name="Freeform 2084"/>
          <p:cNvSpPr/>
          <p:nvPr/>
        </p:nvSpPr>
        <p:spPr>
          <a:xfrm>
            <a:off x="28613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6" name="Freeform 2085"/>
          <p:cNvSpPr/>
          <p:nvPr/>
        </p:nvSpPr>
        <p:spPr>
          <a:xfrm>
            <a:off x="286385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7" name="Freeform 2086"/>
          <p:cNvSpPr/>
          <p:nvPr/>
        </p:nvSpPr>
        <p:spPr>
          <a:xfrm>
            <a:off x="286766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8" name="Freeform 2087"/>
          <p:cNvSpPr/>
          <p:nvPr/>
        </p:nvSpPr>
        <p:spPr>
          <a:xfrm>
            <a:off x="287020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9" name="Freeform 2088"/>
          <p:cNvSpPr/>
          <p:nvPr/>
        </p:nvSpPr>
        <p:spPr>
          <a:xfrm>
            <a:off x="28740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0" name="Freeform 2089"/>
          <p:cNvSpPr/>
          <p:nvPr/>
        </p:nvSpPr>
        <p:spPr>
          <a:xfrm>
            <a:off x="287655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1" name="Freeform 2090"/>
          <p:cNvSpPr/>
          <p:nvPr/>
        </p:nvSpPr>
        <p:spPr>
          <a:xfrm>
            <a:off x="28790900" y="-22669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2" name="Freeform 2091"/>
          <p:cNvSpPr/>
          <p:nvPr/>
        </p:nvSpPr>
        <p:spPr>
          <a:xfrm>
            <a:off x="288290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3" name="Freeform 2092"/>
          <p:cNvSpPr/>
          <p:nvPr/>
        </p:nvSpPr>
        <p:spPr>
          <a:xfrm>
            <a:off x="288544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4" name="Freeform 2093"/>
          <p:cNvSpPr/>
          <p:nvPr/>
        </p:nvSpPr>
        <p:spPr>
          <a:xfrm>
            <a:off x="288925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5" name="Freeform 2094"/>
          <p:cNvSpPr/>
          <p:nvPr/>
        </p:nvSpPr>
        <p:spPr>
          <a:xfrm>
            <a:off x="28917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6" name="Freeform 2095"/>
          <p:cNvSpPr/>
          <p:nvPr/>
        </p:nvSpPr>
        <p:spPr>
          <a:xfrm>
            <a:off x="280543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" name="Freeform 2096"/>
          <p:cNvSpPr/>
          <p:nvPr/>
        </p:nvSpPr>
        <p:spPr>
          <a:xfrm>
            <a:off x="280797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8" name="Freeform 2097"/>
          <p:cNvSpPr/>
          <p:nvPr/>
        </p:nvSpPr>
        <p:spPr>
          <a:xfrm>
            <a:off x="281178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9" name="Freeform 2098"/>
          <p:cNvSpPr/>
          <p:nvPr/>
        </p:nvSpPr>
        <p:spPr>
          <a:xfrm>
            <a:off x="28143200" y="-2261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0" name="Freeform 2099"/>
          <p:cNvSpPr/>
          <p:nvPr/>
        </p:nvSpPr>
        <p:spPr>
          <a:xfrm>
            <a:off x="281686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1" name="Freeform 2100"/>
          <p:cNvSpPr/>
          <p:nvPr/>
        </p:nvSpPr>
        <p:spPr>
          <a:xfrm>
            <a:off x="282067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2" name="Freeform 2101"/>
          <p:cNvSpPr/>
          <p:nvPr/>
        </p:nvSpPr>
        <p:spPr>
          <a:xfrm>
            <a:off x="282321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" name="Freeform 2102"/>
          <p:cNvSpPr/>
          <p:nvPr/>
        </p:nvSpPr>
        <p:spPr>
          <a:xfrm>
            <a:off x="282702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" name="Freeform 2103"/>
          <p:cNvSpPr/>
          <p:nvPr/>
        </p:nvSpPr>
        <p:spPr>
          <a:xfrm>
            <a:off x="282956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Freeform 2104"/>
          <p:cNvSpPr/>
          <p:nvPr/>
        </p:nvSpPr>
        <p:spPr>
          <a:xfrm>
            <a:off x="28321000" y="-2265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6" name="Freeform 2105"/>
          <p:cNvSpPr/>
          <p:nvPr/>
        </p:nvSpPr>
        <p:spPr>
          <a:xfrm>
            <a:off x="283591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7" name="Freeform 2106"/>
          <p:cNvSpPr/>
          <p:nvPr/>
        </p:nvSpPr>
        <p:spPr>
          <a:xfrm>
            <a:off x="28384500" y="-22644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Freeform 2107"/>
          <p:cNvSpPr/>
          <p:nvPr/>
        </p:nvSpPr>
        <p:spPr>
          <a:xfrm>
            <a:off x="284226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9" name="Freeform 2108"/>
          <p:cNvSpPr/>
          <p:nvPr/>
        </p:nvSpPr>
        <p:spPr>
          <a:xfrm>
            <a:off x="284480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0" name="Freeform 2109"/>
          <p:cNvSpPr/>
          <p:nvPr/>
        </p:nvSpPr>
        <p:spPr>
          <a:xfrm>
            <a:off x="284734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Freeform 2110"/>
          <p:cNvSpPr/>
          <p:nvPr/>
        </p:nvSpPr>
        <p:spPr>
          <a:xfrm>
            <a:off x="285115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2" name="Freeform 2111"/>
          <p:cNvSpPr/>
          <p:nvPr/>
        </p:nvSpPr>
        <p:spPr>
          <a:xfrm>
            <a:off x="285369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3" name="Freeform 2112"/>
          <p:cNvSpPr/>
          <p:nvPr/>
        </p:nvSpPr>
        <p:spPr>
          <a:xfrm>
            <a:off x="285750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Freeform 2113"/>
          <p:cNvSpPr/>
          <p:nvPr/>
        </p:nvSpPr>
        <p:spPr>
          <a:xfrm>
            <a:off x="286004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5" name="Freeform 2114"/>
          <p:cNvSpPr/>
          <p:nvPr/>
        </p:nvSpPr>
        <p:spPr>
          <a:xfrm>
            <a:off x="286385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" name="Freeform 2115"/>
          <p:cNvSpPr/>
          <p:nvPr/>
        </p:nvSpPr>
        <p:spPr>
          <a:xfrm>
            <a:off x="28663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7" name="Freeform 2116"/>
          <p:cNvSpPr/>
          <p:nvPr/>
        </p:nvSpPr>
        <p:spPr>
          <a:xfrm>
            <a:off x="286893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8" name="Freeform 2117"/>
          <p:cNvSpPr/>
          <p:nvPr/>
        </p:nvSpPr>
        <p:spPr>
          <a:xfrm>
            <a:off x="28727400" y="-22669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9" name="Freeform 2118"/>
          <p:cNvSpPr/>
          <p:nvPr/>
        </p:nvSpPr>
        <p:spPr>
          <a:xfrm>
            <a:off x="287528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0" name="Freeform 2119"/>
          <p:cNvSpPr/>
          <p:nvPr/>
        </p:nvSpPr>
        <p:spPr>
          <a:xfrm>
            <a:off x="28790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1" name="Freeform 2120"/>
          <p:cNvSpPr/>
          <p:nvPr/>
        </p:nvSpPr>
        <p:spPr>
          <a:xfrm>
            <a:off x="288163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2" name="Freeform 2121"/>
          <p:cNvSpPr/>
          <p:nvPr/>
        </p:nvSpPr>
        <p:spPr>
          <a:xfrm>
            <a:off x="28841700" y="-22682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3" name="Freeform 2122"/>
          <p:cNvSpPr/>
          <p:nvPr/>
        </p:nvSpPr>
        <p:spPr>
          <a:xfrm>
            <a:off x="288798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4" name="Freeform 2123"/>
          <p:cNvSpPr/>
          <p:nvPr/>
        </p:nvSpPr>
        <p:spPr>
          <a:xfrm>
            <a:off x="289052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5" name="Freeform 2124"/>
          <p:cNvSpPr/>
          <p:nvPr/>
        </p:nvSpPr>
        <p:spPr>
          <a:xfrm>
            <a:off x="28041600" y="-2261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6" name="Freeform 2125"/>
          <p:cNvSpPr/>
          <p:nvPr/>
        </p:nvSpPr>
        <p:spPr>
          <a:xfrm>
            <a:off x="280670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7" name="Freeform 2126"/>
          <p:cNvSpPr/>
          <p:nvPr/>
        </p:nvSpPr>
        <p:spPr>
          <a:xfrm>
            <a:off x="281051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8" name="Freeform 2127"/>
          <p:cNvSpPr/>
          <p:nvPr/>
        </p:nvSpPr>
        <p:spPr>
          <a:xfrm>
            <a:off x="281305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9" name="Freeform 2128"/>
          <p:cNvSpPr/>
          <p:nvPr/>
        </p:nvSpPr>
        <p:spPr>
          <a:xfrm>
            <a:off x="281559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" name="Freeform 2129"/>
          <p:cNvSpPr/>
          <p:nvPr/>
        </p:nvSpPr>
        <p:spPr>
          <a:xfrm>
            <a:off x="28194000" y="-2263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1" name="Freeform 2130"/>
          <p:cNvSpPr/>
          <p:nvPr/>
        </p:nvSpPr>
        <p:spPr>
          <a:xfrm>
            <a:off x="282194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2" name="Freeform 2131"/>
          <p:cNvSpPr/>
          <p:nvPr/>
        </p:nvSpPr>
        <p:spPr>
          <a:xfrm>
            <a:off x="282575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3" name="Freeform 2132"/>
          <p:cNvSpPr/>
          <p:nvPr/>
        </p:nvSpPr>
        <p:spPr>
          <a:xfrm>
            <a:off x="282829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4" name="Freeform 2133"/>
          <p:cNvSpPr/>
          <p:nvPr/>
        </p:nvSpPr>
        <p:spPr>
          <a:xfrm>
            <a:off x="283210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5" name="Freeform 2134"/>
          <p:cNvSpPr/>
          <p:nvPr/>
        </p:nvSpPr>
        <p:spPr>
          <a:xfrm>
            <a:off x="283464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6" name="Freeform 2135"/>
          <p:cNvSpPr/>
          <p:nvPr/>
        </p:nvSpPr>
        <p:spPr>
          <a:xfrm>
            <a:off x="283718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7" name="Freeform 2136"/>
          <p:cNvSpPr/>
          <p:nvPr/>
        </p:nvSpPr>
        <p:spPr>
          <a:xfrm>
            <a:off x="284099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8" name="Freeform 2137"/>
          <p:cNvSpPr/>
          <p:nvPr/>
        </p:nvSpPr>
        <p:spPr>
          <a:xfrm>
            <a:off x="284353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9" name="Freeform 2138"/>
          <p:cNvSpPr/>
          <p:nvPr/>
        </p:nvSpPr>
        <p:spPr>
          <a:xfrm>
            <a:off x="284734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" name="Freeform 2139"/>
          <p:cNvSpPr/>
          <p:nvPr/>
        </p:nvSpPr>
        <p:spPr>
          <a:xfrm>
            <a:off x="284988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1" name="Freeform 2140"/>
          <p:cNvSpPr/>
          <p:nvPr/>
        </p:nvSpPr>
        <p:spPr>
          <a:xfrm>
            <a:off x="285242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" name="Freeform 2141"/>
          <p:cNvSpPr/>
          <p:nvPr/>
        </p:nvSpPr>
        <p:spPr>
          <a:xfrm>
            <a:off x="285623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" name="Freeform 2142"/>
          <p:cNvSpPr/>
          <p:nvPr/>
        </p:nvSpPr>
        <p:spPr>
          <a:xfrm>
            <a:off x="285877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" name="Freeform 2143"/>
          <p:cNvSpPr/>
          <p:nvPr/>
        </p:nvSpPr>
        <p:spPr>
          <a:xfrm>
            <a:off x="286258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5" name="Freeform 2144"/>
          <p:cNvSpPr/>
          <p:nvPr/>
        </p:nvSpPr>
        <p:spPr>
          <a:xfrm>
            <a:off x="286512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6" name="Freeform 2145"/>
          <p:cNvSpPr/>
          <p:nvPr/>
        </p:nvSpPr>
        <p:spPr>
          <a:xfrm>
            <a:off x="286766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" name="Freeform 2146"/>
          <p:cNvSpPr/>
          <p:nvPr/>
        </p:nvSpPr>
        <p:spPr>
          <a:xfrm>
            <a:off x="287147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8" name="Freeform 2147"/>
          <p:cNvSpPr/>
          <p:nvPr/>
        </p:nvSpPr>
        <p:spPr>
          <a:xfrm>
            <a:off x="287401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9" name="Freeform 2148"/>
          <p:cNvSpPr/>
          <p:nvPr/>
        </p:nvSpPr>
        <p:spPr>
          <a:xfrm>
            <a:off x="28778200" y="-22682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0" name="Freeform 2149"/>
          <p:cNvSpPr/>
          <p:nvPr/>
        </p:nvSpPr>
        <p:spPr>
          <a:xfrm>
            <a:off x="288036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1" name="Freeform 2150"/>
          <p:cNvSpPr/>
          <p:nvPr/>
        </p:nvSpPr>
        <p:spPr>
          <a:xfrm>
            <a:off x="288417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2" name="Freeform 2151"/>
          <p:cNvSpPr/>
          <p:nvPr/>
        </p:nvSpPr>
        <p:spPr>
          <a:xfrm>
            <a:off x="288671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3" name="Freeform 2152"/>
          <p:cNvSpPr/>
          <p:nvPr/>
        </p:nvSpPr>
        <p:spPr>
          <a:xfrm>
            <a:off x="28892500" y="-22694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4" name="Freeform 2153"/>
          <p:cNvSpPr/>
          <p:nvPr/>
        </p:nvSpPr>
        <p:spPr>
          <a:xfrm>
            <a:off x="280289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5" name="Freeform 2154"/>
          <p:cNvSpPr/>
          <p:nvPr/>
        </p:nvSpPr>
        <p:spPr>
          <a:xfrm>
            <a:off x="280543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6" name="Freeform 2155"/>
          <p:cNvSpPr/>
          <p:nvPr/>
        </p:nvSpPr>
        <p:spPr>
          <a:xfrm>
            <a:off x="28092400" y="-2263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7" name="Freeform 2156"/>
          <p:cNvSpPr/>
          <p:nvPr/>
        </p:nvSpPr>
        <p:spPr>
          <a:xfrm>
            <a:off x="281178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8" name="Freeform 2157"/>
          <p:cNvSpPr/>
          <p:nvPr/>
        </p:nvSpPr>
        <p:spPr>
          <a:xfrm>
            <a:off x="281559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9" name="Freeform 2158"/>
          <p:cNvSpPr/>
          <p:nvPr/>
        </p:nvSpPr>
        <p:spPr>
          <a:xfrm>
            <a:off x="281813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0" name="Freeform 2159"/>
          <p:cNvSpPr/>
          <p:nvPr/>
        </p:nvSpPr>
        <p:spPr>
          <a:xfrm>
            <a:off x="282067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1" name="Freeform 2160"/>
          <p:cNvSpPr/>
          <p:nvPr/>
        </p:nvSpPr>
        <p:spPr>
          <a:xfrm>
            <a:off x="282448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2" name="Freeform 2161"/>
          <p:cNvSpPr/>
          <p:nvPr/>
        </p:nvSpPr>
        <p:spPr>
          <a:xfrm>
            <a:off x="282702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3" name="Freeform 2162"/>
          <p:cNvSpPr/>
          <p:nvPr/>
        </p:nvSpPr>
        <p:spPr>
          <a:xfrm>
            <a:off x="283083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" name="Freeform 2163"/>
          <p:cNvSpPr/>
          <p:nvPr/>
        </p:nvSpPr>
        <p:spPr>
          <a:xfrm>
            <a:off x="283337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5" name="Freeform 2164"/>
          <p:cNvSpPr/>
          <p:nvPr/>
        </p:nvSpPr>
        <p:spPr>
          <a:xfrm>
            <a:off x="283718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6" name="Freeform 2165"/>
          <p:cNvSpPr/>
          <p:nvPr/>
        </p:nvSpPr>
        <p:spPr>
          <a:xfrm>
            <a:off x="283972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7" name="Freeform 2166"/>
          <p:cNvSpPr/>
          <p:nvPr/>
        </p:nvSpPr>
        <p:spPr>
          <a:xfrm>
            <a:off x="284226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8" name="Freeform 2167"/>
          <p:cNvSpPr/>
          <p:nvPr/>
        </p:nvSpPr>
        <p:spPr>
          <a:xfrm>
            <a:off x="284607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9" name="Freeform 2168"/>
          <p:cNvSpPr/>
          <p:nvPr/>
        </p:nvSpPr>
        <p:spPr>
          <a:xfrm>
            <a:off x="28486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0" name="Freeform 2169"/>
          <p:cNvSpPr/>
          <p:nvPr/>
        </p:nvSpPr>
        <p:spPr>
          <a:xfrm>
            <a:off x="28524200" y="-22669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1" name="Freeform 2170"/>
          <p:cNvSpPr/>
          <p:nvPr/>
        </p:nvSpPr>
        <p:spPr>
          <a:xfrm>
            <a:off x="285496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2" name="Freeform 2171"/>
          <p:cNvSpPr/>
          <p:nvPr/>
        </p:nvSpPr>
        <p:spPr>
          <a:xfrm>
            <a:off x="285750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3" name="Freeform 2172"/>
          <p:cNvSpPr/>
          <p:nvPr/>
        </p:nvSpPr>
        <p:spPr>
          <a:xfrm>
            <a:off x="286131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4" name="Freeform 2173"/>
          <p:cNvSpPr/>
          <p:nvPr/>
        </p:nvSpPr>
        <p:spPr>
          <a:xfrm>
            <a:off x="286385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5" name="Freeform 2174"/>
          <p:cNvSpPr/>
          <p:nvPr/>
        </p:nvSpPr>
        <p:spPr>
          <a:xfrm>
            <a:off x="286766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6" name="Freeform 2175"/>
          <p:cNvSpPr/>
          <p:nvPr/>
        </p:nvSpPr>
        <p:spPr>
          <a:xfrm>
            <a:off x="287020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7" name="Freeform 2176"/>
          <p:cNvSpPr/>
          <p:nvPr/>
        </p:nvSpPr>
        <p:spPr>
          <a:xfrm>
            <a:off x="287274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8" name="Freeform 2177"/>
          <p:cNvSpPr/>
          <p:nvPr/>
        </p:nvSpPr>
        <p:spPr>
          <a:xfrm>
            <a:off x="287655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9" name="Freeform 2178"/>
          <p:cNvSpPr/>
          <p:nvPr/>
        </p:nvSpPr>
        <p:spPr>
          <a:xfrm>
            <a:off x="287909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0" name="Freeform 2179"/>
          <p:cNvSpPr/>
          <p:nvPr/>
        </p:nvSpPr>
        <p:spPr>
          <a:xfrm>
            <a:off x="28829000" y="-22694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1" name="Freeform 2180"/>
          <p:cNvSpPr/>
          <p:nvPr/>
        </p:nvSpPr>
        <p:spPr>
          <a:xfrm>
            <a:off x="288544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2" name="Freeform 2181"/>
          <p:cNvSpPr/>
          <p:nvPr/>
        </p:nvSpPr>
        <p:spPr>
          <a:xfrm>
            <a:off x="288925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3" name="Freeform 2182"/>
          <p:cNvSpPr/>
          <p:nvPr/>
        </p:nvSpPr>
        <p:spPr>
          <a:xfrm>
            <a:off x="280162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4" name="Freeform 2183"/>
          <p:cNvSpPr/>
          <p:nvPr/>
        </p:nvSpPr>
        <p:spPr>
          <a:xfrm>
            <a:off x="280543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5" name="Freeform 2184"/>
          <p:cNvSpPr/>
          <p:nvPr/>
        </p:nvSpPr>
        <p:spPr>
          <a:xfrm>
            <a:off x="280797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6" name="Freeform 2185"/>
          <p:cNvSpPr/>
          <p:nvPr/>
        </p:nvSpPr>
        <p:spPr>
          <a:xfrm>
            <a:off x="281051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7" name="Freeform 2186"/>
          <p:cNvSpPr/>
          <p:nvPr/>
        </p:nvSpPr>
        <p:spPr>
          <a:xfrm>
            <a:off x="281432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8" name="Freeform 2187"/>
          <p:cNvSpPr/>
          <p:nvPr/>
        </p:nvSpPr>
        <p:spPr>
          <a:xfrm>
            <a:off x="281686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9" name="Freeform 2188"/>
          <p:cNvSpPr/>
          <p:nvPr/>
        </p:nvSpPr>
        <p:spPr>
          <a:xfrm>
            <a:off x="282067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0" name="Freeform 2189"/>
          <p:cNvSpPr/>
          <p:nvPr/>
        </p:nvSpPr>
        <p:spPr>
          <a:xfrm>
            <a:off x="282321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1" name="Freeform 2190"/>
          <p:cNvSpPr/>
          <p:nvPr/>
        </p:nvSpPr>
        <p:spPr>
          <a:xfrm>
            <a:off x="282575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2" name="Freeform 2191"/>
          <p:cNvSpPr/>
          <p:nvPr/>
        </p:nvSpPr>
        <p:spPr>
          <a:xfrm>
            <a:off x="282956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3" name="Freeform 2192"/>
          <p:cNvSpPr/>
          <p:nvPr/>
        </p:nvSpPr>
        <p:spPr>
          <a:xfrm>
            <a:off x="283210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4" name="Freeform 2193"/>
          <p:cNvSpPr/>
          <p:nvPr/>
        </p:nvSpPr>
        <p:spPr>
          <a:xfrm>
            <a:off x="28359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5" name="Freeform 2194"/>
          <p:cNvSpPr/>
          <p:nvPr/>
        </p:nvSpPr>
        <p:spPr>
          <a:xfrm>
            <a:off x="283845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6" name="Freeform 2195"/>
          <p:cNvSpPr/>
          <p:nvPr/>
        </p:nvSpPr>
        <p:spPr>
          <a:xfrm>
            <a:off x="28409900" y="-22669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7" name="Freeform 2196"/>
          <p:cNvSpPr/>
          <p:nvPr/>
        </p:nvSpPr>
        <p:spPr>
          <a:xfrm>
            <a:off x="284480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8" name="Freeform 2197"/>
          <p:cNvSpPr/>
          <p:nvPr/>
        </p:nvSpPr>
        <p:spPr>
          <a:xfrm>
            <a:off x="284734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9" name="Freeform 2198"/>
          <p:cNvSpPr/>
          <p:nvPr/>
        </p:nvSpPr>
        <p:spPr>
          <a:xfrm>
            <a:off x="285115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0" name="Freeform 2199"/>
          <p:cNvSpPr/>
          <p:nvPr/>
        </p:nvSpPr>
        <p:spPr>
          <a:xfrm>
            <a:off x="285369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1" name="Freeform 2200"/>
          <p:cNvSpPr/>
          <p:nvPr/>
        </p:nvSpPr>
        <p:spPr>
          <a:xfrm>
            <a:off x="285750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2" name="Freeform 2201"/>
          <p:cNvSpPr/>
          <p:nvPr/>
        </p:nvSpPr>
        <p:spPr>
          <a:xfrm>
            <a:off x="286004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3" name="Freeform 2202"/>
          <p:cNvSpPr/>
          <p:nvPr/>
        </p:nvSpPr>
        <p:spPr>
          <a:xfrm>
            <a:off x="286258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4" name="Freeform 2203"/>
          <p:cNvSpPr/>
          <p:nvPr/>
        </p:nvSpPr>
        <p:spPr>
          <a:xfrm>
            <a:off x="286639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5" name="Freeform 2204"/>
          <p:cNvSpPr/>
          <p:nvPr/>
        </p:nvSpPr>
        <p:spPr>
          <a:xfrm>
            <a:off x="286893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6" name="Freeform 2205"/>
          <p:cNvSpPr/>
          <p:nvPr/>
        </p:nvSpPr>
        <p:spPr>
          <a:xfrm>
            <a:off x="28727400" y="-22694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7" name="Freeform 2206"/>
          <p:cNvSpPr/>
          <p:nvPr/>
        </p:nvSpPr>
        <p:spPr>
          <a:xfrm>
            <a:off x="287528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8" name="Freeform 2207"/>
          <p:cNvSpPr/>
          <p:nvPr/>
        </p:nvSpPr>
        <p:spPr>
          <a:xfrm>
            <a:off x="287782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9" name="Freeform 2208"/>
          <p:cNvSpPr/>
          <p:nvPr/>
        </p:nvSpPr>
        <p:spPr>
          <a:xfrm>
            <a:off x="288163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0" name="Freeform 2209"/>
          <p:cNvSpPr/>
          <p:nvPr/>
        </p:nvSpPr>
        <p:spPr>
          <a:xfrm>
            <a:off x="288417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1" name="Freeform 2210"/>
          <p:cNvSpPr/>
          <p:nvPr/>
        </p:nvSpPr>
        <p:spPr>
          <a:xfrm>
            <a:off x="288798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2" name="Freeform 2211"/>
          <p:cNvSpPr/>
          <p:nvPr/>
        </p:nvSpPr>
        <p:spPr>
          <a:xfrm>
            <a:off x="280035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3" name="Freeform 2212"/>
          <p:cNvSpPr/>
          <p:nvPr/>
        </p:nvSpPr>
        <p:spPr>
          <a:xfrm>
            <a:off x="280416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4" name="Freeform 2213"/>
          <p:cNvSpPr/>
          <p:nvPr/>
        </p:nvSpPr>
        <p:spPr>
          <a:xfrm>
            <a:off x="280670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5" name="Freeform 2214"/>
          <p:cNvSpPr/>
          <p:nvPr/>
        </p:nvSpPr>
        <p:spPr>
          <a:xfrm>
            <a:off x="280924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6" name="Freeform 2215"/>
          <p:cNvSpPr/>
          <p:nvPr/>
        </p:nvSpPr>
        <p:spPr>
          <a:xfrm>
            <a:off x="281305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7" name="Freeform 2216"/>
          <p:cNvSpPr/>
          <p:nvPr/>
        </p:nvSpPr>
        <p:spPr>
          <a:xfrm>
            <a:off x="281559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8" name="Freeform 2217"/>
          <p:cNvSpPr/>
          <p:nvPr/>
        </p:nvSpPr>
        <p:spPr>
          <a:xfrm>
            <a:off x="281940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9" name="Freeform 2218"/>
          <p:cNvSpPr/>
          <p:nvPr/>
        </p:nvSpPr>
        <p:spPr>
          <a:xfrm>
            <a:off x="282194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0" name="Freeform 2219"/>
          <p:cNvSpPr/>
          <p:nvPr/>
        </p:nvSpPr>
        <p:spPr>
          <a:xfrm>
            <a:off x="282575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1" name="Freeform 2220"/>
          <p:cNvSpPr/>
          <p:nvPr/>
        </p:nvSpPr>
        <p:spPr>
          <a:xfrm>
            <a:off x="282829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2" name="Freeform 2221"/>
          <p:cNvSpPr/>
          <p:nvPr/>
        </p:nvSpPr>
        <p:spPr>
          <a:xfrm>
            <a:off x="283083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3" name="Freeform 2222"/>
          <p:cNvSpPr/>
          <p:nvPr/>
        </p:nvSpPr>
        <p:spPr>
          <a:xfrm>
            <a:off x="283464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4" name="Freeform 2223"/>
          <p:cNvSpPr/>
          <p:nvPr/>
        </p:nvSpPr>
        <p:spPr>
          <a:xfrm>
            <a:off x="283718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5" name="Freeform 2224"/>
          <p:cNvSpPr/>
          <p:nvPr/>
        </p:nvSpPr>
        <p:spPr>
          <a:xfrm>
            <a:off x="28409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6" name="Freeform 2225"/>
          <p:cNvSpPr/>
          <p:nvPr/>
        </p:nvSpPr>
        <p:spPr>
          <a:xfrm>
            <a:off x="284353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7" name="Freeform 2226"/>
          <p:cNvSpPr/>
          <p:nvPr/>
        </p:nvSpPr>
        <p:spPr>
          <a:xfrm>
            <a:off x="28460700" y="-22682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8" name="Freeform 2227"/>
          <p:cNvSpPr/>
          <p:nvPr/>
        </p:nvSpPr>
        <p:spPr>
          <a:xfrm>
            <a:off x="284988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9" name="Freeform 2228"/>
          <p:cNvSpPr/>
          <p:nvPr/>
        </p:nvSpPr>
        <p:spPr>
          <a:xfrm>
            <a:off x="285242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0" name="Freeform 2229"/>
          <p:cNvSpPr/>
          <p:nvPr/>
        </p:nvSpPr>
        <p:spPr>
          <a:xfrm>
            <a:off x="285623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1" name="Freeform 2230"/>
          <p:cNvSpPr/>
          <p:nvPr/>
        </p:nvSpPr>
        <p:spPr>
          <a:xfrm>
            <a:off x="285877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2" name="Freeform 2231"/>
          <p:cNvSpPr/>
          <p:nvPr/>
        </p:nvSpPr>
        <p:spPr>
          <a:xfrm>
            <a:off x="28613100" y="-2272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3" name="Freeform 2232"/>
          <p:cNvSpPr/>
          <p:nvPr/>
        </p:nvSpPr>
        <p:spPr>
          <a:xfrm>
            <a:off x="286512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4" name="Freeform 2233"/>
          <p:cNvSpPr/>
          <p:nvPr/>
        </p:nvSpPr>
        <p:spPr>
          <a:xfrm>
            <a:off x="286766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5" name="Freeform 2234"/>
          <p:cNvSpPr/>
          <p:nvPr/>
        </p:nvSpPr>
        <p:spPr>
          <a:xfrm>
            <a:off x="287147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6" name="Freeform 2235"/>
          <p:cNvSpPr/>
          <p:nvPr/>
        </p:nvSpPr>
        <p:spPr>
          <a:xfrm>
            <a:off x="287401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7" name="Freeform 2236"/>
          <p:cNvSpPr/>
          <p:nvPr/>
        </p:nvSpPr>
        <p:spPr>
          <a:xfrm>
            <a:off x="28778200" y="-22707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8" name="Freeform 2237"/>
          <p:cNvSpPr/>
          <p:nvPr/>
        </p:nvSpPr>
        <p:spPr>
          <a:xfrm>
            <a:off x="288036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9" name="Freeform 2238"/>
          <p:cNvSpPr/>
          <p:nvPr/>
        </p:nvSpPr>
        <p:spPr>
          <a:xfrm>
            <a:off x="28829000" y="-2272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0" name="Freeform 2239"/>
          <p:cNvSpPr/>
          <p:nvPr/>
        </p:nvSpPr>
        <p:spPr>
          <a:xfrm>
            <a:off x="288671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1" name="Freeform 2240"/>
          <p:cNvSpPr/>
          <p:nvPr/>
        </p:nvSpPr>
        <p:spPr>
          <a:xfrm>
            <a:off x="279908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2" name="Freeform 2241"/>
          <p:cNvSpPr/>
          <p:nvPr/>
        </p:nvSpPr>
        <p:spPr>
          <a:xfrm>
            <a:off x="280289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3" name="Freeform 2242"/>
          <p:cNvSpPr/>
          <p:nvPr/>
        </p:nvSpPr>
        <p:spPr>
          <a:xfrm>
            <a:off x="280543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4" name="Freeform 2243"/>
          <p:cNvSpPr/>
          <p:nvPr/>
        </p:nvSpPr>
        <p:spPr>
          <a:xfrm>
            <a:off x="280924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5" name="Freeform 2244"/>
          <p:cNvSpPr/>
          <p:nvPr/>
        </p:nvSpPr>
        <p:spPr>
          <a:xfrm>
            <a:off x="281178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6" name="Freeform 2245"/>
          <p:cNvSpPr/>
          <p:nvPr/>
        </p:nvSpPr>
        <p:spPr>
          <a:xfrm>
            <a:off x="281432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7" name="Freeform 2246"/>
          <p:cNvSpPr/>
          <p:nvPr/>
        </p:nvSpPr>
        <p:spPr>
          <a:xfrm>
            <a:off x="281813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8" name="Freeform 2247"/>
          <p:cNvSpPr/>
          <p:nvPr/>
        </p:nvSpPr>
        <p:spPr>
          <a:xfrm>
            <a:off x="282067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9" name="Freeform 2248"/>
          <p:cNvSpPr/>
          <p:nvPr/>
        </p:nvSpPr>
        <p:spPr>
          <a:xfrm>
            <a:off x="282448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0" name="Freeform 2249"/>
          <p:cNvSpPr/>
          <p:nvPr/>
        </p:nvSpPr>
        <p:spPr>
          <a:xfrm>
            <a:off x="282702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1" name="Freeform 2250"/>
          <p:cNvSpPr/>
          <p:nvPr/>
        </p:nvSpPr>
        <p:spPr>
          <a:xfrm>
            <a:off x="282956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2" name="Freeform 2251"/>
          <p:cNvSpPr/>
          <p:nvPr/>
        </p:nvSpPr>
        <p:spPr>
          <a:xfrm>
            <a:off x="283337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3" name="Freeform 2252"/>
          <p:cNvSpPr/>
          <p:nvPr/>
        </p:nvSpPr>
        <p:spPr>
          <a:xfrm>
            <a:off x="283591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4" name="Freeform 2253"/>
          <p:cNvSpPr/>
          <p:nvPr/>
        </p:nvSpPr>
        <p:spPr>
          <a:xfrm>
            <a:off x="28397200" y="-22682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5" name="Freeform 2254"/>
          <p:cNvSpPr/>
          <p:nvPr/>
        </p:nvSpPr>
        <p:spPr>
          <a:xfrm>
            <a:off x="284226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6" name="Freeform 2255"/>
          <p:cNvSpPr/>
          <p:nvPr/>
        </p:nvSpPr>
        <p:spPr>
          <a:xfrm>
            <a:off x="284607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7" name="Freeform 2256"/>
          <p:cNvSpPr/>
          <p:nvPr/>
        </p:nvSpPr>
        <p:spPr>
          <a:xfrm>
            <a:off x="284861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8" name="Freeform 2257"/>
          <p:cNvSpPr/>
          <p:nvPr/>
        </p:nvSpPr>
        <p:spPr>
          <a:xfrm>
            <a:off x="285115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9" name="Freeform 2258"/>
          <p:cNvSpPr/>
          <p:nvPr/>
        </p:nvSpPr>
        <p:spPr>
          <a:xfrm>
            <a:off x="28549600" y="-2272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0" name="Freeform 2259"/>
          <p:cNvSpPr/>
          <p:nvPr/>
        </p:nvSpPr>
        <p:spPr>
          <a:xfrm>
            <a:off x="285750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1" name="Freeform 2260"/>
          <p:cNvSpPr/>
          <p:nvPr/>
        </p:nvSpPr>
        <p:spPr>
          <a:xfrm>
            <a:off x="286131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2" name="Freeform 2261"/>
          <p:cNvSpPr/>
          <p:nvPr/>
        </p:nvSpPr>
        <p:spPr>
          <a:xfrm>
            <a:off x="286385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3" name="Freeform 2262"/>
          <p:cNvSpPr/>
          <p:nvPr/>
        </p:nvSpPr>
        <p:spPr>
          <a:xfrm>
            <a:off x="28663900" y="-22707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4" name="Freeform 2263"/>
          <p:cNvSpPr/>
          <p:nvPr/>
        </p:nvSpPr>
        <p:spPr>
          <a:xfrm>
            <a:off x="287020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5" name="Freeform 2264"/>
          <p:cNvSpPr/>
          <p:nvPr/>
        </p:nvSpPr>
        <p:spPr>
          <a:xfrm>
            <a:off x="28727400" y="-2272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6" name="Freeform 2265"/>
          <p:cNvSpPr/>
          <p:nvPr/>
        </p:nvSpPr>
        <p:spPr>
          <a:xfrm>
            <a:off x="287655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7" name="Freeform 2266"/>
          <p:cNvSpPr/>
          <p:nvPr/>
        </p:nvSpPr>
        <p:spPr>
          <a:xfrm>
            <a:off x="287909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8" name="Freeform 2267"/>
          <p:cNvSpPr/>
          <p:nvPr/>
        </p:nvSpPr>
        <p:spPr>
          <a:xfrm>
            <a:off x="28816300" y="-2272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9" name="Freeform 2268"/>
          <p:cNvSpPr/>
          <p:nvPr/>
        </p:nvSpPr>
        <p:spPr>
          <a:xfrm>
            <a:off x="288544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0" name="Freeform 2269"/>
          <p:cNvSpPr/>
          <p:nvPr/>
        </p:nvSpPr>
        <p:spPr>
          <a:xfrm>
            <a:off x="27978100" y="-22656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1" name="Freeform 2270"/>
          <p:cNvSpPr/>
          <p:nvPr/>
        </p:nvSpPr>
        <p:spPr>
          <a:xfrm>
            <a:off x="280162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2" name="Freeform 2271"/>
          <p:cNvSpPr/>
          <p:nvPr/>
        </p:nvSpPr>
        <p:spPr>
          <a:xfrm>
            <a:off x="280416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3" name="Freeform 2272"/>
          <p:cNvSpPr/>
          <p:nvPr/>
        </p:nvSpPr>
        <p:spPr>
          <a:xfrm>
            <a:off x="280797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4" name="Freeform 2273"/>
          <p:cNvSpPr/>
          <p:nvPr/>
        </p:nvSpPr>
        <p:spPr>
          <a:xfrm>
            <a:off x="28105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5" name="Freeform 2274"/>
          <p:cNvSpPr/>
          <p:nvPr/>
        </p:nvSpPr>
        <p:spPr>
          <a:xfrm>
            <a:off x="28143200" y="-22669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6" name="Freeform 2275"/>
          <p:cNvSpPr/>
          <p:nvPr/>
        </p:nvSpPr>
        <p:spPr>
          <a:xfrm>
            <a:off x="281686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7" name="Freeform 2276"/>
          <p:cNvSpPr/>
          <p:nvPr/>
        </p:nvSpPr>
        <p:spPr>
          <a:xfrm>
            <a:off x="281940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8" name="Freeform 2277"/>
          <p:cNvSpPr/>
          <p:nvPr/>
        </p:nvSpPr>
        <p:spPr>
          <a:xfrm>
            <a:off x="282321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9" name="Freeform 2278"/>
          <p:cNvSpPr/>
          <p:nvPr/>
        </p:nvSpPr>
        <p:spPr>
          <a:xfrm>
            <a:off x="282575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0" name="Freeform 2279"/>
          <p:cNvSpPr/>
          <p:nvPr/>
        </p:nvSpPr>
        <p:spPr>
          <a:xfrm>
            <a:off x="282956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1" name="Freeform 2280"/>
          <p:cNvSpPr/>
          <p:nvPr/>
        </p:nvSpPr>
        <p:spPr>
          <a:xfrm>
            <a:off x="283210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2" name="Freeform 2281"/>
          <p:cNvSpPr/>
          <p:nvPr/>
        </p:nvSpPr>
        <p:spPr>
          <a:xfrm>
            <a:off x="283464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3" name="Freeform 2282"/>
          <p:cNvSpPr/>
          <p:nvPr/>
        </p:nvSpPr>
        <p:spPr>
          <a:xfrm>
            <a:off x="283845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4" name="Freeform 2283"/>
          <p:cNvSpPr/>
          <p:nvPr/>
        </p:nvSpPr>
        <p:spPr>
          <a:xfrm>
            <a:off x="284099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5" name="Freeform 2284"/>
          <p:cNvSpPr/>
          <p:nvPr/>
        </p:nvSpPr>
        <p:spPr>
          <a:xfrm>
            <a:off x="28448000" y="-22694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6" name="Freeform 2285"/>
          <p:cNvSpPr/>
          <p:nvPr/>
        </p:nvSpPr>
        <p:spPr>
          <a:xfrm>
            <a:off x="284734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7" name="Freeform 2286"/>
          <p:cNvSpPr/>
          <p:nvPr/>
        </p:nvSpPr>
        <p:spPr>
          <a:xfrm>
            <a:off x="284988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8" name="Freeform 2287"/>
          <p:cNvSpPr/>
          <p:nvPr/>
        </p:nvSpPr>
        <p:spPr>
          <a:xfrm>
            <a:off x="285369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9" name="Freeform 2288"/>
          <p:cNvSpPr/>
          <p:nvPr/>
        </p:nvSpPr>
        <p:spPr>
          <a:xfrm>
            <a:off x="285623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0" name="Freeform 2289"/>
          <p:cNvSpPr/>
          <p:nvPr/>
        </p:nvSpPr>
        <p:spPr>
          <a:xfrm>
            <a:off x="286004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1" name="Freeform 2290"/>
          <p:cNvSpPr/>
          <p:nvPr/>
        </p:nvSpPr>
        <p:spPr>
          <a:xfrm>
            <a:off x="286258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2" name="Freeform 2291"/>
          <p:cNvSpPr/>
          <p:nvPr/>
        </p:nvSpPr>
        <p:spPr>
          <a:xfrm>
            <a:off x="286639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3" name="Freeform 2292"/>
          <p:cNvSpPr/>
          <p:nvPr/>
        </p:nvSpPr>
        <p:spPr>
          <a:xfrm>
            <a:off x="286893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4" name="Freeform 2293"/>
          <p:cNvSpPr/>
          <p:nvPr/>
        </p:nvSpPr>
        <p:spPr>
          <a:xfrm>
            <a:off x="28714700" y="-2272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5" name="Freeform 2294"/>
          <p:cNvSpPr/>
          <p:nvPr/>
        </p:nvSpPr>
        <p:spPr>
          <a:xfrm>
            <a:off x="287528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6" name="Freeform 2295"/>
          <p:cNvSpPr/>
          <p:nvPr/>
        </p:nvSpPr>
        <p:spPr>
          <a:xfrm>
            <a:off x="287782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7" name="Freeform 2296"/>
          <p:cNvSpPr/>
          <p:nvPr/>
        </p:nvSpPr>
        <p:spPr>
          <a:xfrm>
            <a:off x="288163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8" name="Freeform 2297"/>
          <p:cNvSpPr/>
          <p:nvPr/>
        </p:nvSpPr>
        <p:spPr>
          <a:xfrm>
            <a:off x="288417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9" name="Freeform 2298"/>
          <p:cNvSpPr/>
          <p:nvPr/>
        </p:nvSpPr>
        <p:spPr>
          <a:xfrm>
            <a:off x="27978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0" name="Freeform 2299"/>
          <p:cNvSpPr/>
          <p:nvPr/>
        </p:nvSpPr>
        <p:spPr>
          <a:xfrm>
            <a:off x="280035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1" name="Freeform 2300"/>
          <p:cNvSpPr/>
          <p:nvPr/>
        </p:nvSpPr>
        <p:spPr>
          <a:xfrm>
            <a:off x="28028900" y="-22669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2" name="Freeform 2301"/>
          <p:cNvSpPr/>
          <p:nvPr/>
        </p:nvSpPr>
        <p:spPr>
          <a:xfrm>
            <a:off x="280670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3" name="Freeform 2302"/>
          <p:cNvSpPr/>
          <p:nvPr/>
        </p:nvSpPr>
        <p:spPr>
          <a:xfrm>
            <a:off x="280924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4" name="Freeform 2303"/>
          <p:cNvSpPr/>
          <p:nvPr/>
        </p:nvSpPr>
        <p:spPr>
          <a:xfrm>
            <a:off x="281305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5" name="Freeform 2304"/>
          <p:cNvSpPr/>
          <p:nvPr/>
        </p:nvSpPr>
        <p:spPr>
          <a:xfrm>
            <a:off x="28155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6" name="Freeform 2305"/>
          <p:cNvSpPr/>
          <p:nvPr/>
        </p:nvSpPr>
        <p:spPr>
          <a:xfrm>
            <a:off x="28181300" y="-22682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7" name="Freeform 2306"/>
          <p:cNvSpPr/>
          <p:nvPr/>
        </p:nvSpPr>
        <p:spPr>
          <a:xfrm>
            <a:off x="282194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8" name="Freeform 2307"/>
          <p:cNvSpPr/>
          <p:nvPr/>
        </p:nvSpPr>
        <p:spPr>
          <a:xfrm>
            <a:off x="282448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9" name="Freeform 2308"/>
          <p:cNvSpPr/>
          <p:nvPr/>
        </p:nvSpPr>
        <p:spPr>
          <a:xfrm>
            <a:off x="282829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0" name="Freeform 2309"/>
          <p:cNvSpPr/>
          <p:nvPr/>
        </p:nvSpPr>
        <p:spPr>
          <a:xfrm>
            <a:off x="283083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1" name="Freeform 2310"/>
          <p:cNvSpPr/>
          <p:nvPr/>
        </p:nvSpPr>
        <p:spPr>
          <a:xfrm>
            <a:off x="28346400" y="-22694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2" name="Freeform 2311"/>
          <p:cNvSpPr/>
          <p:nvPr/>
        </p:nvSpPr>
        <p:spPr>
          <a:xfrm>
            <a:off x="283718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3" name="Freeform 2312"/>
          <p:cNvSpPr/>
          <p:nvPr/>
        </p:nvSpPr>
        <p:spPr>
          <a:xfrm>
            <a:off x="283972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4" name="Freeform 2313"/>
          <p:cNvSpPr/>
          <p:nvPr/>
        </p:nvSpPr>
        <p:spPr>
          <a:xfrm>
            <a:off x="284353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5" name="Freeform 2314"/>
          <p:cNvSpPr/>
          <p:nvPr/>
        </p:nvSpPr>
        <p:spPr>
          <a:xfrm>
            <a:off x="284607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6" name="Freeform 2315"/>
          <p:cNvSpPr/>
          <p:nvPr/>
        </p:nvSpPr>
        <p:spPr>
          <a:xfrm>
            <a:off x="284988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7" name="Freeform 2316"/>
          <p:cNvSpPr/>
          <p:nvPr/>
        </p:nvSpPr>
        <p:spPr>
          <a:xfrm>
            <a:off x="28524200" y="-2273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8" name="Freeform 2317"/>
          <p:cNvSpPr/>
          <p:nvPr/>
        </p:nvSpPr>
        <p:spPr>
          <a:xfrm>
            <a:off x="285496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9" name="Freeform 2318"/>
          <p:cNvSpPr/>
          <p:nvPr/>
        </p:nvSpPr>
        <p:spPr>
          <a:xfrm>
            <a:off x="285877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0" name="Freeform 2319"/>
          <p:cNvSpPr/>
          <p:nvPr/>
        </p:nvSpPr>
        <p:spPr>
          <a:xfrm>
            <a:off x="286131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1" name="Freeform 2320"/>
          <p:cNvSpPr/>
          <p:nvPr/>
        </p:nvSpPr>
        <p:spPr>
          <a:xfrm>
            <a:off x="286512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2" name="Freeform 2321"/>
          <p:cNvSpPr/>
          <p:nvPr/>
        </p:nvSpPr>
        <p:spPr>
          <a:xfrm>
            <a:off x="286766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3" name="Freeform 2322"/>
          <p:cNvSpPr/>
          <p:nvPr/>
        </p:nvSpPr>
        <p:spPr>
          <a:xfrm>
            <a:off x="287020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4" name="Freeform 2323"/>
          <p:cNvSpPr/>
          <p:nvPr/>
        </p:nvSpPr>
        <p:spPr>
          <a:xfrm>
            <a:off x="287401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5" name="Freeform 2324"/>
          <p:cNvSpPr/>
          <p:nvPr/>
        </p:nvSpPr>
        <p:spPr>
          <a:xfrm>
            <a:off x="28765500" y="-22733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6" name="Freeform 2325"/>
          <p:cNvSpPr/>
          <p:nvPr/>
        </p:nvSpPr>
        <p:spPr>
          <a:xfrm>
            <a:off x="288036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7" name="Freeform 2326"/>
          <p:cNvSpPr/>
          <p:nvPr/>
        </p:nvSpPr>
        <p:spPr>
          <a:xfrm>
            <a:off x="28829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8" name="Freeform 2327"/>
          <p:cNvSpPr/>
          <p:nvPr/>
        </p:nvSpPr>
        <p:spPr>
          <a:xfrm>
            <a:off x="279654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9" name="Freeform 2328"/>
          <p:cNvSpPr/>
          <p:nvPr/>
        </p:nvSpPr>
        <p:spPr>
          <a:xfrm>
            <a:off x="279908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0" name="Freeform 2329"/>
          <p:cNvSpPr/>
          <p:nvPr/>
        </p:nvSpPr>
        <p:spPr>
          <a:xfrm>
            <a:off x="280289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1" name="Freeform 2330"/>
          <p:cNvSpPr/>
          <p:nvPr/>
        </p:nvSpPr>
        <p:spPr>
          <a:xfrm>
            <a:off x="280543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2" name="Freeform 2331"/>
          <p:cNvSpPr/>
          <p:nvPr/>
        </p:nvSpPr>
        <p:spPr>
          <a:xfrm>
            <a:off x="280797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3" name="Freeform 2332"/>
          <p:cNvSpPr/>
          <p:nvPr/>
        </p:nvSpPr>
        <p:spPr>
          <a:xfrm>
            <a:off x="281178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4" name="Freeform 2333"/>
          <p:cNvSpPr/>
          <p:nvPr/>
        </p:nvSpPr>
        <p:spPr>
          <a:xfrm>
            <a:off x="281432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5" name="Freeform 2334"/>
          <p:cNvSpPr/>
          <p:nvPr/>
        </p:nvSpPr>
        <p:spPr>
          <a:xfrm>
            <a:off x="281813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6" name="Freeform 2335"/>
          <p:cNvSpPr/>
          <p:nvPr/>
        </p:nvSpPr>
        <p:spPr>
          <a:xfrm>
            <a:off x="28206700" y="-2272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7" name="Freeform 2336"/>
          <p:cNvSpPr/>
          <p:nvPr/>
        </p:nvSpPr>
        <p:spPr>
          <a:xfrm>
            <a:off x="282321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4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8" name="Freeform 2337"/>
          <p:cNvSpPr/>
          <p:nvPr/>
        </p:nvSpPr>
        <p:spPr>
          <a:xfrm>
            <a:off x="28270200" y="-2273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8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9" name="Freeform 2338"/>
          <p:cNvSpPr/>
          <p:nvPr/>
        </p:nvSpPr>
        <p:spPr>
          <a:xfrm>
            <a:off x="282956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0" name="Freeform 2339"/>
          <p:cNvSpPr/>
          <p:nvPr/>
        </p:nvSpPr>
        <p:spPr>
          <a:xfrm>
            <a:off x="283337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1" name="Freeform 2340"/>
          <p:cNvSpPr/>
          <p:nvPr/>
        </p:nvSpPr>
        <p:spPr>
          <a:xfrm>
            <a:off x="283591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2" name="Freeform 2341"/>
          <p:cNvSpPr/>
          <p:nvPr/>
        </p:nvSpPr>
        <p:spPr>
          <a:xfrm>
            <a:off x="28384500" y="-22707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3" name="Freeform 2342"/>
          <p:cNvSpPr/>
          <p:nvPr/>
        </p:nvSpPr>
        <p:spPr>
          <a:xfrm>
            <a:off x="284226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4" name="Freeform 2343"/>
          <p:cNvSpPr/>
          <p:nvPr/>
        </p:nvSpPr>
        <p:spPr>
          <a:xfrm>
            <a:off x="28448000" y="-2272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5" name="Freeform 2344"/>
          <p:cNvSpPr/>
          <p:nvPr/>
        </p:nvSpPr>
        <p:spPr>
          <a:xfrm>
            <a:off x="28486100" y="-2273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6" name="Freeform 2345"/>
          <p:cNvSpPr/>
          <p:nvPr/>
        </p:nvSpPr>
        <p:spPr>
          <a:xfrm>
            <a:off x="28511500" y="-2274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7" name="Freeform 2346"/>
          <p:cNvSpPr/>
          <p:nvPr/>
        </p:nvSpPr>
        <p:spPr>
          <a:xfrm>
            <a:off x="285496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8" name="Freeform 2347"/>
          <p:cNvSpPr/>
          <p:nvPr/>
        </p:nvSpPr>
        <p:spPr>
          <a:xfrm>
            <a:off x="28575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9" name="Freeform 2348"/>
          <p:cNvSpPr/>
          <p:nvPr/>
        </p:nvSpPr>
        <p:spPr>
          <a:xfrm>
            <a:off x="286004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0" name="Freeform 2349"/>
          <p:cNvSpPr/>
          <p:nvPr/>
        </p:nvSpPr>
        <p:spPr>
          <a:xfrm>
            <a:off x="286385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1" name="Freeform 2350"/>
          <p:cNvSpPr/>
          <p:nvPr/>
        </p:nvSpPr>
        <p:spPr>
          <a:xfrm>
            <a:off x="28663900" y="-22733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2" name="Freeform 2351"/>
          <p:cNvSpPr/>
          <p:nvPr/>
        </p:nvSpPr>
        <p:spPr>
          <a:xfrm>
            <a:off x="28702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3" name="Freeform 2352"/>
          <p:cNvSpPr/>
          <p:nvPr/>
        </p:nvSpPr>
        <p:spPr>
          <a:xfrm>
            <a:off x="287274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4" name="Freeform 2353"/>
          <p:cNvSpPr/>
          <p:nvPr/>
        </p:nvSpPr>
        <p:spPr>
          <a:xfrm>
            <a:off x="287528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5" name="Freeform 2354"/>
          <p:cNvSpPr/>
          <p:nvPr/>
        </p:nvSpPr>
        <p:spPr>
          <a:xfrm>
            <a:off x="287909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6" name="Freeform 2355"/>
          <p:cNvSpPr/>
          <p:nvPr/>
        </p:nvSpPr>
        <p:spPr>
          <a:xfrm>
            <a:off x="28816300" y="-22745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7" name="Freeform 2356"/>
          <p:cNvSpPr/>
          <p:nvPr/>
        </p:nvSpPr>
        <p:spPr>
          <a:xfrm>
            <a:off x="27952700" y="-2273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8" name="Freeform 2357"/>
          <p:cNvSpPr/>
          <p:nvPr/>
        </p:nvSpPr>
        <p:spPr>
          <a:xfrm>
            <a:off x="279781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9" name="Freeform 2358"/>
          <p:cNvSpPr/>
          <p:nvPr/>
        </p:nvSpPr>
        <p:spPr>
          <a:xfrm>
            <a:off x="28016200" y="-2273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0" name="Freeform 2359"/>
          <p:cNvSpPr/>
          <p:nvPr/>
        </p:nvSpPr>
        <p:spPr>
          <a:xfrm>
            <a:off x="28041600" y="-2273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1" name="Freeform 2360"/>
          <p:cNvSpPr/>
          <p:nvPr/>
        </p:nvSpPr>
        <p:spPr>
          <a:xfrm>
            <a:off x="280670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2" name="Freeform 2361"/>
          <p:cNvSpPr/>
          <p:nvPr/>
        </p:nvSpPr>
        <p:spPr>
          <a:xfrm>
            <a:off x="28105100" y="-2274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3" name="Freeform 2362"/>
          <p:cNvSpPr/>
          <p:nvPr/>
        </p:nvSpPr>
        <p:spPr>
          <a:xfrm>
            <a:off x="281305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4" name="Freeform 2363"/>
          <p:cNvSpPr/>
          <p:nvPr/>
        </p:nvSpPr>
        <p:spPr>
          <a:xfrm>
            <a:off x="28168600" y="-2274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5" name="Freeform 2364"/>
          <p:cNvSpPr/>
          <p:nvPr/>
        </p:nvSpPr>
        <p:spPr>
          <a:xfrm>
            <a:off x="28194000" y="-2275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F"/>
          </a:solidFill>
          <a:ln w="3175">
            <a:solidFill>
              <a:srgbClr val="0000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6" name="Freeform 2365"/>
          <p:cNvSpPr/>
          <p:nvPr/>
        </p:nvSpPr>
        <p:spPr>
          <a:xfrm>
            <a:off x="28232100" y="-22783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0" y="5"/>
                </a:lnTo>
                <a:close/>
              </a:path>
            </a:pathLst>
          </a:custGeom>
          <a:solidFill>
            <a:srgbClr val="0000DA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7" name="Freeform 2366"/>
          <p:cNvSpPr/>
          <p:nvPr/>
        </p:nvSpPr>
        <p:spPr>
          <a:xfrm>
            <a:off x="28257500" y="-2278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4"/>
          </a:solidFill>
          <a:ln w="3175">
            <a:solidFill>
              <a:srgbClr val="000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8" name="Freeform 2367"/>
          <p:cNvSpPr/>
          <p:nvPr/>
        </p:nvSpPr>
        <p:spPr>
          <a:xfrm>
            <a:off x="282829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9" name="Freeform 2368"/>
          <p:cNvSpPr/>
          <p:nvPr/>
        </p:nvSpPr>
        <p:spPr>
          <a:xfrm>
            <a:off x="283210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0" name="Freeform 2369"/>
          <p:cNvSpPr/>
          <p:nvPr/>
        </p:nvSpPr>
        <p:spPr>
          <a:xfrm>
            <a:off x="283464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1" name="Freeform 2370"/>
          <p:cNvSpPr/>
          <p:nvPr/>
        </p:nvSpPr>
        <p:spPr>
          <a:xfrm>
            <a:off x="283845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2" name="Freeform 2371"/>
          <p:cNvSpPr/>
          <p:nvPr/>
        </p:nvSpPr>
        <p:spPr>
          <a:xfrm>
            <a:off x="284099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3" name="Freeform 2372"/>
          <p:cNvSpPr/>
          <p:nvPr/>
        </p:nvSpPr>
        <p:spPr>
          <a:xfrm>
            <a:off x="28435300" y="-2272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4" name="Freeform 2373"/>
          <p:cNvSpPr/>
          <p:nvPr/>
        </p:nvSpPr>
        <p:spPr>
          <a:xfrm>
            <a:off x="284734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5" name="Freeform 2374"/>
          <p:cNvSpPr/>
          <p:nvPr/>
        </p:nvSpPr>
        <p:spPr>
          <a:xfrm>
            <a:off x="284988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6" name="Freeform 2375"/>
          <p:cNvSpPr/>
          <p:nvPr/>
        </p:nvSpPr>
        <p:spPr>
          <a:xfrm>
            <a:off x="285369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7" name="Freeform 2376"/>
          <p:cNvSpPr/>
          <p:nvPr/>
        </p:nvSpPr>
        <p:spPr>
          <a:xfrm>
            <a:off x="285623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8" name="Freeform 2377"/>
          <p:cNvSpPr/>
          <p:nvPr/>
        </p:nvSpPr>
        <p:spPr>
          <a:xfrm>
            <a:off x="285877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9" name="Freeform 2378"/>
          <p:cNvSpPr/>
          <p:nvPr/>
        </p:nvSpPr>
        <p:spPr>
          <a:xfrm>
            <a:off x="286258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0" name="Freeform 2379"/>
          <p:cNvSpPr/>
          <p:nvPr/>
        </p:nvSpPr>
        <p:spPr>
          <a:xfrm>
            <a:off x="286512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1" name="Freeform 2380"/>
          <p:cNvSpPr/>
          <p:nvPr/>
        </p:nvSpPr>
        <p:spPr>
          <a:xfrm>
            <a:off x="286893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2" name="Freeform 2381"/>
          <p:cNvSpPr/>
          <p:nvPr/>
        </p:nvSpPr>
        <p:spPr>
          <a:xfrm>
            <a:off x="28714700" y="-2274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3" name="Freeform 2382"/>
          <p:cNvSpPr/>
          <p:nvPr/>
        </p:nvSpPr>
        <p:spPr>
          <a:xfrm>
            <a:off x="287528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4" name="Freeform 2383"/>
          <p:cNvSpPr/>
          <p:nvPr/>
        </p:nvSpPr>
        <p:spPr>
          <a:xfrm>
            <a:off x="287782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5" name="Freeform 2384"/>
          <p:cNvSpPr/>
          <p:nvPr/>
        </p:nvSpPr>
        <p:spPr>
          <a:xfrm>
            <a:off x="288036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6" name="Freeform 2385"/>
          <p:cNvSpPr/>
          <p:nvPr/>
        </p:nvSpPr>
        <p:spPr>
          <a:xfrm>
            <a:off x="27940000" y="-2275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7" name="Freeform 2386"/>
          <p:cNvSpPr/>
          <p:nvPr/>
        </p:nvSpPr>
        <p:spPr>
          <a:xfrm>
            <a:off x="279654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8" name="Freeform 2387"/>
          <p:cNvSpPr/>
          <p:nvPr/>
        </p:nvSpPr>
        <p:spPr>
          <a:xfrm>
            <a:off x="280035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9" name="Freeform 2388"/>
          <p:cNvSpPr/>
          <p:nvPr/>
        </p:nvSpPr>
        <p:spPr>
          <a:xfrm>
            <a:off x="280289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0" name="Freeform 2389"/>
          <p:cNvSpPr/>
          <p:nvPr/>
        </p:nvSpPr>
        <p:spPr>
          <a:xfrm>
            <a:off x="280670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1" name="Freeform 2390"/>
          <p:cNvSpPr/>
          <p:nvPr/>
        </p:nvSpPr>
        <p:spPr>
          <a:xfrm>
            <a:off x="28092400" y="-2277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2" name="Freeform 2391"/>
          <p:cNvSpPr/>
          <p:nvPr/>
        </p:nvSpPr>
        <p:spPr>
          <a:xfrm>
            <a:off x="281178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3" name="Freeform 2392"/>
          <p:cNvSpPr/>
          <p:nvPr/>
        </p:nvSpPr>
        <p:spPr>
          <a:xfrm>
            <a:off x="28155900" y="-2277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4" name="Freeform 2393"/>
          <p:cNvSpPr/>
          <p:nvPr/>
        </p:nvSpPr>
        <p:spPr>
          <a:xfrm>
            <a:off x="281813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5" name="Freeform 2394"/>
          <p:cNvSpPr/>
          <p:nvPr/>
        </p:nvSpPr>
        <p:spPr>
          <a:xfrm>
            <a:off x="28219400" y="-2279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6" name="Freeform 2395"/>
          <p:cNvSpPr/>
          <p:nvPr/>
        </p:nvSpPr>
        <p:spPr>
          <a:xfrm>
            <a:off x="28244800" y="-2279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EE"/>
          </a:solidFill>
          <a:ln w="3175">
            <a:solidFill>
              <a:srgbClr val="000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7" name="Freeform 2396"/>
          <p:cNvSpPr/>
          <p:nvPr/>
        </p:nvSpPr>
        <p:spPr>
          <a:xfrm>
            <a:off x="282702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8" name="Freeform 2397"/>
          <p:cNvSpPr/>
          <p:nvPr/>
        </p:nvSpPr>
        <p:spPr>
          <a:xfrm>
            <a:off x="283083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9" name="Freeform 2398"/>
          <p:cNvSpPr/>
          <p:nvPr/>
        </p:nvSpPr>
        <p:spPr>
          <a:xfrm>
            <a:off x="28333700" y="-2272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0" name="Freeform 2399"/>
          <p:cNvSpPr/>
          <p:nvPr/>
        </p:nvSpPr>
        <p:spPr>
          <a:xfrm>
            <a:off x="283718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1" name="Freeform 2400"/>
          <p:cNvSpPr/>
          <p:nvPr/>
        </p:nvSpPr>
        <p:spPr>
          <a:xfrm>
            <a:off x="283972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2" name="Freeform 2401"/>
          <p:cNvSpPr/>
          <p:nvPr/>
        </p:nvSpPr>
        <p:spPr>
          <a:xfrm>
            <a:off x="284353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3" name="Freeform 2402"/>
          <p:cNvSpPr/>
          <p:nvPr/>
        </p:nvSpPr>
        <p:spPr>
          <a:xfrm>
            <a:off x="28460700" y="-2274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4" name="Freeform 2403"/>
          <p:cNvSpPr/>
          <p:nvPr/>
        </p:nvSpPr>
        <p:spPr>
          <a:xfrm>
            <a:off x="284861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5" name="Freeform 2404"/>
          <p:cNvSpPr/>
          <p:nvPr/>
        </p:nvSpPr>
        <p:spPr>
          <a:xfrm>
            <a:off x="285242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6" name="Freeform 2405"/>
          <p:cNvSpPr/>
          <p:nvPr/>
        </p:nvSpPr>
        <p:spPr>
          <a:xfrm>
            <a:off x="285496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7" name="Freeform 2406"/>
          <p:cNvSpPr/>
          <p:nvPr/>
        </p:nvSpPr>
        <p:spPr>
          <a:xfrm>
            <a:off x="285877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8" name="Freeform 2407"/>
          <p:cNvSpPr/>
          <p:nvPr/>
        </p:nvSpPr>
        <p:spPr>
          <a:xfrm>
            <a:off x="28613100" y="-2274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9" name="Freeform 2408"/>
          <p:cNvSpPr/>
          <p:nvPr/>
        </p:nvSpPr>
        <p:spPr>
          <a:xfrm>
            <a:off x="286385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0" name="Freeform 2409"/>
          <p:cNvSpPr/>
          <p:nvPr/>
        </p:nvSpPr>
        <p:spPr>
          <a:xfrm>
            <a:off x="286766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1" name="Freeform 2410"/>
          <p:cNvSpPr/>
          <p:nvPr/>
        </p:nvSpPr>
        <p:spPr>
          <a:xfrm>
            <a:off x="287020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2" name="Freeform 2411"/>
          <p:cNvSpPr/>
          <p:nvPr/>
        </p:nvSpPr>
        <p:spPr>
          <a:xfrm>
            <a:off x="287401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3" name="Freeform 2412"/>
          <p:cNvSpPr/>
          <p:nvPr/>
        </p:nvSpPr>
        <p:spPr>
          <a:xfrm>
            <a:off x="28765500" y="-22758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4" name="Freeform 2413"/>
          <p:cNvSpPr/>
          <p:nvPr/>
        </p:nvSpPr>
        <p:spPr>
          <a:xfrm>
            <a:off x="287909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5" name="Freeform 2414"/>
          <p:cNvSpPr/>
          <p:nvPr/>
        </p:nvSpPr>
        <p:spPr>
          <a:xfrm>
            <a:off x="27927300" y="-2277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6" name="Freeform 2415"/>
          <p:cNvSpPr/>
          <p:nvPr/>
        </p:nvSpPr>
        <p:spPr>
          <a:xfrm>
            <a:off x="279527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7" name="Freeform 2416"/>
          <p:cNvSpPr/>
          <p:nvPr/>
        </p:nvSpPr>
        <p:spPr>
          <a:xfrm>
            <a:off x="279908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8" name="Freeform 2417"/>
          <p:cNvSpPr/>
          <p:nvPr/>
        </p:nvSpPr>
        <p:spPr>
          <a:xfrm>
            <a:off x="280162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9" name="Freeform 2418"/>
          <p:cNvSpPr/>
          <p:nvPr/>
        </p:nvSpPr>
        <p:spPr>
          <a:xfrm>
            <a:off x="280543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0" name="Freeform 2419"/>
          <p:cNvSpPr/>
          <p:nvPr/>
        </p:nvSpPr>
        <p:spPr>
          <a:xfrm>
            <a:off x="280797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1" name="Freeform 2420"/>
          <p:cNvSpPr/>
          <p:nvPr/>
        </p:nvSpPr>
        <p:spPr>
          <a:xfrm>
            <a:off x="28117800" y="-2279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2" name="Freeform 2421"/>
          <p:cNvSpPr/>
          <p:nvPr/>
        </p:nvSpPr>
        <p:spPr>
          <a:xfrm>
            <a:off x="28143200" y="-2279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3" name="Freeform 2422"/>
          <p:cNvSpPr/>
          <p:nvPr/>
        </p:nvSpPr>
        <p:spPr>
          <a:xfrm>
            <a:off x="28168600" y="-2279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C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4" name="Freeform 2423"/>
          <p:cNvSpPr/>
          <p:nvPr/>
        </p:nvSpPr>
        <p:spPr>
          <a:xfrm>
            <a:off x="28206700" y="-2280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5" name="Freeform 2424"/>
          <p:cNvSpPr/>
          <p:nvPr/>
        </p:nvSpPr>
        <p:spPr>
          <a:xfrm>
            <a:off x="28232100" y="-22809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F0"/>
          </a:solidFill>
          <a:ln w="3175">
            <a:solidFill>
              <a:srgbClr val="000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6" name="Freeform 2425"/>
          <p:cNvSpPr/>
          <p:nvPr/>
        </p:nvSpPr>
        <p:spPr>
          <a:xfrm>
            <a:off x="28270200" y="-2275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7" name="Freeform 2426"/>
          <p:cNvSpPr/>
          <p:nvPr/>
        </p:nvSpPr>
        <p:spPr>
          <a:xfrm>
            <a:off x="282956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8" name="Freeform 2427"/>
          <p:cNvSpPr/>
          <p:nvPr/>
        </p:nvSpPr>
        <p:spPr>
          <a:xfrm>
            <a:off x="283210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9" name="Freeform 2428"/>
          <p:cNvSpPr/>
          <p:nvPr/>
        </p:nvSpPr>
        <p:spPr>
          <a:xfrm>
            <a:off x="283591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0" name="Freeform 2429"/>
          <p:cNvSpPr/>
          <p:nvPr/>
        </p:nvSpPr>
        <p:spPr>
          <a:xfrm>
            <a:off x="28384500" y="-22733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1" name="Freeform 2430"/>
          <p:cNvSpPr/>
          <p:nvPr/>
        </p:nvSpPr>
        <p:spPr>
          <a:xfrm>
            <a:off x="284226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2" name="Freeform 2431"/>
          <p:cNvSpPr/>
          <p:nvPr/>
        </p:nvSpPr>
        <p:spPr>
          <a:xfrm>
            <a:off x="28448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3" name="Freeform 2432"/>
          <p:cNvSpPr/>
          <p:nvPr/>
        </p:nvSpPr>
        <p:spPr>
          <a:xfrm>
            <a:off x="284734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4" name="Freeform 2433"/>
          <p:cNvSpPr/>
          <p:nvPr/>
        </p:nvSpPr>
        <p:spPr>
          <a:xfrm>
            <a:off x="285115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5" name="Freeform 2434"/>
          <p:cNvSpPr/>
          <p:nvPr/>
        </p:nvSpPr>
        <p:spPr>
          <a:xfrm>
            <a:off x="285369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6" name="Freeform 2435"/>
          <p:cNvSpPr/>
          <p:nvPr/>
        </p:nvSpPr>
        <p:spPr>
          <a:xfrm>
            <a:off x="285750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7" name="Freeform 2436"/>
          <p:cNvSpPr/>
          <p:nvPr/>
        </p:nvSpPr>
        <p:spPr>
          <a:xfrm>
            <a:off x="286004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Freeform 2437"/>
          <p:cNvSpPr/>
          <p:nvPr/>
        </p:nvSpPr>
        <p:spPr>
          <a:xfrm>
            <a:off x="286385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9" name="Freeform 2438"/>
          <p:cNvSpPr/>
          <p:nvPr/>
        </p:nvSpPr>
        <p:spPr>
          <a:xfrm>
            <a:off x="28663900" y="-22758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0" name="Freeform 2439"/>
          <p:cNvSpPr/>
          <p:nvPr/>
        </p:nvSpPr>
        <p:spPr>
          <a:xfrm>
            <a:off x="286893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1" name="Freeform 2440"/>
          <p:cNvSpPr/>
          <p:nvPr/>
        </p:nvSpPr>
        <p:spPr>
          <a:xfrm>
            <a:off x="287274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2" name="Freeform 2441"/>
          <p:cNvSpPr/>
          <p:nvPr/>
        </p:nvSpPr>
        <p:spPr>
          <a:xfrm>
            <a:off x="287528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3" name="Freeform 2442"/>
          <p:cNvSpPr/>
          <p:nvPr/>
        </p:nvSpPr>
        <p:spPr>
          <a:xfrm>
            <a:off x="287909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4" name="Freeform 2443"/>
          <p:cNvSpPr/>
          <p:nvPr/>
        </p:nvSpPr>
        <p:spPr>
          <a:xfrm>
            <a:off x="27914600" y="-2279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5" name="Freeform 2444"/>
          <p:cNvSpPr/>
          <p:nvPr/>
        </p:nvSpPr>
        <p:spPr>
          <a:xfrm>
            <a:off x="27952700" y="-2279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6" name="Freeform 2445"/>
          <p:cNvSpPr/>
          <p:nvPr/>
        </p:nvSpPr>
        <p:spPr>
          <a:xfrm>
            <a:off x="27978100" y="-2280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7" name="Freeform 2446"/>
          <p:cNvSpPr/>
          <p:nvPr/>
        </p:nvSpPr>
        <p:spPr>
          <a:xfrm>
            <a:off x="28003500" y="-22809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8" name="Freeform 2447"/>
          <p:cNvSpPr/>
          <p:nvPr/>
        </p:nvSpPr>
        <p:spPr>
          <a:xfrm>
            <a:off x="28041600" y="-2280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9" name="Freeform 2448"/>
          <p:cNvSpPr/>
          <p:nvPr/>
        </p:nvSpPr>
        <p:spPr>
          <a:xfrm>
            <a:off x="28067000" y="-22809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0" name="Freeform 2449"/>
          <p:cNvSpPr/>
          <p:nvPr/>
        </p:nvSpPr>
        <p:spPr>
          <a:xfrm>
            <a:off x="28105100" y="-2280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1" name="Freeform 2450"/>
          <p:cNvSpPr/>
          <p:nvPr/>
        </p:nvSpPr>
        <p:spPr>
          <a:xfrm>
            <a:off x="28130500" y="-2282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2" name="Freeform 2451"/>
          <p:cNvSpPr/>
          <p:nvPr/>
        </p:nvSpPr>
        <p:spPr>
          <a:xfrm>
            <a:off x="28155900" y="-22821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7FF"/>
          </a:solidFill>
          <a:ln w="3175">
            <a:solidFill>
              <a:srgbClr val="00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3" name="Freeform 2452"/>
          <p:cNvSpPr/>
          <p:nvPr/>
        </p:nvSpPr>
        <p:spPr>
          <a:xfrm>
            <a:off x="28194000" y="-2282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6FF"/>
          </a:solidFill>
          <a:ln w="3175">
            <a:solidFill>
              <a:srgbClr val="001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4" name="Freeform 2453"/>
          <p:cNvSpPr/>
          <p:nvPr/>
        </p:nvSpPr>
        <p:spPr>
          <a:xfrm>
            <a:off x="28219400" y="-22821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F2"/>
          </a:solidFill>
          <a:ln w="3175">
            <a:solidFill>
              <a:srgbClr val="000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5" name="Freeform 2454"/>
          <p:cNvSpPr/>
          <p:nvPr/>
        </p:nvSpPr>
        <p:spPr>
          <a:xfrm>
            <a:off x="28257500" y="-2277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6" name="Freeform 2455"/>
          <p:cNvSpPr/>
          <p:nvPr/>
        </p:nvSpPr>
        <p:spPr>
          <a:xfrm>
            <a:off x="28282900" y="-22733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7" name="Freeform 2456"/>
          <p:cNvSpPr/>
          <p:nvPr/>
        </p:nvSpPr>
        <p:spPr>
          <a:xfrm>
            <a:off x="28321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8" name="Freeform 2457"/>
          <p:cNvSpPr/>
          <p:nvPr/>
        </p:nvSpPr>
        <p:spPr>
          <a:xfrm>
            <a:off x="283464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9" name="Freeform 2458"/>
          <p:cNvSpPr/>
          <p:nvPr/>
        </p:nvSpPr>
        <p:spPr>
          <a:xfrm>
            <a:off x="283718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0" name="Freeform 2459"/>
          <p:cNvSpPr/>
          <p:nvPr/>
        </p:nvSpPr>
        <p:spPr>
          <a:xfrm>
            <a:off x="284099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1" name="Freeform 2460"/>
          <p:cNvSpPr/>
          <p:nvPr/>
        </p:nvSpPr>
        <p:spPr>
          <a:xfrm>
            <a:off x="284353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2" name="Freeform 2461"/>
          <p:cNvSpPr/>
          <p:nvPr/>
        </p:nvSpPr>
        <p:spPr>
          <a:xfrm>
            <a:off x="28473400" y="-2277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3" name="Freeform 2462"/>
          <p:cNvSpPr/>
          <p:nvPr/>
        </p:nvSpPr>
        <p:spPr>
          <a:xfrm>
            <a:off x="284988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4" name="Freeform 2463"/>
          <p:cNvSpPr/>
          <p:nvPr/>
        </p:nvSpPr>
        <p:spPr>
          <a:xfrm>
            <a:off x="285242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5" name="Freeform 2464"/>
          <p:cNvSpPr/>
          <p:nvPr/>
        </p:nvSpPr>
        <p:spPr>
          <a:xfrm>
            <a:off x="285623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6" name="Freeform 2465"/>
          <p:cNvSpPr/>
          <p:nvPr/>
        </p:nvSpPr>
        <p:spPr>
          <a:xfrm>
            <a:off x="28587700" y="-22758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7" name="Freeform 2466"/>
          <p:cNvSpPr/>
          <p:nvPr/>
        </p:nvSpPr>
        <p:spPr>
          <a:xfrm>
            <a:off x="286258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8" name="Freeform 2467"/>
          <p:cNvSpPr/>
          <p:nvPr/>
        </p:nvSpPr>
        <p:spPr>
          <a:xfrm>
            <a:off x="286512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9" name="Freeform 2468"/>
          <p:cNvSpPr/>
          <p:nvPr/>
        </p:nvSpPr>
        <p:spPr>
          <a:xfrm>
            <a:off x="286766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0" name="Freeform 2469"/>
          <p:cNvSpPr/>
          <p:nvPr/>
        </p:nvSpPr>
        <p:spPr>
          <a:xfrm>
            <a:off x="28714700" y="-22771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1" name="Freeform 2470"/>
          <p:cNvSpPr/>
          <p:nvPr/>
        </p:nvSpPr>
        <p:spPr>
          <a:xfrm>
            <a:off x="28740100" y="-2278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2" name="Freeform 2471"/>
          <p:cNvSpPr/>
          <p:nvPr/>
        </p:nvSpPr>
        <p:spPr>
          <a:xfrm>
            <a:off x="287782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3" name="Freeform 2472"/>
          <p:cNvSpPr/>
          <p:nvPr/>
        </p:nvSpPr>
        <p:spPr>
          <a:xfrm>
            <a:off x="27901900" y="-22821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4" name="Freeform 2473"/>
          <p:cNvSpPr/>
          <p:nvPr/>
        </p:nvSpPr>
        <p:spPr>
          <a:xfrm>
            <a:off x="27940000" y="-2282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5" name="Freeform 2474"/>
          <p:cNvSpPr/>
          <p:nvPr/>
        </p:nvSpPr>
        <p:spPr>
          <a:xfrm>
            <a:off x="27965400" y="-2282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6" name="Freeform 2475"/>
          <p:cNvSpPr/>
          <p:nvPr/>
        </p:nvSpPr>
        <p:spPr>
          <a:xfrm>
            <a:off x="28003500" y="-2282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7" name="Freeform 2476"/>
          <p:cNvSpPr/>
          <p:nvPr/>
        </p:nvSpPr>
        <p:spPr>
          <a:xfrm>
            <a:off x="28028900" y="-2282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8" name="Freeform 2477"/>
          <p:cNvSpPr/>
          <p:nvPr/>
        </p:nvSpPr>
        <p:spPr>
          <a:xfrm>
            <a:off x="28054300" y="-22834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9" name="Freeform 2478"/>
          <p:cNvSpPr/>
          <p:nvPr/>
        </p:nvSpPr>
        <p:spPr>
          <a:xfrm>
            <a:off x="28092400" y="-2283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0" name="Freeform 2479"/>
          <p:cNvSpPr/>
          <p:nvPr/>
        </p:nvSpPr>
        <p:spPr>
          <a:xfrm>
            <a:off x="28117800" y="-2283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1" name="Freeform 2480"/>
          <p:cNvSpPr/>
          <p:nvPr/>
        </p:nvSpPr>
        <p:spPr>
          <a:xfrm>
            <a:off x="28155900" y="-2283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2" name="Freeform 2481"/>
          <p:cNvSpPr/>
          <p:nvPr/>
        </p:nvSpPr>
        <p:spPr>
          <a:xfrm>
            <a:off x="28181300" y="-2283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3" name="Freeform 2482"/>
          <p:cNvSpPr/>
          <p:nvPr/>
        </p:nvSpPr>
        <p:spPr>
          <a:xfrm>
            <a:off x="28206700" y="-2282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F6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4" name="Freeform 2483"/>
          <p:cNvSpPr/>
          <p:nvPr/>
        </p:nvSpPr>
        <p:spPr>
          <a:xfrm>
            <a:off x="28244800" y="-2277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5" name="Freeform 2484"/>
          <p:cNvSpPr/>
          <p:nvPr/>
        </p:nvSpPr>
        <p:spPr>
          <a:xfrm>
            <a:off x="282702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6" name="Freeform 2485"/>
          <p:cNvSpPr/>
          <p:nvPr/>
        </p:nvSpPr>
        <p:spPr>
          <a:xfrm>
            <a:off x="283083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7" name="Freeform 2486"/>
          <p:cNvSpPr/>
          <p:nvPr/>
        </p:nvSpPr>
        <p:spPr>
          <a:xfrm>
            <a:off x="28333700" y="-2274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8" name="Freeform 2487"/>
          <p:cNvSpPr/>
          <p:nvPr/>
        </p:nvSpPr>
        <p:spPr>
          <a:xfrm>
            <a:off x="283591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9" name="Freeform 2488"/>
          <p:cNvSpPr/>
          <p:nvPr/>
        </p:nvSpPr>
        <p:spPr>
          <a:xfrm>
            <a:off x="283972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0" name="Freeform 2489"/>
          <p:cNvSpPr/>
          <p:nvPr/>
        </p:nvSpPr>
        <p:spPr>
          <a:xfrm>
            <a:off x="284226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1" name="Freeform 2490"/>
          <p:cNvSpPr/>
          <p:nvPr/>
        </p:nvSpPr>
        <p:spPr>
          <a:xfrm>
            <a:off x="284607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2" name="Freeform 2491"/>
          <p:cNvSpPr/>
          <p:nvPr/>
        </p:nvSpPr>
        <p:spPr>
          <a:xfrm>
            <a:off x="284861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3" name="Freeform 2492"/>
          <p:cNvSpPr/>
          <p:nvPr/>
        </p:nvSpPr>
        <p:spPr>
          <a:xfrm>
            <a:off x="285242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4" name="Freeform 2493"/>
          <p:cNvSpPr/>
          <p:nvPr/>
        </p:nvSpPr>
        <p:spPr>
          <a:xfrm>
            <a:off x="285496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5" name="Freeform 2494"/>
          <p:cNvSpPr/>
          <p:nvPr/>
        </p:nvSpPr>
        <p:spPr>
          <a:xfrm>
            <a:off x="285750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6" name="Freeform 2495"/>
          <p:cNvSpPr/>
          <p:nvPr/>
        </p:nvSpPr>
        <p:spPr>
          <a:xfrm>
            <a:off x="286131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7" name="Freeform 2496"/>
          <p:cNvSpPr/>
          <p:nvPr/>
        </p:nvSpPr>
        <p:spPr>
          <a:xfrm>
            <a:off x="286385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8" name="Freeform 2497"/>
          <p:cNvSpPr/>
          <p:nvPr/>
        </p:nvSpPr>
        <p:spPr>
          <a:xfrm>
            <a:off x="286766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9" name="Freeform 2498"/>
          <p:cNvSpPr/>
          <p:nvPr/>
        </p:nvSpPr>
        <p:spPr>
          <a:xfrm>
            <a:off x="287020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0" name="Freeform 2499"/>
          <p:cNvSpPr/>
          <p:nvPr/>
        </p:nvSpPr>
        <p:spPr>
          <a:xfrm>
            <a:off x="28727400" y="-2278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1" name="Freeform 2500"/>
          <p:cNvSpPr/>
          <p:nvPr/>
        </p:nvSpPr>
        <p:spPr>
          <a:xfrm>
            <a:off x="28765500" y="-22783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2" name="Freeform 2501"/>
          <p:cNvSpPr/>
          <p:nvPr/>
        </p:nvSpPr>
        <p:spPr>
          <a:xfrm>
            <a:off x="27889200" y="-22834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3" name="Freeform 2502"/>
          <p:cNvSpPr/>
          <p:nvPr/>
        </p:nvSpPr>
        <p:spPr>
          <a:xfrm>
            <a:off x="27927300" y="-2283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4" name="Freeform 2503"/>
          <p:cNvSpPr/>
          <p:nvPr/>
        </p:nvSpPr>
        <p:spPr>
          <a:xfrm>
            <a:off x="27952700" y="-2284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5" name="Freeform 2504"/>
          <p:cNvSpPr/>
          <p:nvPr/>
        </p:nvSpPr>
        <p:spPr>
          <a:xfrm>
            <a:off x="27990800" y="-2284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6" name="Freeform 2505"/>
          <p:cNvSpPr/>
          <p:nvPr/>
        </p:nvSpPr>
        <p:spPr>
          <a:xfrm>
            <a:off x="28016200" y="-2284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7" name="Freeform 2506"/>
          <p:cNvSpPr/>
          <p:nvPr/>
        </p:nvSpPr>
        <p:spPr>
          <a:xfrm>
            <a:off x="28041600" y="-2284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8" name="Freeform 2507"/>
          <p:cNvSpPr/>
          <p:nvPr/>
        </p:nvSpPr>
        <p:spPr>
          <a:xfrm>
            <a:off x="28079700" y="-2284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9" name="Freeform 2508"/>
          <p:cNvSpPr/>
          <p:nvPr/>
        </p:nvSpPr>
        <p:spPr>
          <a:xfrm>
            <a:off x="28105100" y="-22860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0" name="Freeform 2509"/>
          <p:cNvSpPr/>
          <p:nvPr/>
        </p:nvSpPr>
        <p:spPr>
          <a:xfrm>
            <a:off x="281432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1" name="Freeform 2510"/>
          <p:cNvSpPr/>
          <p:nvPr/>
        </p:nvSpPr>
        <p:spPr>
          <a:xfrm>
            <a:off x="28168600" y="-2286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BFF"/>
          </a:solidFill>
          <a:ln w="3175">
            <a:solidFill>
              <a:srgbClr val="003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2" name="Freeform 2511"/>
          <p:cNvSpPr/>
          <p:nvPr/>
        </p:nvSpPr>
        <p:spPr>
          <a:xfrm>
            <a:off x="28206700" y="-22847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2"/>
                </a:moveTo>
                <a:lnTo>
                  <a:pt x="3" y="6"/>
                </a:lnTo>
                <a:lnTo>
                  <a:pt x="2" y="4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8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3" name="Freeform 2512"/>
          <p:cNvSpPr/>
          <p:nvPr/>
        </p:nvSpPr>
        <p:spPr>
          <a:xfrm>
            <a:off x="28232100" y="-2279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B3"/>
          </a:solidFill>
          <a:ln w="3175">
            <a:solidFill>
              <a:srgbClr val="0000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4" name="Freeform 2513"/>
          <p:cNvSpPr/>
          <p:nvPr/>
        </p:nvSpPr>
        <p:spPr>
          <a:xfrm>
            <a:off x="282575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5" name="Freeform 2514"/>
          <p:cNvSpPr/>
          <p:nvPr/>
        </p:nvSpPr>
        <p:spPr>
          <a:xfrm>
            <a:off x="28295600" y="-2278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6" name="Freeform 2515"/>
          <p:cNvSpPr/>
          <p:nvPr/>
        </p:nvSpPr>
        <p:spPr>
          <a:xfrm>
            <a:off x="28321000" y="-2278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7" name="Freeform 2516"/>
          <p:cNvSpPr/>
          <p:nvPr/>
        </p:nvSpPr>
        <p:spPr>
          <a:xfrm>
            <a:off x="28359100" y="-2278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8" name="Freeform 2517"/>
          <p:cNvSpPr/>
          <p:nvPr/>
        </p:nvSpPr>
        <p:spPr>
          <a:xfrm>
            <a:off x="283845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9" name="Freeform 2518"/>
          <p:cNvSpPr/>
          <p:nvPr/>
        </p:nvSpPr>
        <p:spPr>
          <a:xfrm>
            <a:off x="28409900" y="-2279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0" name="Freeform 2519"/>
          <p:cNvSpPr/>
          <p:nvPr/>
        </p:nvSpPr>
        <p:spPr>
          <a:xfrm>
            <a:off x="28448000" y="-22872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0000CF"/>
          </a:solidFill>
          <a:ln w="3175">
            <a:solidFill>
              <a:srgbClr val="0000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1" name="Freeform 2520"/>
          <p:cNvSpPr/>
          <p:nvPr/>
        </p:nvSpPr>
        <p:spPr>
          <a:xfrm>
            <a:off x="28473400" y="-229997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1" y="17"/>
                </a:moveTo>
                <a:lnTo>
                  <a:pt x="4" y="17"/>
                </a:lnTo>
                <a:lnTo>
                  <a:pt x="3" y="0"/>
                </a:lnTo>
                <a:lnTo>
                  <a:pt x="0" y="10"/>
                </a:lnTo>
                <a:lnTo>
                  <a:pt x="1" y="17"/>
                </a:lnTo>
                <a:close/>
              </a:path>
            </a:pathLst>
          </a:custGeom>
          <a:solidFill>
            <a:srgbClr val="0034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2" name="Freeform 2521"/>
          <p:cNvSpPr/>
          <p:nvPr/>
        </p:nvSpPr>
        <p:spPr>
          <a:xfrm>
            <a:off x="28511500" y="-22999700"/>
            <a:ext cx="38100" cy="228600"/>
          </a:xfrm>
          <a:custGeom>
            <a:avLst/>
            <a:gdLst/>
            <a:ahLst/>
            <a:cxnLst/>
            <a:rect l="l" t="t" r="r" b="b"/>
            <a:pathLst>
              <a:path w="3" h="18">
                <a:moveTo>
                  <a:pt x="1" y="17"/>
                </a:moveTo>
                <a:lnTo>
                  <a:pt x="3" y="18"/>
                </a:lnTo>
                <a:lnTo>
                  <a:pt x="2" y="6"/>
                </a:lnTo>
                <a:lnTo>
                  <a:pt x="0" y="0"/>
                </a:lnTo>
                <a:lnTo>
                  <a:pt x="1" y="17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3" name="Freeform 2522"/>
          <p:cNvSpPr/>
          <p:nvPr/>
        </p:nvSpPr>
        <p:spPr>
          <a:xfrm>
            <a:off x="28536900" y="-229235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2"/>
                </a:lnTo>
                <a:lnTo>
                  <a:pt x="2" y="2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4" name="Freeform 2523"/>
          <p:cNvSpPr/>
          <p:nvPr/>
        </p:nvSpPr>
        <p:spPr>
          <a:xfrm>
            <a:off x="28562300" y="-22898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5" name="Freeform 2524"/>
          <p:cNvSpPr/>
          <p:nvPr/>
        </p:nvSpPr>
        <p:spPr>
          <a:xfrm>
            <a:off x="28600400" y="-22910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6" name="Freeform 2525"/>
          <p:cNvSpPr/>
          <p:nvPr/>
        </p:nvSpPr>
        <p:spPr>
          <a:xfrm>
            <a:off x="28625800" y="-229108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7" name="Freeform 2526"/>
          <p:cNvSpPr/>
          <p:nvPr/>
        </p:nvSpPr>
        <p:spPr>
          <a:xfrm>
            <a:off x="28663900" y="-22910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8" name="Freeform 2527"/>
          <p:cNvSpPr/>
          <p:nvPr/>
        </p:nvSpPr>
        <p:spPr>
          <a:xfrm>
            <a:off x="28689300" y="-22910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9" name="Freeform 2528"/>
          <p:cNvSpPr/>
          <p:nvPr/>
        </p:nvSpPr>
        <p:spPr>
          <a:xfrm>
            <a:off x="28727400" y="-22910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0" name="Freeform 2529"/>
          <p:cNvSpPr/>
          <p:nvPr/>
        </p:nvSpPr>
        <p:spPr>
          <a:xfrm>
            <a:off x="28752800" y="-22923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1" name="Freeform 2530"/>
          <p:cNvSpPr/>
          <p:nvPr/>
        </p:nvSpPr>
        <p:spPr>
          <a:xfrm>
            <a:off x="278892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2" name="Freeform 2531"/>
          <p:cNvSpPr/>
          <p:nvPr/>
        </p:nvSpPr>
        <p:spPr>
          <a:xfrm>
            <a:off x="279146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3" name="Freeform 2532"/>
          <p:cNvSpPr/>
          <p:nvPr/>
        </p:nvSpPr>
        <p:spPr>
          <a:xfrm>
            <a:off x="27940000" y="-2287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4" name="Freeform 2533"/>
          <p:cNvSpPr/>
          <p:nvPr/>
        </p:nvSpPr>
        <p:spPr>
          <a:xfrm>
            <a:off x="279781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5" name="Freeform 2534"/>
          <p:cNvSpPr/>
          <p:nvPr/>
        </p:nvSpPr>
        <p:spPr>
          <a:xfrm>
            <a:off x="280035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6" name="Freeform 2535"/>
          <p:cNvSpPr/>
          <p:nvPr/>
        </p:nvSpPr>
        <p:spPr>
          <a:xfrm>
            <a:off x="280416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7" name="Freeform 2536"/>
          <p:cNvSpPr/>
          <p:nvPr/>
        </p:nvSpPr>
        <p:spPr>
          <a:xfrm>
            <a:off x="28067000" y="-2288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8" name="Freeform 2537"/>
          <p:cNvSpPr/>
          <p:nvPr/>
        </p:nvSpPr>
        <p:spPr>
          <a:xfrm>
            <a:off x="280924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9" name="Freeform 2538"/>
          <p:cNvSpPr/>
          <p:nvPr/>
        </p:nvSpPr>
        <p:spPr>
          <a:xfrm>
            <a:off x="281305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0" name="Freeform 2539"/>
          <p:cNvSpPr/>
          <p:nvPr/>
        </p:nvSpPr>
        <p:spPr>
          <a:xfrm>
            <a:off x="281559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1FF"/>
          </a:solidFill>
          <a:ln w="3175">
            <a:solidFill>
              <a:srgbClr val="005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1" name="Freeform 2540"/>
          <p:cNvSpPr/>
          <p:nvPr/>
        </p:nvSpPr>
        <p:spPr>
          <a:xfrm>
            <a:off x="28194000" y="-228854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3"/>
                </a:moveTo>
                <a:lnTo>
                  <a:pt x="3" y="7"/>
                </a:lnTo>
                <a:lnTo>
                  <a:pt x="2" y="4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2" name="Freeform 2541"/>
          <p:cNvSpPr/>
          <p:nvPr/>
        </p:nvSpPr>
        <p:spPr>
          <a:xfrm>
            <a:off x="28219400" y="-22834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3"/>
                </a:moveTo>
                <a:lnTo>
                  <a:pt x="3" y="5"/>
                </a:lnTo>
                <a:lnTo>
                  <a:pt x="3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0"/>
          </a:solidFill>
          <a:ln w="3175">
            <a:solidFill>
              <a:srgbClr val="000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3" name="Freeform 2542"/>
          <p:cNvSpPr/>
          <p:nvPr/>
        </p:nvSpPr>
        <p:spPr>
          <a:xfrm>
            <a:off x="28257500" y="-2280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4" name="Freeform 2543"/>
          <p:cNvSpPr/>
          <p:nvPr/>
        </p:nvSpPr>
        <p:spPr>
          <a:xfrm>
            <a:off x="28282900" y="-2280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5" name="Freeform 2544"/>
          <p:cNvSpPr/>
          <p:nvPr/>
        </p:nvSpPr>
        <p:spPr>
          <a:xfrm>
            <a:off x="28308300" y="-22809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6" name="Freeform 2545"/>
          <p:cNvSpPr/>
          <p:nvPr/>
        </p:nvSpPr>
        <p:spPr>
          <a:xfrm>
            <a:off x="28346400" y="-2282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7" name="Freeform 2546"/>
          <p:cNvSpPr/>
          <p:nvPr/>
        </p:nvSpPr>
        <p:spPr>
          <a:xfrm>
            <a:off x="28371800" y="-2282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8" name="Freeform 2547"/>
          <p:cNvSpPr/>
          <p:nvPr/>
        </p:nvSpPr>
        <p:spPr>
          <a:xfrm>
            <a:off x="28409900" y="-22834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0000D1"/>
          </a:solidFill>
          <a:ln w="3175">
            <a:solidFill>
              <a:srgbClr val="0000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9" name="Freeform 2548"/>
          <p:cNvSpPr/>
          <p:nvPr/>
        </p:nvSpPr>
        <p:spPr>
          <a:xfrm>
            <a:off x="28435300" y="-22910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3"/>
                </a:lnTo>
                <a:lnTo>
                  <a:pt x="2" y="0"/>
                </a:lnTo>
                <a:lnTo>
                  <a:pt x="0" y="6"/>
                </a:lnTo>
                <a:lnTo>
                  <a:pt x="1" y="9"/>
                </a:lnTo>
                <a:close/>
              </a:path>
            </a:pathLst>
          </a:custGeom>
          <a:solidFill>
            <a:srgbClr val="0021FF"/>
          </a:solidFill>
          <a:ln w="3175">
            <a:solidFill>
              <a:srgbClr val="001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0" name="Freeform 2549"/>
          <p:cNvSpPr/>
          <p:nvPr/>
        </p:nvSpPr>
        <p:spPr>
          <a:xfrm>
            <a:off x="28460700" y="-230759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6"/>
                </a:lnTo>
                <a:lnTo>
                  <a:pt x="3" y="0"/>
                </a:lnTo>
                <a:lnTo>
                  <a:pt x="0" y="13"/>
                </a:lnTo>
                <a:lnTo>
                  <a:pt x="1" y="16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1" name="Freeform 2550"/>
          <p:cNvSpPr/>
          <p:nvPr/>
        </p:nvSpPr>
        <p:spPr>
          <a:xfrm>
            <a:off x="28498800" y="-230759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6"/>
                </a:moveTo>
                <a:lnTo>
                  <a:pt x="3" y="12"/>
                </a:lnTo>
                <a:lnTo>
                  <a:pt x="2" y="3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4BFFB4"/>
          </a:solidFill>
          <a:ln w="3175">
            <a:solidFill>
              <a:srgbClr val="3C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2" name="Freeform 2551"/>
          <p:cNvSpPr/>
          <p:nvPr/>
        </p:nvSpPr>
        <p:spPr>
          <a:xfrm>
            <a:off x="28524200" y="-23037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9"/>
                </a:moveTo>
                <a:lnTo>
                  <a:pt x="3" y="11"/>
                </a:lnTo>
                <a:lnTo>
                  <a:pt x="3" y="2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3" name="Freeform 2552"/>
          <p:cNvSpPr/>
          <p:nvPr/>
        </p:nvSpPr>
        <p:spPr>
          <a:xfrm>
            <a:off x="28562300" y="-230124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0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0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4" name="Freeform 2553"/>
          <p:cNvSpPr/>
          <p:nvPr/>
        </p:nvSpPr>
        <p:spPr>
          <a:xfrm>
            <a:off x="28587700" y="-230124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5" name="Freeform 2554"/>
          <p:cNvSpPr/>
          <p:nvPr/>
        </p:nvSpPr>
        <p:spPr>
          <a:xfrm>
            <a:off x="28613100" y="-23012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6" name="Freeform 2555"/>
          <p:cNvSpPr/>
          <p:nvPr/>
        </p:nvSpPr>
        <p:spPr>
          <a:xfrm>
            <a:off x="28651200" y="-23025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7" name="Freeform 2556"/>
          <p:cNvSpPr/>
          <p:nvPr/>
        </p:nvSpPr>
        <p:spPr>
          <a:xfrm>
            <a:off x="28676600" y="-23025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8" name="Freeform 2557"/>
          <p:cNvSpPr/>
          <p:nvPr/>
        </p:nvSpPr>
        <p:spPr>
          <a:xfrm>
            <a:off x="28714700" y="-23025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9" name="Freeform 2558"/>
          <p:cNvSpPr/>
          <p:nvPr/>
        </p:nvSpPr>
        <p:spPr>
          <a:xfrm>
            <a:off x="28740100" y="-23025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0" name="Freeform 2559"/>
          <p:cNvSpPr/>
          <p:nvPr/>
        </p:nvSpPr>
        <p:spPr>
          <a:xfrm>
            <a:off x="278765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1" name="Freeform 2560"/>
          <p:cNvSpPr/>
          <p:nvPr/>
        </p:nvSpPr>
        <p:spPr>
          <a:xfrm>
            <a:off x="279019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2" name="Freeform 2561"/>
          <p:cNvSpPr/>
          <p:nvPr/>
        </p:nvSpPr>
        <p:spPr>
          <a:xfrm>
            <a:off x="27940000" y="-2289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3" name="Freeform 2562"/>
          <p:cNvSpPr/>
          <p:nvPr/>
        </p:nvSpPr>
        <p:spPr>
          <a:xfrm>
            <a:off x="279654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4" name="Freeform 2563"/>
          <p:cNvSpPr/>
          <p:nvPr/>
        </p:nvSpPr>
        <p:spPr>
          <a:xfrm>
            <a:off x="27990800" y="-22898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5" name="Freeform 2564"/>
          <p:cNvSpPr/>
          <p:nvPr/>
        </p:nvSpPr>
        <p:spPr>
          <a:xfrm>
            <a:off x="280289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6" name="Freeform 2565"/>
          <p:cNvSpPr/>
          <p:nvPr/>
        </p:nvSpPr>
        <p:spPr>
          <a:xfrm>
            <a:off x="280543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7" name="Freeform 2566"/>
          <p:cNvSpPr/>
          <p:nvPr/>
        </p:nvSpPr>
        <p:spPr>
          <a:xfrm>
            <a:off x="280924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8" name="Freeform 2567"/>
          <p:cNvSpPr/>
          <p:nvPr/>
        </p:nvSpPr>
        <p:spPr>
          <a:xfrm>
            <a:off x="281178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AFF"/>
          </a:solidFill>
          <a:ln w="3175">
            <a:solidFill>
              <a:srgbClr val="007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9" name="Freeform 2568"/>
          <p:cNvSpPr/>
          <p:nvPr/>
        </p:nvSpPr>
        <p:spPr>
          <a:xfrm>
            <a:off x="28143200" y="-22910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0" name="Freeform 2569"/>
          <p:cNvSpPr/>
          <p:nvPr/>
        </p:nvSpPr>
        <p:spPr>
          <a:xfrm>
            <a:off x="28181300" y="-22898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1" name="Freeform 2570"/>
          <p:cNvSpPr/>
          <p:nvPr/>
        </p:nvSpPr>
        <p:spPr>
          <a:xfrm>
            <a:off x="28206700" y="-2284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9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Freeform 2571"/>
          <p:cNvSpPr/>
          <p:nvPr/>
        </p:nvSpPr>
        <p:spPr>
          <a:xfrm>
            <a:off x="28244800" y="-2283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3" name="Freeform 2572"/>
          <p:cNvSpPr/>
          <p:nvPr/>
        </p:nvSpPr>
        <p:spPr>
          <a:xfrm>
            <a:off x="28270200" y="-2283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4" name="Freeform 2573"/>
          <p:cNvSpPr/>
          <p:nvPr/>
        </p:nvSpPr>
        <p:spPr>
          <a:xfrm>
            <a:off x="28295600" y="-22834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5" name="Freeform 2574"/>
          <p:cNvSpPr/>
          <p:nvPr/>
        </p:nvSpPr>
        <p:spPr>
          <a:xfrm>
            <a:off x="28333700" y="-2284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6" name="Freeform 2575"/>
          <p:cNvSpPr/>
          <p:nvPr/>
        </p:nvSpPr>
        <p:spPr>
          <a:xfrm>
            <a:off x="28359100" y="-2284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7" name="Freeform 2576"/>
          <p:cNvSpPr/>
          <p:nvPr/>
        </p:nvSpPr>
        <p:spPr>
          <a:xfrm>
            <a:off x="28397200" y="-2286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FA"/>
          </a:solidFill>
          <a:ln w="3175">
            <a:solidFill>
              <a:srgbClr val="000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8" name="Freeform 2577"/>
          <p:cNvSpPr/>
          <p:nvPr/>
        </p:nvSpPr>
        <p:spPr>
          <a:xfrm>
            <a:off x="28422600" y="-22910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0"/>
                </a:lnTo>
                <a:lnTo>
                  <a:pt x="3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9" name="Freeform 2578"/>
          <p:cNvSpPr/>
          <p:nvPr/>
        </p:nvSpPr>
        <p:spPr>
          <a:xfrm>
            <a:off x="28460700" y="-230886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0" y="14"/>
                </a:moveTo>
                <a:lnTo>
                  <a:pt x="3" y="1"/>
                </a:lnTo>
                <a:lnTo>
                  <a:pt x="2" y="0"/>
                </a:lnTo>
                <a:lnTo>
                  <a:pt x="0" y="14"/>
                </a:lnTo>
                <a:lnTo>
                  <a:pt x="0" y="14"/>
                </a:lnTo>
                <a:close/>
              </a:path>
            </a:pathLst>
          </a:custGeom>
          <a:solidFill>
            <a:srgbClr val="23FFDC"/>
          </a:solidFill>
          <a:ln w="3175">
            <a:solidFill>
              <a:srgbClr val="1CC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0" name="Freeform 2579"/>
          <p:cNvSpPr/>
          <p:nvPr/>
        </p:nvSpPr>
        <p:spPr>
          <a:xfrm>
            <a:off x="28486100" y="-2308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1" name="Freeform 2580"/>
          <p:cNvSpPr/>
          <p:nvPr/>
        </p:nvSpPr>
        <p:spPr>
          <a:xfrm>
            <a:off x="28511500" y="-23075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3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7FFF80"/>
          </a:solidFill>
          <a:ln w="3175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2" name="Freeform 2581"/>
          <p:cNvSpPr/>
          <p:nvPr/>
        </p:nvSpPr>
        <p:spPr>
          <a:xfrm>
            <a:off x="28549600" y="-2306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3" name="Freeform 2582"/>
          <p:cNvSpPr/>
          <p:nvPr/>
        </p:nvSpPr>
        <p:spPr>
          <a:xfrm>
            <a:off x="28575000" y="-23075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4" name="Freeform 2583"/>
          <p:cNvSpPr/>
          <p:nvPr/>
        </p:nvSpPr>
        <p:spPr>
          <a:xfrm>
            <a:off x="28613100" y="-23075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5" name="Freeform 2584"/>
          <p:cNvSpPr/>
          <p:nvPr/>
        </p:nvSpPr>
        <p:spPr>
          <a:xfrm>
            <a:off x="28638500" y="-23075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6" name="Freeform 2585"/>
          <p:cNvSpPr/>
          <p:nvPr/>
        </p:nvSpPr>
        <p:spPr>
          <a:xfrm>
            <a:off x="28663900" y="-2307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7" name="Freeform 2586"/>
          <p:cNvSpPr/>
          <p:nvPr/>
        </p:nvSpPr>
        <p:spPr>
          <a:xfrm>
            <a:off x="28702000" y="-23075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8" name="Freeform 2587"/>
          <p:cNvSpPr/>
          <p:nvPr/>
        </p:nvSpPr>
        <p:spPr>
          <a:xfrm>
            <a:off x="28727400" y="-2308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9" name="Freeform 2588"/>
          <p:cNvSpPr/>
          <p:nvPr/>
        </p:nvSpPr>
        <p:spPr>
          <a:xfrm>
            <a:off x="278638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0" name="Freeform 2589"/>
          <p:cNvSpPr/>
          <p:nvPr/>
        </p:nvSpPr>
        <p:spPr>
          <a:xfrm>
            <a:off x="27889200" y="-22910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1" name="Freeform 2590"/>
          <p:cNvSpPr/>
          <p:nvPr/>
        </p:nvSpPr>
        <p:spPr>
          <a:xfrm>
            <a:off x="279273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2" name="Freeform 2591"/>
          <p:cNvSpPr/>
          <p:nvPr/>
        </p:nvSpPr>
        <p:spPr>
          <a:xfrm>
            <a:off x="279527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3" name="Freeform 2592"/>
          <p:cNvSpPr/>
          <p:nvPr/>
        </p:nvSpPr>
        <p:spPr>
          <a:xfrm>
            <a:off x="27978100" y="-22923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4" name="Freeform 2593"/>
          <p:cNvSpPr/>
          <p:nvPr/>
        </p:nvSpPr>
        <p:spPr>
          <a:xfrm>
            <a:off x="280162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5" name="Freeform 2594"/>
          <p:cNvSpPr/>
          <p:nvPr/>
        </p:nvSpPr>
        <p:spPr>
          <a:xfrm>
            <a:off x="28041600" y="-22923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6" name="Freeform 2595"/>
          <p:cNvSpPr/>
          <p:nvPr/>
        </p:nvSpPr>
        <p:spPr>
          <a:xfrm>
            <a:off x="280797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7" name="Freeform 2596"/>
          <p:cNvSpPr/>
          <p:nvPr/>
        </p:nvSpPr>
        <p:spPr>
          <a:xfrm>
            <a:off x="281051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B5FF"/>
          </a:solidFill>
          <a:ln w="3175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8" name="Freeform 2597"/>
          <p:cNvSpPr/>
          <p:nvPr/>
        </p:nvSpPr>
        <p:spPr>
          <a:xfrm>
            <a:off x="281432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9" name="Freeform 2598"/>
          <p:cNvSpPr/>
          <p:nvPr/>
        </p:nvSpPr>
        <p:spPr>
          <a:xfrm>
            <a:off x="28168600" y="-22898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0" name="Freeform 2599"/>
          <p:cNvSpPr/>
          <p:nvPr/>
        </p:nvSpPr>
        <p:spPr>
          <a:xfrm>
            <a:off x="28194000" y="-22860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1FFF"/>
          </a:solidFill>
          <a:ln w="3175">
            <a:solidFill>
              <a:srgbClr val="001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1" name="Freeform 2600"/>
          <p:cNvSpPr/>
          <p:nvPr/>
        </p:nvSpPr>
        <p:spPr>
          <a:xfrm>
            <a:off x="282321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2" name="Freeform 2601"/>
          <p:cNvSpPr/>
          <p:nvPr/>
        </p:nvSpPr>
        <p:spPr>
          <a:xfrm>
            <a:off x="282575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3" name="Freeform 2602"/>
          <p:cNvSpPr/>
          <p:nvPr/>
        </p:nvSpPr>
        <p:spPr>
          <a:xfrm>
            <a:off x="282956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4" name="Freeform 2603"/>
          <p:cNvSpPr/>
          <p:nvPr/>
        </p:nvSpPr>
        <p:spPr>
          <a:xfrm>
            <a:off x="283210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5" name="Freeform 2604"/>
          <p:cNvSpPr/>
          <p:nvPr/>
        </p:nvSpPr>
        <p:spPr>
          <a:xfrm>
            <a:off x="28346400" y="-22872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6" name="Freeform 2605"/>
          <p:cNvSpPr/>
          <p:nvPr/>
        </p:nvSpPr>
        <p:spPr>
          <a:xfrm>
            <a:off x="283845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7" name="Freeform 2606"/>
          <p:cNvSpPr/>
          <p:nvPr/>
        </p:nvSpPr>
        <p:spPr>
          <a:xfrm>
            <a:off x="28409900" y="-22923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8" name="Freeform 2607"/>
          <p:cNvSpPr/>
          <p:nvPr/>
        </p:nvSpPr>
        <p:spPr>
          <a:xfrm>
            <a:off x="28448000" y="-230886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0"/>
                </a:lnTo>
                <a:lnTo>
                  <a:pt x="2" y="0"/>
                </a:lnTo>
                <a:lnTo>
                  <a:pt x="0" y="13"/>
                </a:lnTo>
                <a:lnTo>
                  <a:pt x="1" y="14"/>
                </a:lnTo>
                <a:close/>
              </a:path>
            </a:pathLst>
          </a:custGeom>
          <a:solidFill>
            <a:srgbClr val="23FFDC"/>
          </a:solidFill>
          <a:ln w="3175">
            <a:solidFill>
              <a:srgbClr val="1CC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9" name="Freeform 2608"/>
          <p:cNvSpPr/>
          <p:nvPr/>
        </p:nvSpPr>
        <p:spPr>
          <a:xfrm>
            <a:off x="28473400" y="-2308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C1FF3E"/>
          </a:solidFill>
          <a:ln w="3175">
            <a:solidFill>
              <a:srgbClr val="9BCC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0" name="Freeform 2609"/>
          <p:cNvSpPr/>
          <p:nvPr/>
        </p:nvSpPr>
        <p:spPr>
          <a:xfrm>
            <a:off x="28498800" y="-2311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BFF44"/>
          </a:solidFill>
          <a:ln w="3175">
            <a:solidFill>
              <a:srgbClr val="96C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1" name="Freeform 2610"/>
          <p:cNvSpPr/>
          <p:nvPr/>
        </p:nvSpPr>
        <p:spPr>
          <a:xfrm>
            <a:off x="28536900" y="-23114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2" name="Freeform 2611"/>
          <p:cNvSpPr/>
          <p:nvPr/>
        </p:nvSpPr>
        <p:spPr>
          <a:xfrm>
            <a:off x="28562300" y="-2311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3" name="Freeform 2612"/>
          <p:cNvSpPr/>
          <p:nvPr/>
        </p:nvSpPr>
        <p:spPr>
          <a:xfrm>
            <a:off x="286004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4" name="Freeform 2613"/>
          <p:cNvSpPr/>
          <p:nvPr/>
        </p:nvSpPr>
        <p:spPr>
          <a:xfrm>
            <a:off x="286258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5" name="Freeform 2614"/>
          <p:cNvSpPr/>
          <p:nvPr/>
        </p:nvSpPr>
        <p:spPr>
          <a:xfrm>
            <a:off x="286639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6" name="Freeform 2615"/>
          <p:cNvSpPr/>
          <p:nvPr/>
        </p:nvSpPr>
        <p:spPr>
          <a:xfrm>
            <a:off x="286893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7" name="Freeform 2616"/>
          <p:cNvSpPr/>
          <p:nvPr/>
        </p:nvSpPr>
        <p:spPr>
          <a:xfrm>
            <a:off x="28714700" y="-23139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8" name="Freeform 2617"/>
          <p:cNvSpPr/>
          <p:nvPr/>
        </p:nvSpPr>
        <p:spPr>
          <a:xfrm>
            <a:off x="27851100" y="-2294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9" name="Freeform 2618"/>
          <p:cNvSpPr/>
          <p:nvPr/>
        </p:nvSpPr>
        <p:spPr>
          <a:xfrm>
            <a:off x="27876500" y="-2294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0" name="Freeform 2619"/>
          <p:cNvSpPr/>
          <p:nvPr/>
        </p:nvSpPr>
        <p:spPr>
          <a:xfrm>
            <a:off x="27914600" y="-2294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1" name="Freeform 2620"/>
          <p:cNvSpPr/>
          <p:nvPr/>
        </p:nvSpPr>
        <p:spPr>
          <a:xfrm>
            <a:off x="27940000" y="-2296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2" name="Freeform 2621"/>
          <p:cNvSpPr/>
          <p:nvPr/>
        </p:nvSpPr>
        <p:spPr>
          <a:xfrm>
            <a:off x="27978100" y="-2296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3" name="Freeform 2622"/>
          <p:cNvSpPr/>
          <p:nvPr/>
        </p:nvSpPr>
        <p:spPr>
          <a:xfrm>
            <a:off x="28003500" y="-2296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4" name="Freeform 2623"/>
          <p:cNvSpPr/>
          <p:nvPr/>
        </p:nvSpPr>
        <p:spPr>
          <a:xfrm>
            <a:off x="28028900" y="-2296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5" name="Freeform 2624"/>
          <p:cNvSpPr/>
          <p:nvPr/>
        </p:nvSpPr>
        <p:spPr>
          <a:xfrm>
            <a:off x="28067000" y="-2296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6" name="Freeform 2625"/>
          <p:cNvSpPr/>
          <p:nvPr/>
        </p:nvSpPr>
        <p:spPr>
          <a:xfrm>
            <a:off x="28092400" y="-2296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DDFF"/>
          </a:solidFill>
          <a:ln w="3175">
            <a:solidFill>
              <a:srgbClr val="00B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7" name="Freeform 2626"/>
          <p:cNvSpPr/>
          <p:nvPr/>
        </p:nvSpPr>
        <p:spPr>
          <a:xfrm>
            <a:off x="28130500" y="-22961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3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B3FF"/>
          </a:solidFill>
          <a:ln w="3175">
            <a:solidFill>
              <a:srgbClr val="008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8" name="Freeform 2627"/>
          <p:cNvSpPr/>
          <p:nvPr/>
        </p:nvSpPr>
        <p:spPr>
          <a:xfrm>
            <a:off x="28155900" y="-22923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2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9" name="Freeform 2628"/>
          <p:cNvSpPr/>
          <p:nvPr/>
        </p:nvSpPr>
        <p:spPr>
          <a:xfrm>
            <a:off x="281813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0" name="Freeform 2629"/>
          <p:cNvSpPr/>
          <p:nvPr/>
        </p:nvSpPr>
        <p:spPr>
          <a:xfrm>
            <a:off x="282194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1" name="Freeform 2630"/>
          <p:cNvSpPr/>
          <p:nvPr/>
        </p:nvSpPr>
        <p:spPr>
          <a:xfrm>
            <a:off x="28244800" y="-22885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2" name="Freeform 2631"/>
          <p:cNvSpPr/>
          <p:nvPr/>
        </p:nvSpPr>
        <p:spPr>
          <a:xfrm>
            <a:off x="282829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3" name="Freeform 2632"/>
          <p:cNvSpPr/>
          <p:nvPr/>
        </p:nvSpPr>
        <p:spPr>
          <a:xfrm>
            <a:off x="283083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4" name="Freeform 2633"/>
          <p:cNvSpPr/>
          <p:nvPr/>
        </p:nvSpPr>
        <p:spPr>
          <a:xfrm>
            <a:off x="283464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5" name="Freeform 2634"/>
          <p:cNvSpPr/>
          <p:nvPr/>
        </p:nvSpPr>
        <p:spPr>
          <a:xfrm>
            <a:off x="283718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2B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6" name="Freeform 2635"/>
          <p:cNvSpPr/>
          <p:nvPr/>
        </p:nvSpPr>
        <p:spPr>
          <a:xfrm>
            <a:off x="28397200" y="-22923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7" name="Freeform 2636"/>
          <p:cNvSpPr/>
          <p:nvPr/>
        </p:nvSpPr>
        <p:spPr>
          <a:xfrm>
            <a:off x="28435300" y="-231013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1"/>
                </a:lnTo>
                <a:lnTo>
                  <a:pt x="2" y="0"/>
                </a:lnTo>
                <a:lnTo>
                  <a:pt x="0" y="14"/>
                </a:lnTo>
                <a:lnTo>
                  <a:pt x="1" y="14"/>
                </a:lnTo>
                <a:close/>
              </a:path>
            </a:pathLst>
          </a:custGeom>
          <a:solidFill>
            <a:srgbClr val="24FFDB"/>
          </a:solidFill>
          <a:ln w="3175">
            <a:solidFill>
              <a:srgbClr val="1DCC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8" name="Freeform 2637"/>
          <p:cNvSpPr/>
          <p:nvPr/>
        </p:nvSpPr>
        <p:spPr>
          <a:xfrm>
            <a:off x="28460700" y="-23164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9" name="Freeform 2638"/>
          <p:cNvSpPr/>
          <p:nvPr/>
        </p:nvSpPr>
        <p:spPr>
          <a:xfrm>
            <a:off x="28498800" y="-23190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6"/>
                </a:lnTo>
                <a:lnTo>
                  <a:pt x="2" y="0"/>
                </a:lnTo>
                <a:lnTo>
                  <a:pt x="0" y="2"/>
                </a:lnTo>
                <a:lnTo>
                  <a:pt x="0" y="8"/>
                </a:lnTo>
                <a:close/>
              </a:path>
            </a:pathLst>
          </a:custGeom>
          <a:solidFill>
            <a:srgbClr val="FFED00"/>
          </a:solidFill>
          <a:ln w="3175">
            <a:solidFill>
              <a:srgbClr val="CCB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0" name="Freeform 2639"/>
          <p:cNvSpPr/>
          <p:nvPr/>
        </p:nvSpPr>
        <p:spPr>
          <a:xfrm>
            <a:off x="28524200" y="-231902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1" name="Freeform 2640"/>
          <p:cNvSpPr/>
          <p:nvPr/>
        </p:nvSpPr>
        <p:spPr>
          <a:xfrm>
            <a:off x="28549600" y="-23190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2" name="Freeform 2641"/>
          <p:cNvSpPr/>
          <p:nvPr/>
        </p:nvSpPr>
        <p:spPr>
          <a:xfrm>
            <a:off x="28587700" y="-231902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3" name="Freeform 2642"/>
          <p:cNvSpPr/>
          <p:nvPr/>
        </p:nvSpPr>
        <p:spPr>
          <a:xfrm>
            <a:off x="28613100" y="-23202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4" name="Freeform 2643"/>
          <p:cNvSpPr/>
          <p:nvPr/>
        </p:nvSpPr>
        <p:spPr>
          <a:xfrm>
            <a:off x="28651200" y="-23202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5" name="Freeform 2644"/>
          <p:cNvSpPr/>
          <p:nvPr/>
        </p:nvSpPr>
        <p:spPr>
          <a:xfrm>
            <a:off x="28676600" y="-23202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6" name="Freeform 2645"/>
          <p:cNvSpPr/>
          <p:nvPr/>
        </p:nvSpPr>
        <p:spPr>
          <a:xfrm>
            <a:off x="28702000" y="-23202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7" name="Freeform 2646"/>
          <p:cNvSpPr/>
          <p:nvPr/>
        </p:nvSpPr>
        <p:spPr>
          <a:xfrm>
            <a:off x="27838400" y="-23037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8" name="Freeform 2647"/>
          <p:cNvSpPr/>
          <p:nvPr/>
        </p:nvSpPr>
        <p:spPr>
          <a:xfrm>
            <a:off x="27863800" y="-23037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9" name="Freeform 2648"/>
          <p:cNvSpPr/>
          <p:nvPr/>
        </p:nvSpPr>
        <p:spPr>
          <a:xfrm>
            <a:off x="27901900" y="-23050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0" name="Freeform 2649"/>
          <p:cNvSpPr/>
          <p:nvPr/>
        </p:nvSpPr>
        <p:spPr>
          <a:xfrm>
            <a:off x="27927300" y="-23050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1" name="Freeform 2650"/>
          <p:cNvSpPr/>
          <p:nvPr/>
        </p:nvSpPr>
        <p:spPr>
          <a:xfrm>
            <a:off x="27965400" y="-23050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2" name="Freeform 2651"/>
          <p:cNvSpPr/>
          <p:nvPr/>
        </p:nvSpPr>
        <p:spPr>
          <a:xfrm>
            <a:off x="27990800" y="-23050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3" name="Freeform 2652"/>
          <p:cNvSpPr/>
          <p:nvPr/>
        </p:nvSpPr>
        <p:spPr>
          <a:xfrm>
            <a:off x="28028900" y="-23050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4" name="Freeform 2653"/>
          <p:cNvSpPr/>
          <p:nvPr/>
        </p:nvSpPr>
        <p:spPr>
          <a:xfrm>
            <a:off x="28054300" y="-23063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5" name="Freeform 2654"/>
          <p:cNvSpPr/>
          <p:nvPr/>
        </p:nvSpPr>
        <p:spPr>
          <a:xfrm>
            <a:off x="28079700" y="-23063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2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4AFFB5"/>
          </a:solidFill>
          <a:ln w="3175">
            <a:solidFill>
              <a:srgbClr val="3BC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6" name="Freeform 2655"/>
          <p:cNvSpPr/>
          <p:nvPr/>
        </p:nvSpPr>
        <p:spPr>
          <a:xfrm>
            <a:off x="28117800" y="-23037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6"/>
                </a:moveTo>
                <a:lnTo>
                  <a:pt x="3" y="9"/>
                </a:lnTo>
                <a:lnTo>
                  <a:pt x="2" y="8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7" name="Freeform 2656"/>
          <p:cNvSpPr/>
          <p:nvPr/>
        </p:nvSpPr>
        <p:spPr>
          <a:xfrm>
            <a:off x="28143200" y="-22936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8" name="Freeform 2657"/>
          <p:cNvSpPr/>
          <p:nvPr/>
        </p:nvSpPr>
        <p:spPr>
          <a:xfrm>
            <a:off x="281813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51FF"/>
          </a:solidFill>
          <a:ln w="3175">
            <a:solidFill>
              <a:srgbClr val="004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9" name="Freeform 2658"/>
          <p:cNvSpPr/>
          <p:nvPr/>
        </p:nvSpPr>
        <p:spPr>
          <a:xfrm>
            <a:off x="282067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0" name="Freeform 2659"/>
          <p:cNvSpPr/>
          <p:nvPr/>
        </p:nvSpPr>
        <p:spPr>
          <a:xfrm>
            <a:off x="28232100" y="-22898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1" name="Freeform 2660"/>
          <p:cNvSpPr/>
          <p:nvPr/>
        </p:nvSpPr>
        <p:spPr>
          <a:xfrm>
            <a:off x="28270200" y="-2289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2" name="Freeform 2661"/>
          <p:cNvSpPr/>
          <p:nvPr/>
        </p:nvSpPr>
        <p:spPr>
          <a:xfrm>
            <a:off x="28295600" y="-2289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3" name="Freeform 2662"/>
          <p:cNvSpPr/>
          <p:nvPr/>
        </p:nvSpPr>
        <p:spPr>
          <a:xfrm>
            <a:off x="283337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4" name="Freeform 2663"/>
          <p:cNvSpPr/>
          <p:nvPr/>
        </p:nvSpPr>
        <p:spPr>
          <a:xfrm>
            <a:off x="283591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4FF"/>
          </a:solidFill>
          <a:ln w="3175">
            <a:solidFill>
              <a:srgbClr val="003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5" name="Freeform 2664"/>
          <p:cNvSpPr/>
          <p:nvPr/>
        </p:nvSpPr>
        <p:spPr>
          <a:xfrm>
            <a:off x="28384500" y="-22948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6" name="Freeform 2665"/>
          <p:cNvSpPr/>
          <p:nvPr/>
        </p:nvSpPr>
        <p:spPr>
          <a:xfrm>
            <a:off x="28422600" y="-23241000"/>
            <a:ext cx="38100" cy="317500"/>
          </a:xfrm>
          <a:custGeom>
            <a:avLst/>
            <a:gdLst/>
            <a:ahLst/>
            <a:cxnLst/>
            <a:rect l="l" t="t" r="r" b="b"/>
            <a:pathLst>
              <a:path w="3" h="25">
                <a:moveTo>
                  <a:pt x="1" y="25"/>
                </a:moveTo>
                <a:lnTo>
                  <a:pt x="3" y="11"/>
                </a:lnTo>
                <a:lnTo>
                  <a:pt x="2" y="0"/>
                </a:lnTo>
                <a:lnTo>
                  <a:pt x="0" y="23"/>
                </a:lnTo>
                <a:lnTo>
                  <a:pt x="1" y="25"/>
                </a:lnTo>
                <a:close/>
              </a:path>
            </a:pathLst>
          </a:custGeom>
          <a:solidFill>
            <a:srgbClr val="6FFF90"/>
          </a:solidFill>
          <a:ln w="3175">
            <a:solidFill>
              <a:srgbClr val="59C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7" name="Freeform 2666"/>
          <p:cNvSpPr/>
          <p:nvPr/>
        </p:nvSpPr>
        <p:spPr>
          <a:xfrm>
            <a:off x="28448000" y="-23291800"/>
            <a:ext cx="50800" cy="190500"/>
          </a:xfrm>
          <a:custGeom>
            <a:avLst/>
            <a:gdLst/>
            <a:ahLst/>
            <a:cxnLst/>
            <a:rect l="l" t="t" r="r" b="b"/>
            <a:pathLst>
              <a:path w="4" h="15">
                <a:moveTo>
                  <a:pt x="1" y="15"/>
                </a:moveTo>
                <a:lnTo>
                  <a:pt x="4" y="10"/>
                </a:lnTo>
                <a:lnTo>
                  <a:pt x="3" y="0"/>
                </a:lnTo>
                <a:lnTo>
                  <a:pt x="0" y="4"/>
                </a:lnTo>
                <a:lnTo>
                  <a:pt x="1" y="15"/>
                </a:lnTo>
                <a:close/>
              </a:path>
            </a:pathLst>
          </a:custGeom>
          <a:solidFill>
            <a:srgbClr val="FF7C00"/>
          </a:solidFill>
          <a:ln w="3175">
            <a:solidFill>
              <a:srgbClr val="CC6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8" name="Freeform 2667"/>
          <p:cNvSpPr/>
          <p:nvPr/>
        </p:nvSpPr>
        <p:spPr>
          <a:xfrm>
            <a:off x="28486100" y="-23304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3900"/>
          </a:solidFill>
          <a:ln w="3175">
            <a:solidFill>
              <a:srgbClr val="CC2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9" name="Freeform 2668"/>
          <p:cNvSpPr/>
          <p:nvPr/>
        </p:nvSpPr>
        <p:spPr>
          <a:xfrm>
            <a:off x="28511500" y="-233045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0" name="Freeform 2669"/>
          <p:cNvSpPr/>
          <p:nvPr/>
        </p:nvSpPr>
        <p:spPr>
          <a:xfrm>
            <a:off x="28549600" y="-233172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1"/>
                </a:lnTo>
                <a:lnTo>
                  <a:pt x="0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1" name="Freeform 2670"/>
          <p:cNvSpPr/>
          <p:nvPr/>
        </p:nvSpPr>
        <p:spPr>
          <a:xfrm>
            <a:off x="28575000" y="-233172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2" name="Freeform 2671"/>
          <p:cNvSpPr/>
          <p:nvPr/>
        </p:nvSpPr>
        <p:spPr>
          <a:xfrm>
            <a:off x="28600400" y="-233172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3" name="Freeform 2672"/>
          <p:cNvSpPr/>
          <p:nvPr/>
        </p:nvSpPr>
        <p:spPr>
          <a:xfrm>
            <a:off x="28638500" y="-23317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4" name="Freeform 2673"/>
          <p:cNvSpPr/>
          <p:nvPr/>
        </p:nvSpPr>
        <p:spPr>
          <a:xfrm>
            <a:off x="28663900" y="-23317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5" name="Freeform 2674"/>
          <p:cNvSpPr/>
          <p:nvPr/>
        </p:nvSpPr>
        <p:spPr>
          <a:xfrm>
            <a:off x="28702000" y="-233299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1"/>
                </a:lnTo>
                <a:lnTo>
                  <a:pt x="0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6" name="Freeform 2675"/>
          <p:cNvSpPr/>
          <p:nvPr/>
        </p:nvSpPr>
        <p:spPr>
          <a:xfrm>
            <a:off x="27825700" y="-2307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7" name="Freeform 2676"/>
          <p:cNvSpPr/>
          <p:nvPr/>
        </p:nvSpPr>
        <p:spPr>
          <a:xfrm>
            <a:off x="27863800" y="-2308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8" name="Freeform 2677"/>
          <p:cNvSpPr/>
          <p:nvPr/>
        </p:nvSpPr>
        <p:spPr>
          <a:xfrm>
            <a:off x="27889200" y="-2308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9" name="Freeform 2678"/>
          <p:cNvSpPr/>
          <p:nvPr/>
        </p:nvSpPr>
        <p:spPr>
          <a:xfrm>
            <a:off x="27914600" y="-2308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0" name="Freeform 2679"/>
          <p:cNvSpPr/>
          <p:nvPr/>
        </p:nvSpPr>
        <p:spPr>
          <a:xfrm>
            <a:off x="27952700" y="-23088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1" name="Freeform 2680"/>
          <p:cNvSpPr/>
          <p:nvPr/>
        </p:nvSpPr>
        <p:spPr>
          <a:xfrm>
            <a:off x="27978100" y="-2308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2" name="Freeform 2681"/>
          <p:cNvSpPr/>
          <p:nvPr/>
        </p:nvSpPr>
        <p:spPr>
          <a:xfrm>
            <a:off x="28016200" y="-23101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3" name="Freeform 2682"/>
          <p:cNvSpPr/>
          <p:nvPr/>
        </p:nvSpPr>
        <p:spPr>
          <a:xfrm>
            <a:off x="28041600" y="-23101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4" name="Freeform 2683"/>
          <p:cNvSpPr/>
          <p:nvPr/>
        </p:nvSpPr>
        <p:spPr>
          <a:xfrm>
            <a:off x="28067000" y="-23101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3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A7FF58"/>
          </a:solidFill>
          <a:ln w="3175">
            <a:solidFill>
              <a:srgbClr val="86C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5" name="Freeform 2684"/>
          <p:cNvSpPr/>
          <p:nvPr/>
        </p:nvSpPr>
        <p:spPr>
          <a:xfrm>
            <a:off x="28105100" y="-230505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1"/>
                </a:moveTo>
                <a:lnTo>
                  <a:pt x="3" y="9"/>
                </a:lnTo>
                <a:lnTo>
                  <a:pt x="2" y="8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0FFDF"/>
          </a:solidFill>
          <a:ln w="3175">
            <a:solidFill>
              <a:srgbClr val="1AC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6" name="Freeform 2685"/>
          <p:cNvSpPr/>
          <p:nvPr/>
        </p:nvSpPr>
        <p:spPr>
          <a:xfrm>
            <a:off x="28130500" y="-2294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7" name="Freeform 2686"/>
          <p:cNvSpPr/>
          <p:nvPr/>
        </p:nvSpPr>
        <p:spPr>
          <a:xfrm>
            <a:off x="281686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8" name="Freeform 2687"/>
          <p:cNvSpPr/>
          <p:nvPr/>
        </p:nvSpPr>
        <p:spPr>
          <a:xfrm>
            <a:off x="28194000" y="-2289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9" name="Freeform 2688"/>
          <p:cNvSpPr/>
          <p:nvPr/>
        </p:nvSpPr>
        <p:spPr>
          <a:xfrm>
            <a:off x="282321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0" name="Freeform 2689"/>
          <p:cNvSpPr/>
          <p:nvPr/>
        </p:nvSpPr>
        <p:spPr>
          <a:xfrm>
            <a:off x="282575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1" name="Freeform 2690"/>
          <p:cNvSpPr/>
          <p:nvPr/>
        </p:nvSpPr>
        <p:spPr>
          <a:xfrm>
            <a:off x="28282900" y="-2291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2" name="Freeform 2691"/>
          <p:cNvSpPr/>
          <p:nvPr/>
        </p:nvSpPr>
        <p:spPr>
          <a:xfrm>
            <a:off x="283210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3" name="Freeform 2692"/>
          <p:cNvSpPr/>
          <p:nvPr/>
        </p:nvSpPr>
        <p:spPr>
          <a:xfrm>
            <a:off x="28346400" y="-2291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4" name="Freeform 2693"/>
          <p:cNvSpPr/>
          <p:nvPr/>
        </p:nvSpPr>
        <p:spPr>
          <a:xfrm>
            <a:off x="28384500" y="-2296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5" name="Freeform 2694"/>
          <p:cNvSpPr/>
          <p:nvPr/>
        </p:nvSpPr>
        <p:spPr>
          <a:xfrm>
            <a:off x="28409900" y="-23253700"/>
            <a:ext cx="38100" cy="304800"/>
          </a:xfrm>
          <a:custGeom>
            <a:avLst/>
            <a:gdLst/>
            <a:ahLst/>
            <a:cxnLst/>
            <a:rect l="l" t="t" r="r" b="b"/>
            <a:pathLst>
              <a:path w="3" h="24">
                <a:moveTo>
                  <a:pt x="1" y="24"/>
                </a:moveTo>
                <a:lnTo>
                  <a:pt x="3" y="1"/>
                </a:lnTo>
                <a:lnTo>
                  <a:pt x="2" y="0"/>
                </a:lnTo>
                <a:lnTo>
                  <a:pt x="0" y="23"/>
                </a:lnTo>
                <a:lnTo>
                  <a:pt x="1" y="24"/>
                </a:lnTo>
                <a:close/>
              </a:path>
            </a:pathLst>
          </a:custGeom>
          <a:solidFill>
            <a:srgbClr val="BBFF44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6" name="Freeform 2695"/>
          <p:cNvSpPr/>
          <p:nvPr/>
        </p:nvSpPr>
        <p:spPr>
          <a:xfrm>
            <a:off x="28435300" y="-23342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4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E80000"/>
          </a:solidFill>
          <a:ln w="3175">
            <a:solidFill>
              <a:srgbClr val="B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7" name="Freeform 2696"/>
          <p:cNvSpPr/>
          <p:nvPr/>
        </p:nvSpPr>
        <p:spPr>
          <a:xfrm>
            <a:off x="28473400" y="-23342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A30000"/>
          </a:solidFill>
          <a:ln w="3175">
            <a:solidFill>
              <a:srgbClr val="8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8" name="Freeform 2697"/>
          <p:cNvSpPr/>
          <p:nvPr/>
        </p:nvSpPr>
        <p:spPr>
          <a:xfrm>
            <a:off x="28498800" y="-23342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9" name="Freeform 2698"/>
          <p:cNvSpPr/>
          <p:nvPr/>
        </p:nvSpPr>
        <p:spPr>
          <a:xfrm>
            <a:off x="28536900" y="-23355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0" name="Freeform 2699"/>
          <p:cNvSpPr/>
          <p:nvPr/>
        </p:nvSpPr>
        <p:spPr>
          <a:xfrm>
            <a:off x="28562300" y="-23355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1" name="Freeform 2700"/>
          <p:cNvSpPr/>
          <p:nvPr/>
        </p:nvSpPr>
        <p:spPr>
          <a:xfrm>
            <a:off x="28587700" y="-23355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2" name="Freeform 2701"/>
          <p:cNvSpPr/>
          <p:nvPr/>
        </p:nvSpPr>
        <p:spPr>
          <a:xfrm>
            <a:off x="28625800" y="-23355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3" name="Freeform 2702"/>
          <p:cNvSpPr/>
          <p:nvPr/>
        </p:nvSpPr>
        <p:spPr>
          <a:xfrm>
            <a:off x="28651200" y="-23368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4" name="Freeform 2703"/>
          <p:cNvSpPr/>
          <p:nvPr/>
        </p:nvSpPr>
        <p:spPr>
          <a:xfrm>
            <a:off x="28689300" y="-23368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5" name="Freeform 2704"/>
          <p:cNvSpPr/>
          <p:nvPr/>
        </p:nvSpPr>
        <p:spPr>
          <a:xfrm>
            <a:off x="27813000" y="-2308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6" name="Freeform 2705"/>
          <p:cNvSpPr/>
          <p:nvPr/>
        </p:nvSpPr>
        <p:spPr>
          <a:xfrm>
            <a:off x="27851100" y="-2308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7" name="Freeform 2706"/>
          <p:cNvSpPr/>
          <p:nvPr/>
        </p:nvSpPr>
        <p:spPr>
          <a:xfrm>
            <a:off x="27876500" y="-2308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8" name="Freeform 2707"/>
          <p:cNvSpPr/>
          <p:nvPr/>
        </p:nvSpPr>
        <p:spPr>
          <a:xfrm>
            <a:off x="279146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9" name="Freeform 2708"/>
          <p:cNvSpPr/>
          <p:nvPr/>
        </p:nvSpPr>
        <p:spPr>
          <a:xfrm>
            <a:off x="279400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0" name="Freeform 2709"/>
          <p:cNvSpPr/>
          <p:nvPr/>
        </p:nvSpPr>
        <p:spPr>
          <a:xfrm>
            <a:off x="27965400" y="-2310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1" name="Freeform 2710"/>
          <p:cNvSpPr/>
          <p:nvPr/>
        </p:nvSpPr>
        <p:spPr>
          <a:xfrm>
            <a:off x="280035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2" name="Freeform 2711"/>
          <p:cNvSpPr/>
          <p:nvPr/>
        </p:nvSpPr>
        <p:spPr>
          <a:xfrm>
            <a:off x="28028900" y="-2310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3" name="Freeform 2712"/>
          <p:cNvSpPr/>
          <p:nvPr/>
        </p:nvSpPr>
        <p:spPr>
          <a:xfrm>
            <a:off x="28067000" y="-23101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4" name="Freeform 2713"/>
          <p:cNvSpPr/>
          <p:nvPr/>
        </p:nvSpPr>
        <p:spPr>
          <a:xfrm>
            <a:off x="28092400" y="-23063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1"/>
                </a:moveTo>
                <a:lnTo>
                  <a:pt x="3" y="9"/>
                </a:lnTo>
                <a:lnTo>
                  <a:pt x="2" y="8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5" name="Freeform 2714"/>
          <p:cNvSpPr/>
          <p:nvPr/>
        </p:nvSpPr>
        <p:spPr>
          <a:xfrm>
            <a:off x="28117800" y="-2296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6" name="Freeform 2715"/>
          <p:cNvSpPr/>
          <p:nvPr/>
        </p:nvSpPr>
        <p:spPr>
          <a:xfrm>
            <a:off x="281559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7" name="Freeform 2716"/>
          <p:cNvSpPr/>
          <p:nvPr/>
        </p:nvSpPr>
        <p:spPr>
          <a:xfrm>
            <a:off x="28181300" y="-2291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8" name="Freeform 2717"/>
          <p:cNvSpPr/>
          <p:nvPr/>
        </p:nvSpPr>
        <p:spPr>
          <a:xfrm>
            <a:off x="282194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9" name="Freeform 2718"/>
          <p:cNvSpPr/>
          <p:nvPr/>
        </p:nvSpPr>
        <p:spPr>
          <a:xfrm>
            <a:off x="28244800" y="-2291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0" name="Freeform 2719"/>
          <p:cNvSpPr/>
          <p:nvPr/>
        </p:nvSpPr>
        <p:spPr>
          <a:xfrm>
            <a:off x="28270200" y="-2292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1" name="Freeform 2720"/>
          <p:cNvSpPr/>
          <p:nvPr/>
        </p:nvSpPr>
        <p:spPr>
          <a:xfrm>
            <a:off x="283083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2" name="Freeform 2721"/>
          <p:cNvSpPr/>
          <p:nvPr/>
        </p:nvSpPr>
        <p:spPr>
          <a:xfrm>
            <a:off x="28333700" y="-2292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3" name="Freeform 2722"/>
          <p:cNvSpPr/>
          <p:nvPr/>
        </p:nvSpPr>
        <p:spPr>
          <a:xfrm>
            <a:off x="28371800" y="-22974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4" name="Freeform 2723"/>
          <p:cNvSpPr/>
          <p:nvPr/>
        </p:nvSpPr>
        <p:spPr>
          <a:xfrm>
            <a:off x="28397200" y="-23266400"/>
            <a:ext cx="38100" cy="304800"/>
          </a:xfrm>
          <a:custGeom>
            <a:avLst/>
            <a:gdLst/>
            <a:ahLst/>
            <a:cxnLst/>
            <a:rect l="l" t="t" r="r" b="b"/>
            <a:pathLst>
              <a:path w="3" h="24">
                <a:moveTo>
                  <a:pt x="1" y="24"/>
                </a:moveTo>
                <a:lnTo>
                  <a:pt x="3" y="1"/>
                </a:lnTo>
                <a:lnTo>
                  <a:pt x="3" y="0"/>
                </a:lnTo>
                <a:lnTo>
                  <a:pt x="0" y="23"/>
                </a:lnTo>
                <a:lnTo>
                  <a:pt x="1" y="24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5" name="Freeform 2724"/>
          <p:cNvSpPr/>
          <p:nvPr/>
        </p:nvSpPr>
        <p:spPr>
          <a:xfrm>
            <a:off x="28435300" y="-23355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0" y="8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6" name="Freeform 2725"/>
          <p:cNvSpPr/>
          <p:nvPr/>
        </p:nvSpPr>
        <p:spPr>
          <a:xfrm>
            <a:off x="28460700" y="-23355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7" name="Freeform 2726"/>
          <p:cNvSpPr/>
          <p:nvPr/>
        </p:nvSpPr>
        <p:spPr>
          <a:xfrm>
            <a:off x="28486100" y="-2335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8" name="Freeform 2727"/>
          <p:cNvSpPr/>
          <p:nvPr/>
        </p:nvSpPr>
        <p:spPr>
          <a:xfrm>
            <a:off x="28524200" y="-23355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9" name="Freeform 2728"/>
          <p:cNvSpPr/>
          <p:nvPr/>
        </p:nvSpPr>
        <p:spPr>
          <a:xfrm>
            <a:off x="28549600" y="-23355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0" name="Freeform 2729"/>
          <p:cNvSpPr/>
          <p:nvPr/>
        </p:nvSpPr>
        <p:spPr>
          <a:xfrm>
            <a:off x="285877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1" name="Freeform 2730"/>
          <p:cNvSpPr/>
          <p:nvPr/>
        </p:nvSpPr>
        <p:spPr>
          <a:xfrm>
            <a:off x="286131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2" name="Freeform 2731"/>
          <p:cNvSpPr/>
          <p:nvPr/>
        </p:nvSpPr>
        <p:spPr>
          <a:xfrm>
            <a:off x="28638500" y="-2336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3" name="Freeform 2732"/>
          <p:cNvSpPr/>
          <p:nvPr/>
        </p:nvSpPr>
        <p:spPr>
          <a:xfrm>
            <a:off x="28676600" y="-23368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4" name="Freeform 2733"/>
          <p:cNvSpPr/>
          <p:nvPr/>
        </p:nvSpPr>
        <p:spPr>
          <a:xfrm>
            <a:off x="27800300" y="-23088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5" name="Freeform 2734"/>
          <p:cNvSpPr/>
          <p:nvPr/>
        </p:nvSpPr>
        <p:spPr>
          <a:xfrm>
            <a:off x="278384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6" name="Freeform 2735"/>
          <p:cNvSpPr/>
          <p:nvPr/>
        </p:nvSpPr>
        <p:spPr>
          <a:xfrm>
            <a:off x="27863800" y="-2310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7" name="Freeform 2736"/>
          <p:cNvSpPr/>
          <p:nvPr/>
        </p:nvSpPr>
        <p:spPr>
          <a:xfrm>
            <a:off x="279019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8" name="Freeform 2737"/>
          <p:cNvSpPr/>
          <p:nvPr/>
        </p:nvSpPr>
        <p:spPr>
          <a:xfrm>
            <a:off x="27927300" y="-2310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9" name="Freeform 2738"/>
          <p:cNvSpPr/>
          <p:nvPr/>
        </p:nvSpPr>
        <p:spPr>
          <a:xfrm>
            <a:off x="27952700" y="-2311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0" name="Freeform 2739"/>
          <p:cNvSpPr/>
          <p:nvPr/>
        </p:nvSpPr>
        <p:spPr>
          <a:xfrm>
            <a:off x="279908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1" name="Freeform 2740"/>
          <p:cNvSpPr/>
          <p:nvPr/>
        </p:nvSpPr>
        <p:spPr>
          <a:xfrm>
            <a:off x="28016200" y="-2311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2" name="Freeform 2741"/>
          <p:cNvSpPr/>
          <p:nvPr/>
        </p:nvSpPr>
        <p:spPr>
          <a:xfrm>
            <a:off x="28054300" y="-23114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3" name="Freeform 2742"/>
          <p:cNvSpPr/>
          <p:nvPr/>
        </p:nvSpPr>
        <p:spPr>
          <a:xfrm>
            <a:off x="28079700" y="-23063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0"/>
                </a:moveTo>
                <a:lnTo>
                  <a:pt x="3" y="8"/>
                </a:lnTo>
                <a:lnTo>
                  <a:pt x="3" y="8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4" name="Freeform 2743"/>
          <p:cNvSpPr/>
          <p:nvPr/>
        </p:nvSpPr>
        <p:spPr>
          <a:xfrm>
            <a:off x="28117800" y="-2296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5" name="Freeform 2744"/>
          <p:cNvSpPr/>
          <p:nvPr/>
        </p:nvSpPr>
        <p:spPr>
          <a:xfrm>
            <a:off x="281432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6" name="Freeform 2745"/>
          <p:cNvSpPr/>
          <p:nvPr/>
        </p:nvSpPr>
        <p:spPr>
          <a:xfrm>
            <a:off x="28168600" y="-2292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7" name="Freeform 2746"/>
          <p:cNvSpPr/>
          <p:nvPr/>
        </p:nvSpPr>
        <p:spPr>
          <a:xfrm>
            <a:off x="282067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8" name="Freeform 2747"/>
          <p:cNvSpPr/>
          <p:nvPr/>
        </p:nvSpPr>
        <p:spPr>
          <a:xfrm>
            <a:off x="282321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9" name="Freeform 2748"/>
          <p:cNvSpPr/>
          <p:nvPr/>
        </p:nvSpPr>
        <p:spPr>
          <a:xfrm>
            <a:off x="282702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0" name="Freeform 2749"/>
          <p:cNvSpPr/>
          <p:nvPr/>
        </p:nvSpPr>
        <p:spPr>
          <a:xfrm>
            <a:off x="28295600" y="-2292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1" name="Freeform 2750"/>
          <p:cNvSpPr/>
          <p:nvPr/>
        </p:nvSpPr>
        <p:spPr>
          <a:xfrm>
            <a:off x="28321000" y="-2293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2" name="Freeform 2751"/>
          <p:cNvSpPr/>
          <p:nvPr/>
        </p:nvSpPr>
        <p:spPr>
          <a:xfrm>
            <a:off x="28359100" y="-2297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3" name="Freeform 2752"/>
          <p:cNvSpPr/>
          <p:nvPr/>
        </p:nvSpPr>
        <p:spPr>
          <a:xfrm>
            <a:off x="28384500" y="-23266400"/>
            <a:ext cx="50800" cy="292100"/>
          </a:xfrm>
          <a:custGeom>
            <a:avLst/>
            <a:gdLst/>
            <a:ahLst/>
            <a:cxnLst/>
            <a:rect l="l" t="t" r="r" b="b"/>
            <a:pathLst>
              <a:path w="4" h="23">
                <a:moveTo>
                  <a:pt x="1" y="23"/>
                </a:moveTo>
                <a:lnTo>
                  <a:pt x="4" y="0"/>
                </a:lnTo>
                <a:lnTo>
                  <a:pt x="3" y="0"/>
                </a:lnTo>
                <a:lnTo>
                  <a:pt x="0" y="23"/>
                </a:lnTo>
                <a:lnTo>
                  <a:pt x="1" y="23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4" name="Freeform 2753"/>
          <p:cNvSpPr/>
          <p:nvPr/>
        </p:nvSpPr>
        <p:spPr>
          <a:xfrm>
            <a:off x="28422600" y="-233553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5" name="Freeform 2754"/>
          <p:cNvSpPr/>
          <p:nvPr/>
        </p:nvSpPr>
        <p:spPr>
          <a:xfrm>
            <a:off x="28448000" y="-23355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6" name="Freeform 2755"/>
          <p:cNvSpPr/>
          <p:nvPr/>
        </p:nvSpPr>
        <p:spPr>
          <a:xfrm>
            <a:off x="28473400" y="-2336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7" name="Freeform 2756"/>
          <p:cNvSpPr/>
          <p:nvPr/>
        </p:nvSpPr>
        <p:spPr>
          <a:xfrm>
            <a:off x="285115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8" name="Freeform 2757"/>
          <p:cNvSpPr/>
          <p:nvPr/>
        </p:nvSpPr>
        <p:spPr>
          <a:xfrm>
            <a:off x="28536900" y="-2336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9" name="Freeform 2758"/>
          <p:cNvSpPr/>
          <p:nvPr/>
        </p:nvSpPr>
        <p:spPr>
          <a:xfrm>
            <a:off x="285750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0" name="Freeform 2759"/>
          <p:cNvSpPr/>
          <p:nvPr/>
        </p:nvSpPr>
        <p:spPr>
          <a:xfrm>
            <a:off x="28600400" y="-23368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1" name="Freeform 2760"/>
          <p:cNvSpPr/>
          <p:nvPr/>
        </p:nvSpPr>
        <p:spPr>
          <a:xfrm>
            <a:off x="286385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2" name="Freeform 2761"/>
          <p:cNvSpPr/>
          <p:nvPr/>
        </p:nvSpPr>
        <p:spPr>
          <a:xfrm>
            <a:off x="286639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3" name="Freeform 2762"/>
          <p:cNvSpPr/>
          <p:nvPr/>
        </p:nvSpPr>
        <p:spPr>
          <a:xfrm>
            <a:off x="278003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4" name="Freeform 2763"/>
          <p:cNvSpPr/>
          <p:nvPr/>
        </p:nvSpPr>
        <p:spPr>
          <a:xfrm>
            <a:off x="278257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5" name="Freeform 2764"/>
          <p:cNvSpPr/>
          <p:nvPr/>
        </p:nvSpPr>
        <p:spPr>
          <a:xfrm>
            <a:off x="27851100" y="-23101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6" name="Freeform 2765"/>
          <p:cNvSpPr/>
          <p:nvPr/>
        </p:nvSpPr>
        <p:spPr>
          <a:xfrm>
            <a:off x="278892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7" name="Freeform 2766"/>
          <p:cNvSpPr/>
          <p:nvPr/>
        </p:nvSpPr>
        <p:spPr>
          <a:xfrm>
            <a:off x="279146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8" name="Freeform 2767"/>
          <p:cNvSpPr/>
          <p:nvPr/>
        </p:nvSpPr>
        <p:spPr>
          <a:xfrm>
            <a:off x="279527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9" name="Freeform 2768"/>
          <p:cNvSpPr/>
          <p:nvPr/>
        </p:nvSpPr>
        <p:spPr>
          <a:xfrm>
            <a:off x="27978100" y="-2311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0" name="Freeform 2769"/>
          <p:cNvSpPr/>
          <p:nvPr/>
        </p:nvSpPr>
        <p:spPr>
          <a:xfrm>
            <a:off x="28003500" y="-2312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1" name="Freeform 2770"/>
          <p:cNvSpPr/>
          <p:nvPr/>
        </p:nvSpPr>
        <p:spPr>
          <a:xfrm>
            <a:off x="28041600" y="-23126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2" name="Freeform 2771"/>
          <p:cNvSpPr/>
          <p:nvPr/>
        </p:nvSpPr>
        <p:spPr>
          <a:xfrm>
            <a:off x="28067000" y="-230759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1"/>
                </a:moveTo>
                <a:lnTo>
                  <a:pt x="4" y="9"/>
                </a:lnTo>
                <a:lnTo>
                  <a:pt x="3" y="8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3" name="Freeform 2772"/>
          <p:cNvSpPr/>
          <p:nvPr/>
        </p:nvSpPr>
        <p:spPr>
          <a:xfrm>
            <a:off x="28105100" y="-2297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4" name="Freeform 2773"/>
          <p:cNvSpPr/>
          <p:nvPr/>
        </p:nvSpPr>
        <p:spPr>
          <a:xfrm>
            <a:off x="28130500" y="-2293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5" name="Freeform 2774"/>
          <p:cNvSpPr/>
          <p:nvPr/>
        </p:nvSpPr>
        <p:spPr>
          <a:xfrm>
            <a:off x="28155900" y="-2292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6" name="Freeform 2775"/>
          <p:cNvSpPr/>
          <p:nvPr/>
        </p:nvSpPr>
        <p:spPr>
          <a:xfrm>
            <a:off x="28194000" y="-2292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7" name="Freeform 2776"/>
          <p:cNvSpPr/>
          <p:nvPr/>
        </p:nvSpPr>
        <p:spPr>
          <a:xfrm>
            <a:off x="28219400" y="-2293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8" name="Freeform 2777"/>
          <p:cNvSpPr/>
          <p:nvPr/>
        </p:nvSpPr>
        <p:spPr>
          <a:xfrm>
            <a:off x="282575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9" name="Freeform 2778"/>
          <p:cNvSpPr/>
          <p:nvPr/>
        </p:nvSpPr>
        <p:spPr>
          <a:xfrm>
            <a:off x="282829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0" name="Freeform 2779"/>
          <p:cNvSpPr/>
          <p:nvPr/>
        </p:nvSpPr>
        <p:spPr>
          <a:xfrm>
            <a:off x="283210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1" name="Freeform 2780"/>
          <p:cNvSpPr/>
          <p:nvPr/>
        </p:nvSpPr>
        <p:spPr>
          <a:xfrm>
            <a:off x="28346400" y="-2298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2" name="Freeform 2781"/>
          <p:cNvSpPr/>
          <p:nvPr/>
        </p:nvSpPr>
        <p:spPr>
          <a:xfrm>
            <a:off x="28371800" y="-23279100"/>
            <a:ext cx="50800" cy="304800"/>
          </a:xfrm>
          <a:custGeom>
            <a:avLst/>
            <a:gdLst/>
            <a:ahLst/>
            <a:cxnLst/>
            <a:rect l="l" t="t" r="r" b="b"/>
            <a:pathLst>
              <a:path w="4" h="24">
                <a:moveTo>
                  <a:pt x="1" y="24"/>
                </a:moveTo>
                <a:lnTo>
                  <a:pt x="4" y="1"/>
                </a:lnTo>
                <a:lnTo>
                  <a:pt x="3" y="0"/>
                </a:lnTo>
                <a:lnTo>
                  <a:pt x="0" y="23"/>
                </a:lnTo>
                <a:lnTo>
                  <a:pt x="1" y="24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3" name="Freeform 2782"/>
          <p:cNvSpPr/>
          <p:nvPr/>
        </p:nvSpPr>
        <p:spPr>
          <a:xfrm>
            <a:off x="28409900" y="-233680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4" name="Freeform 2783"/>
          <p:cNvSpPr/>
          <p:nvPr/>
        </p:nvSpPr>
        <p:spPr>
          <a:xfrm>
            <a:off x="284353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5" name="Freeform 2784"/>
          <p:cNvSpPr/>
          <p:nvPr/>
        </p:nvSpPr>
        <p:spPr>
          <a:xfrm>
            <a:off x="284734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6" name="Freeform 2785"/>
          <p:cNvSpPr/>
          <p:nvPr/>
        </p:nvSpPr>
        <p:spPr>
          <a:xfrm>
            <a:off x="28498800" y="-23368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7" name="Freeform 2786"/>
          <p:cNvSpPr/>
          <p:nvPr/>
        </p:nvSpPr>
        <p:spPr>
          <a:xfrm>
            <a:off x="28524200" y="-2338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8" name="Freeform 2787"/>
          <p:cNvSpPr/>
          <p:nvPr/>
        </p:nvSpPr>
        <p:spPr>
          <a:xfrm>
            <a:off x="285623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9" name="Freeform 2788"/>
          <p:cNvSpPr/>
          <p:nvPr/>
        </p:nvSpPr>
        <p:spPr>
          <a:xfrm>
            <a:off x="28587700" y="-2338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0" name="Freeform 2789"/>
          <p:cNvSpPr/>
          <p:nvPr/>
        </p:nvSpPr>
        <p:spPr>
          <a:xfrm>
            <a:off x="286258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1" name="Freeform 2790"/>
          <p:cNvSpPr/>
          <p:nvPr/>
        </p:nvSpPr>
        <p:spPr>
          <a:xfrm>
            <a:off x="28651200" y="-23380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2" name="Freeform 2791"/>
          <p:cNvSpPr/>
          <p:nvPr/>
        </p:nvSpPr>
        <p:spPr>
          <a:xfrm>
            <a:off x="277876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3" name="Freeform 2792"/>
          <p:cNvSpPr/>
          <p:nvPr/>
        </p:nvSpPr>
        <p:spPr>
          <a:xfrm>
            <a:off x="278130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4" name="Freeform 2793"/>
          <p:cNvSpPr/>
          <p:nvPr/>
        </p:nvSpPr>
        <p:spPr>
          <a:xfrm>
            <a:off x="27838400" y="-2311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5" name="Freeform 2794"/>
          <p:cNvSpPr/>
          <p:nvPr/>
        </p:nvSpPr>
        <p:spPr>
          <a:xfrm>
            <a:off x="278765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6" name="Freeform 2795"/>
          <p:cNvSpPr/>
          <p:nvPr/>
        </p:nvSpPr>
        <p:spPr>
          <a:xfrm>
            <a:off x="27901900" y="-2311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7" name="Freeform 2796"/>
          <p:cNvSpPr/>
          <p:nvPr/>
        </p:nvSpPr>
        <p:spPr>
          <a:xfrm>
            <a:off x="279400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8" name="Freeform 2797"/>
          <p:cNvSpPr/>
          <p:nvPr/>
        </p:nvSpPr>
        <p:spPr>
          <a:xfrm>
            <a:off x="279654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9" name="Freeform 2798"/>
          <p:cNvSpPr/>
          <p:nvPr/>
        </p:nvSpPr>
        <p:spPr>
          <a:xfrm>
            <a:off x="280035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0" name="Freeform 2799"/>
          <p:cNvSpPr/>
          <p:nvPr/>
        </p:nvSpPr>
        <p:spPr>
          <a:xfrm>
            <a:off x="280289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1" name="Freeform 2800"/>
          <p:cNvSpPr/>
          <p:nvPr/>
        </p:nvSpPr>
        <p:spPr>
          <a:xfrm>
            <a:off x="28054300" y="-23088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1"/>
                </a:moveTo>
                <a:lnTo>
                  <a:pt x="4" y="9"/>
                </a:lnTo>
                <a:lnTo>
                  <a:pt x="3" y="9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2" name="Freeform 2801"/>
          <p:cNvSpPr/>
          <p:nvPr/>
        </p:nvSpPr>
        <p:spPr>
          <a:xfrm>
            <a:off x="28092400" y="-2297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3" name="Freeform 2802"/>
          <p:cNvSpPr/>
          <p:nvPr/>
        </p:nvSpPr>
        <p:spPr>
          <a:xfrm>
            <a:off x="281178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4" name="Freeform 2803"/>
          <p:cNvSpPr/>
          <p:nvPr/>
        </p:nvSpPr>
        <p:spPr>
          <a:xfrm>
            <a:off x="281559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5" name="Freeform 2804"/>
          <p:cNvSpPr/>
          <p:nvPr/>
        </p:nvSpPr>
        <p:spPr>
          <a:xfrm>
            <a:off x="281813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6" name="Freeform 2805"/>
          <p:cNvSpPr/>
          <p:nvPr/>
        </p:nvSpPr>
        <p:spPr>
          <a:xfrm>
            <a:off x="28206700" y="-2293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7" name="Freeform 2806"/>
          <p:cNvSpPr/>
          <p:nvPr/>
        </p:nvSpPr>
        <p:spPr>
          <a:xfrm>
            <a:off x="28244800" y="-2293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8" name="Freeform 2807"/>
          <p:cNvSpPr/>
          <p:nvPr/>
        </p:nvSpPr>
        <p:spPr>
          <a:xfrm>
            <a:off x="28270200" y="-2294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9" name="Freeform 2808"/>
          <p:cNvSpPr/>
          <p:nvPr/>
        </p:nvSpPr>
        <p:spPr>
          <a:xfrm>
            <a:off x="28308300" y="-2294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0" name="Freeform 2809"/>
          <p:cNvSpPr/>
          <p:nvPr/>
        </p:nvSpPr>
        <p:spPr>
          <a:xfrm>
            <a:off x="28333700" y="-2298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1" name="Freeform 2810"/>
          <p:cNvSpPr/>
          <p:nvPr/>
        </p:nvSpPr>
        <p:spPr>
          <a:xfrm>
            <a:off x="28359100" y="-23279100"/>
            <a:ext cx="50800" cy="292100"/>
          </a:xfrm>
          <a:custGeom>
            <a:avLst/>
            <a:gdLst/>
            <a:ahLst/>
            <a:cxnLst/>
            <a:rect l="l" t="t" r="r" b="b"/>
            <a:pathLst>
              <a:path w="4" h="23">
                <a:moveTo>
                  <a:pt x="1" y="23"/>
                </a:moveTo>
                <a:lnTo>
                  <a:pt x="4" y="0"/>
                </a:lnTo>
                <a:lnTo>
                  <a:pt x="3" y="0"/>
                </a:lnTo>
                <a:lnTo>
                  <a:pt x="0" y="23"/>
                </a:lnTo>
                <a:lnTo>
                  <a:pt x="1" y="23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2" name="Freeform 2811"/>
          <p:cNvSpPr/>
          <p:nvPr/>
        </p:nvSpPr>
        <p:spPr>
          <a:xfrm>
            <a:off x="28397200" y="-233680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3" name="Freeform 2812"/>
          <p:cNvSpPr/>
          <p:nvPr/>
        </p:nvSpPr>
        <p:spPr>
          <a:xfrm>
            <a:off x="28422600" y="-2338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4" name="Freeform 2813"/>
          <p:cNvSpPr/>
          <p:nvPr/>
        </p:nvSpPr>
        <p:spPr>
          <a:xfrm>
            <a:off x="284607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5" name="Freeform 2814"/>
          <p:cNvSpPr/>
          <p:nvPr/>
        </p:nvSpPr>
        <p:spPr>
          <a:xfrm>
            <a:off x="284861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6" name="Freeform 2815"/>
          <p:cNvSpPr/>
          <p:nvPr/>
        </p:nvSpPr>
        <p:spPr>
          <a:xfrm>
            <a:off x="285242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7" name="Freeform 2816"/>
          <p:cNvSpPr/>
          <p:nvPr/>
        </p:nvSpPr>
        <p:spPr>
          <a:xfrm>
            <a:off x="28549600" y="-23380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8" name="Freeform 2817"/>
          <p:cNvSpPr/>
          <p:nvPr/>
        </p:nvSpPr>
        <p:spPr>
          <a:xfrm>
            <a:off x="28575000" y="-2339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9" name="Freeform 2818"/>
          <p:cNvSpPr/>
          <p:nvPr/>
        </p:nvSpPr>
        <p:spPr>
          <a:xfrm>
            <a:off x="28613100" y="-23393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0" name="Freeform 2819"/>
          <p:cNvSpPr/>
          <p:nvPr/>
        </p:nvSpPr>
        <p:spPr>
          <a:xfrm>
            <a:off x="28638500" y="-23393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1" name="Freeform 2820"/>
          <p:cNvSpPr/>
          <p:nvPr/>
        </p:nvSpPr>
        <p:spPr>
          <a:xfrm>
            <a:off x="277749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2" name="Freeform 2821"/>
          <p:cNvSpPr/>
          <p:nvPr/>
        </p:nvSpPr>
        <p:spPr>
          <a:xfrm>
            <a:off x="27800300" y="-2311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3" name="Freeform 2822"/>
          <p:cNvSpPr/>
          <p:nvPr/>
        </p:nvSpPr>
        <p:spPr>
          <a:xfrm>
            <a:off x="278384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4" name="Freeform 2823"/>
          <p:cNvSpPr/>
          <p:nvPr/>
        </p:nvSpPr>
        <p:spPr>
          <a:xfrm>
            <a:off x="278638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5" name="Freeform 2824"/>
          <p:cNvSpPr/>
          <p:nvPr/>
        </p:nvSpPr>
        <p:spPr>
          <a:xfrm>
            <a:off x="27889200" y="-2312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6" name="Freeform 2825"/>
          <p:cNvSpPr/>
          <p:nvPr/>
        </p:nvSpPr>
        <p:spPr>
          <a:xfrm>
            <a:off x="279273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7" name="Freeform 2826"/>
          <p:cNvSpPr/>
          <p:nvPr/>
        </p:nvSpPr>
        <p:spPr>
          <a:xfrm>
            <a:off x="27952700" y="-2312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8" name="Freeform 2827"/>
          <p:cNvSpPr/>
          <p:nvPr/>
        </p:nvSpPr>
        <p:spPr>
          <a:xfrm>
            <a:off x="27990800" y="-2313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9" name="Freeform 2828"/>
          <p:cNvSpPr/>
          <p:nvPr/>
        </p:nvSpPr>
        <p:spPr>
          <a:xfrm>
            <a:off x="28016200" y="-23139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0" name="Freeform 2829"/>
          <p:cNvSpPr/>
          <p:nvPr/>
        </p:nvSpPr>
        <p:spPr>
          <a:xfrm>
            <a:off x="28041600" y="-23088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0"/>
                </a:moveTo>
                <a:lnTo>
                  <a:pt x="4" y="9"/>
                </a:lnTo>
                <a:lnTo>
                  <a:pt x="3" y="8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1" name="Freeform 2830"/>
          <p:cNvSpPr/>
          <p:nvPr/>
        </p:nvSpPr>
        <p:spPr>
          <a:xfrm>
            <a:off x="28079700" y="-2298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2" name="Freeform 2831"/>
          <p:cNvSpPr/>
          <p:nvPr/>
        </p:nvSpPr>
        <p:spPr>
          <a:xfrm>
            <a:off x="28105100" y="-2294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3" name="Freeform 2832"/>
          <p:cNvSpPr/>
          <p:nvPr/>
        </p:nvSpPr>
        <p:spPr>
          <a:xfrm>
            <a:off x="28143200" y="-2293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4" name="Freeform 2833"/>
          <p:cNvSpPr/>
          <p:nvPr/>
        </p:nvSpPr>
        <p:spPr>
          <a:xfrm>
            <a:off x="28168600" y="-2294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5" name="Freeform 2834"/>
          <p:cNvSpPr/>
          <p:nvPr/>
        </p:nvSpPr>
        <p:spPr>
          <a:xfrm>
            <a:off x="28206700" y="-2294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6" name="Freeform 2835"/>
          <p:cNvSpPr/>
          <p:nvPr/>
        </p:nvSpPr>
        <p:spPr>
          <a:xfrm>
            <a:off x="28232100" y="-2294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7" name="Freeform 2836"/>
          <p:cNvSpPr/>
          <p:nvPr/>
        </p:nvSpPr>
        <p:spPr>
          <a:xfrm>
            <a:off x="28257500" y="-2294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8" name="Freeform 2837"/>
          <p:cNvSpPr/>
          <p:nvPr/>
        </p:nvSpPr>
        <p:spPr>
          <a:xfrm>
            <a:off x="28295600" y="-2294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9" name="Freeform 2838"/>
          <p:cNvSpPr/>
          <p:nvPr/>
        </p:nvSpPr>
        <p:spPr>
          <a:xfrm>
            <a:off x="28321000" y="-22999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0" name="Freeform 2839"/>
          <p:cNvSpPr/>
          <p:nvPr/>
        </p:nvSpPr>
        <p:spPr>
          <a:xfrm>
            <a:off x="28359100" y="-23291800"/>
            <a:ext cx="38100" cy="304800"/>
          </a:xfrm>
          <a:custGeom>
            <a:avLst/>
            <a:gdLst/>
            <a:ahLst/>
            <a:cxnLst/>
            <a:rect l="l" t="t" r="r" b="b"/>
            <a:pathLst>
              <a:path w="3" h="24">
                <a:moveTo>
                  <a:pt x="0" y="24"/>
                </a:moveTo>
                <a:lnTo>
                  <a:pt x="3" y="1"/>
                </a:lnTo>
                <a:lnTo>
                  <a:pt x="2" y="0"/>
                </a:lnTo>
                <a:lnTo>
                  <a:pt x="0" y="23"/>
                </a:lnTo>
                <a:lnTo>
                  <a:pt x="0" y="24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1" name="Freeform 2840"/>
          <p:cNvSpPr/>
          <p:nvPr/>
        </p:nvSpPr>
        <p:spPr>
          <a:xfrm>
            <a:off x="28384500" y="-23380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2" name="Freeform 2841"/>
          <p:cNvSpPr/>
          <p:nvPr/>
        </p:nvSpPr>
        <p:spPr>
          <a:xfrm>
            <a:off x="28409900" y="-2338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3" name="Freeform 2842"/>
          <p:cNvSpPr/>
          <p:nvPr/>
        </p:nvSpPr>
        <p:spPr>
          <a:xfrm>
            <a:off x="28448000" y="-23380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4" name="Freeform 2843"/>
          <p:cNvSpPr/>
          <p:nvPr/>
        </p:nvSpPr>
        <p:spPr>
          <a:xfrm>
            <a:off x="28473400" y="-2339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5" name="Freeform 2844"/>
          <p:cNvSpPr/>
          <p:nvPr/>
        </p:nvSpPr>
        <p:spPr>
          <a:xfrm>
            <a:off x="28511500" y="-23393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6" name="Freeform 2845"/>
          <p:cNvSpPr/>
          <p:nvPr/>
        </p:nvSpPr>
        <p:spPr>
          <a:xfrm>
            <a:off x="28536900" y="-23393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7" name="Freeform 2846"/>
          <p:cNvSpPr/>
          <p:nvPr/>
        </p:nvSpPr>
        <p:spPr>
          <a:xfrm>
            <a:off x="28562300" y="-2339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8" name="Freeform 2847"/>
          <p:cNvSpPr/>
          <p:nvPr/>
        </p:nvSpPr>
        <p:spPr>
          <a:xfrm>
            <a:off x="28600400" y="-23393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9" name="Freeform 2848"/>
          <p:cNvSpPr/>
          <p:nvPr/>
        </p:nvSpPr>
        <p:spPr>
          <a:xfrm>
            <a:off x="28625800" y="-2340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0" name="Rectangle 2849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1" name="Rectangle 2850"/>
          <p:cNvSpPr/>
          <p:nvPr/>
        </p:nvSpPr>
        <p:spPr>
          <a:xfrm>
            <a:off x="287999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52" name="Picture 28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853" name="Picture 28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854" name="TextBox 28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2855" name="TextBox 2854"/>
          <p:cNvSpPr txBox="1"/>
          <p:nvPr/>
        </p:nvSpPr>
        <p:spPr>
          <a:xfrm>
            <a:off x="359993" y="55524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tune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2856" name="TextBox 2855"/>
          <p:cNvSpPr txBox="1"/>
          <p:nvPr/>
        </p:nvSpPr>
        <p:spPr>
          <a:xfrm>
            <a:off x="1877486" y="1716504"/>
            <a:ext cx="390790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57" name="TextBox 2856"/>
          <p:cNvSpPr txBox="1"/>
          <p:nvPr/>
        </p:nvSpPr>
        <p:spPr>
          <a:xfrm>
            <a:off x="1688693" y="1616936"/>
            <a:ext cx="409670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858" name="TextBox 2857"/>
          <p:cNvSpPr txBox="1"/>
          <p:nvPr/>
        </p:nvSpPr>
        <p:spPr>
          <a:xfrm>
            <a:off x="1554184" y="1501071"/>
            <a:ext cx="423121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59" name="TextBox 2858"/>
          <p:cNvSpPr txBox="1"/>
          <p:nvPr/>
        </p:nvSpPr>
        <p:spPr>
          <a:xfrm>
            <a:off x="2815614" y="1639450"/>
            <a:ext cx="296978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60" name="TextBox 2859"/>
          <p:cNvSpPr txBox="1"/>
          <p:nvPr/>
        </p:nvSpPr>
        <p:spPr>
          <a:xfrm>
            <a:off x="2619166" y="1656788"/>
            <a:ext cx="316622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61" name="TextBox 2860"/>
          <p:cNvSpPr txBox="1"/>
          <p:nvPr/>
        </p:nvSpPr>
        <p:spPr>
          <a:xfrm>
            <a:off x="2441513" y="1672470"/>
            <a:ext cx="334388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62" name="TextBox 2861"/>
          <p:cNvSpPr txBox="1"/>
          <p:nvPr/>
        </p:nvSpPr>
        <p:spPr>
          <a:xfrm>
            <a:off x="2263860" y="1688152"/>
            <a:ext cx="352153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863" name="TextBox 2862"/>
          <p:cNvSpPr txBox="1"/>
          <p:nvPr/>
        </p:nvSpPr>
        <p:spPr>
          <a:xfrm>
            <a:off x="2086208" y="1703834"/>
            <a:ext cx="369918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864" name="TextBox 2863"/>
          <p:cNvSpPr txBox="1"/>
          <p:nvPr/>
        </p:nvSpPr>
        <p:spPr>
          <a:xfrm>
            <a:off x="1927351" y="1717855"/>
            <a:ext cx="385804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65" name="TextBox 2864"/>
          <p:cNvSpPr txBox="1"/>
          <p:nvPr/>
        </p:nvSpPr>
        <p:spPr>
          <a:xfrm>
            <a:off x="1515302" y="1225187"/>
            <a:ext cx="427009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66" name="TextBox 2865"/>
          <p:cNvSpPr txBox="1"/>
          <p:nvPr/>
        </p:nvSpPr>
        <p:spPr>
          <a:xfrm>
            <a:off x="1515302" y="992472"/>
            <a:ext cx="427009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867" name="TextBox 2866"/>
          <p:cNvSpPr txBox="1"/>
          <p:nvPr/>
        </p:nvSpPr>
        <p:spPr>
          <a:xfrm>
            <a:off x="1345737" y="1783235"/>
            <a:ext cx="443965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servers,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2868" name="TextBox 2867"/>
          <p:cNvSpPr txBox="1"/>
          <p:nvPr/>
        </p:nvSpPr>
        <p:spPr>
          <a:xfrm>
            <a:off x="2276134" y="1778516"/>
            <a:ext cx="350926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2869" name="TextBox 2868"/>
          <p:cNvSpPr txBox="1"/>
          <p:nvPr/>
        </p:nvSpPr>
        <p:spPr>
          <a:xfrm>
            <a:off x="1425634" y="916391"/>
            <a:ext cx="435976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spares,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870" name="TextBox 2869"/>
          <p:cNvSpPr txBox="1"/>
          <p:nvPr/>
        </p:nvSpPr>
        <p:spPr>
          <a:xfrm>
            <a:off x="4889654" y="3150930"/>
            <a:ext cx="895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871" name="TextBox 2870"/>
          <p:cNvSpPr txBox="1"/>
          <p:nvPr/>
        </p:nvSpPr>
        <p:spPr>
          <a:xfrm>
            <a:off x="5623574" y="3150706"/>
            <a:ext cx="1618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85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921140" y="1627474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759486" y="1519755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597833" y="1412037"/>
            <a:ext cx="888277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2486110" y="1412037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308455" y="1427718"/>
            <a:ext cx="323306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2130799" y="1443400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 flipV="1">
            <a:off x="1953143" y="1459081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1775488" y="1474763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1597833" y="1490444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787899" y="1627474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626245" y="1519755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464592" y="141203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921140" y="1703982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759486" y="1596263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597833" y="1488545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791443" y="161549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613787" y="1631179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436132" y="164686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258476" y="1662542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080821" y="167822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1903166" y="169390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486110" y="141203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308455" y="142771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130799" y="144340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953143" y="1459081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775488" y="147476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97833" y="149044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2486110" y="1412037"/>
            <a:ext cx="323307" cy="2154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1597833" y="1490444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921140" y="1627474"/>
            <a:ext cx="888277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97833" y="1412037"/>
            <a:ext cx="888277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787899" y="99660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626245" y="88889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464592" y="781171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86110" y="781171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308455" y="79685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130799" y="81253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53143" y="828216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775488" y="84389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597833" y="859579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 flipV="1">
            <a:off x="2486110" y="781171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1597833" y="781171"/>
            <a:ext cx="888277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09417" y="1605875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631761" y="162155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454106" y="1637238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276450" y="1652920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098795" y="1668601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921140" y="1684283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2787899" y="1398264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2787899" y="1165544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09417" y="996609"/>
            <a:ext cx="0" cy="6308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486110" y="781171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308455" y="796853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130799" y="812534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953143" y="828216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775488" y="843897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597833" y="859579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486110" y="139043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308455" y="1406119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130799" y="1421801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953143" y="1437482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775488" y="1453164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1597833" y="1468845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486110" y="781171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308455" y="796853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130799" y="812534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953143" y="828216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775488" y="843897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597833" y="859579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1597833" y="1182827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1597833" y="950106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2464592" y="118282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2464592" y="950106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597833" y="1259335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597833" y="1026614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486110" y="781171"/>
            <a:ext cx="0" cy="6308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597833" y="859579"/>
            <a:ext cx="0" cy="6308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809417" y="996609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647763" y="888890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486110" y="781171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809417" y="1605875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647763" y="1498156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486110" y="139043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09417" y="996609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647763" y="888890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486110" y="781171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 flipV="1">
            <a:off x="2486110" y="1182827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 flipV="1">
            <a:off x="2486110" y="950106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 flipV="1">
            <a:off x="2791443" y="138628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 flipV="1">
            <a:off x="2791443" y="115356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486110" y="118282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486110" y="950106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921140" y="1684283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759486" y="1576564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597833" y="1468845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597833" y="126123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597833" y="102851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19050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9431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968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20066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2032000" y="1638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2057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20955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21209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21590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21844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22225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22479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2273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23114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23368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23749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24003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2425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24638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24892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2527300" y="1549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2552700" y="149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2578100" y="147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26162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26416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26797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27051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2743200" y="1460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27686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9050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930400" y="1638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955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9939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2019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20574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20828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108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1463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171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2098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2352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22606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22987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3241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3622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3876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4257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4511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476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2514600" y="153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2540000" y="149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25781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0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26035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2628900" y="1460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26670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26924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27305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27559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892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9177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943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9812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20066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20447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20701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21082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21336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2159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21971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222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2606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2860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311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3495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374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4130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438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4638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501900" y="153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5273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5654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5908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6289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6543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679700" y="1447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27178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27432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8796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050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431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685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939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20320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2057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2095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2120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2146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21844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22098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2247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22733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311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336800" y="1549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3622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4003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4257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463800" y="1574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489200" y="1524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514600" y="147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5527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5781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26162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26416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26670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27051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2730500" y="1435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18669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1892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19304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19558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1993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2019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2044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20828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21082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21463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21717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21971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22352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2260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22987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23241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23495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23876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2413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2451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2476500" y="1511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2514600" y="147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0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2540000" y="1447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25654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26035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2628900" y="1435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26670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26924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27178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18542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18796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19177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1943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19812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20066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20320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20701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2095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2133600" y="158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21590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21971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22225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2247900" y="1574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22860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23114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23495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2374900" y="1562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2400300" y="156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2438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2463800" y="1511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25019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25273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2552700" y="1422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25908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26162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26543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2679700" y="1422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27178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1841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18796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19050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1930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1968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1993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2032000" y="158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2057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20828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21209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2146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2184400" y="1574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2209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22352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22733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22987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23368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23622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24003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24257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2451100" y="1498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24892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25146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25527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2578100" y="1422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26035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26416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26670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27051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18288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18669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18923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1917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19558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19812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20193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20447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2082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21082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21336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21717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21971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22352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22606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22860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23241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23495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0"/>
          </a:solidFill>
          <a:ln w="3175">
            <a:solidFill>
              <a:srgbClr val="000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23876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24130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2438400" y="1473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2"/>
                </a:lnTo>
                <a:lnTo>
                  <a:pt x="3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2476500" y="1422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3"/>
                </a:lnTo>
                <a:lnTo>
                  <a:pt x="2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2501900" y="1397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56FF"/>
          </a:solidFill>
          <a:ln w="3175">
            <a:solidFill>
              <a:srgbClr val="004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25400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C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25654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26035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2628900" y="139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26543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2692400" y="138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18161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18542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18796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19177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1943100" y="153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19685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20066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20320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2070100" y="152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2095500" y="152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21209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21590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21844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2222500" y="151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2247900" y="1473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00BF"/>
          </a:solidFill>
          <a:ln w="3175">
            <a:solidFill>
              <a:srgbClr val="0000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2286000" y="1473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2311400" y="1473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2336800" y="1460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2374900" y="14605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2400300" y="1460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2438400" y="1397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6"/>
                </a:lnTo>
                <a:lnTo>
                  <a:pt x="2" y="0"/>
                </a:lnTo>
                <a:lnTo>
                  <a:pt x="0" y="5"/>
                </a:lnTo>
                <a:lnTo>
                  <a:pt x="0" y="10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2463800" y="13589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5"/>
                </a:lnTo>
                <a:lnTo>
                  <a:pt x="2" y="0"/>
                </a:lnTo>
                <a:lnTo>
                  <a:pt x="0" y="3"/>
                </a:lnTo>
                <a:lnTo>
                  <a:pt x="1" y="9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2489200" y="1358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25273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25527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2590800" y="1346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2616200" y="1346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2641600" y="1346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2679700" y="134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18034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18415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18669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19050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19304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19685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19939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20193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2057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20828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21209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21463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21717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22098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2235200" y="1447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00EA"/>
          </a:solidFill>
          <a:ln w="3175">
            <a:solidFill>
              <a:srgbClr val="0000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2273300" y="1397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2298700" y="13843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2324100" y="1384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2362200" y="1384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2387600" y="1384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2425700" y="13335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5"/>
                </a:lnTo>
                <a:lnTo>
                  <a:pt x="2" y="0"/>
                </a:lnTo>
                <a:lnTo>
                  <a:pt x="0" y="4"/>
                </a:lnTo>
                <a:lnTo>
                  <a:pt x="1" y="10"/>
                </a:lnTo>
                <a:close/>
              </a:path>
            </a:pathLst>
          </a:custGeom>
          <a:solidFill>
            <a:srgbClr val="0084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2451100" y="1308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4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D4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2489200" y="1295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0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2514600" y="1295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2540000" y="1295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2578100" y="1295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2603500" y="129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2641600" y="1282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0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2667000" y="1282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1803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18288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1854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18923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19177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19558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Freeform 428"/>
          <p:cNvSpPr/>
          <p:nvPr/>
        </p:nvSpPr>
        <p:spPr>
          <a:xfrm>
            <a:off x="19812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20066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20447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20701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21082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2133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21717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21971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2222500" y="1447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5"/>
                </a:moveTo>
                <a:lnTo>
                  <a:pt x="4" y="0"/>
                </a:lnTo>
                <a:lnTo>
                  <a:pt x="3" y="3"/>
                </a:lnTo>
                <a:lnTo>
                  <a:pt x="0" y="6"/>
                </a:lnTo>
                <a:lnTo>
                  <a:pt x="1" y="5"/>
                </a:lnTo>
                <a:close/>
              </a:path>
            </a:pathLst>
          </a:custGeom>
          <a:solidFill>
            <a:srgbClr val="0000D4"/>
          </a:solidFill>
          <a:ln w="3175">
            <a:solidFill>
              <a:srgbClr val="000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2260600" y="1384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5"/>
                </a:lnTo>
                <a:close/>
              </a:path>
            </a:pathLst>
          </a:custGeom>
          <a:solidFill>
            <a:srgbClr val="004CFF"/>
          </a:solidFill>
          <a:ln w="3175">
            <a:solidFill>
              <a:srgbClr val="003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22860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F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23241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23495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23749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2413000" y="1333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0"/>
                </a:lnTo>
                <a:lnTo>
                  <a:pt x="2" y="2"/>
                </a:lnTo>
                <a:lnTo>
                  <a:pt x="0" y="5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2438400" y="1308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0"/>
                </a:lnTo>
                <a:lnTo>
                  <a:pt x="3" y="1"/>
                </a:lnTo>
                <a:lnTo>
                  <a:pt x="0" y="4"/>
                </a:lnTo>
                <a:lnTo>
                  <a:pt x="1" y="2"/>
                </a:lnTo>
                <a:close/>
              </a:path>
            </a:pathLst>
          </a:custGeom>
          <a:solidFill>
            <a:srgbClr val="00E5FF"/>
          </a:solidFill>
          <a:ln w="3175">
            <a:solidFill>
              <a:srgbClr val="00B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2476500" y="129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2"/>
                </a:lnTo>
                <a:lnTo>
                  <a:pt x="1" y="1"/>
                </a:lnTo>
                <a:close/>
              </a:path>
            </a:pathLst>
          </a:custGeom>
          <a:solidFill>
            <a:srgbClr val="11FFEE"/>
          </a:solidFill>
          <a:ln w="3175">
            <a:solidFill>
              <a:srgbClr val="0DC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25019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AFFE5"/>
          </a:solidFill>
          <a:ln w="3175">
            <a:solidFill>
              <a:srgbClr val="15CC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25273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17FFE8"/>
          </a:solidFill>
          <a:ln w="3175">
            <a:solidFill>
              <a:srgbClr val="12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25654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2590800" y="1295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26289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26543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1790700" y="1562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18161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18542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18796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19050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19431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19685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20066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20320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20574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20955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21209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2159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21844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2222500" y="147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0000B2"/>
          </a:solidFill>
          <a:ln w="3175">
            <a:solidFill>
              <a:srgbClr val="000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2247900" y="1384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22733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2FF"/>
          </a:solidFill>
          <a:ln w="3175">
            <a:solidFill>
              <a:srgbClr val="006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2311400" y="139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2336800" y="139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2374900" y="139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24003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1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81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24257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0"/>
                </a:lnTo>
                <a:lnTo>
                  <a:pt x="3" y="1"/>
                </a:lnTo>
                <a:lnTo>
                  <a:pt x="0" y="4"/>
                </a:lnTo>
                <a:lnTo>
                  <a:pt x="1" y="3"/>
                </a:lnTo>
                <a:close/>
              </a:path>
            </a:pathLst>
          </a:custGeom>
          <a:solidFill>
            <a:srgbClr val="00B6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2463800" y="130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1"/>
                </a:lnTo>
                <a:close/>
              </a:path>
            </a:pathLst>
          </a:custGeom>
          <a:solidFill>
            <a:srgbClr val="00EEFF"/>
          </a:solidFill>
          <a:ln w="3175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24892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6FFF9"/>
          </a:solidFill>
          <a:ln w="3175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25273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2FFFD"/>
          </a:solidFill>
          <a:ln w="3175">
            <a:solidFill>
              <a:srgbClr val="02C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25527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25781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26162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2641600" y="1295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17780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18034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18415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1866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19050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19304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19558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19939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Freeform 488"/>
          <p:cNvSpPr/>
          <p:nvPr/>
        </p:nvSpPr>
        <p:spPr>
          <a:xfrm>
            <a:off x="20193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Freeform 489"/>
          <p:cNvSpPr/>
          <p:nvPr/>
        </p:nvSpPr>
        <p:spPr>
          <a:xfrm>
            <a:off x="2057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Freeform 490"/>
          <p:cNvSpPr/>
          <p:nvPr/>
        </p:nvSpPr>
        <p:spPr>
          <a:xfrm>
            <a:off x="20828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Freeform 491"/>
          <p:cNvSpPr/>
          <p:nvPr/>
        </p:nvSpPr>
        <p:spPr>
          <a:xfrm>
            <a:off x="21082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Freeform 492"/>
          <p:cNvSpPr/>
          <p:nvPr/>
        </p:nvSpPr>
        <p:spPr>
          <a:xfrm>
            <a:off x="21463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Freeform 493"/>
          <p:cNvSpPr/>
          <p:nvPr/>
        </p:nvSpPr>
        <p:spPr>
          <a:xfrm>
            <a:off x="21717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Freeform 494"/>
          <p:cNvSpPr/>
          <p:nvPr/>
        </p:nvSpPr>
        <p:spPr>
          <a:xfrm>
            <a:off x="2209800" y="147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Freeform 495"/>
          <p:cNvSpPr/>
          <p:nvPr/>
        </p:nvSpPr>
        <p:spPr>
          <a:xfrm>
            <a:off x="2235200" y="13716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Freeform 496"/>
          <p:cNvSpPr/>
          <p:nvPr/>
        </p:nvSpPr>
        <p:spPr>
          <a:xfrm>
            <a:off x="22606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Freeform 497"/>
          <p:cNvSpPr/>
          <p:nvPr/>
        </p:nvSpPr>
        <p:spPr>
          <a:xfrm>
            <a:off x="22987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Freeform 498"/>
          <p:cNvSpPr/>
          <p:nvPr/>
        </p:nvSpPr>
        <p:spPr>
          <a:xfrm>
            <a:off x="23241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Freeform 499"/>
          <p:cNvSpPr/>
          <p:nvPr/>
        </p:nvSpPr>
        <p:spPr>
          <a:xfrm>
            <a:off x="23622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Freeform 500"/>
          <p:cNvSpPr/>
          <p:nvPr/>
        </p:nvSpPr>
        <p:spPr>
          <a:xfrm>
            <a:off x="23876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Freeform 501"/>
          <p:cNvSpPr/>
          <p:nvPr/>
        </p:nvSpPr>
        <p:spPr>
          <a:xfrm>
            <a:off x="2425700" y="1333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Freeform 502"/>
          <p:cNvSpPr/>
          <p:nvPr/>
        </p:nvSpPr>
        <p:spPr>
          <a:xfrm>
            <a:off x="24511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Freeform 503"/>
          <p:cNvSpPr/>
          <p:nvPr/>
        </p:nvSpPr>
        <p:spPr>
          <a:xfrm>
            <a:off x="24765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Freeform 504"/>
          <p:cNvSpPr/>
          <p:nvPr/>
        </p:nvSpPr>
        <p:spPr>
          <a:xfrm>
            <a:off x="25146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Freeform 505"/>
          <p:cNvSpPr/>
          <p:nvPr/>
        </p:nvSpPr>
        <p:spPr>
          <a:xfrm>
            <a:off x="2540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Freeform 506"/>
          <p:cNvSpPr/>
          <p:nvPr/>
        </p:nvSpPr>
        <p:spPr>
          <a:xfrm>
            <a:off x="25781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Freeform 507"/>
          <p:cNvSpPr/>
          <p:nvPr/>
        </p:nvSpPr>
        <p:spPr>
          <a:xfrm>
            <a:off x="26035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Freeform 508"/>
          <p:cNvSpPr/>
          <p:nvPr/>
        </p:nvSpPr>
        <p:spPr>
          <a:xfrm>
            <a:off x="26289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Freeform 509"/>
          <p:cNvSpPr/>
          <p:nvPr/>
        </p:nvSpPr>
        <p:spPr>
          <a:xfrm>
            <a:off x="17653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Freeform 510"/>
          <p:cNvSpPr/>
          <p:nvPr/>
        </p:nvSpPr>
        <p:spPr>
          <a:xfrm>
            <a:off x="17907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Freeform 511"/>
          <p:cNvSpPr/>
          <p:nvPr/>
        </p:nvSpPr>
        <p:spPr>
          <a:xfrm>
            <a:off x="18288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Freeform 512"/>
          <p:cNvSpPr/>
          <p:nvPr/>
        </p:nvSpPr>
        <p:spPr>
          <a:xfrm>
            <a:off x="1854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Freeform 513"/>
          <p:cNvSpPr/>
          <p:nvPr/>
        </p:nvSpPr>
        <p:spPr>
          <a:xfrm>
            <a:off x="18923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Freeform 514"/>
          <p:cNvSpPr/>
          <p:nvPr/>
        </p:nvSpPr>
        <p:spPr>
          <a:xfrm>
            <a:off x="1917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Freeform 515"/>
          <p:cNvSpPr/>
          <p:nvPr/>
        </p:nvSpPr>
        <p:spPr>
          <a:xfrm>
            <a:off x="19431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Freeform 516"/>
          <p:cNvSpPr/>
          <p:nvPr/>
        </p:nvSpPr>
        <p:spPr>
          <a:xfrm>
            <a:off x="19812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Freeform 517"/>
          <p:cNvSpPr/>
          <p:nvPr/>
        </p:nvSpPr>
        <p:spPr>
          <a:xfrm>
            <a:off x="20066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Freeform 518"/>
          <p:cNvSpPr/>
          <p:nvPr/>
        </p:nvSpPr>
        <p:spPr>
          <a:xfrm>
            <a:off x="20447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Freeform 519"/>
          <p:cNvSpPr/>
          <p:nvPr/>
        </p:nvSpPr>
        <p:spPr>
          <a:xfrm>
            <a:off x="20701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Freeform 520"/>
          <p:cNvSpPr/>
          <p:nvPr/>
        </p:nvSpPr>
        <p:spPr>
          <a:xfrm>
            <a:off x="2108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Freeform 521"/>
          <p:cNvSpPr/>
          <p:nvPr/>
        </p:nvSpPr>
        <p:spPr>
          <a:xfrm>
            <a:off x="21336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Freeform 522"/>
          <p:cNvSpPr/>
          <p:nvPr/>
        </p:nvSpPr>
        <p:spPr>
          <a:xfrm>
            <a:off x="21590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Freeform 523"/>
          <p:cNvSpPr/>
          <p:nvPr/>
        </p:nvSpPr>
        <p:spPr>
          <a:xfrm>
            <a:off x="2197100" y="1460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Freeform 524"/>
          <p:cNvSpPr/>
          <p:nvPr/>
        </p:nvSpPr>
        <p:spPr>
          <a:xfrm>
            <a:off x="2222500" y="13589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Freeform 525"/>
          <p:cNvSpPr/>
          <p:nvPr/>
        </p:nvSpPr>
        <p:spPr>
          <a:xfrm>
            <a:off x="22606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Freeform 526"/>
          <p:cNvSpPr/>
          <p:nvPr/>
        </p:nvSpPr>
        <p:spPr>
          <a:xfrm>
            <a:off x="22860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Freeform 527"/>
          <p:cNvSpPr/>
          <p:nvPr/>
        </p:nvSpPr>
        <p:spPr>
          <a:xfrm>
            <a:off x="23114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Freeform 528"/>
          <p:cNvSpPr/>
          <p:nvPr/>
        </p:nvSpPr>
        <p:spPr>
          <a:xfrm>
            <a:off x="2349500" y="138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Freeform 529"/>
          <p:cNvSpPr/>
          <p:nvPr/>
        </p:nvSpPr>
        <p:spPr>
          <a:xfrm>
            <a:off x="23749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Freeform 530"/>
          <p:cNvSpPr/>
          <p:nvPr/>
        </p:nvSpPr>
        <p:spPr>
          <a:xfrm>
            <a:off x="2413000" y="132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Freeform 531"/>
          <p:cNvSpPr/>
          <p:nvPr/>
        </p:nvSpPr>
        <p:spPr>
          <a:xfrm>
            <a:off x="24384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Freeform 532"/>
          <p:cNvSpPr/>
          <p:nvPr/>
        </p:nvSpPr>
        <p:spPr>
          <a:xfrm>
            <a:off x="2463800" y="1295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Freeform 533"/>
          <p:cNvSpPr/>
          <p:nvPr/>
        </p:nvSpPr>
        <p:spPr>
          <a:xfrm>
            <a:off x="25019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Freeform 534"/>
          <p:cNvSpPr/>
          <p:nvPr/>
        </p:nvSpPr>
        <p:spPr>
          <a:xfrm>
            <a:off x="25273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Freeform 535"/>
          <p:cNvSpPr/>
          <p:nvPr/>
        </p:nvSpPr>
        <p:spPr>
          <a:xfrm>
            <a:off x="25654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25908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26289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17526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1790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Freeform 540"/>
          <p:cNvSpPr/>
          <p:nvPr/>
        </p:nvSpPr>
        <p:spPr>
          <a:xfrm>
            <a:off x="18161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Freeform 541"/>
          <p:cNvSpPr/>
          <p:nvPr/>
        </p:nvSpPr>
        <p:spPr>
          <a:xfrm>
            <a:off x="18415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Freeform 542"/>
          <p:cNvSpPr/>
          <p:nvPr/>
        </p:nvSpPr>
        <p:spPr>
          <a:xfrm>
            <a:off x="1879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Freeform 543"/>
          <p:cNvSpPr/>
          <p:nvPr/>
        </p:nvSpPr>
        <p:spPr>
          <a:xfrm>
            <a:off x="1905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Freeform 544"/>
          <p:cNvSpPr/>
          <p:nvPr/>
        </p:nvSpPr>
        <p:spPr>
          <a:xfrm>
            <a:off x="19431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Freeform 545"/>
          <p:cNvSpPr/>
          <p:nvPr/>
        </p:nvSpPr>
        <p:spPr>
          <a:xfrm>
            <a:off x="19685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Freeform 546"/>
          <p:cNvSpPr/>
          <p:nvPr/>
        </p:nvSpPr>
        <p:spPr>
          <a:xfrm>
            <a:off x="19939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Freeform 547"/>
          <p:cNvSpPr/>
          <p:nvPr/>
        </p:nvSpPr>
        <p:spPr>
          <a:xfrm>
            <a:off x="20320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Freeform 548"/>
          <p:cNvSpPr/>
          <p:nvPr/>
        </p:nvSpPr>
        <p:spPr>
          <a:xfrm>
            <a:off x="20574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Freeform 549"/>
          <p:cNvSpPr/>
          <p:nvPr/>
        </p:nvSpPr>
        <p:spPr>
          <a:xfrm>
            <a:off x="20955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Freeform 550"/>
          <p:cNvSpPr/>
          <p:nvPr/>
        </p:nvSpPr>
        <p:spPr>
          <a:xfrm>
            <a:off x="21209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Freeform 551"/>
          <p:cNvSpPr/>
          <p:nvPr/>
        </p:nvSpPr>
        <p:spPr>
          <a:xfrm>
            <a:off x="21463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Freeform 552"/>
          <p:cNvSpPr/>
          <p:nvPr/>
        </p:nvSpPr>
        <p:spPr>
          <a:xfrm>
            <a:off x="21844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Freeform 553"/>
          <p:cNvSpPr/>
          <p:nvPr/>
        </p:nvSpPr>
        <p:spPr>
          <a:xfrm>
            <a:off x="2209800" y="1358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Freeform 554"/>
          <p:cNvSpPr/>
          <p:nvPr/>
        </p:nvSpPr>
        <p:spPr>
          <a:xfrm>
            <a:off x="22479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Freeform 555"/>
          <p:cNvSpPr/>
          <p:nvPr/>
        </p:nvSpPr>
        <p:spPr>
          <a:xfrm>
            <a:off x="22733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Freeform 556"/>
          <p:cNvSpPr/>
          <p:nvPr/>
        </p:nvSpPr>
        <p:spPr>
          <a:xfrm>
            <a:off x="23114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Freeform 557"/>
          <p:cNvSpPr/>
          <p:nvPr/>
        </p:nvSpPr>
        <p:spPr>
          <a:xfrm>
            <a:off x="23368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Freeform 558"/>
          <p:cNvSpPr/>
          <p:nvPr/>
        </p:nvSpPr>
        <p:spPr>
          <a:xfrm>
            <a:off x="23622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Freeform 559"/>
          <p:cNvSpPr/>
          <p:nvPr/>
        </p:nvSpPr>
        <p:spPr>
          <a:xfrm>
            <a:off x="2400300" y="132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Freeform 560"/>
          <p:cNvSpPr/>
          <p:nvPr/>
        </p:nvSpPr>
        <p:spPr>
          <a:xfrm>
            <a:off x="2425700" y="128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Freeform 561"/>
          <p:cNvSpPr/>
          <p:nvPr/>
        </p:nvSpPr>
        <p:spPr>
          <a:xfrm>
            <a:off x="24638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Freeform 562"/>
          <p:cNvSpPr/>
          <p:nvPr/>
        </p:nvSpPr>
        <p:spPr>
          <a:xfrm>
            <a:off x="24892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Freeform 563"/>
          <p:cNvSpPr/>
          <p:nvPr/>
        </p:nvSpPr>
        <p:spPr>
          <a:xfrm>
            <a:off x="25146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Freeform 564"/>
          <p:cNvSpPr/>
          <p:nvPr/>
        </p:nvSpPr>
        <p:spPr>
          <a:xfrm>
            <a:off x="2552700" y="1282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Freeform 565"/>
          <p:cNvSpPr/>
          <p:nvPr/>
        </p:nvSpPr>
        <p:spPr>
          <a:xfrm>
            <a:off x="2578100" y="127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Freeform 566"/>
          <p:cNvSpPr/>
          <p:nvPr/>
        </p:nvSpPr>
        <p:spPr>
          <a:xfrm>
            <a:off x="26162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Freeform 567"/>
          <p:cNvSpPr/>
          <p:nvPr/>
        </p:nvSpPr>
        <p:spPr>
          <a:xfrm>
            <a:off x="17399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Freeform 568"/>
          <p:cNvSpPr/>
          <p:nvPr/>
        </p:nvSpPr>
        <p:spPr>
          <a:xfrm>
            <a:off x="1778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Freeform 569"/>
          <p:cNvSpPr/>
          <p:nvPr/>
        </p:nvSpPr>
        <p:spPr>
          <a:xfrm>
            <a:off x="1803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Freeform 570"/>
          <p:cNvSpPr/>
          <p:nvPr/>
        </p:nvSpPr>
        <p:spPr>
          <a:xfrm>
            <a:off x="18288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Freeform 571"/>
          <p:cNvSpPr/>
          <p:nvPr/>
        </p:nvSpPr>
        <p:spPr>
          <a:xfrm>
            <a:off x="18669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Freeform 572"/>
          <p:cNvSpPr/>
          <p:nvPr/>
        </p:nvSpPr>
        <p:spPr>
          <a:xfrm>
            <a:off x="18923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Freeform 573"/>
          <p:cNvSpPr/>
          <p:nvPr/>
        </p:nvSpPr>
        <p:spPr>
          <a:xfrm>
            <a:off x="19304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Freeform 574"/>
          <p:cNvSpPr/>
          <p:nvPr/>
        </p:nvSpPr>
        <p:spPr>
          <a:xfrm>
            <a:off x="19558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Freeform 575"/>
          <p:cNvSpPr/>
          <p:nvPr/>
        </p:nvSpPr>
        <p:spPr>
          <a:xfrm>
            <a:off x="19939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Freeform 576"/>
          <p:cNvSpPr/>
          <p:nvPr/>
        </p:nvSpPr>
        <p:spPr>
          <a:xfrm>
            <a:off x="20193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Freeform 577"/>
          <p:cNvSpPr/>
          <p:nvPr/>
        </p:nvSpPr>
        <p:spPr>
          <a:xfrm>
            <a:off x="20447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Freeform 578"/>
          <p:cNvSpPr/>
          <p:nvPr/>
        </p:nvSpPr>
        <p:spPr>
          <a:xfrm>
            <a:off x="20828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Freeform 579"/>
          <p:cNvSpPr/>
          <p:nvPr/>
        </p:nvSpPr>
        <p:spPr>
          <a:xfrm>
            <a:off x="21082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Freeform 580"/>
          <p:cNvSpPr/>
          <p:nvPr/>
        </p:nvSpPr>
        <p:spPr>
          <a:xfrm>
            <a:off x="21463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Freeform 581"/>
          <p:cNvSpPr/>
          <p:nvPr/>
        </p:nvSpPr>
        <p:spPr>
          <a:xfrm>
            <a:off x="21717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Freeform 582"/>
          <p:cNvSpPr/>
          <p:nvPr/>
        </p:nvSpPr>
        <p:spPr>
          <a:xfrm>
            <a:off x="2197100" y="13462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Freeform 583"/>
          <p:cNvSpPr/>
          <p:nvPr/>
        </p:nvSpPr>
        <p:spPr>
          <a:xfrm>
            <a:off x="22352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Freeform 584"/>
          <p:cNvSpPr/>
          <p:nvPr/>
        </p:nvSpPr>
        <p:spPr>
          <a:xfrm>
            <a:off x="2260600" y="1371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Freeform 585"/>
          <p:cNvSpPr/>
          <p:nvPr/>
        </p:nvSpPr>
        <p:spPr>
          <a:xfrm>
            <a:off x="22987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Freeform 586"/>
          <p:cNvSpPr/>
          <p:nvPr/>
        </p:nvSpPr>
        <p:spPr>
          <a:xfrm>
            <a:off x="23241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Freeform 587"/>
          <p:cNvSpPr/>
          <p:nvPr/>
        </p:nvSpPr>
        <p:spPr>
          <a:xfrm>
            <a:off x="2349500" y="134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Freeform 588"/>
          <p:cNvSpPr/>
          <p:nvPr/>
        </p:nvSpPr>
        <p:spPr>
          <a:xfrm>
            <a:off x="23876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Freeform 589"/>
          <p:cNvSpPr/>
          <p:nvPr/>
        </p:nvSpPr>
        <p:spPr>
          <a:xfrm>
            <a:off x="2413000" y="128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Freeform 590"/>
          <p:cNvSpPr/>
          <p:nvPr/>
        </p:nvSpPr>
        <p:spPr>
          <a:xfrm>
            <a:off x="24511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Freeform 591"/>
          <p:cNvSpPr/>
          <p:nvPr/>
        </p:nvSpPr>
        <p:spPr>
          <a:xfrm>
            <a:off x="24765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Freeform 592"/>
          <p:cNvSpPr/>
          <p:nvPr/>
        </p:nvSpPr>
        <p:spPr>
          <a:xfrm>
            <a:off x="25146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Freeform 593"/>
          <p:cNvSpPr/>
          <p:nvPr/>
        </p:nvSpPr>
        <p:spPr>
          <a:xfrm>
            <a:off x="25400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Freeform 594"/>
          <p:cNvSpPr/>
          <p:nvPr/>
        </p:nvSpPr>
        <p:spPr>
          <a:xfrm>
            <a:off x="2565400" y="127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Freeform 595"/>
          <p:cNvSpPr/>
          <p:nvPr/>
        </p:nvSpPr>
        <p:spPr>
          <a:xfrm>
            <a:off x="2603500" y="1270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Freeform 596"/>
          <p:cNvSpPr/>
          <p:nvPr/>
        </p:nvSpPr>
        <p:spPr>
          <a:xfrm>
            <a:off x="17272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Freeform 597"/>
          <p:cNvSpPr/>
          <p:nvPr/>
        </p:nvSpPr>
        <p:spPr>
          <a:xfrm>
            <a:off x="17653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Freeform 598"/>
          <p:cNvSpPr/>
          <p:nvPr/>
        </p:nvSpPr>
        <p:spPr>
          <a:xfrm>
            <a:off x="17907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Freeform 599"/>
          <p:cNvSpPr/>
          <p:nvPr/>
        </p:nvSpPr>
        <p:spPr>
          <a:xfrm>
            <a:off x="18288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Freeform 600"/>
          <p:cNvSpPr/>
          <p:nvPr/>
        </p:nvSpPr>
        <p:spPr>
          <a:xfrm>
            <a:off x="1854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Freeform 601"/>
          <p:cNvSpPr/>
          <p:nvPr/>
        </p:nvSpPr>
        <p:spPr>
          <a:xfrm>
            <a:off x="18796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Freeform 602"/>
          <p:cNvSpPr/>
          <p:nvPr/>
        </p:nvSpPr>
        <p:spPr>
          <a:xfrm>
            <a:off x="19177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Freeform 603"/>
          <p:cNvSpPr/>
          <p:nvPr/>
        </p:nvSpPr>
        <p:spPr>
          <a:xfrm>
            <a:off x="1943100" y="1511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Freeform 604"/>
          <p:cNvSpPr/>
          <p:nvPr/>
        </p:nvSpPr>
        <p:spPr>
          <a:xfrm>
            <a:off x="19812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Freeform 605"/>
          <p:cNvSpPr/>
          <p:nvPr/>
        </p:nvSpPr>
        <p:spPr>
          <a:xfrm>
            <a:off x="20066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Freeform 606"/>
          <p:cNvSpPr/>
          <p:nvPr/>
        </p:nvSpPr>
        <p:spPr>
          <a:xfrm>
            <a:off x="20320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Freeform 607"/>
          <p:cNvSpPr/>
          <p:nvPr/>
        </p:nvSpPr>
        <p:spPr>
          <a:xfrm>
            <a:off x="20701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Freeform 608"/>
          <p:cNvSpPr/>
          <p:nvPr/>
        </p:nvSpPr>
        <p:spPr>
          <a:xfrm>
            <a:off x="20955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Freeform 609"/>
          <p:cNvSpPr/>
          <p:nvPr/>
        </p:nvSpPr>
        <p:spPr>
          <a:xfrm>
            <a:off x="21336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Freeform 610"/>
          <p:cNvSpPr/>
          <p:nvPr/>
        </p:nvSpPr>
        <p:spPr>
          <a:xfrm>
            <a:off x="21590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Freeform 611"/>
          <p:cNvSpPr/>
          <p:nvPr/>
        </p:nvSpPr>
        <p:spPr>
          <a:xfrm>
            <a:off x="2197100" y="1346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0" y="8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Freeform 612"/>
          <p:cNvSpPr/>
          <p:nvPr/>
        </p:nvSpPr>
        <p:spPr>
          <a:xfrm>
            <a:off x="22225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Freeform 613"/>
          <p:cNvSpPr/>
          <p:nvPr/>
        </p:nvSpPr>
        <p:spPr>
          <a:xfrm>
            <a:off x="2247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Freeform 614"/>
          <p:cNvSpPr/>
          <p:nvPr/>
        </p:nvSpPr>
        <p:spPr>
          <a:xfrm>
            <a:off x="22860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Freeform 615"/>
          <p:cNvSpPr/>
          <p:nvPr/>
        </p:nvSpPr>
        <p:spPr>
          <a:xfrm>
            <a:off x="23114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Freeform 616"/>
          <p:cNvSpPr/>
          <p:nvPr/>
        </p:nvSpPr>
        <p:spPr>
          <a:xfrm>
            <a:off x="2349500" y="133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0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Freeform 617"/>
          <p:cNvSpPr/>
          <p:nvPr/>
        </p:nvSpPr>
        <p:spPr>
          <a:xfrm>
            <a:off x="2374900" y="129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Freeform 618"/>
          <p:cNvSpPr/>
          <p:nvPr/>
        </p:nvSpPr>
        <p:spPr>
          <a:xfrm>
            <a:off x="2400300" y="127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Freeform 619"/>
          <p:cNvSpPr/>
          <p:nvPr/>
        </p:nvSpPr>
        <p:spPr>
          <a:xfrm>
            <a:off x="24384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Freeform 620"/>
          <p:cNvSpPr/>
          <p:nvPr/>
        </p:nvSpPr>
        <p:spPr>
          <a:xfrm>
            <a:off x="2463800" y="1270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Freeform 621"/>
          <p:cNvSpPr/>
          <p:nvPr/>
        </p:nvSpPr>
        <p:spPr>
          <a:xfrm>
            <a:off x="2501900" y="1270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Freeform 622"/>
          <p:cNvSpPr/>
          <p:nvPr/>
        </p:nvSpPr>
        <p:spPr>
          <a:xfrm>
            <a:off x="2527300" y="125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Freeform 623"/>
          <p:cNvSpPr/>
          <p:nvPr/>
        </p:nvSpPr>
        <p:spPr>
          <a:xfrm>
            <a:off x="2552700" y="125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Freeform 624"/>
          <p:cNvSpPr/>
          <p:nvPr/>
        </p:nvSpPr>
        <p:spPr>
          <a:xfrm>
            <a:off x="2590800" y="125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Freeform 625"/>
          <p:cNvSpPr/>
          <p:nvPr/>
        </p:nvSpPr>
        <p:spPr>
          <a:xfrm>
            <a:off x="1714500" y="1460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Freeform 626"/>
          <p:cNvSpPr/>
          <p:nvPr/>
        </p:nvSpPr>
        <p:spPr>
          <a:xfrm>
            <a:off x="1752600" y="1460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Freeform 627"/>
          <p:cNvSpPr/>
          <p:nvPr/>
        </p:nvSpPr>
        <p:spPr>
          <a:xfrm>
            <a:off x="1778000" y="1460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Freeform 628"/>
          <p:cNvSpPr/>
          <p:nvPr/>
        </p:nvSpPr>
        <p:spPr>
          <a:xfrm>
            <a:off x="1816100" y="1460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Freeform 629"/>
          <p:cNvSpPr/>
          <p:nvPr/>
        </p:nvSpPr>
        <p:spPr>
          <a:xfrm>
            <a:off x="1841500" y="1447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Freeform 630"/>
          <p:cNvSpPr/>
          <p:nvPr/>
        </p:nvSpPr>
        <p:spPr>
          <a:xfrm>
            <a:off x="1879600" y="1447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Freeform 631"/>
          <p:cNvSpPr/>
          <p:nvPr/>
        </p:nvSpPr>
        <p:spPr>
          <a:xfrm>
            <a:off x="1905000" y="1447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Freeform 632"/>
          <p:cNvSpPr/>
          <p:nvPr/>
        </p:nvSpPr>
        <p:spPr>
          <a:xfrm>
            <a:off x="1930400" y="1447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Freeform 633"/>
          <p:cNvSpPr/>
          <p:nvPr/>
        </p:nvSpPr>
        <p:spPr>
          <a:xfrm>
            <a:off x="1968500" y="1435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Freeform 634"/>
          <p:cNvSpPr/>
          <p:nvPr/>
        </p:nvSpPr>
        <p:spPr>
          <a:xfrm>
            <a:off x="1993900" y="1435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Freeform 635"/>
          <p:cNvSpPr/>
          <p:nvPr/>
        </p:nvSpPr>
        <p:spPr>
          <a:xfrm>
            <a:off x="2032000" y="1435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Freeform 636"/>
          <p:cNvSpPr/>
          <p:nvPr/>
        </p:nvSpPr>
        <p:spPr>
          <a:xfrm>
            <a:off x="2057400" y="1435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Freeform 637"/>
          <p:cNvSpPr/>
          <p:nvPr/>
        </p:nvSpPr>
        <p:spPr>
          <a:xfrm>
            <a:off x="2082800" y="1435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Freeform 638"/>
          <p:cNvSpPr/>
          <p:nvPr/>
        </p:nvSpPr>
        <p:spPr>
          <a:xfrm>
            <a:off x="2120900" y="1422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Freeform 639"/>
          <p:cNvSpPr/>
          <p:nvPr/>
        </p:nvSpPr>
        <p:spPr>
          <a:xfrm>
            <a:off x="2146300" y="1397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00D6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Freeform 640"/>
          <p:cNvSpPr/>
          <p:nvPr/>
        </p:nvSpPr>
        <p:spPr>
          <a:xfrm>
            <a:off x="2184400" y="13081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3"/>
                </a:lnTo>
                <a:lnTo>
                  <a:pt x="2" y="0"/>
                </a:lnTo>
                <a:lnTo>
                  <a:pt x="0" y="7"/>
                </a:lnTo>
                <a:lnTo>
                  <a:pt x="1" y="11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Freeform 641"/>
          <p:cNvSpPr/>
          <p:nvPr/>
        </p:nvSpPr>
        <p:spPr>
          <a:xfrm>
            <a:off x="2209800" y="1308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BFF"/>
          </a:solidFill>
          <a:ln w="3175">
            <a:solidFill>
              <a:srgbClr val="007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Freeform 642"/>
          <p:cNvSpPr/>
          <p:nvPr/>
        </p:nvSpPr>
        <p:spPr>
          <a:xfrm>
            <a:off x="2235200" y="132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Freeform 643"/>
          <p:cNvSpPr/>
          <p:nvPr/>
        </p:nvSpPr>
        <p:spPr>
          <a:xfrm>
            <a:off x="2273300" y="132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Freeform 644"/>
          <p:cNvSpPr/>
          <p:nvPr/>
        </p:nvSpPr>
        <p:spPr>
          <a:xfrm>
            <a:off x="2298700" y="132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Freeform 645"/>
          <p:cNvSpPr/>
          <p:nvPr/>
        </p:nvSpPr>
        <p:spPr>
          <a:xfrm>
            <a:off x="2336800" y="11811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12"/>
                </a:lnTo>
                <a:lnTo>
                  <a:pt x="2" y="0"/>
                </a:lnTo>
                <a:lnTo>
                  <a:pt x="0" y="11"/>
                </a:lnTo>
                <a:lnTo>
                  <a:pt x="1" y="14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Freeform 646"/>
          <p:cNvSpPr/>
          <p:nvPr/>
        </p:nvSpPr>
        <p:spPr>
          <a:xfrm>
            <a:off x="2362200" y="11557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11"/>
                </a:lnTo>
                <a:lnTo>
                  <a:pt x="3" y="0"/>
                </a:lnTo>
                <a:lnTo>
                  <a:pt x="0" y="2"/>
                </a:lnTo>
                <a:lnTo>
                  <a:pt x="1" y="14"/>
                </a:lnTo>
                <a:close/>
              </a:path>
            </a:pathLst>
          </a:custGeom>
          <a:solidFill>
            <a:srgbClr val="2BFFD4"/>
          </a:solidFill>
          <a:ln w="3175">
            <a:solidFill>
              <a:srgbClr val="23C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Freeform 647"/>
          <p:cNvSpPr/>
          <p:nvPr/>
        </p:nvSpPr>
        <p:spPr>
          <a:xfrm>
            <a:off x="2400300" y="11430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0" y="12"/>
                </a:moveTo>
                <a:lnTo>
                  <a:pt x="3" y="10"/>
                </a:lnTo>
                <a:lnTo>
                  <a:pt x="2" y="0"/>
                </a:lnTo>
                <a:lnTo>
                  <a:pt x="0" y="1"/>
                </a:lnTo>
                <a:lnTo>
                  <a:pt x="0" y="12"/>
                </a:lnTo>
                <a:close/>
              </a:path>
            </a:pathLst>
          </a:custGeom>
          <a:solidFill>
            <a:srgbClr val="59FFA6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Freeform 648"/>
          <p:cNvSpPr/>
          <p:nvPr/>
        </p:nvSpPr>
        <p:spPr>
          <a:xfrm>
            <a:off x="2425700" y="1143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DFF92"/>
          </a:solidFill>
          <a:ln w="3175">
            <a:solidFill>
              <a:srgbClr val="57C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Freeform 649"/>
          <p:cNvSpPr/>
          <p:nvPr/>
        </p:nvSpPr>
        <p:spPr>
          <a:xfrm>
            <a:off x="2451100" y="1143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BFF94"/>
          </a:solidFill>
          <a:ln w="3175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Freeform 650"/>
          <p:cNvSpPr/>
          <p:nvPr/>
        </p:nvSpPr>
        <p:spPr>
          <a:xfrm>
            <a:off x="2489200" y="1143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Freeform 651"/>
          <p:cNvSpPr/>
          <p:nvPr/>
        </p:nvSpPr>
        <p:spPr>
          <a:xfrm>
            <a:off x="2514600" y="11303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0"/>
                </a:lnTo>
                <a:lnTo>
                  <a:pt x="3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Freeform 652"/>
          <p:cNvSpPr/>
          <p:nvPr/>
        </p:nvSpPr>
        <p:spPr>
          <a:xfrm>
            <a:off x="2552700" y="1130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Freeform 653"/>
          <p:cNvSpPr/>
          <p:nvPr/>
        </p:nvSpPr>
        <p:spPr>
          <a:xfrm>
            <a:off x="2578100" y="1130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Freeform 654"/>
          <p:cNvSpPr/>
          <p:nvPr/>
        </p:nvSpPr>
        <p:spPr>
          <a:xfrm>
            <a:off x="1714500" y="1371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Freeform 655"/>
          <p:cNvSpPr/>
          <p:nvPr/>
        </p:nvSpPr>
        <p:spPr>
          <a:xfrm>
            <a:off x="1739900" y="1371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Freeform 656"/>
          <p:cNvSpPr/>
          <p:nvPr/>
        </p:nvSpPr>
        <p:spPr>
          <a:xfrm>
            <a:off x="1765300" y="1358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Freeform 657"/>
          <p:cNvSpPr/>
          <p:nvPr/>
        </p:nvSpPr>
        <p:spPr>
          <a:xfrm>
            <a:off x="1803400" y="13589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Freeform 658"/>
          <p:cNvSpPr/>
          <p:nvPr/>
        </p:nvSpPr>
        <p:spPr>
          <a:xfrm>
            <a:off x="1828800" y="1358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Freeform 659"/>
          <p:cNvSpPr/>
          <p:nvPr/>
        </p:nvSpPr>
        <p:spPr>
          <a:xfrm>
            <a:off x="1866900" y="1358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Freeform 660"/>
          <p:cNvSpPr/>
          <p:nvPr/>
        </p:nvSpPr>
        <p:spPr>
          <a:xfrm>
            <a:off x="1892300" y="1358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Freeform 661"/>
          <p:cNvSpPr/>
          <p:nvPr/>
        </p:nvSpPr>
        <p:spPr>
          <a:xfrm>
            <a:off x="1917700" y="1346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Freeform 662"/>
          <p:cNvSpPr/>
          <p:nvPr/>
        </p:nvSpPr>
        <p:spPr>
          <a:xfrm>
            <a:off x="1955800" y="1346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Freeform 663"/>
          <p:cNvSpPr/>
          <p:nvPr/>
        </p:nvSpPr>
        <p:spPr>
          <a:xfrm>
            <a:off x="1981200" y="134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Freeform 664"/>
          <p:cNvSpPr/>
          <p:nvPr/>
        </p:nvSpPr>
        <p:spPr>
          <a:xfrm>
            <a:off x="2019300" y="134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Freeform 665"/>
          <p:cNvSpPr/>
          <p:nvPr/>
        </p:nvSpPr>
        <p:spPr>
          <a:xfrm>
            <a:off x="2044700" y="134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Freeform 666"/>
          <p:cNvSpPr/>
          <p:nvPr/>
        </p:nvSpPr>
        <p:spPr>
          <a:xfrm>
            <a:off x="2082800" y="1333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0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Freeform 667"/>
          <p:cNvSpPr/>
          <p:nvPr/>
        </p:nvSpPr>
        <p:spPr>
          <a:xfrm>
            <a:off x="2108200" y="1333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Freeform 668"/>
          <p:cNvSpPr/>
          <p:nvPr/>
        </p:nvSpPr>
        <p:spPr>
          <a:xfrm>
            <a:off x="2133600" y="1308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7"/>
                </a:lnTo>
                <a:lnTo>
                  <a:pt x="3" y="0"/>
                </a:lnTo>
                <a:lnTo>
                  <a:pt x="0" y="2"/>
                </a:lnTo>
                <a:lnTo>
                  <a:pt x="1" y="9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Freeform 669"/>
          <p:cNvSpPr/>
          <p:nvPr/>
        </p:nvSpPr>
        <p:spPr>
          <a:xfrm>
            <a:off x="2171700" y="12573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4"/>
                </a:lnTo>
                <a:lnTo>
                  <a:pt x="2" y="0"/>
                </a:lnTo>
                <a:lnTo>
                  <a:pt x="0" y="4"/>
                </a:lnTo>
                <a:lnTo>
                  <a:pt x="1" y="11"/>
                </a:lnTo>
                <a:close/>
              </a:path>
            </a:pathLst>
          </a:custGeom>
          <a:solidFill>
            <a:srgbClr val="00B2FF"/>
          </a:solidFill>
          <a:ln w="3175">
            <a:solidFill>
              <a:srgbClr val="008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Freeform 670"/>
          <p:cNvSpPr/>
          <p:nvPr/>
        </p:nvSpPr>
        <p:spPr>
          <a:xfrm>
            <a:off x="2197100" y="1244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5"/>
                </a:moveTo>
                <a:lnTo>
                  <a:pt x="3" y="6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F1FF"/>
          </a:solidFill>
          <a:ln w="3175">
            <a:solidFill>
              <a:srgbClr val="00C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Freeform 671"/>
          <p:cNvSpPr/>
          <p:nvPr/>
        </p:nvSpPr>
        <p:spPr>
          <a:xfrm>
            <a:off x="2235200" y="1244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0" y="6"/>
                </a:lnTo>
                <a:close/>
              </a:path>
            </a:pathLst>
          </a:custGeom>
          <a:solidFill>
            <a:srgbClr val="00E8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Freeform 672"/>
          <p:cNvSpPr/>
          <p:nvPr/>
        </p:nvSpPr>
        <p:spPr>
          <a:xfrm>
            <a:off x="2260600" y="1231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E8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Freeform 673"/>
          <p:cNvSpPr/>
          <p:nvPr/>
        </p:nvSpPr>
        <p:spPr>
          <a:xfrm>
            <a:off x="2286000" y="1231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E8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Freeform 674"/>
          <p:cNvSpPr/>
          <p:nvPr/>
        </p:nvSpPr>
        <p:spPr>
          <a:xfrm>
            <a:off x="2324100" y="1066800"/>
            <a:ext cx="38100" cy="254000"/>
          </a:xfrm>
          <a:custGeom>
            <a:avLst/>
            <a:gdLst/>
            <a:ahLst/>
            <a:cxnLst/>
            <a:rect l="l" t="t" r="r" b="b"/>
            <a:pathLst>
              <a:path w="3" h="20">
                <a:moveTo>
                  <a:pt x="1" y="20"/>
                </a:moveTo>
                <a:lnTo>
                  <a:pt x="3" y="9"/>
                </a:lnTo>
                <a:lnTo>
                  <a:pt x="2" y="0"/>
                </a:lnTo>
                <a:lnTo>
                  <a:pt x="0" y="13"/>
                </a:lnTo>
                <a:lnTo>
                  <a:pt x="1" y="20"/>
                </a:lnTo>
                <a:close/>
              </a:path>
            </a:pathLst>
          </a:custGeom>
          <a:solidFill>
            <a:srgbClr val="75FF8A"/>
          </a:solidFill>
          <a:ln w="3175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Freeform 675"/>
          <p:cNvSpPr/>
          <p:nvPr/>
        </p:nvSpPr>
        <p:spPr>
          <a:xfrm>
            <a:off x="2349500" y="9525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1" y="18"/>
                </a:moveTo>
                <a:lnTo>
                  <a:pt x="4" y="16"/>
                </a:lnTo>
                <a:lnTo>
                  <a:pt x="3" y="0"/>
                </a:lnTo>
                <a:lnTo>
                  <a:pt x="0" y="9"/>
                </a:lnTo>
                <a:lnTo>
                  <a:pt x="1" y="18"/>
                </a:lnTo>
                <a:close/>
              </a:path>
            </a:pathLst>
          </a:custGeom>
          <a:solidFill>
            <a:srgbClr val="FFB900"/>
          </a:solidFill>
          <a:ln w="3175">
            <a:solidFill>
              <a:srgbClr val="CC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Freeform 676"/>
          <p:cNvSpPr/>
          <p:nvPr/>
        </p:nvSpPr>
        <p:spPr>
          <a:xfrm>
            <a:off x="2387600" y="952500"/>
            <a:ext cx="38100" cy="203200"/>
          </a:xfrm>
          <a:custGeom>
            <a:avLst/>
            <a:gdLst/>
            <a:ahLst/>
            <a:cxnLst/>
            <a:rect l="l" t="t" r="r" b="b"/>
            <a:pathLst>
              <a:path w="3" h="16">
                <a:moveTo>
                  <a:pt x="1" y="16"/>
                </a:moveTo>
                <a:lnTo>
                  <a:pt x="3" y="15"/>
                </a:lnTo>
                <a:lnTo>
                  <a:pt x="2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FF7000"/>
          </a:solidFill>
          <a:ln w="3175">
            <a:solidFill>
              <a:srgbClr val="CC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Freeform 677"/>
          <p:cNvSpPr/>
          <p:nvPr/>
        </p:nvSpPr>
        <p:spPr>
          <a:xfrm>
            <a:off x="2413000" y="9525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15"/>
                </a:lnTo>
                <a:lnTo>
                  <a:pt x="2" y="0"/>
                </a:lnTo>
                <a:lnTo>
                  <a:pt x="0" y="0"/>
                </a:lnTo>
                <a:lnTo>
                  <a:pt x="1" y="15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Freeform 678"/>
          <p:cNvSpPr/>
          <p:nvPr/>
        </p:nvSpPr>
        <p:spPr>
          <a:xfrm>
            <a:off x="2438400" y="9398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1"/>
                </a:lnTo>
                <a:lnTo>
                  <a:pt x="1" y="16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Freeform 679"/>
          <p:cNvSpPr/>
          <p:nvPr/>
        </p:nvSpPr>
        <p:spPr>
          <a:xfrm>
            <a:off x="2476500" y="939800"/>
            <a:ext cx="38100" cy="203200"/>
          </a:xfrm>
          <a:custGeom>
            <a:avLst/>
            <a:gdLst/>
            <a:ahLst/>
            <a:cxnLst/>
            <a:rect l="l" t="t" r="r" b="b"/>
            <a:pathLst>
              <a:path w="3" h="16">
                <a:moveTo>
                  <a:pt x="1" y="16"/>
                </a:moveTo>
                <a:lnTo>
                  <a:pt x="3" y="16"/>
                </a:lnTo>
                <a:lnTo>
                  <a:pt x="2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Freeform 680"/>
          <p:cNvSpPr/>
          <p:nvPr/>
        </p:nvSpPr>
        <p:spPr>
          <a:xfrm>
            <a:off x="2501900" y="9398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5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Freeform 681"/>
          <p:cNvSpPr/>
          <p:nvPr/>
        </p:nvSpPr>
        <p:spPr>
          <a:xfrm>
            <a:off x="2540000" y="9398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15"/>
                </a:lnTo>
                <a:lnTo>
                  <a:pt x="2" y="0"/>
                </a:lnTo>
                <a:lnTo>
                  <a:pt x="0" y="0"/>
                </a:lnTo>
                <a:lnTo>
                  <a:pt x="1" y="15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Freeform 682"/>
          <p:cNvSpPr/>
          <p:nvPr/>
        </p:nvSpPr>
        <p:spPr>
          <a:xfrm>
            <a:off x="2565400" y="9398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15"/>
                </a:lnTo>
                <a:lnTo>
                  <a:pt x="3" y="0"/>
                </a:lnTo>
                <a:lnTo>
                  <a:pt x="0" y="0"/>
                </a:lnTo>
                <a:lnTo>
                  <a:pt x="1" y="15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Freeform 683"/>
          <p:cNvSpPr/>
          <p:nvPr/>
        </p:nvSpPr>
        <p:spPr>
          <a:xfrm>
            <a:off x="17018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Freeform 684"/>
          <p:cNvSpPr/>
          <p:nvPr/>
        </p:nvSpPr>
        <p:spPr>
          <a:xfrm>
            <a:off x="17272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Freeform 685"/>
          <p:cNvSpPr/>
          <p:nvPr/>
        </p:nvSpPr>
        <p:spPr>
          <a:xfrm>
            <a:off x="17653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Freeform 686"/>
          <p:cNvSpPr/>
          <p:nvPr/>
        </p:nvSpPr>
        <p:spPr>
          <a:xfrm>
            <a:off x="17907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Freeform 687"/>
          <p:cNvSpPr/>
          <p:nvPr/>
        </p:nvSpPr>
        <p:spPr>
          <a:xfrm>
            <a:off x="18161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Freeform 688"/>
          <p:cNvSpPr/>
          <p:nvPr/>
        </p:nvSpPr>
        <p:spPr>
          <a:xfrm>
            <a:off x="18542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Freeform 689"/>
          <p:cNvSpPr/>
          <p:nvPr/>
        </p:nvSpPr>
        <p:spPr>
          <a:xfrm>
            <a:off x="18796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Freeform 690"/>
          <p:cNvSpPr/>
          <p:nvPr/>
        </p:nvSpPr>
        <p:spPr>
          <a:xfrm>
            <a:off x="19177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Freeform 691"/>
          <p:cNvSpPr/>
          <p:nvPr/>
        </p:nvSpPr>
        <p:spPr>
          <a:xfrm>
            <a:off x="19431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Freeform 692"/>
          <p:cNvSpPr/>
          <p:nvPr/>
        </p:nvSpPr>
        <p:spPr>
          <a:xfrm>
            <a:off x="19685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Freeform 693"/>
          <p:cNvSpPr/>
          <p:nvPr/>
        </p:nvSpPr>
        <p:spPr>
          <a:xfrm>
            <a:off x="20066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Freeform 694"/>
          <p:cNvSpPr/>
          <p:nvPr/>
        </p:nvSpPr>
        <p:spPr>
          <a:xfrm>
            <a:off x="20320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Freeform 695"/>
          <p:cNvSpPr/>
          <p:nvPr/>
        </p:nvSpPr>
        <p:spPr>
          <a:xfrm>
            <a:off x="20701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Freeform 696"/>
          <p:cNvSpPr/>
          <p:nvPr/>
        </p:nvSpPr>
        <p:spPr>
          <a:xfrm>
            <a:off x="20955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Freeform 697"/>
          <p:cNvSpPr/>
          <p:nvPr/>
        </p:nvSpPr>
        <p:spPr>
          <a:xfrm>
            <a:off x="2120900" y="130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0"/>
                </a:lnTo>
                <a:lnTo>
                  <a:pt x="3" y="1"/>
                </a:lnTo>
                <a:lnTo>
                  <a:pt x="0" y="3"/>
                </a:lnTo>
                <a:lnTo>
                  <a:pt x="1" y="2"/>
                </a:lnTo>
                <a:close/>
              </a:path>
            </a:pathLst>
          </a:custGeom>
          <a:solidFill>
            <a:srgbClr val="0092FF"/>
          </a:solidFill>
          <a:ln w="3175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Freeform 698"/>
          <p:cNvSpPr/>
          <p:nvPr/>
        </p:nvSpPr>
        <p:spPr>
          <a:xfrm>
            <a:off x="2159000" y="1244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5"/>
                </a:lnTo>
                <a:close/>
              </a:path>
            </a:pathLst>
          </a:custGeom>
          <a:solidFill>
            <a:srgbClr val="00E7FF"/>
          </a:solidFill>
          <a:ln w="3175">
            <a:solidFill>
              <a:srgbClr val="00B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Freeform 699"/>
          <p:cNvSpPr/>
          <p:nvPr/>
        </p:nvSpPr>
        <p:spPr>
          <a:xfrm>
            <a:off x="2184400" y="1206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3CFFC3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Freeform 700"/>
          <p:cNvSpPr/>
          <p:nvPr/>
        </p:nvSpPr>
        <p:spPr>
          <a:xfrm>
            <a:off x="2222500" y="119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53FFAC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Freeform 701"/>
          <p:cNvSpPr/>
          <p:nvPr/>
        </p:nvSpPr>
        <p:spPr>
          <a:xfrm>
            <a:off x="2247900" y="119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54FFAB"/>
          </a:solidFill>
          <a:ln w="3175">
            <a:solidFill>
              <a:srgbClr val="43C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reeform 702"/>
          <p:cNvSpPr/>
          <p:nvPr/>
        </p:nvSpPr>
        <p:spPr>
          <a:xfrm>
            <a:off x="22860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54FFAB"/>
          </a:solidFill>
          <a:ln w="3175">
            <a:solidFill>
              <a:srgbClr val="43C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Freeform 703"/>
          <p:cNvSpPr/>
          <p:nvPr/>
        </p:nvSpPr>
        <p:spPr>
          <a:xfrm>
            <a:off x="2311400" y="10668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0"/>
                </a:lnTo>
                <a:lnTo>
                  <a:pt x="2" y="1"/>
                </a:lnTo>
                <a:lnTo>
                  <a:pt x="0" y="10"/>
                </a:lnTo>
                <a:lnTo>
                  <a:pt x="1" y="13"/>
                </a:lnTo>
                <a:close/>
              </a:path>
            </a:pathLst>
          </a:custGeom>
          <a:solidFill>
            <a:srgbClr val="D8FF27"/>
          </a:solidFill>
          <a:ln w="3175">
            <a:solidFill>
              <a:srgbClr val="ADCC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Freeform 704"/>
          <p:cNvSpPr/>
          <p:nvPr/>
        </p:nvSpPr>
        <p:spPr>
          <a:xfrm>
            <a:off x="2336800" y="9525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9"/>
                </a:moveTo>
                <a:lnTo>
                  <a:pt x="4" y="0"/>
                </a:lnTo>
                <a:lnTo>
                  <a:pt x="3" y="2"/>
                </a:lnTo>
                <a:lnTo>
                  <a:pt x="0" y="10"/>
                </a:lnTo>
                <a:lnTo>
                  <a:pt x="1" y="9"/>
                </a:lnTo>
                <a:close/>
              </a:path>
            </a:pathLst>
          </a:custGeom>
          <a:solidFill>
            <a:srgbClr val="FF3A00"/>
          </a:solidFill>
          <a:ln w="3175">
            <a:solidFill>
              <a:srgbClr val="CC2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Freeform 705"/>
          <p:cNvSpPr/>
          <p:nvPr/>
        </p:nvSpPr>
        <p:spPr>
          <a:xfrm>
            <a:off x="2374900" y="914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5"/>
                </a:lnTo>
                <a:lnTo>
                  <a:pt x="1" y="3"/>
                </a:lnTo>
                <a:close/>
              </a:path>
            </a:pathLst>
          </a:custGeom>
          <a:solidFill>
            <a:srgbClr val="B6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Freeform 706"/>
          <p:cNvSpPr/>
          <p:nvPr/>
        </p:nvSpPr>
        <p:spPr>
          <a:xfrm>
            <a:off x="2400300" y="914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Freeform 707"/>
          <p:cNvSpPr/>
          <p:nvPr/>
        </p:nvSpPr>
        <p:spPr>
          <a:xfrm>
            <a:off x="2438400" y="914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Freeform 708"/>
          <p:cNvSpPr/>
          <p:nvPr/>
        </p:nvSpPr>
        <p:spPr>
          <a:xfrm>
            <a:off x="2463800" y="914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Freeform 709"/>
          <p:cNvSpPr/>
          <p:nvPr/>
        </p:nvSpPr>
        <p:spPr>
          <a:xfrm>
            <a:off x="24892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Freeform 710"/>
          <p:cNvSpPr/>
          <p:nvPr/>
        </p:nvSpPr>
        <p:spPr>
          <a:xfrm>
            <a:off x="2527300" y="90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Freeform 711"/>
          <p:cNvSpPr/>
          <p:nvPr/>
        </p:nvSpPr>
        <p:spPr>
          <a:xfrm>
            <a:off x="25527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Freeform 712"/>
          <p:cNvSpPr/>
          <p:nvPr/>
        </p:nvSpPr>
        <p:spPr>
          <a:xfrm>
            <a:off x="1689100" y="138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Freeform 713"/>
          <p:cNvSpPr/>
          <p:nvPr/>
        </p:nvSpPr>
        <p:spPr>
          <a:xfrm>
            <a:off x="17145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reeform 714"/>
          <p:cNvSpPr/>
          <p:nvPr/>
        </p:nvSpPr>
        <p:spPr>
          <a:xfrm>
            <a:off x="17526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Freeform 715"/>
          <p:cNvSpPr/>
          <p:nvPr/>
        </p:nvSpPr>
        <p:spPr>
          <a:xfrm>
            <a:off x="17780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Freeform 716"/>
          <p:cNvSpPr/>
          <p:nvPr/>
        </p:nvSpPr>
        <p:spPr>
          <a:xfrm>
            <a:off x="1803400" y="1371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Freeform 717"/>
          <p:cNvSpPr/>
          <p:nvPr/>
        </p:nvSpPr>
        <p:spPr>
          <a:xfrm>
            <a:off x="18415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Freeform 718"/>
          <p:cNvSpPr/>
          <p:nvPr/>
        </p:nvSpPr>
        <p:spPr>
          <a:xfrm>
            <a:off x="1866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Freeform 719"/>
          <p:cNvSpPr/>
          <p:nvPr/>
        </p:nvSpPr>
        <p:spPr>
          <a:xfrm>
            <a:off x="19050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Freeform 720"/>
          <p:cNvSpPr/>
          <p:nvPr/>
        </p:nvSpPr>
        <p:spPr>
          <a:xfrm>
            <a:off x="19304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Freeform 721"/>
          <p:cNvSpPr/>
          <p:nvPr/>
        </p:nvSpPr>
        <p:spPr>
          <a:xfrm>
            <a:off x="19685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Freeform 722"/>
          <p:cNvSpPr/>
          <p:nvPr/>
        </p:nvSpPr>
        <p:spPr>
          <a:xfrm>
            <a:off x="19939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Freeform 723"/>
          <p:cNvSpPr/>
          <p:nvPr/>
        </p:nvSpPr>
        <p:spPr>
          <a:xfrm>
            <a:off x="20193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Freeform 724"/>
          <p:cNvSpPr/>
          <p:nvPr/>
        </p:nvSpPr>
        <p:spPr>
          <a:xfrm>
            <a:off x="20574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Freeform 725"/>
          <p:cNvSpPr/>
          <p:nvPr/>
        </p:nvSpPr>
        <p:spPr>
          <a:xfrm>
            <a:off x="20828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Freeform 726"/>
          <p:cNvSpPr/>
          <p:nvPr/>
        </p:nvSpPr>
        <p:spPr>
          <a:xfrm>
            <a:off x="2120900" y="132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2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Freeform 727"/>
          <p:cNvSpPr/>
          <p:nvPr/>
        </p:nvSpPr>
        <p:spPr>
          <a:xfrm>
            <a:off x="2146300" y="1231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Freeform 728"/>
          <p:cNvSpPr/>
          <p:nvPr/>
        </p:nvSpPr>
        <p:spPr>
          <a:xfrm>
            <a:off x="2171700" y="1193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Freeform 729"/>
          <p:cNvSpPr/>
          <p:nvPr/>
        </p:nvSpPr>
        <p:spPr>
          <a:xfrm>
            <a:off x="2209800" y="118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5FF8A"/>
          </a:solidFill>
          <a:ln w="3175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Freeform 730"/>
          <p:cNvSpPr/>
          <p:nvPr/>
        </p:nvSpPr>
        <p:spPr>
          <a:xfrm>
            <a:off x="2235200" y="118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Freeform 731"/>
          <p:cNvSpPr/>
          <p:nvPr/>
        </p:nvSpPr>
        <p:spPr>
          <a:xfrm>
            <a:off x="2273300" y="118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Freeform 732"/>
          <p:cNvSpPr/>
          <p:nvPr/>
        </p:nvSpPr>
        <p:spPr>
          <a:xfrm>
            <a:off x="2298700" y="10795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Freeform 733"/>
          <p:cNvSpPr/>
          <p:nvPr/>
        </p:nvSpPr>
        <p:spPr>
          <a:xfrm>
            <a:off x="2324100" y="977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5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Freeform 734"/>
          <p:cNvSpPr/>
          <p:nvPr/>
        </p:nvSpPr>
        <p:spPr>
          <a:xfrm>
            <a:off x="2362200" y="914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00000"/>
          </a:solidFill>
          <a:ln w="3175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Freeform 735"/>
          <p:cNvSpPr/>
          <p:nvPr/>
        </p:nvSpPr>
        <p:spPr>
          <a:xfrm>
            <a:off x="2387600" y="90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60000"/>
          </a:solidFill>
          <a:ln w="3175">
            <a:solidFill>
              <a:srgbClr val="6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Freeform 736"/>
          <p:cNvSpPr/>
          <p:nvPr/>
        </p:nvSpPr>
        <p:spPr>
          <a:xfrm>
            <a:off x="2425700" y="90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Freeform 737"/>
          <p:cNvSpPr/>
          <p:nvPr/>
        </p:nvSpPr>
        <p:spPr>
          <a:xfrm>
            <a:off x="2451100" y="90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Freeform 738"/>
          <p:cNvSpPr/>
          <p:nvPr/>
        </p:nvSpPr>
        <p:spPr>
          <a:xfrm>
            <a:off x="2489200" y="90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Freeform 739"/>
          <p:cNvSpPr/>
          <p:nvPr/>
        </p:nvSpPr>
        <p:spPr>
          <a:xfrm>
            <a:off x="2514600" y="90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Freeform 740"/>
          <p:cNvSpPr/>
          <p:nvPr/>
        </p:nvSpPr>
        <p:spPr>
          <a:xfrm>
            <a:off x="2540000" y="88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Freeform 741"/>
          <p:cNvSpPr/>
          <p:nvPr/>
        </p:nvSpPr>
        <p:spPr>
          <a:xfrm>
            <a:off x="16764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Freeform 742"/>
          <p:cNvSpPr/>
          <p:nvPr/>
        </p:nvSpPr>
        <p:spPr>
          <a:xfrm>
            <a:off x="17018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Freeform 743"/>
          <p:cNvSpPr/>
          <p:nvPr/>
        </p:nvSpPr>
        <p:spPr>
          <a:xfrm>
            <a:off x="17399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Freeform 744"/>
          <p:cNvSpPr/>
          <p:nvPr/>
        </p:nvSpPr>
        <p:spPr>
          <a:xfrm>
            <a:off x="17653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Freeform 745"/>
          <p:cNvSpPr/>
          <p:nvPr/>
        </p:nvSpPr>
        <p:spPr>
          <a:xfrm>
            <a:off x="18034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Freeform 746"/>
          <p:cNvSpPr/>
          <p:nvPr/>
        </p:nvSpPr>
        <p:spPr>
          <a:xfrm>
            <a:off x="18288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Freeform 747"/>
          <p:cNvSpPr/>
          <p:nvPr/>
        </p:nvSpPr>
        <p:spPr>
          <a:xfrm>
            <a:off x="18542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Freeform 748"/>
          <p:cNvSpPr/>
          <p:nvPr/>
        </p:nvSpPr>
        <p:spPr>
          <a:xfrm>
            <a:off x="18923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Freeform 749"/>
          <p:cNvSpPr/>
          <p:nvPr/>
        </p:nvSpPr>
        <p:spPr>
          <a:xfrm>
            <a:off x="19177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Freeform 750"/>
          <p:cNvSpPr/>
          <p:nvPr/>
        </p:nvSpPr>
        <p:spPr>
          <a:xfrm>
            <a:off x="19558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Freeform 751"/>
          <p:cNvSpPr/>
          <p:nvPr/>
        </p:nvSpPr>
        <p:spPr>
          <a:xfrm>
            <a:off x="19812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Freeform 752"/>
          <p:cNvSpPr/>
          <p:nvPr/>
        </p:nvSpPr>
        <p:spPr>
          <a:xfrm>
            <a:off x="2006600" y="1346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Freeform 753"/>
          <p:cNvSpPr/>
          <p:nvPr/>
        </p:nvSpPr>
        <p:spPr>
          <a:xfrm>
            <a:off x="20447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Freeform 754"/>
          <p:cNvSpPr/>
          <p:nvPr/>
        </p:nvSpPr>
        <p:spPr>
          <a:xfrm>
            <a:off x="2070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Freeform 755"/>
          <p:cNvSpPr/>
          <p:nvPr/>
        </p:nvSpPr>
        <p:spPr>
          <a:xfrm>
            <a:off x="21082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Freeform 756"/>
          <p:cNvSpPr/>
          <p:nvPr/>
        </p:nvSpPr>
        <p:spPr>
          <a:xfrm>
            <a:off x="2133600" y="1231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Freeform 757"/>
          <p:cNvSpPr/>
          <p:nvPr/>
        </p:nvSpPr>
        <p:spPr>
          <a:xfrm>
            <a:off x="21717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0" y="3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Freeform 758"/>
          <p:cNvSpPr/>
          <p:nvPr/>
        </p:nvSpPr>
        <p:spPr>
          <a:xfrm>
            <a:off x="2197100" y="118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Freeform 759"/>
          <p:cNvSpPr/>
          <p:nvPr/>
        </p:nvSpPr>
        <p:spPr>
          <a:xfrm>
            <a:off x="2222500" y="1181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Freeform 760"/>
          <p:cNvSpPr/>
          <p:nvPr/>
        </p:nvSpPr>
        <p:spPr>
          <a:xfrm>
            <a:off x="2260600" y="116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Freeform 761"/>
          <p:cNvSpPr/>
          <p:nvPr/>
        </p:nvSpPr>
        <p:spPr>
          <a:xfrm>
            <a:off x="2286000" y="1066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Freeform 762"/>
          <p:cNvSpPr/>
          <p:nvPr/>
        </p:nvSpPr>
        <p:spPr>
          <a:xfrm>
            <a:off x="2324100" y="965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0" y="9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0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Freeform 763"/>
          <p:cNvSpPr/>
          <p:nvPr/>
        </p:nvSpPr>
        <p:spPr>
          <a:xfrm>
            <a:off x="2349500" y="914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Freeform 764"/>
          <p:cNvSpPr/>
          <p:nvPr/>
        </p:nvSpPr>
        <p:spPr>
          <a:xfrm>
            <a:off x="2374900" y="90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Freeform 765"/>
          <p:cNvSpPr/>
          <p:nvPr/>
        </p:nvSpPr>
        <p:spPr>
          <a:xfrm>
            <a:off x="2413000" y="90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Freeform 766"/>
          <p:cNvSpPr/>
          <p:nvPr/>
        </p:nvSpPr>
        <p:spPr>
          <a:xfrm>
            <a:off x="2438400" y="88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Freeform 767"/>
          <p:cNvSpPr/>
          <p:nvPr/>
        </p:nvSpPr>
        <p:spPr>
          <a:xfrm>
            <a:off x="24765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Freeform 768"/>
          <p:cNvSpPr/>
          <p:nvPr/>
        </p:nvSpPr>
        <p:spPr>
          <a:xfrm>
            <a:off x="25019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Freeform 769"/>
          <p:cNvSpPr/>
          <p:nvPr/>
        </p:nvSpPr>
        <p:spPr>
          <a:xfrm>
            <a:off x="2527300" y="88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Freeform 770"/>
          <p:cNvSpPr/>
          <p:nvPr/>
        </p:nvSpPr>
        <p:spPr>
          <a:xfrm>
            <a:off x="16637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Freeform 771"/>
          <p:cNvSpPr/>
          <p:nvPr/>
        </p:nvSpPr>
        <p:spPr>
          <a:xfrm>
            <a:off x="16891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Freeform 772"/>
          <p:cNvSpPr/>
          <p:nvPr/>
        </p:nvSpPr>
        <p:spPr>
          <a:xfrm>
            <a:off x="17272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Freeform 773"/>
          <p:cNvSpPr/>
          <p:nvPr/>
        </p:nvSpPr>
        <p:spPr>
          <a:xfrm>
            <a:off x="17526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Freeform 774"/>
          <p:cNvSpPr/>
          <p:nvPr/>
        </p:nvSpPr>
        <p:spPr>
          <a:xfrm>
            <a:off x="17907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Freeform 775"/>
          <p:cNvSpPr/>
          <p:nvPr/>
        </p:nvSpPr>
        <p:spPr>
          <a:xfrm>
            <a:off x="18161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Freeform 776"/>
          <p:cNvSpPr/>
          <p:nvPr/>
        </p:nvSpPr>
        <p:spPr>
          <a:xfrm>
            <a:off x="18542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Freeform 777"/>
          <p:cNvSpPr/>
          <p:nvPr/>
        </p:nvSpPr>
        <p:spPr>
          <a:xfrm>
            <a:off x="18796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Freeform 778"/>
          <p:cNvSpPr/>
          <p:nvPr/>
        </p:nvSpPr>
        <p:spPr>
          <a:xfrm>
            <a:off x="19050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Freeform 779"/>
          <p:cNvSpPr/>
          <p:nvPr/>
        </p:nvSpPr>
        <p:spPr>
          <a:xfrm>
            <a:off x="19431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Freeform 780"/>
          <p:cNvSpPr/>
          <p:nvPr/>
        </p:nvSpPr>
        <p:spPr>
          <a:xfrm>
            <a:off x="19685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Freeform 781"/>
          <p:cNvSpPr/>
          <p:nvPr/>
        </p:nvSpPr>
        <p:spPr>
          <a:xfrm>
            <a:off x="20066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Freeform 782"/>
          <p:cNvSpPr/>
          <p:nvPr/>
        </p:nvSpPr>
        <p:spPr>
          <a:xfrm>
            <a:off x="20320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Freeform 783"/>
          <p:cNvSpPr/>
          <p:nvPr/>
        </p:nvSpPr>
        <p:spPr>
          <a:xfrm>
            <a:off x="2057400" y="133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Freeform 784"/>
          <p:cNvSpPr/>
          <p:nvPr/>
        </p:nvSpPr>
        <p:spPr>
          <a:xfrm>
            <a:off x="20955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Freeform 785"/>
          <p:cNvSpPr/>
          <p:nvPr/>
        </p:nvSpPr>
        <p:spPr>
          <a:xfrm>
            <a:off x="2120900" y="1219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Freeform 786"/>
          <p:cNvSpPr/>
          <p:nvPr/>
        </p:nvSpPr>
        <p:spPr>
          <a:xfrm>
            <a:off x="2159000" y="1181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Freeform 787"/>
          <p:cNvSpPr/>
          <p:nvPr/>
        </p:nvSpPr>
        <p:spPr>
          <a:xfrm>
            <a:off x="2184400" y="116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Freeform 788"/>
          <p:cNvSpPr/>
          <p:nvPr/>
        </p:nvSpPr>
        <p:spPr>
          <a:xfrm>
            <a:off x="2209800" y="116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Freeform 789"/>
          <p:cNvSpPr/>
          <p:nvPr/>
        </p:nvSpPr>
        <p:spPr>
          <a:xfrm>
            <a:off x="2247900" y="116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Freeform 790"/>
          <p:cNvSpPr/>
          <p:nvPr/>
        </p:nvSpPr>
        <p:spPr>
          <a:xfrm>
            <a:off x="2273300" y="1054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Freeform 791"/>
          <p:cNvSpPr/>
          <p:nvPr/>
        </p:nvSpPr>
        <p:spPr>
          <a:xfrm>
            <a:off x="2311400" y="965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Freeform 792"/>
          <p:cNvSpPr/>
          <p:nvPr/>
        </p:nvSpPr>
        <p:spPr>
          <a:xfrm>
            <a:off x="2336800" y="901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Freeform 793"/>
          <p:cNvSpPr/>
          <p:nvPr/>
        </p:nvSpPr>
        <p:spPr>
          <a:xfrm>
            <a:off x="2374900" y="889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Freeform 794"/>
          <p:cNvSpPr/>
          <p:nvPr/>
        </p:nvSpPr>
        <p:spPr>
          <a:xfrm>
            <a:off x="24003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Freeform 795"/>
          <p:cNvSpPr/>
          <p:nvPr/>
        </p:nvSpPr>
        <p:spPr>
          <a:xfrm>
            <a:off x="2425700" y="88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Freeform 796"/>
          <p:cNvSpPr/>
          <p:nvPr/>
        </p:nvSpPr>
        <p:spPr>
          <a:xfrm>
            <a:off x="2463800" y="889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Freeform 797"/>
          <p:cNvSpPr/>
          <p:nvPr/>
        </p:nvSpPr>
        <p:spPr>
          <a:xfrm>
            <a:off x="24892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Freeform 798"/>
          <p:cNvSpPr/>
          <p:nvPr/>
        </p:nvSpPr>
        <p:spPr>
          <a:xfrm>
            <a:off x="25273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Freeform 799"/>
          <p:cNvSpPr/>
          <p:nvPr/>
        </p:nvSpPr>
        <p:spPr>
          <a:xfrm>
            <a:off x="16510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Freeform 800"/>
          <p:cNvSpPr/>
          <p:nvPr/>
        </p:nvSpPr>
        <p:spPr>
          <a:xfrm>
            <a:off x="16891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Freeform 801"/>
          <p:cNvSpPr/>
          <p:nvPr/>
        </p:nvSpPr>
        <p:spPr>
          <a:xfrm>
            <a:off x="17145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Freeform 802"/>
          <p:cNvSpPr/>
          <p:nvPr/>
        </p:nvSpPr>
        <p:spPr>
          <a:xfrm>
            <a:off x="17399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Freeform 803"/>
          <p:cNvSpPr/>
          <p:nvPr/>
        </p:nvSpPr>
        <p:spPr>
          <a:xfrm>
            <a:off x="17780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Freeform 804"/>
          <p:cNvSpPr/>
          <p:nvPr/>
        </p:nvSpPr>
        <p:spPr>
          <a:xfrm>
            <a:off x="18034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Freeform 805"/>
          <p:cNvSpPr/>
          <p:nvPr/>
        </p:nvSpPr>
        <p:spPr>
          <a:xfrm>
            <a:off x="18415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Freeform 806"/>
          <p:cNvSpPr/>
          <p:nvPr/>
        </p:nvSpPr>
        <p:spPr>
          <a:xfrm>
            <a:off x="18669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Freeform 807"/>
          <p:cNvSpPr/>
          <p:nvPr/>
        </p:nvSpPr>
        <p:spPr>
          <a:xfrm>
            <a:off x="18923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Freeform 808"/>
          <p:cNvSpPr/>
          <p:nvPr/>
        </p:nvSpPr>
        <p:spPr>
          <a:xfrm>
            <a:off x="19304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Freeform 809"/>
          <p:cNvSpPr/>
          <p:nvPr/>
        </p:nvSpPr>
        <p:spPr>
          <a:xfrm>
            <a:off x="1955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Freeform 810"/>
          <p:cNvSpPr/>
          <p:nvPr/>
        </p:nvSpPr>
        <p:spPr>
          <a:xfrm>
            <a:off x="19939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Freeform 811"/>
          <p:cNvSpPr/>
          <p:nvPr/>
        </p:nvSpPr>
        <p:spPr>
          <a:xfrm>
            <a:off x="20193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Freeform 812"/>
          <p:cNvSpPr/>
          <p:nvPr/>
        </p:nvSpPr>
        <p:spPr>
          <a:xfrm>
            <a:off x="2057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Freeform 813"/>
          <p:cNvSpPr/>
          <p:nvPr/>
        </p:nvSpPr>
        <p:spPr>
          <a:xfrm>
            <a:off x="20828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Freeform 814"/>
          <p:cNvSpPr/>
          <p:nvPr/>
        </p:nvSpPr>
        <p:spPr>
          <a:xfrm>
            <a:off x="2108200" y="1219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Freeform 815"/>
          <p:cNvSpPr/>
          <p:nvPr/>
        </p:nvSpPr>
        <p:spPr>
          <a:xfrm>
            <a:off x="2146300" y="116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Freeform 816"/>
          <p:cNvSpPr/>
          <p:nvPr/>
        </p:nvSpPr>
        <p:spPr>
          <a:xfrm>
            <a:off x="2171700" y="116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Freeform 817"/>
          <p:cNvSpPr/>
          <p:nvPr/>
        </p:nvSpPr>
        <p:spPr>
          <a:xfrm>
            <a:off x="2209800" y="115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Freeform 818"/>
          <p:cNvSpPr/>
          <p:nvPr/>
        </p:nvSpPr>
        <p:spPr>
          <a:xfrm>
            <a:off x="2235200" y="115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Freeform 819"/>
          <p:cNvSpPr/>
          <p:nvPr/>
        </p:nvSpPr>
        <p:spPr>
          <a:xfrm>
            <a:off x="2260600" y="1054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Freeform 820"/>
          <p:cNvSpPr/>
          <p:nvPr/>
        </p:nvSpPr>
        <p:spPr>
          <a:xfrm>
            <a:off x="2298700" y="952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Freeform 821"/>
          <p:cNvSpPr/>
          <p:nvPr/>
        </p:nvSpPr>
        <p:spPr>
          <a:xfrm>
            <a:off x="2324100" y="901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Freeform 822"/>
          <p:cNvSpPr/>
          <p:nvPr/>
        </p:nvSpPr>
        <p:spPr>
          <a:xfrm>
            <a:off x="23622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Freeform 823"/>
          <p:cNvSpPr/>
          <p:nvPr/>
        </p:nvSpPr>
        <p:spPr>
          <a:xfrm>
            <a:off x="23876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Freeform 824"/>
          <p:cNvSpPr/>
          <p:nvPr/>
        </p:nvSpPr>
        <p:spPr>
          <a:xfrm>
            <a:off x="24257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Freeform 825"/>
          <p:cNvSpPr/>
          <p:nvPr/>
        </p:nvSpPr>
        <p:spPr>
          <a:xfrm>
            <a:off x="24511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Freeform 826"/>
          <p:cNvSpPr/>
          <p:nvPr/>
        </p:nvSpPr>
        <p:spPr>
          <a:xfrm>
            <a:off x="2476500" y="87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Freeform 827"/>
          <p:cNvSpPr/>
          <p:nvPr/>
        </p:nvSpPr>
        <p:spPr>
          <a:xfrm>
            <a:off x="2514600" y="876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Freeform 828"/>
          <p:cNvSpPr/>
          <p:nvPr/>
        </p:nvSpPr>
        <p:spPr>
          <a:xfrm>
            <a:off x="16383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Freeform 829"/>
          <p:cNvSpPr/>
          <p:nvPr/>
        </p:nvSpPr>
        <p:spPr>
          <a:xfrm>
            <a:off x="16764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Freeform 830"/>
          <p:cNvSpPr/>
          <p:nvPr/>
        </p:nvSpPr>
        <p:spPr>
          <a:xfrm>
            <a:off x="17018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Freeform 831"/>
          <p:cNvSpPr/>
          <p:nvPr/>
        </p:nvSpPr>
        <p:spPr>
          <a:xfrm>
            <a:off x="17399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Freeform 832"/>
          <p:cNvSpPr/>
          <p:nvPr/>
        </p:nvSpPr>
        <p:spPr>
          <a:xfrm>
            <a:off x="17653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Freeform 833"/>
          <p:cNvSpPr/>
          <p:nvPr/>
        </p:nvSpPr>
        <p:spPr>
          <a:xfrm>
            <a:off x="17907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Freeform 834"/>
          <p:cNvSpPr/>
          <p:nvPr/>
        </p:nvSpPr>
        <p:spPr>
          <a:xfrm>
            <a:off x="18288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Freeform 835"/>
          <p:cNvSpPr/>
          <p:nvPr/>
        </p:nvSpPr>
        <p:spPr>
          <a:xfrm>
            <a:off x="18542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Freeform 836"/>
          <p:cNvSpPr/>
          <p:nvPr/>
        </p:nvSpPr>
        <p:spPr>
          <a:xfrm>
            <a:off x="18923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Freeform 837"/>
          <p:cNvSpPr/>
          <p:nvPr/>
        </p:nvSpPr>
        <p:spPr>
          <a:xfrm>
            <a:off x="19177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Freeform 838"/>
          <p:cNvSpPr/>
          <p:nvPr/>
        </p:nvSpPr>
        <p:spPr>
          <a:xfrm>
            <a:off x="1943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Freeform 839"/>
          <p:cNvSpPr/>
          <p:nvPr/>
        </p:nvSpPr>
        <p:spPr>
          <a:xfrm>
            <a:off x="19812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Freeform 840"/>
          <p:cNvSpPr/>
          <p:nvPr/>
        </p:nvSpPr>
        <p:spPr>
          <a:xfrm>
            <a:off x="20066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Freeform 841"/>
          <p:cNvSpPr/>
          <p:nvPr/>
        </p:nvSpPr>
        <p:spPr>
          <a:xfrm>
            <a:off x="2044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Freeform 842"/>
          <p:cNvSpPr/>
          <p:nvPr/>
        </p:nvSpPr>
        <p:spPr>
          <a:xfrm>
            <a:off x="2070100" y="128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Freeform 843"/>
          <p:cNvSpPr/>
          <p:nvPr/>
        </p:nvSpPr>
        <p:spPr>
          <a:xfrm>
            <a:off x="2095500" y="1206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Freeform 844"/>
          <p:cNvSpPr/>
          <p:nvPr/>
        </p:nvSpPr>
        <p:spPr>
          <a:xfrm>
            <a:off x="2133600" y="116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Freeform 845"/>
          <p:cNvSpPr/>
          <p:nvPr/>
        </p:nvSpPr>
        <p:spPr>
          <a:xfrm>
            <a:off x="21590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Freeform 846"/>
          <p:cNvSpPr/>
          <p:nvPr/>
        </p:nvSpPr>
        <p:spPr>
          <a:xfrm>
            <a:off x="2197100" y="115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Freeform 847"/>
          <p:cNvSpPr/>
          <p:nvPr/>
        </p:nvSpPr>
        <p:spPr>
          <a:xfrm>
            <a:off x="2222500" y="115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Freeform 848"/>
          <p:cNvSpPr/>
          <p:nvPr/>
        </p:nvSpPr>
        <p:spPr>
          <a:xfrm>
            <a:off x="2260600" y="10414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0" y="9"/>
                </a:moveTo>
                <a:lnTo>
                  <a:pt x="3" y="1"/>
                </a:lnTo>
                <a:lnTo>
                  <a:pt x="2" y="0"/>
                </a:lnTo>
                <a:lnTo>
                  <a:pt x="0" y="9"/>
                </a:lnTo>
                <a:lnTo>
                  <a:pt x="0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Freeform 849"/>
          <p:cNvSpPr/>
          <p:nvPr/>
        </p:nvSpPr>
        <p:spPr>
          <a:xfrm>
            <a:off x="2286000" y="952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Freeform 850"/>
          <p:cNvSpPr/>
          <p:nvPr/>
        </p:nvSpPr>
        <p:spPr>
          <a:xfrm>
            <a:off x="2311400" y="889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Freeform 851"/>
          <p:cNvSpPr/>
          <p:nvPr/>
        </p:nvSpPr>
        <p:spPr>
          <a:xfrm>
            <a:off x="2349500" y="876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Freeform 852"/>
          <p:cNvSpPr/>
          <p:nvPr/>
        </p:nvSpPr>
        <p:spPr>
          <a:xfrm>
            <a:off x="2374900" y="87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Freeform 853"/>
          <p:cNvSpPr/>
          <p:nvPr/>
        </p:nvSpPr>
        <p:spPr>
          <a:xfrm>
            <a:off x="2413000" y="876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Freeform 854"/>
          <p:cNvSpPr/>
          <p:nvPr/>
        </p:nvSpPr>
        <p:spPr>
          <a:xfrm>
            <a:off x="24384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Freeform 855"/>
          <p:cNvSpPr/>
          <p:nvPr/>
        </p:nvSpPr>
        <p:spPr>
          <a:xfrm>
            <a:off x="24638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Freeform 856"/>
          <p:cNvSpPr/>
          <p:nvPr/>
        </p:nvSpPr>
        <p:spPr>
          <a:xfrm>
            <a:off x="25019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Freeform 857"/>
          <p:cNvSpPr/>
          <p:nvPr/>
        </p:nvSpPr>
        <p:spPr>
          <a:xfrm>
            <a:off x="1625600" y="1346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Freeform 858"/>
          <p:cNvSpPr/>
          <p:nvPr/>
        </p:nvSpPr>
        <p:spPr>
          <a:xfrm>
            <a:off x="16637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reeform 859"/>
          <p:cNvSpPr/>
          <p:nvPr/>
        </p:nvSpPr>
        <p:spPr>
          <a:xfrm>
            <a:off x="1689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reeform 860"/>
          <p:cNvSpPr/>
          <p:nvPr/>
        </p:nvSpPr>
        <p:spPr>
          <a:xfrm>
            <a:off x="17272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Freeform 861"/>
          <p:cNvSpPr/>
          <p:nvPr/>
        </p:nvSpPr>
        <p:spPr>
          <a:xfrm>
            <a:off x="17526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Freeform 862"/>
          <p:cNvSpPr/>
          <p:nvPr/>
        </p:nvSpPr>
        <p:spPr>
          <a:xfrm>
            <a:off x="17907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Freeform 863"/>
          <p:cNvSpPr/>
          <p:nvPr/>
        </p:nvSpPr>
        <p:spPr>
          <a:xfrm>
            <a:off x="18161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Freeform 864"/>
          <p:cNvSpPr/>
          <p:nvPr/>
        </p:nvSpPr>
        <p:spPr>
          <a:xfrm>
            <a:off x="18415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Freeform 865"/>
          <p:cNvSpPr/>
          <p:nvPr/>
        </p:nvSpPr>
        <p:spPr>
          <a:xfrm>
            <a:off x="18796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Freeform 866"/>
          <p:cNvSpPr/>
          <p:nvPr/>
        </p:nvSpPr>
        <p:spPr>
          <a:xfrm>
            <a:off x="1905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Freeform 867"/>
          <p:cNvSpPr/>
          <p:nvPr/>
        </p:nvSpPr>
        <p:spPr>
          <a:xfrm>
            <a:off x="19431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Freeform 868"/>
          <p:cNvSpPr/>
          <p:nvPr/>
        </p:nvSpPr>
        <p:spPr>
          <a:xfrm>
            <a:off x="19685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Freeform 869"/>
          <p:cNvSpPr/>
          <p:nvPr/>
        </p:nvSpPr>
        <p:spPr>
          <a:xfrm>
            <a:off x="19939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Freeform 870"/>
          <p:cNvSpPr/>
          <p:nvPr/>
        </p:nvSpPr>
        <p:spPr>
          <a:xfrm>
            <a:off x="20320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Freeform 871"/>
          <p:cNvSpPr/>
          <p:nvPr/>
        </p:nvSpPr>
        <p:spPr>
          <a:xfrm>
            <a:off x="2057400" y="128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Freeform 872"/>
          <p:cNvSpPr/>
          <p:nvPr/>
        </p:nvSpPr>
        <p:spPr>
          <a:xfrm>
            <a:off x="2095500" y="119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0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Freeform 873"/>
          <p:cNvSpPr/>
          <p:nvPr/>
        </p:nvSpPr>
        <p:spPr>
          <a:xfrm>
            <a:off x="2120900" y="115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Freeform 874"/>
          <p:cNvSpPr/>
          <p:nvPr/>
        </p:nvSpPr>
        <p:spPr>
          <a:xfrm>
            <a:off x="21463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Freeform 875"/>
          <p:cNvSpPr/>
          <p:nvPr/>
        </p:nvSpPr>
        <p:spPr>
          <a:xfrm>
            <a:off x="2184400" y="114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Freeform 876"/>
          <p:cNvSpPr/>
          <p:nvPr/>
        </p:nvSpPr>
        <p:spPr>
          <a:xfrm>
            <a:off x="2209800" y="114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Freeform 877"/>
          <p:cNvSpPr/>
          <p:nvPr/>
        </p:nvSpPr>
        <p:spPr>
          <a:xfrm>
            <a:off x="2247900" y="10414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Freeform 878"/>
          <p:cNvSpPr/>
          <p:nvPr/>
        </p:nvSpPr>
        <p:spPr>
          <a:xfrm>
            <a:off x="2273300" y="9398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Freeform 879"/>
          <p:cNvSpPr/>
          <p:nvPr/>
        </p:nvSpPr>
        <p:spPr>
          <a:xfrm>
            <a:off x="2311400" y="876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0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Freeform 880"/>
          <p:cNvSpPr/>
          <p:nvPr/>
        </p:nvSpPr>
        <p:spPr>
          <a:xfrm>
            <a:off x="2336800" y="863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Freeform 881"/>
          <p:cNvSpPr/>
          <p:nvPr/>
        </p:nvSpPr>
        <p:spPr>
          <a:xfrm>
            <a:off x="23622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Freeform 882"/>
          <p:cNvSpPr/>
          <p:nvPr/>
        </p:nvSpPr>
        <p:spPr>
          <a:xfrm>
            <a:off x="24003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Freeform 883"/>
          <p:cNvSpPr/>
          <p:nvPr/>
        </p:nvSpPr>
        <p:spPr>
          <a:xfrm>
            <a:off x="24257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Freeform 884"/>
          <p:cNvSpPr/>
          <p:nvPr/>
        </p:nvSpPr>
        <p:spPr>
          <a:xfrm>
            <a:off x="2463800" y="863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Freeform 885"/>
          <p:cNvSpPr/>
          <p:nvPr/>
        </p:nvSpPr>
        <p:spPr>
          <a:xfrm>
            <a:off x="24892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Freeform 886"/>
          <p:cNvSpPr/>
          <p:nvPr/>
        </p:nvSpPr>
        <p:spPr>
          <a:xfrm>
            <a:off x="16256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Freeform 887"/>
          <p:cNvSpPr/>
          <p:nvPr/>
        </p:nvSpPr>
        <p:spPr>
          <a:xfrm>
            <a:off x="16510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Freeform 888"/>
          <p:cNvSpPr/>
          <p:nvPr/>
        </p:nvSpPr>
        <p:spPr>
          <a:xfrm>
            <a:off x="1676400" y="133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Freeform 889"/>
          <p:cNvSpPr/>
          <p:nvPr/>
        </p:nvSpPr>
        <p:spPr>
          <a:xfrm>
            <a:off x="17145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Freeform 890"/>
          <p:cNvSpPr/>
          <p:nvPr/>
        </p:nvSpPr>
        <p:spPr>
          <a:xfrm>
            <a:off x="17399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Freeform 891"/>
          <p:cNvSpPr/>
          <p:nvPr/>
        </p:nvSpPr>
        <p:spPr>
          <a:xfrm>
            <a:off x="1778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Freeform 892"/>
          <p:cNvSpPr/>
          <p:nvPr/>
        </p:nvSpPr>
        <p:spPr>
          <a:xfrm>
            <a:off x="1803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Freeform 893"/>
          <p:cNvSpPr/>
          <p:nvPr/>
        </p:nvSpPr>
        <p:spPr>
          <a:xfrm>
            <a:off x="18288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Freeform 894"/>
          <p:cNvSpPr/>
          <p:nvPr/>
        </p:nvSpPr>
        <p:spPr>
          <a:xfrm>
            <a:off x="18669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Freeform 895"/>
          <p:cNvSpPr/>
          <p:nvPr/>
        </p:nvSpPr>
        <p:spPr>
          <a:xfrm>
            <a:off x="18923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Freeform 896"/>
          <p:cNvSpPr/>
          <p:nvPr/>
        </p:nvSpPr>
        <p:spPr>
          <a:xfrm>
            <a:off x="1930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Freeform 897"/>
          <p:cNvSpPr/>
          <p:nvPr/>
        </p:nvSpPr>
        <p:spPr>
          <a:xfrm>
            <a:off x="19558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Freeform 898"/>
          <p:cNvSpPr/>
          <p:nvPr/>
        </p:nvSpPr>
        <p:spPr>
          <a:xfrm>
            <a:off x="19939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Freeform 899"/>
          <p:cNvSpPr/>
          <p:nvPr/>
        </p:nvSpPr>
        <p:spPr>
          <a:xfrm>
            <a:off x="20193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Freeform 900"/>
          <p:cNvSpPr/>
          <p:nvPr/>
        </p:nvSpPr>
        <p:spPr>
          <a:xfrm>
            <a:off x="2044700" y="127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Freeform 901"/>
          <p:cNvSpPr/>
          <p:nvPr/>
        </p:nvSpPr>
        <p:spPr>
          <a:xfrm>
            <a:off x="2082800" y="119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Freeform 902"/>
          <p:cNvSpPr/>
          <p:nvPr/>
        </p:nvSpPr>
        <p:spPr>
          <a:xfrm>
            <a:off x="2108200" y="115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Freeform 903"/>
          <p:cNvSpPr/>
          <p:nvPr/>
        </p:nvSpPr>
        <p:spPr>
          <a:xfrm>
            <a:off x="2146300" y="114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Freeform 904"/>
          <p:cNvSpPr/>
          <p:nvPr/>
        </p:nvSpPr>
        <p:spPr>
          <a:xfrm>
            <a:off x="2171700" y="114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Freeform 905"/>
          <p:cNvSpPr/>
          <p:nvPr/>
        </p:nvSpPr>
        <p:spPr>
          <a:xfrm>
            <a:off x="2197100" y="113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reeform 906"/>
          <p:cNvSpPr/>
          <p:nvPr/>
        </p:nvSpPr>
        <p:spPr>
          <a:xfrm>
            <a:off x="2235200" y="10287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Freeform 907"/>
          <p:cNvSpPr/>
          <p:nvPr/>
        </p:nvSpPr>
        <p:spPr>
          <a:xfrm>
            <a:off x="2260600" y="927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Freeform 908"/>
          <p:cNvSpPr/>
          <p:nvPr/>
        </p:nvSpPr>
        <p:spPr>
          <a:xfrm>
            <a:off x="2298700" y="876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reeform 909"/>
          <p:cNvSpPr/>
          <p:nvPr/>
        </p:nvSpPr>
        <p:spPr>
          <a:xfrm>
            <a:off x="23241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Freeform 910"/>
          <p:cNvSpPr/>
          <p:nvPr/>
        </p:nvSpPr>
        <p:spPr>
          <a:xfrm>
            <a:off x="2349500" y="863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Freeform 911"/>
          <p:cNvSpPr/>
          <p:nvPr/>
        </p:nvSpPr>
        <p:spPr>
          <a:xfrm>
            <a:off x="23876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reeform 912"/>
          <p:cNvSpPr/>
          <p:nvPr/>
        </p:nvSpPr>
        <p:spPr>
          <a:xfrm>
            <a:off x="24130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Freeform 913"/>
          <p:cNvSpPr/>
          <p:nvPr/>
        </p:nvSpPr>
        <p:spPr>
          <a:xfrm>
            <a:off x="24511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Freeform 914"/>
          <p:cNvSpPr/>
          <p:nvPr/>
        </p:nvSpPr>
        <p:spPr>
          <a:xfrm>
            <a:off x="24765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Freeform 915"/>
          <p:cNvSpPr/>
          <p:nvPr/>
        </p:nvSpPr>
        <p:spPr>
          <a:xfrm>
            <a:off x="16129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Freeform 916"/>
          <p:cNvSpPr/>
          <p:nvPr/>
        </p:nvSpPr>
        <p:spPr>
          <a:xfrm>
            <a:off x="16383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Freeform 917"/>
          <p:cNvSpPr/>
          <p:nvPr/>
        </p:nvSpPr>
        <p:spPr>
          <a:xfrm>
            <a:off x="1676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Freeform 918"/>
          <p:cNvSpPr/>
          <p:nvPr/>
        </p:nvSpPr>
        <p:spPr>
          <a:xfrm>
            <a:off x="17018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Freeform 919"/>
          <p:cNvSpPr/>
          <p:nvPr/>
        </p:nvSpPr>
        <p:spPr>
          <a:xfrm>
            <a:off x="17272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Freeform 920"/>
          <p:cNvSpPr/>
          <p:nvPr/>
        </p:nvSpPr>
        <p:spPr>
          <a:xfrm>
            <a:off x="17653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Freeform 921"/>
          <p:cNvSpPr/>
          <p:nvPr/>
        </p:nvSpPr>
        <p:spPr>
          <a:xfrm>
            <a:off x="1790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Freeform 922"/>
          <p:cNvSpPr/>
          <p:nvPr/>
        </p:nvSpPr>
        <p:spPr>
          <a:xfrm>
            <a:off x="18288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Freeform 923"/>
          <p:cNvSpPr/>
          <p:nvPr/>
        </p:nvSpPr>
        <p:spPr>
          <a:xfrm>
            <a:off x="18542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Freeform 924"/>
          <p:cNvSpPr/>
          <p:nvPr/>
        </p:nvSpPr>
        <p:spPr>
          <a:xfrm>
            <a:off x="18796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Freeform 925"/>
          <p:cNvSpPr/>
          <p:nvPr/>
        </p:nvSpPr>
        <p:spPr>
          <a:xfrm>
            <a:off x="19177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Freeform 926"/>
          <p:cNvSpPr/>
          <p:nvPr/>
        </p:nvSpPr>
        <p:spPr>
          <a:xfrm>
            <a:off x="19431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Freeform 927"/>
          <p:cNvSpPr/>
          <p:nvPr/>
        </p:nvSpPr>
        <p:spPr>
          <a:xfrm>
            <a:off x="19812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Freeform 928"/>
          <p:cNvSpPr/>
          <p:nvPr/>
        </p:nvSpPr>
        <p:spPr>
          <a:xfrm>
            <a:off x="20066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Freeform 929"/>
          <p:cNvSpPr/>
          <p:nvPr/>
        </p:nvSpPr>
        <p:spPr>
          <a:xfrm>
            <a:off x="2032000" y="125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Freeform 930"/>
          <p:cNvSpPr/>
          <p:nvPr/>
        </p:nvSpPr>
        <p:spPr>
          <a:xfrm>
            <a:off x="2070100" y="1181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Freeform 931"/>
          <p:cNvSpPr/>
          <p:nvPr/>
        </p:nvSpPr>
        <p:spPr>
          <a:xfrm>
            <a:off x="2095500" y="1143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Freeform 932"/>
          <p:cNvSpPr/>
          <p:nvPr/>
        </p:nvSpPr>
        <p:spPr>
          <a:xfrm>
            <a:off x="2133600" y="113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Freeform 933"/>
          <p:cNvSpPr/>
          <p:nvPr/>
        </p:nvSpPr>
        <p:spPr>
          <a:xfrm>
            <a:off x="2159000" y="113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Freeform 934"/>
          <p:cNvSpPr/>
          <p:nvPr/>
        </p:nvSpPr>
        <p:spPr>
          <a:xfrm>
            <a:off x="2197100" y="113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Freeform 935"/>
          <p:cNvSpPr/>
          <p:nvPr/>
        </p:nvSpPr>
        <p:spPr>
          <a:xfrm>
            <a:off x="2222500" y="1028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Freeform 936"/>
          <p:cNvSpPr/>
          <p:nvPr/>
        </p:nvSpPr>
        <p:spPr>
          <a:xfrm>
            <a:off x="2247900" y="927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Freeform 937"/>
          <p:cNvSpPr/>
          <p:nvPr/>
        </p:nvSpPr>
        <p:spPr>
          <a:xfrm>
            <a:off x="2286000" y="863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Freeform 938"/>
          <p:cNvSpPr/>
          <p:nvPr/>
        </p:nvSpPr>
        <p:spPr>
          <a:xfrm>
            <a:off x="2311400" y="850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Freeform 939"/>
          <p:cNvSpPr/>
          <p:nvPr/>
        </p:nvSpPr>
        <p:spPr>
          <a:xfrm>
            <a:off x="23495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Freeform 940"/>
          <p:cNvSpPr/>
          <p:nvPr/>
        </p:nvSpPr>
        <p:spPr>
          <a:xfrm>
            <a:off x="23749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Freeform 941"/>
          <p:cNvSpPr/>
          <p:nvPr/>
        </p:nvSpPr>
        <p:spPr>
          <a:xfrm>
            <a:off x="2400300" y="850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Freeform 942"/>
          <p:cNvSpPr/>
          <p:nvPr/>
        </p:nvSpPr>
        <p:spPr>
          <a:xfrm>
            <a:off x="24384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Freeform 943"/>
          <p:cNvSpPr/>
          <p:nvPr/>
        </p:nvSpPr>
        <p:spPr>
          <a:xfrm>
            <a:off x="24638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Freeform 944"/>
          <p:cNvSpPr/>
          <p:nvPr/>
        </p:nvSpPr>
        <p:spPr>
          <a:xfrm>
            <a:off x="16002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Freeform 945"/>
          <p:cNvSpPr/>
          <p:nvPr/>
        </p:nvSpPr>
        <p:spPr>
          <a:xfrm>
            <a:off x="16256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Freeform 946"/>
          <p:cNvSpPr/>
          <p:nvPr/>
        </p:nvSpPr>
        <p:spPr>
          <a:xfrm>
            <a:off x="1663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Freeform 947"/>
          <p:cNvSpPr/>
          <p:nvPr/>
        </p:nvSpPr>
        <p:spPr>
          <a:xfrm>
            <a:off x="16891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Freeform 948"/>
          <p:cNvSpPr/>
          <p:nvPr/>
        </p:nvSpPr>
        <p:spPr>
          <a:xfrm>
            <a:off x="1714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Freeform 949"/>
          <p:cNvSpPr/>
          <p:nvPr/>
        </p:nvSpPr>
        <p:spPr>
          <a:xfrm>
            <a:off x="17526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Freeform 950"/>
          <p:cNvSpPr/>
          <p:nvPr/>
        </p:nvSpPr>
        <p:spPr>
          <a:xfrm>
            <a:off x="17780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Freeform 951"/>
          <p:cNvSpPr/>
          <p:nvPr/>
        </p:nvSpPr>
        <p:spPr>
          <a:xfrm>
            <a:off x="18161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Freeform 952"/>
          <p:cNvSpPr/>
          <p:nvPr/>
        </p:nvSpPr>
        <p:spPr>
          <a:xfrm>
            <a:off x="18415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Freeform 953"/>
          <p:cNvSpPr/>
          <p:nvPr/>
        </p:nvSpPr>
        <p:spPr>
          <a:xfrm>
            <a:off x="18796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Freeform 954"/>
          <p:cNvSpPr/>
          <p:nvPr/>
        </p:nvSpPr>
        <p:spPr>
          <a:xfrm>
            <a:off x="1905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Freeform 955"/>
          <p:cNvSpPr/>
          <p:nvPr/>
        </p:nvSpPr>
        <p:spPr>
          <a:xfrm>
            <a:off x="1930400" y="1295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Freeform 956"/>
          <p:cNvSpPr/>
          <p:nvPr/>
        </p:nvSpPr>
        <p:spPr>
          <a:xfrm>
            <a:off x="19685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Freeform 957"/>
          <p:cNvSpPr/>
          <p:nvPr/>
        </p:nvSpPr>
        <p:spPr>
          <a:xfrm>
            <a:off x="19939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Freeform 958"/>
          <p:cNvSpPr/>
          <p:nvPr/>
        </p:nvSpPr>
        <p:spPr>
          <a:xfrm>
            <a:off x="2032000" y="125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Freeform 959"/>
          <p:cNvSpPr/>
          <p:nvPr/>
        </p:nvSpPr>
        <p:spPr>
          <a:xfrm>
            <a:off x="2057400" y="1181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0"/>
                </a:lnTo>
                <a:lnTo>
                  <a:pt x="2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Freeform 960"/>
          <p:cNvSpPr/>
          <p:nvPr/>
        </p:nvSpPr>
        <p:spPr>
          <a:xfrm>
            <a:off x="2082800" y="113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Freeform 961"/>
          <p:cNvSpPr/>
          <p:nvPr/>
        </p:nvSpPr>
        <p:spPr>
          <a:xfrm>
            <a:off x="2120900" y="113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Freeform 962"/>
          <p:cNvSpPr/>
          <p:nvPr/>
        </p:nvSpPr>
        <p:spPr>
          <a:xfrm>
            <a:off x="2146300" y="113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Freeform 963"/>
          <p:cNvSpPr/>
          <p:nvPr/>
        </p:nvSpPr>
        <p:spPr>
          <a:xfrm>
            <a:off x="2184400" y="111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Freeform 964"/>
          <p:cNvSpPr/>
          <p:nvPr/>
        </p:nvSpPr>
        <p:spPr>
          <a:xfrm>
            <a:off x="2209800" y="10160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Freeform 965"/>
          <p:cNvSpPr/>
          <p:nvPr/>
        </p:nvSpPr>
        <p:spPr>
          <a:xfrm>
            <a:off x="2235200" y="914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Freeform 966"/>
          <p:cNvSpPr/>
          <p:nvPr/>
        </p:nvSpPr>
        <p:spPr>
          <a:xfrm>
            <a:off x="2273300" y="863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Freeform 967"/>
          <p:cNvSpPr/>
          <p:nvPr/>
        </p:nvSpPr>
        <p:spPr>
          <a:xfrm>
            <a:off x="22987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Freeform 968"/>
          <p:cNvSpPr/>
          <p:nvPr/>
        </p:nvSpPr>
        <p:spPr>
          <a:xfrm>
            <a:off x="2336800" y="850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Freeform 969"/>
          <p:cNvSpPr/>
          <p:nvPr/>
        </p:nvSpPr>
        <p:spPr>
          <a:xfrm>
            <a:off x="23622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Freeform 970"/>
          <p:cNvSpPr/>
          <p:nvPr/>
        </p:nvSpPr>
        <p:spPr>
          <a:xfrm>
            <a:off x="24003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Freeform 971"/>
          <p:cNvSpPr/>
          <p:nvPr/>
        </p:nvSpPr>
        <p:spPr>
          <a:xfrm>
            <a:off x="24257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Freeform 972"/>
          <p:cNvSpPr/>
          <p:nvPr/>
        </p:nvSpPr>
        <p:spPr>
          <a:xfrm>
            <a:off x="2451100" y="838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4" name="Connector 973"/>
          <p:cNvCxnSpPr/>
          <p:nvPr/>
        </p:nvCxnSpPr>
        <p:spPr>
          <a:xfrm flipH="1">
            <a:off x="3494501" y="1628731"/>
            <a:ext cx="888277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 flipH="1">
            <a:off x="3332847" y="1521012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 flipH="1">
            <a:off x="3171194" y="1413293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 flipH="1" flipV="1">
            <a:off x="4059471" y="1413293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 flipH="1" flipV="1">
            <a:off x="3881815" y="1428975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H="1" flipV="1">
            <a:off x="3704160" y="1444656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 flipH="1" flipV="1">
            <a:off x="3526504" y="1460338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 flipH="1" flipV="1">
            <a:off x="3348849" y="1476019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 flipH="1" flipV="1">
            <a:off x="3171194" y="1491701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 flipH="1">
            <a:off x="4361260" y="1628731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 flipH="1">
            <a:off x="4199606" y="1521012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 flipH="1">
            <a:off x="4037953" y="1413293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 flipV="1">
            <a:off x="3494501" y="170523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 flipV="1">
            <a:off x="3332847" y="1597520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 flipV="1">
            <a:off x="3171194" y="1489801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 flipH="1" flipV="1">
            <a:off x="4364804" y="161675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 flipH="1" flipV="1">
            <a:off x="4187148" y="163243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 flipH="1" flipV="1">
            <a:off x="4009493" y="164811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 flipH="1" flipV="1">
            <a:off x="3831837" y="166379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H="1" flipV="1">
            <a:off x="3654182" y="167948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 flipH="1" flipV="1">
            <a:off x="3476526" y="1695161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4059471" y="141329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3881815" y="1428975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704160" y="1444656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526504" y="146033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3348849" y="1476019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3171194" y="1491701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 flipH="1" flipV="1">
            <a:off x="4059471" y="1413293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 flipH="1" flipV="1">
            <a:off x="3171194" y="1491701"/>
            <a:ext cx="323307" cy="2154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 flipH="1">
            <a:off x="3494501" y="1628731"/>
            <a:ext cx="888277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H="1">
            <a:off x="3171194" y="1413293"/>
            <a:ext cx="888277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H="1">
            <a:off x="4361260" y="1000657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 flipH="1">
            <a:off x="4199606" y="892938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 flipH="1">
            <a:off x="4037953" y="78522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4059471" y="78522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>
            <a:off x="3881815" y="800901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>
            <a:off x="3704160" y="81658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>
            <a:off x="3526504" y="83226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>
            <a:off x="3348849" y="847946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>
            <a:off x="3171194" y="86362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H="1" flipV="1">
            <a:off x="4059471" y="785220"/>
            <a:ext cx="323307" cy="2154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H="1">
            <a:off x="3171194" y="785220"/>
            <a:ext cx="888277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V="1">
            <a:off x="4382778" y="1607130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 flipV="1">
            <a:off x="4205122" y="1622812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V="1">
            <a:off x="4027467" y="1638493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V="1">
            <a:off x="3849811" y="165417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 flipV="1">
            <a:off x="3672156" y="1669856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 flipV="1">
            <a:off x="3494501" y="168553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 flipH="1">
            <a:off x="4361260" y="1451115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 flipH="1">
            <a:off x="4361260" y="1185704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 flipV="1">
            <a:off x="4382778" y="1000657"/>
            <a:ext cx="0" cy="6280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 flipV="1">
            <a:off x="4059471" y="785220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 flipV="1">
            <a:off x="3881815" y="800901"/>
            <a:ext cx="0" cy="62807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 flipV="1">
            <a:off x="3704160" y="816583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 flipV="1">
            <a:off x="3526504" y="832264"/>
            <a:ext cx="0" cy="62807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 flipV="1">
            <a:off x="3348849" y="847946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 flipV="1">
            <a:off x="3171194" y="863627"/>
            <a:ext cx="0" cy="62807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 flipV="1">
            <a:off x="4059471" y="139169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 flipV="1">
            <a:off x="3881815" y="1407374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 flipV="1">
            <a:off x="3704160" y="142305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 flipV="1">
            <a:off x="3526504" y="143873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 flipV="1">
            <a:off x="3348849" y="1454419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6" name="Connector 1035"/>
          <p:cNvCxnSpPr/>
          <p:nvPr/>
        </p:nvCxnSpPr>
        <p:spPr>
          <a:xfrm flipV="1">
            <a:off x="3171194" y="1470100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4059471" y="78522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3881815" y="800901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3704160" y="81658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Connector 1039"/>
          <p:cNvCxnSpPr/>
          <p:nvPr/>
        </p:nvCxnSpPr>
        <p:spPr>
          <a:xfrm>
            <a:off x="3526504" y="832264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>
            <a:off x="3348849" y="84794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>
            <a:off x="3171194" y="86362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 flipH="1">
            <a:off x="3171194" y="1235677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 flipH="1">
            <a:off x="3171194" y="970267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 flipH="1">
            <a:off x="4037953" y="1235677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 flipH="1">
            <a:off x="4037953" y="97026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 flipV="1">
            <a:off x="3171194" y="1312186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 flipV="1">
            <a:off x="3171194" y="1046775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V="1">
            <a:off x="4059471" y="785220"/>
            <a:ext cx="0" cy="6280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3171194" y="863627"/>
            <a:ext cx="0" cy="6280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 flipV="1">
            <a:off x="4382778" y="1000657"/>
            <a:ext cx="0" cy="62807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 1051"/>
          <p:cNvCxnSpPr/>
          <p:nvPr/>
        </p:nvCxnSpPr>
        <p:spPr>
          <a:xfrm flipV="1">
            <a:off x="4221124" y="892938"/>
            <a:ext cx="0" cy="62807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 flipV="1">
            <a:off x="4059471" y="785220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 flipV="1">
            <a:off x="4382778" y="1607130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 flipV="1">
            <a:off x="4221124" y="1499411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 flipV="1">
            <a:off x="4059471" y="139169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>
            <a:off x="4382778" y="100065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>
            <a:off x="4221124" y="892938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Connector 1058"/>
          <p:cNvCxnSpPr/>
          <p:nvPr/>
        </p:nvCxnSpPr>
        <p:spPr>
          <a:xfrm>
            <a:off x="4059471" y="78522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0" name="Connector 1059"/>
          <p:cNvCxnSpPr/>
          <p:nvPr/>
        </p:nvCxnSpPr>
        <p:spPr>
          <a:xfrm flipH="1" flipV="1">
            <a:off x="4059471" y="1235677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nector 1060"/>
          <p:cNvCxnSpPr/>
          <p:nvPr/>
        </p:nvCxnSpPr>
        <p:spPr>
          <a:xfrm flipH="1" flipV="1">
            <a:off x="4059471" y="970267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2" name="Connector 1061"/>
          <p:cNvCxnSpPr/>
          <p:nvPr/>
        </p:nvCxnSpPr>
        <p:spPr>
          <a:xfrm flipH="1" flipV="1">
            <a:off x="4364804" y="143913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 flipH="1" flipV="1">
            <a:off x="4364804" y="117372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>
            <a:off x="4059471" y="1235677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>
            <a:off x="4059471" y="97026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 flipV="1">
            <a:off x="3494501" y="168553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 flipV="1">
            <a:off x="3332847" y="1577819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 flipV="1">
            <a:off x="3171194" y="1470100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9" name="Connector 1068"/>
          <p:cNvCxnSpPr/>
          <p:nvPr/>
        </p:nvCxnSpPr>
        <p:spPr>
          <a:xfrm>
            <a:off x="3171194" y="131408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Connector 1069"/>
          <p:cNvCxnSpPr/>
          <p:nvPr/>
        </p:nvCxnSpPr>
        <p:spPr>
          <a:xfrm>
            <a:off x="3171194" y="104867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1" name="Freeform 1070"/>
          <p:cNvSpPr/>
          <p:nvPr/>
        </p:nvSpPr>
        <p:spPr>
          <a:xfrm>
            <a:off x="3479800" y="1651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Freeform 1071"/>
          <p:cNvSpPr/>
          <p:nvPr/>
        </p:nvSpPr>
        <p:spPr>
          <a:xfrm>
            <a:off x="35179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Freeform 1072"/>
          <p:cNvSpPr/>
          <p:nvPr/>
        </p:nvSpPr>
        <p:spPr>
          <a:xfrm>
            <a:off x="35433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Freeform 1073"/>
          <p:cNvSpPr/>
          <p:nvPr/>
        </p:nvSpPr>
        <p:spPr>
          <a:xfrm>
            <a:off x="35814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Freeform 1074"/>
          <p:cNvSpPr/>
          <p:nvPr/>
        </p:nvSpPr>
        <p:spPr>
          <a:xfrm>
            <a:off x="3606800" y="1638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Freeform 1075"/>
          <p:cNvSpPr/>
          <p:nvPr/>
        </p:nvSpPr>
        <p:spPr>
          <a:xfrm>
            <a:off x="3632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Freeform 1076"/>
          <p:cNvSpPr/>
          <p:nvPr/>
        </p:nvSpPr>
        <p:spPr>
          <a:xfrm>
            <a:off x="3670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Freeform 1077"/>
          <p:cNvSpPr/>
          <p:nvPr/>
        </p:nvSpPr>
        <p:spPr>
          <a:xfrm>
            <a:off x="36957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Freeform 1078"/>
          <p:cNvSpPr/>
          <p:nvPr/>
        </p:nvSpPr>
        <p:spPr>
          <a:xfrm>
            <a:off x="37338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Freeform 1079"/>
          <p:cNvSpPr/>
          <p:nvPr/>
        </p:nvSpPr>
        <p:spPr>
          <a:xfrm>
            <a:off x="37592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Freeform 1080"/>
          <p:cNvSpPr/>
          <p:nvPr/>
        </p:nvSpPr>
        <p:spPr>
          <a:xfrm>
            <a:off x="37846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Freeform 1081"/>
          <p:cNvSpPr/>
          <p:nvPr/>
        </p:nvSpPr>
        <p:spPr>
          <a:xfrm>
            <a:off x="38227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Freeform 1082"/>
          <p:cNvSpPr/>
          <p:nvPr/>
        </p:nvSpPr>
        <p:spPr>
          <a:xfrm>
            <a:off x="38481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Freeform 1083"/>
          <p:cNvSpPr/>
          <p:nvPr/>
        </p:nvSpPr>
        <p:spPr>
          <a:xfrm>
            <a:off x="38862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Freeform 1084"/>
          <p:cNvSpPr/>
          <p:nvPr/>
        </p:nvSpPr>
        <p:spPr>
          <a:xfrm>
            <a:off x="39116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Freeform 1085"/>
          <p:cNvSpPr/>
          <p:nvPr/>
        </p:nvSpPr>
        <p:spPr>
          <a:xfrm>
            <a:off x="39370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Freeform 1086"/>
          <p:cNvSpPr/>
          <p:nvPr/>
        </p:nvSpPr>
        <p:spPr>
          <a:xfrm>
            <a:off x="3975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Freeform 1087"/>
          <p:cNvSpPr/>
          <p:nvPr/>
        </p:nvSpPr>
        <p:spPr>
          <a:xfrm>
            <a:off x="40005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Freeform 1088"/>
          <p:cNvSpPr/>
          <p:nvPr/>
        </p:nvSpPr>
        <p:spPr>
          <a:xfrm>
            <a:off x="40386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Freeform 1089"/>
          <p:cNvSpPr/>
          <p:nvPr/>
        </p:nvSpPr>
        <p:spPr>
          <a:xfrm>
            <a:off x="40640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Freeform 1090"/>
          <p:cNvSpPr/>
          <p:nvPr/>
        </p:nvSpPr>
        <p:spPr>
          <a:xfrm>
            <a:off x="41021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Freeform 1091"/>
          <p:cNvSpPr/>
          <p:nvPr/>
        </p:nvSpPr>
        <p:spPr>
          <a:xfrm>
            <a:off x="41275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Freeform 1092"/>
          <p:cNvSpPr/>
          <p:nvPr/>
        </p:nvSpPr>
        <p:spPr>
          <a:xfrm>
            <a:off x="4152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Freeform 1093"/>
          <p:cNvSpPr/>
          <p:nvPr/>
        </p:nvSpPr>
        <p:spPr>
          <a:xfrm>
            <a:off x="41910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Freeform 1094"/>
          <p:cNvSpPr/>
          <p:nvPr/>
        </p:nvSpPr>
        <p:spPr>
          <a:xfrm>
            <a:off x="42164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Freeform 1095"/>
          <p:cNvSpPr/>
          <p:nvPr/>
        </p:nvSpPr>
        <p:spPr>
          <a:xfrm>
            <a:off x="42545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Freeform 1096"/>
          <p:cNvSpPr/>
          <p:nvPr/>
        </p:nvSpPr>
        <p:spPr>
          <a:xfrm>
            <a:off x="42799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Freeform 1097"/>
          <p:cNvSpPr/>
          <p:nvPr/>
        </p:nvSpPr>
        <p:spPr>
          <a:xfrm>
            <a:off x="4305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Freeform 1098"/>
          <p:cNvSpPr/>
          <p:nvPr/>
        </p:nvSpPr>
        <p:spPr>
          <a:xfrm>
            <a:off x="4343400" y="1574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Freeform 1099"/>
          <p:cNvSpPr/>
          <p:nvPr/>
        </p:nvSpPr>
        <p:spPr>
          <a:xfrm>
            <a:off x="34671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Freeform 1100"/>
          <p:cNvSpPr/>
          <p:nvPr/>
        </p:nvSpPr>
        <p:spPr>
          <a:xfrm>
            <a:off x="35052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Freeform 1101"/>
          <p:cNvSpPr/>
          <p:nvPr/>
        </p:nvSpPr>
        <p:spPr>
          <a:xfrm>
            <a:off x="35306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Freeform 1102"/>
          <p:cNvSpPr/>
          <p:nvPr/>
        </p:nvSpPr>
        <p:spPr>
          <a:xfrm>
            <a:off x="35687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Freeform 1103"/>
          <p:cNvSpPr/>
          <p:nvPr/>
        </p:nvSpPr>
        <p:spPr>
          <a:xfrm>
            <a:off x="35941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Freeform 1104"/>
          <p:cNvSpPr/>
          <p:nvPr/>
        </p:nvSpPr>
        <p:spPr>
          <a:xfrm>
            <a:off x="3619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Freeform 1105"/>
          <p:cNvSpPr/>
          <p:nvPr/>
        </p:nvSpPr>
        <p:spPr>
          <a:xfrm>
            <a:off x="36576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Freeform 1106"/>
          <p:cNvSpPr/>
          <p:nvPr/>
        </p:nvSpPr>
        <p:spPr>
          <a:xfrm>
            <a:off x="36830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Freeform 1107"/>
          <p:cNvSpPr/>
          <p:nvPr/>
        </p:nvSpPr>
        <p:spPr>
          <a:xfrm>
            <a:off x="37211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Freeform 1108"/>
          <p:cNvSpPr/>
          <p:nvPr/>
        </p:nvSpPr>
        <p:spPr>
          <a:xfrm>
            <a:off x="37465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Freeform 1109"/>
          <p:cNvSpPr/>
          <p:nvPr/>
        </p:nvSpPr>
        <p:spPr>
          <a:xfrm>
            <a:off x="37846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Freeform 1110"/>
          <p:cNvSpPr/>
          <p:nvPr/>
        </p:nvSpPr>
        <p:spPr>
          <a:xfrm>
            <a:off x="38100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Freeform 1111"/>
          <p:cNvSpPr/>
          <p:nvPr/>
        </p:nvSpPr>
        <p:spPr>
          <a:xfrm>
            <a:off x="3835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Freeform 1112"/>
          <p:cNvSpPr/>
          <p:nvPr/>
        </p:nvSpPr>
        <p:spPr>
          <a:xfrm>
            <a:off x="3873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Freeform 1113"/>
          <p:cNvSpPr/>
          <p:nvPr/>
        </p:nvSpPr>
        <p:spPr>
          <a:xfrm>
            <a:off x="38989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Freeform 1114"/>
          <p:cNvSpPr/>
          <p:nvPr/>
        </p:nvSpPr>
        <p:spPr>
          <a:xfrm>
            <a:off x="39370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Freeform 1115"/>
          <p:cNvSpPr/>
          <p:nvPr/>
        </p:nvSpPr>
        <p:spPr>
          <a:xfrm>
            <a:off x="39624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Freeform 1116"/>
          <p:cNvSpPr/>
          <p:nvPr/>
        </p:nvSpPr>
        <p:spPr>
          <a:xfrm>
            <a:off x="39878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Freeform 1117"/>
          <p:cNvSpPr/>
          <p:nvPr/>
        </p:nvSpPr>
        <p:spPr>
          <a:xfrm>
            <a:off x="40259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Freeform 1118"/>
          <p:cNvSpPr/>
          <p:nvPr/>
        </p:nvSpPr>
        <p:spPr>
          <a:xfrm>
            <a:off x="4051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Freeform 1119"/>
          <p:cNvSpPr/>
          <p:nvPr/>
        </p:nvSpPr>
        <p:spPr>
          <a:xfrm>
            <a:off x="4089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Freeform 1120"/>
          <p:cNvSpPr/>
          <p:nvPr/>
        </p:nvSpPr>
        <p:spPr>
          <a:xfrm>
            <a:off x="41148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Freeform 1121"/>
          <p:cNvSpPr/>
          <p:nvPr/>
        </p:nvSpPr>
        <p:spPr>
          <a:xfrm>
            <a:off x="41402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Freeform 1122"/>
          <p:cNvSpPr/>
          <p:nvPr/>
        </p:nvSpPr>
        <p:spPr>
          <a:xfrm>
            <a:off x="41783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Freeform 1123"/>
          <p:cNvSpPr/>
          <p:nvPr/>
        </p:nvSpPr>
        <p:spPr>
          <a:xfrm>
            <a:off x="42037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Freeform 1124"/>
          <p:cNvSpPr/>
          <p:nvPr/>
        </p:nvSpPr>
        <p:spPr>
          <a:xfrm>
            <a:off x="4241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Freeform 1125"/>
          <p:cNvSpPr/>
          <p:nvPr/>
        </p:nvSpPr>
        <p:spPr>
          <a:xfrm>
            <a:off x="42672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Freeform 1126"/>
          <p:cNvSpPr/>
          <p:nvPr/>
        </p:nvSpPr>
        <p:spPr>
          <a:xfrm>
            <a:off x="43053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Freeform 1127"/>
          <p:cNvSpPr/>
          <p:nvPr/>
        </p:nvSpPr>
        <p:spPr>
          <a:xfrm>
            <a:off x="43307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Freeform 1128"/>
          <p:cNvSpPr/>
          <p:nvPr/>
        </p:nvSpPr>
        <p:spPr>
          <a:xfrm>
            <a:off x="34671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Freeform 1129"/>
          <p:cNvSpPr/>
          <p:nvPr/>
        </p:nvSpPr>
        <p:spPr>
          <a:xfrm>
            <a:off x="34925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Freeform 1130"/>
          <p:cNvSpPr/>
          <p:nvPr/>
        </p:nvSpPr>
        <p:spPr>
          <a:xfrm>
            <a:off x="35179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Freeform 1131"/>
          <p:cNvSpPr/>
          <p:nvPr/>
        </p:nvSpPr>
        <p:spPr>
          <a:xfrm>
            <a:off x="35560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Freeform 1132"/>
          <p:cNvSpPr/>
          <p:nvPr/>
        </p:nvSpPr>
        <p:spPr>
          <a:xfrm>
            <a:off x="35814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Freeform 1133"/>
          <p:cNvSpPr/>
          <p:nvPr/>
        </p:nvSpPr>
        <p:spPr>
          <a:xfrm>
            <a:off x="36195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Freeform 1134"/>
          <p:cNvSpPr/>
          <p:nvPr/>
        </p:nvSpPr>
        <p:spPr>
          <a:xfrm>
            <a:off x="36449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Freeform 1135"/>
          <p:cNvSpPr/>
          <p:nvPr/>
        </p:nvSpPr>
        <p:spPr>
          <a:xfrm>
            <a:off x="3670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Freeform 1136"/>
          <p:cNvSpPr/>
          <p:nvPr/>
        </p:nvSpPr>
        <p:spPr>
          <a:xfrm>
            <a:off x="37084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Freeform 1137"/>
          <p:cNvSpPr/>
          <p:nvPr/>
        </p:nvSpPr>
        <p:spPr>
          <a:xfrm>
            <a:off x="37338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Freeform 1138"/>
          <p:cNvSpPr/>
          <p:nvPr/>
        </p:nvSpPr>
        <p:spPr>
          <a:xfrm>
            <a:off x="3771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Freeform 1139"/>
          <p:cNvSpPr/>
          <p:nvPr/>
        </p:nvSpPr>
        <p:spPr>
          <a:xfrm>
            <a:off x="3797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Freeform 1140"/>
          <p:cNvSpPr/>
          <p:nvPr/>
        </p:nvSpPr>
        <p:spPr>
          <a:xfrm>
            <a:off x="3822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Freeform 1141"/>
          <p:cNvSpPr/>
          <p:nvPr/>
        </p:nvSpPr>
        <p:spPr>
          <a:xfrm>
            <a:off x="38608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Freeform 1142"/>
          <p:cNvSpPr/>
          <p:nvPr/>
        </p:nvSpPr>
        <p:spPr>
          <a:xfrm>
            <a:off x="38862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Freeform 1143"/>
          <p:cNvSpPr/>
          <p:nvPr/>
        </p:nvSpPr>
        <p:spPr>
          <a:xfrm>
            <a:off x="39243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Freeform 1144"/>
          <p:cNvSpPr/>
          <p:nvPr/>
        </p:nvSpPr>
        <p:spPr>
          <a:xfrm>
            <a:off x="39497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Freeform 1145"/>
          <p:cNvSpPr/>
          <p:nvPr/>
        </p:nvSpPr>
        <p:spPr>
          <a:xfrm>
            <a:off x="3987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Freeform 1146"/>
          <p:cNvSpPr/>
          <p:nvPr/>
        </p:nvSpPr>
        <p:spPr>
          <a:xfrm>
            <a:off x="40132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Freeform 1147"/>
          <p:cNvSpPr/>
          <p:nvPr/>
        </p:nvSpPr>
        <p:spPr>
          <a:xfrm>
            <a:off x="4038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Freeform 1148"/>
          <p:cNvSpPr/>
          <p:nvPr/>
        </p:nvSpPr>
        <p:spPr>
          <a:xfrm>
            <a:off x="40767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Freeform 1149"/>
          <p:cNvSpPr/>
          <p:nvPr/>
        </p:nvSpPr>
        <p:spPr>
          <a:xfrm>
            <a:off x="4102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Freeform 1150"/>
          <p:cNvSpPr/>
          <p:nvPr/>
        </p:nvSpPr>
        <p:spPr>
          <a:xfrm>
            <a:off x="41402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Freeform 1151"/>
          <p:cNvSpPr/>
          <p:nvPr/>
        </p:nvSpPr>
        <p:spPr>
          <a:xfrm>
            <a:off x="41656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Freeform 1152"/>
          <p:cNvSpPr/>
          <p:nvPr/>
        </p:nvSpPr>
        <p:spPr>
          <a:xfrm>
            <a:off x="41910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Freeform 1153"/>
          <p:cNvSpPr/>
          <p:nvPr/>
        </p:nvSpPr>
        <p:spPr>
          <a:xfrm>
            <a:off x="4229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Freeform 1154"/>
          <p:cNvSpPr/>
          <p:nvPr/>
        </p:nvSpPr>
        <p:spPr>
          <a:xfrm>
            <a:off x="42545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Freeform 1155"/>
          <p:cNvSpPr/>
          <p:nvPr/>
        </p:nvSpPr>
        <p:spPr>
          <a:xfrm>
            <a:off x="4292600" y="1562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Freeform 1156"/>
          <p:cNvSpPr/>
          <p:nvPr/>
        </p:nvSpPr>
        <p:spPr>
          <a:xfrm>
            <a:off x="43180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Freeform 1157"/>
          <p:cNvSpPr/>
          <p:nvPr/>
        </p:nvSpPr>
        <p:spPr>
          <a:xfrm>
            <a:off x="34544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Freeform 1158"/>
          <p:cNvSpPr/>
          <p:nvPr/>
        </p:nvSpPr>
        <p:spPr>
          <a:xfrm>
            <a:off x="34798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Freeform 1159"/>
          <p:cNvSpPr/>
          <p:nvPr/>
        </p:nvSpPr>
        <p:spPr>
          <a:xfrm>
            <a:off x="3505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Freeform 1160"/>
          <p:cNvSpPr/>
          <p:nvPr/>
        </p:nvSpPr>
        <p:spPr>
          <a:xfrm>
            <a:off x="35433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Freeform 1161"/>
          <p:cNvSpPr/>
          <p:nvPr/>
        </p:nvSpPr>
        <p:spPr>
          <a:xfrm>
            <a:off x="3568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Freeform 1162"/>
          <p:cNvSpPr/>
          <p:nvPr/>
        </p:nvSpPr>
        <p:spPr>
          <a:xfrm>
            <a:off x="36068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Freeform 1163"/>
          <p:cNvSpPr/>
          <p:nvPr/>
        </p:nvSpPr>
        <p:spPr>
          <a:xfrm>
            <a:off x="36322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Freeform 1164"/>
          <p:cNvSpPr/>
          <p:nvPr/>
        </p:nvSpPr>
        <p:spPr>
          <a:xfrm>
            <a:off x="3670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Freeform 1165"/>
          <p:cNvSpPr/>
          <p:nvPr/>
        </p:nvSpPr>
        <p:spPr>
          <a:xfrm>
            <a:off x="36957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Freeform 1166"/>
          <p:cNvSpPr/>
          <p:nvPr/>
        </p:nvSpPr>
        <p:spPr>
          <a:xfrm>
            <a:off x="3721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Freeform 1167"/>
          <p:cNvSpPr/>
          <p:nvPr/>
        </p:nvSpPr>
        <p:spPr>
          <a:xfrm>
            <a:off x="37592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Freeform 1168"/>
          <p:cNvSpPr/>
          <p:nvPr/>
        </p:nvSpPr>
        <p:spPr>
          <a:xfrm>
            <a:off x="37846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Freeform 1169"/>
          <p:cNvSpPr/>
          <p:nvPr/>
        </p:nvSpPr>
        <p:spPr>
          <a:xfrm>
            <a:off x="38227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Freeform 1170"/>
          <p:cNvSpPr/>
          <p:nvPr/>
        </p:nvSpPr>
        <p:spPr>
          <a:xfrm>
            <a:off x="38481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Freeform 1171"/>
          <p:cNvSpPr/>
          <p:nvPr/>
        </p:nvSpPr>
        <p:spPr>
          <a:xfrm>
            <a:off x="38735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Freeform 1172"/>
          <p:cNvSpPr/>
          <p:nvPr/>
        </p:nvSpPr>
        <p:spPr>
          <a:xfrm>
            <a:off x="39116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Freeform 1173"/>
          <p:cNvSpPr/>
          <p:nvPr/>
        </p:nvSpPr>
        <p:spPr>
          <a:xfrm>
            <a:off x="39370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Freeform 1174"/>
          <p:cNvSpPr/>
          <p:nvPr/>
        </p:nvSpPr>
        <p:spPr>
          <a:xfrm>
            <a:off x="39751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Freeform 1175"/>
          <p:cNvSpPr/>
          <p:nvPr/>
        </p:nvSpPr>
        <p:spPr>
          <a:xfrm>
            <a:off x="40005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Freeform 1176"/>
          <p:cNvSpPr/>
          <p:nvPr/>
        </p:nvSpPr>
        <p:spPr>
          <a:xfrm>
            <a:off x="40259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Freeform 1177"/>
          <p:cNvSpPr/>
          <p:nvPr/>
        </p:nvSpPr>
        <p:spPr>
          <a:xfrm>
            <a:off x="40640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Freeform 1178"/>
          <p:cNvSpPr/>
          <p:nvPr/>
        </p:nvSpPr>
        <p:spPr>
          <a:xfrm>
            <a:off x="40894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Freeform 1179"/>
          <p:cNvSpPr/>
          <p:nvPr/>
        </p:nvSpPr>
        <p:spPr>
          <a:xfrm>
            <a:off x="41275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Freeform 1180"/>
          <p:cNvSpPr/>
          <p:nvPr/>
        </p:nvSpPr>
        <p:spPr>
          <a:xfrm>
            <a:off x="41529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Freeform 1181"/>
          <p:cNvSpPr/>
          <p:nvPr/>
        </p:nvSpPr>
        <p:spPr>
          <a:xfrm>
            <a:off x="41910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Freeform 1182"/>
          <p:cNvSpPr/>
          <p:nvPr/>
        </p:nvSpPr>
        <p:spPr>
          <a:xfrm>
            <a:off x="4216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Freeform 1183"/>
          <p:cNvSpPr/>
          <p:nvPr/>
        </p:nvSpPr>
        <p:spPr>
          <a:xfrm>
            <a:off x="42418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Freeform 1184"/>
          <p:cNvSpPr/>
          <p:nvPr/>
        </p:nvSpPr>
        <p:spPr>
          <a:xfrm>
            <a:off x="4279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Freeform 1185"/>
          <p:cNvSpPr/>
          <p:nvPr/>
        </p:nvSpPr>
        <p:spPr>
          <a:xfrm>
            <a:off x="43053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Freeform 1186"/>
          <p:cNvSpPr/>
          <p:nvPr/>
        </p:nvSpPr>
        <p:spPr>
          <a:xfrm>
            <a:off x="34417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Freeform 1187"/>
          <p:cNvSpPr/>
          <p:nvPr/>
        </p:nvSpPr>
        <p:spPr>
          <a:xfrm>
            <a:off x="34671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Freeform 1188"/>
          <p:cNvSpPr/>
          <p:nvPr/>
        </p:nvSpPr>
        <p:spPr>
          <a:xfrm>
            <a:off x="35052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Freeform 1189"/>
          <p:cNvSpPr/>
          <p:nvPr/>
        </p:nvSpPr>
        <p:spPr>
          <a:xfrm>
            <a:off x="35306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Freeform 1190"/>
          <p:cNvSpPr/>
          <p:nvPr/>
        </p:nvSpPr>
        <p:spPr>
          <a:xfrm>
            <a:off x="3556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Freeform 1191"/>
          <p:cNvSpPr/>
          <p:nvPr/>
        </p:nvSpPr>
        <p:spPr>
          <a:xfrm>
            <a:off x="35941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Freeform 1192"/>
          <p:cNvSpPr/>
          <p:nvPr/>
        </p:nvSpPr>
        <p:spPr>
          <a:xfrm>
            <a:off x="36195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Freeform 1193"/>
          <p:cNvSpPr/>
          <p:nvPr/>
        </p:nvSpPr>
        <p:spPr>
          <a:xfrm>
            <a:off x="36576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Freeform 1194"/>
          <p:cNvSpPr/>
          <p:nvPr/>
        </p:nvSpPr>
        <p:spPr>
          <a:xfrm>
            <a:off x="36830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Freeform 1195"/>
          <p:cNvSpPr/>
          <p:nvPr/>
        </p:nvSpPr>
        <p:spPr>
          <a:xfrm>
            <a:off x="3708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Freeform 1196"/>
          <p:cNvSpPr/>
          <p:nvPr/>
        </p:nvSpPr>
        <p:spPr>
          <a:xfrm>
            <a:off x="3746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Freeform 1197"/>
          <p:cNvSpPr/>
          <p:nvPr/>
        </p:nvSpPr>
        <p:spPr>
          <a:xfrm>
            <a:off x="37719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Freeform 1198"/>
          <p:cNvSpPr/>
          <p:nvPr/>
        </p:nvSpPr>
        <p:spPr>
          <a:xfrm>
            <a:off x="38100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Freeform 1199"/>
          <p:cNvSpPr/>
          <p:nvPr/>
        </p:nvSpPr>
        <p:spPr>
          <a:xfrm>
            <a:off x="38354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Freeform 1200"/>
          <p:cNvSpPr/>
          <p:nvPr/>
        </p:nvSpPr>
        <p:spPr>
          <a:xfrm>
            <a:off x="38735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Freeform 1201"/>
          <p:cNvSpPr/>
          <p:nvPr/>
        </p:nvSpPr>
        <p:spPr>
          <a:xfrm>
            <a:off x="38989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Freeform 1202"/>
          <p:cNvSpPr/>
          <p:nvPr/>
        </p:nvSpPr>
        <p:spPr>
          <a:xfrm>
            <a:off x="39243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Freeform 1203"/>
          <p:cNvSpPr/>
          <p:nvPr/>
        </p:nvSpPr>
        <p:spPr>
          <a:xfrm>
            <a:off x="3962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Freeform 1204"/>
          <p:cNvSpPr/>
          <p:nvPr/>
        </p:nvSpPr>
        <p:spPr>
          <a:xfrm>
            <a:off x="39878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Freeform 1205"/>
          <p:cNvSpPr/>
          <p:nvPr/>
        </p:nvSpPr>
        <p:spPr>
          <a:xfrm>
            <a:off x="40259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Freeform 1206"/>
          <p:cNvSpPr/>
          <p:nvPr/>
        </p:nvSpPr>
        <p:spPr>
          <a:xfrm>
            <a:off x="40513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Freeform 1207"/>
          <p:cNvSpPr/>
          <p:nvPr/>
        </p:nvSpPr>
        <p:spPr>
          <a:xfrm>
            <a:off x="40767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Freeform 1208"/>
          <p:cNvSpPr/>
          <p:nvPr/>
        </p:nvSpPr>
        <p:spPr>
          <a:xfrm>
            <a:off x="41148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Freeform 1209"/>
          <p:cNvSpPr/>
          <p:nvPr/>
        </p:nvSpPr>
        <p:spPr>
          <a:xfrm>
            <a:off x="4140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Freeform 1210"/>
          <p:cNvSpPr/>
          <p:nvPr/>
        </p:nvSpPr>
        <p:spPr>
          <a:xfrm>
            <a:off x="41783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Freeform 1211"/>
          <p:cNvSpPr/>
          <p:nvPr/>
        </p:nvSpPr>
        <p:spPr>
          <a:xfrm>
            <a:off x="4203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Freeform 1212"/>
          <p:cNvSpPr/>
          <p:nvPr/>
        </p:nvSpPr>
        <p:spPr>
          <a:xfrm>
            <a:off x="42291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Freeform 1213"/>
          <p:cNvSpPr/>
          <p:nvPr/>
        </p:nvSpPr>
        <p:spPr>
          <a:xfrm>
            <a:off x="42672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Freeform 1214"/>
          <p:cNvSpPr/>
          <p:nvPr/>
        </p:nvSpPr>
        <p:spPr>
          <a:xfrm>
            <a:off x="42926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Freeform 1215"/>
          <p:cNvSpPr/>
          <p:nvPr/>
        </p:nvSpPr>
        <p:spPr>
          <a:xfrm>
            <a:off x="34290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Freeform 1216"/>
          <p:cNvSpPr/>
          <p:nvPr/>
        </p:nvSpPr>
        <p:spPr>
          <a:xfrm>
            <a:off x="3454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Freeform 1217"/>
          <p:cNvSpPr/>
          <p:nvPr/>
        </p:nvSpPr>
        <p:spPr>
          <a:xfrm>
            <a:off x="3492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Freeform 1218"/>
          <p:cNvSpPr/>
          <p:nvPr/>
        </p:nvSpPr>
        <p:spPr>
          <a:xfrm>
            <a:off x="3517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Freeform 1219"/>
          <p:cNvSpPr/>
          <p:nvPr/>
        </p:nvSpPr>
        <p:spPr>
          <a:xfrm>
            <a:off x="35560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Freeform 1220"/>
          <p:cNvSpPr/>
          <p:nvPr/>
        </p:nvSpPr>
        <p:spPr>
          <a:xfrm>
            <a:off x="35814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Freeform 1221"/>
          <p:cNvSpPr/>
          <p:nvPr/>
        </p:nvSpPr>
        <p:spPr>
          <a:xfrm>
            <a:off x="36068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Freeform 1222"/>
          <p:cNvSpPr/>
          <p:nvPr/>
        </p:nvSpPr>
        <p:spPr>
          <a:xfrm>
            <a:off x="3644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Freeform 1223"/>
          <p:cNvSpPr/>
          <p:nvPr/>
        </p:nvSpPr>
        <p:spPr>
          <a:xfrm>
            <a:off x="36703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Freeform 1224"/>
          <p:cNvSpPr/>
          <p:nvPr/>
        </p:nvSpPr>
        <p:spPr>
          <a:xfrm>
            <a:off x="3708400" y="158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Freeform 1225"/>
          <p:cNvSpPr/>
          <p:nvPr/>
        </p:nvSpPr>
        <p:spPr>
          <a:xfrm>
            <a:off x="37338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Freeform 1226"/>
          <p:cNvSpPr/>
          <p:nvPr/>
        </p:nvSpPr>
        <p:spPr>
          <a:xfrm>
            <a:off x="37592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Freeform 1227"/>
          <p:cNvSpPr/>
          <p:nvPr/>
        </p:nvSpPr>
        <p:spPr>
          <a:xfrm>
            <a:off x="37973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Freeform 1228"/>
          <p:cNvSpPr/>
          <p:nvPr/>
        </p:nvSpPr>
        <p:spPr>
          <a:xfrm>
            <a:off x="38227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Freeform 1229"/>
          <p:cNvSpPr/>
          <p:nvPr/>
        </p:nvSpPr>
        <p:spPr>
          <a:xfrm>
            <a:off x="38608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Freeform 1230"/>
          <p:cNvSpPr/>
          <p:nvPr/>
        </p:nvSpPr>
        <p:spPr>
          <a:xfrm>
            <a:off x="38862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Freeform 1231"/>
          <p:cNvSpPr/>
          <p:nvPr/>
        </p:nvSpPr>
        <p:spPr>
          <a:xfrm>
            <a:off x="39116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Freeform 1232"/>
          <p:cNvSpPr/>
          <p:nvPr/>
        </p:nvSpPr>
        <p:spPr>
          <a:xfrm>
            <a:off x="3949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Freeform 1233"/>
          <p:cNvSpPr/>
          <p:nvPr/>
        </p:nvSpPr>
        <p:spPr>
          <a:xfrm>
            <a:off x="39751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Freeform 1234"/>
          <p:cNvSpPr/>
          <p:nvPr/>
        </p:nvSpPr>
        <p:spPr>
          <a:xfrm>
            <a:off x="40132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Freeform 1235"/>
          <p:cNvSpPr/>
          <p:nvPr/>
        </p:nvSpPr>
        <p:spPr>
          <a:xfrm>
            <a:off x="40386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Freeform 1236"/>
          <p:cNvSpPr/>
          <p:nvPr/>
        </p:nvSpPr>
        <p:spPr>
          <a:xfrm>
            <a:off x="40767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Freeform 1237"/>
          <p:cNvSpPr/>
          <p:nvPr/>
        </p:nvSpPr>
        <p:spPr>
          <a:xfrm>
            <a:off x="41021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Freeform 1238"/>
          <p:cNvSpPr/>
          <p:nvPr/>
        </p:nvSpPr>
        <p:spPr>
          <a:xfrm>
            <a:off x="41275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Freeform 1239"/>
          <p:cNvSpPr/>
          <p:nvPr/>
        </p:nvSpPr>
        <p:spPr>
          <a:xfrm>
            <a:off x="4165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Freeform 1240"/>
          <p:cNvSpPr/>
          <p:nvPr/>
        </p:nvSpPr>
        <p:spPr>
          <a:xfrm>
            <a:off x="41910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Freeform 1241"/>
          <p:cNvSpPr/>
          <p:nvPr/>
        </p:nvSpPr>
        <p:spPr>
          <a:xfrm>
            <a:off x="42291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Freeform 1242"/>
          <p:cNvSpPr/>
          <p:nvPr/>
        </p:nvSpPr>
        <p:spPr>
          <a:xfrm>
            <a:off x="42545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Freeform 1243"/>
          <p:cNvSpPr/>
          <p:nvPr/>
        </p:nvSpPr>
        <p:spPr>
          <a:xfrm>
            <a:off x="42799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Freeform 1244"/>
          <p:cNvSpPr/>
          <p:nvPr/>
        </p:nvSpPr>
        <p:spPr>
          <a:xfrm>
            <a:off x="3416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Freeform 1245"/>
          <p:cNvSpPr/>
          <p:nvPr/>
        </p:nvSpPr>
        <p:spPr>
          <a:xfrm>
            <a:off x="3441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Freeform 1246"/>
          <p:cNvSpPr/>
          <p:nvPr/>
        </p:nvSpPr>
        <p:spPr>
          <a:xfrm>
            <a:off x="34798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Freeform 1247"/>
          <p:cNvSpPr/>
          <p:nvPr/>
        </p:nvSpPr>
        <p:spPr>
          <a:xfrm>
            <a:off x="35052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Freeform 1248"/>
          <p:cNvSpPr/>
          <p:nvPr/>
        </p:nvSpPr>
        <p:spPr>
          <a:xfrm>
            <a:off x="35433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Freeform 1249"/>
          <p:cNvSpPr/>
          <p:nvPr/>
        </p:nvSpPr>
        <p:spPr>
          <a:xfrm>
            <a:off x="35687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Freeform 1250"/>
          <p:cNvSpPr/>
          <p:nvPr/>
        </p:nvSpPr>
        <p:spPr>
          <a:xfrm>
            <a:off x="35941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Freeform 1251"/>
          <p:cNvSpPr/>
          <p:nvPr/>
        </p:nvSpPr>
        <p:spPr>
          <a:xfrm>
            <a:off x="3632200" y="158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Freeform 1252"/>
          <p:cNvSpPr/>
          <p:nvPr/>
        </p:nvSpPr>
        <p:spPr>
          <a:xfrm>
            <a:off x="3657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Freeform 1253"/>
          <p:cNvSpPr/>
          <p:nvPr/>
        </p:nvSpPr>
        <p:spPr>
          <a:xfrm>
            <a:off x="36957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Freeform 1254"/>
          <p:cNvSpPr/>
          <p:nvPr/>
        </p:nvSpPr>
        <p:spPr>
          <a:xfrm>
            <a:off x="37211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Freeform 1255"/>
          <p:cNvSpPr/>
          <p:nvPr/>
        </p:nvSpPr>
        <p:spPr>
          <a:xfrm>
            <a:off x="37592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Freeform 1256"/>
          <p:cNvSpPr/>
          <p:nvPr/>
        </p:nvSpPr>
        <p:spPr>
          <a:xfrm>
            <a:off x="37846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Freeform 1257"/>
          <p:cNvSpPr/>
          <p:nvPr/>
        </p:nvSpPr>
        <p:spPr>
          <a:xfrm>
            <a:off x="38100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Freeform 1258"/>
          <p:cNvSpPr/>
          <p:nvPr/>
        </p:nvSpPr>
        <p:spPr>
          <a:xfrm>
            <a:off x="38481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Freeform 1259"/>
          <p:cNvSpPr/>
          <p:nvPr/>
        </p:nvSpPr>
        <p:spPr>
          <a:xfrm>
            <a:off x="38735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Freeform 1260"/>
          <p:cNvSpPr/>
          <p:nvPr/>
        </p:nvSpPr>
        <p:spPr>
          <a:xfrm>
            <a:off x="3911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Freeform 1261"/>
          <p:cNvSpPr/>
          <p:nvPr/>
        </p:nvSpPr>
        <p:spPr>
          <a:xfrm>
            <a:off x="3937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Freeform 1262"/>
          <p:cNvSpPr/>
          <p:nvPr/>
        </p:nvSpPr>
        <p:spPr>
          <a:xfrm>
            <a:off x="39624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Freeform 1263"/>
          <p:cNvSpPr/>
          <p:nvPr/>
        </p:nvSpPr>
        <p:spPr>
          <a:xfrm>
            <a:off x="40005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Freeform 1264"/>
          <p:cNvSpPr/>
          <p:nvPr/>
        </p:nvSpPr>
        <p:spPr>
          <a:xfrm>
            <a:off x="40259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Freeform 1265"/>
          <p:cNvSpPr/>
          <p:nvPr/>
        </p:nvSpPr>
        <p:spPr>
          <a:xfrm>
            <a:off x="40640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Freeform 1266"/>
          <p:cNvSpPr/>
          <p:nvPr/>
        </p:nvSpPr>
        <p:spPr>
          <a:xfrm>
            <a:off x="4089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Freeform 1267"/>
          <p:cNvSpPr/>
          <p:nvPr/>
        </p:nvSpPr>
        <p:spPr>
          <a:xfrm>
            <a:off x="41148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Freeform 1268"/>
          <p:cNvSpPr/>
          <p:nvPr/>
        </p:nvSpPr>
        <p:spPr>
          <a:xfrm>
            <a:off x="41529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Freeform 1269"/>
          <p:cNvSpPr/>
          <p:nvPr/>
        </p:nvSpPr>
        <p:spPr>
          <a:xfrm>
            <a:off x="41783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Freeform 1270"/>
          <p:cNvSpPr/>
          <p:nvPr/>
        </p:nvSpPr>
        <p:spPr>
          <a:xfrm>
            <a:off x="4216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Freeform 1271"/>
          <p:cNvSpPr/>
          <p:nvPr/>
        </p:nvSpPr>
        <p:spPr>
          <a:xfrm>
            <a:off x="42418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Freeform 1272"/>
          <p:cNvSpPr/>
          <p:nvPr/>
        </p:nvSpPr>
        <p:spPr>
          <a:xfrm>
            <a:off x="42799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Freeform 1273"/>
          <p:cNvSpPr/>
          <p:nvPr/>
        </p:nvSpPr>
        <p:spPr>
          <a:xfrm>
            <a:off x="34036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Freeform 1274"/>
          <p:cNvSpPr/>
          <p:nvPr/>
        </p:nvSpPr>
        <p:spPr>
          <a:xfrm>
            <a:off x="34417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Freeform 1275"/>
          <p:cNvSpPr/>
          <p:nvPr/>
        </p:nvSpPr>
        <p:spPr>
          <a:xfrm>
            <a:off x="34671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Freeform 1276"/>
          <p:cNvSpPr/>
          <p:nvPr/>
        </p:nvSpPr>
        <p:spPr>
          <a:xfrm>
            <a:off x="3492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Freeform 1277"/>
          <p:cNvSpPr/>
          <p:nvPr/>
        </p:nvSpPr>
        <p:spPr>
          <a:xfrm>
            <a:off x="3530600" y="158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Freeform 1278"/>
          <p:cNvSpPr/>
          <p:nvPr/>
        </p:nvSpPr>
        <p:spPr>
          <a:xfrm>
            <a:off x="35560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Freeform 1279"/>
          <p:cNvSpPr/>
          <p:nvPr/>
        </p:nvSpPr>
        <p:spPr>
          <a:xfrm>
            <a:off x="35941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Freeform 1280"/>
          <p:cNvSpPr/>
          <p:nvPr/>
        </p:nvSpPr>
        <p:spPr>
          <a:xfrm>
            <a:off x="36195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Freeform 1281"/>
          <p:cNvSpPr/>
          <p:nvPr/>
        </p:nvSpPr>
        <p:spPr>
          <a:xfrm>
            <a:off x="36449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Freeform 1282"/>
          <p:cNvSpPr/>
          <p:nvPr/>
        </p:nvSpPr>
        <p:spPr>
          <a:xfrm>
            <a:off x="36830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Freeform 1283"/>
          <p:cNvSpPr/>
          <p:nvPr/>
        </p:nvSpPr>
        <p:spPr>
          <a:xfrm>
            <a:off x="37084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Freeform 1284"/>
          <p:cNvSpPr/>
          <p:nvPr/>
        </p:nvSpPr>
        <p:spPr>
          <a:xfrm>
            <a:off x="37465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Freeform 1285"/>
          <p:cNvSpPr/>
          <p:nvPr/>
        </p:nvSpPr>
        <p:spPr>
          <a:xfrm>
            <a:off x="3771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Freeform 1286"/>
          <p:cNvSpPr/>
          <p:nvPr/>
        </p:nvSpPr>
        <p:spPr>
          <a:xfrm>
            <a:off x="37973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Freeform 1287"/>
          <p:cNvSpPr/>
          <p:nvPr/>
        </p:nvSpPr>
        <p:spPr>
          <a:xfrm>
            <a:off x="38354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Freeform 1288"/>
          <p:cNvSpPr/>
          <p:nvPr/>
        </p:nvSpPr>
        <p:spPr>
          <a:xfrm>
            <a:off x="38608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Freeform 1289"/>
          <p:cNvSpPr/>
          <p:nvPr/>
        </p:nvSpPr>
        <p:spPr>
          <a:xfrm>
            <a:off x="38989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Freeform 1290"/>
          <p:cNvSpPr/>
          <p:nvPr/>
        </p:nvSpPr>
        <p:spPr>
          <a:xfrm>
            <a:off x="39243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Freeform 1291"/>
          <p:cNvSpPr/>
          <p:nvPr/>
        </p:nvSpPr>
        <p:spPr>
          <a:xfrm>
            <a:off x="3962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Freeform 1292"/>
          <p:cNvSpPr/>
          <p:nvPr/>
        </p:nvSpPr>
        <p:spPr>
          <a:xfrm>
            <a:off x="39878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Freeform 1293"/>
          <p:cNvSpPr/>
          <p:nvPr/>
        </p:nvSpPr>
        <p:spPr>
          <a:xfrm>
            <a:off x="4013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Freeform 1294"/>
          <p:cNvSpPr/>
          <p:nvPr/>
        </p:nvSpPr>
        <p:spPr>
          <a:xfrm>
            <a:off x="40513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Freeform 1295"/>
          <p:cNvSpPr/>
          <p:nvPr/>
        </p:nvSpPr>
        <p:spPr>
          <a:xfrm>
            <a:off x="40767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Freeform 1296"/>
          <p:cNvSpPr/>
          <p:nvPr/>
        </p:nvSpPr>
        <p:spPr>
          <a:xfrm>
            <a:off x="41148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Freeform 1297"/>
          <p:cNvSpPr/>
          <p:nvPr/>
        </p:nvSpPr>
        <p:spPr>
          <a:xfrm>
            <a:off x="4140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Freeform 1298"/>
          <p:cNvSpPr/>
          <p:nvPr/>
        </p:nvSpPr>
        <p:spPr>
          <a:xfrm>
            <a:off x="41656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Freeform 1299"/>
          <p:cNvSpPr/>
          <p:nvPr/>
        </p:nvSpPr>
        <p:spPr>
          <a:xfrm>
            <a:off x="42037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Freeform 1300"/>
          <p:cNvSpPr/>
          <p:nvPr/>
        </p:nvSpPr>
        <p:spPr>
          <a:xfrm>
            <a:off x="42291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Freeform 1301"/>
          <p:cNvSpPr/>
          <p:nvPr/>
        </p:nvSpPr>
        <p:spPr>
          <a:xfrm>
            <a:off x="4267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Freeform 1302"/>
          <p:cNvSpPr/>
          <p:nvPr/>
        </p:nvSpPr>
        <p:spPr>
          <a:xfrm>
            <a:off x="33909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Freeform 1303"/>
          <p:cNvSpPr/>
          <p:nvPr/>
        </p:nvSpPr>
        <p:spPr>
          <a:xfrm>
            <a:off x="3429000" y="158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Freeform 1304"/>
          <p:cNvSpPr/>
          <p:nvPr/>
        </p:nvSpPr>
        <p:spPr>
          <a:xfrm>
            <a:off x="3454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Freeform 1305"/>
          <p:cNvSpPr/>
          <p:nvPr/>
        </p:nvSpPr>
        <p:spPr>
          <a:xfrm>
            <a:off x="34798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Freeform 1306"/>
          <p:cNvSpPr/>
          <p:nvPr/>
        </p:nvSpPr>
        <p:spPr>
          <a:xfrm>
            <a:off x="35179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Freeform 1307"/>
          <p:cNvSpPr/>
          <p:nvPr/>
        </p:nvSpPr>
        <p:spPr>
          <a:xfrm>
            <a:off x="3543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Freeform 1308"/>
          <p:cNvSpPr/>
          <p:nvPr/>
        </p:nvSpPr>
        <p:spPr>
          <a:xfrm>
            <a:off x="3581400" y="1574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Freeform 1309"/>
          <p:cNvSpPr/>
          <p:nvPr/>
        </p:nvSpPr>
        <p:spPr>
          <a:xfrm>
            <a:off x="3606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Freeform 1310"/>
          <p:cNvSpPr/>
          <p:nvPr/>
        </p:nvSpPr>
        <p:spPr>
          <a:xfrm>
            <a:off x="36449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Freeform 1311"/>
          <p:cNvSpPr/>
          <p:nvPr/>
        </p:nvSpPr>
        <p:spPr>
          <a:xfrm>
            <a:off x="36703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Freeform 1312"/>
          <p:cNvSpPr/>
          <p:nvPr/>
        </p:nvSpPr>
        <p:spPr>
          <a:xfrm>
            <a:off x="3695700" y="156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Freeform 1313"/>
          <p:cNvSpPr/>
          <p:nvPr/>
        </p:nvSpPr>
        <p:spPr>
          <a:xfrm>
            <a:off x="37338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Freeform 1314"/>
          <p:cNvSpPr/>
          <p:nvPr/>
        </p:nvSpPr>
        <p:spPr>
          <a:xfrm>
            <a:off x="37592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Freeform 1315"/>
          <p:cNvSpPr/>
          <p:nvPr/>
        </p:nvSpPr>
        <p:spPr>
          <a:xfrm>
            <a:off x="37973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Freeform 1316"/>
          <p:cNvSpPr/>
          <p:nvPr/>
        </p:nvSpPr>
        <p:spPr>
          <a:xfrm>
            <a:off x="38227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Freeform 1317"/>
          <p:cNvSpPr/>
          <p:nvPr/>
        </p:nvSpPr>
        <p:spPr>
          <a:xfrm>
            <a:off x="38481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Freeform 1318"/>
          <p:cNvSpPr/>
          <p:nvPr/>
        </p:nvSpPr>
        <p:spPr>
          <a:xfrm>
            <a:off x="3886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Freeform 1319"/>
          <p:cNvSpPr/>
          <p:nvPr/>
        </p:nvSpPr>
        <p:spPr>
          <a:xfrm>
            <a:off x="39116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Freeform 1320"/>
          <p:cNvSpPr/>
          <p:nvPr/>
        </p:nvSpPr>
        <p:spPr>
          <a:xfrm>
            <a:off x="39497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Freeform 1321"/>
          <p:cNvSpPr/>
          <p:nvPr/>
        </p:nvSpPr>
        <p:spPr>
          <a:xfrm>
            <a:off x="39751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Freeform 1322"/>
          <p:cNvSpPr/>
          <p:nvPr/>
        </p:nvSpPr>
        <p:spPr>
          <a:xfrm>
            <a:off x="40005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Freeform 1323"/>
          <p:cNvSpPr/>
          <p:nvPr/>
        </p:nvSpPr>
        <p:spPr>
          <a:xfrm>
            <a:off x="4038600" y="1511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Freeform 1324"/>
          <p:cNvSpPr/>
          <p:nvPr/>
        </p:nvSpPr>
        <p:spPr>
          <a:xfrm>
            <a:off x="40640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Freeform 1325"/>
          <p:cNvSpPr/>
          <p:nvPr/>
        </p:nvSpPr>
        <p:spPr>
          <a:xfrm>
            <a:off x="41021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Freeform 1326"/>
          <p:cNvSpPr/>
          <p:nvPr/>
        </p:nvSpPr>
        <p:spPr>
          <a:xfrm>
            <a:off x="41275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Freeform 1327"/>
          <p:cNvSpPr/>
          <p:nvPr/>
        </p:nvSpPr>
        <p:spPr>
          <a:xfrm>
            <a:off x="41656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Freeform 1328"/>
          <p:cNvSpPr/>
          <p:nvPr/>
        </p:nvSpPr>
        <p:spPr>
          <a:xfrm>
            <a:off x="41910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Freeform 1329"/>
          <p:cNvSpPr/>
          <p:nvPr/>
        </p:nvSpPr>
        <p:spPr>
          <a:xfrm>
            <a:off x="42164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Freeform 1330"/>
          <p:cNvSpPr/>
          <p:nvPr/>
        </p:nvSpPr>
        <p:spPr>
          <a:xfrm>
            <a:off x="42545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Freeform 1331"/>
          <p:cNvSpPr/>
          <p:nvPr/>
        </p:nvSpPr>
        <p:spPr>
          <a:xfrm>
            <a:off x="33782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Freeform 1332"/>
          <p:cNvSpPr/>
          <p:nvPr/>
        </p:nvSpPr>
        <p:spPr>
          <a:xfrm>
            <a:off x="34163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Freeform 1333"/>
          <p:cNvSpPr/>
          <p:nvPr/>
        </p:nvSpPr>
        <p:spPr>
          <a:xfrm>
            <a:off x="34417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Freeform 1334"/>
          <p:cNvSpPr/>
          <p:nvPr/>
        </p:nvSpPr>
        <p:spPr>
          <a:xfrm>
            <a:off x="3479800" y="1574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Freeform 1335"/>
          <p:cNvSpPr/>
          <p:nvPr/>
        </p:nvSpPr>
        <p:spPr>
          <a:xfrm>
            <a:off x="35052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Freeform 1336"/>
          <p:cNvSpPr/>
          <p:nvPr/>
        </p:nvSpPr>
        <p:spPr>
          <a:xfrm>
            <a:off x="35306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Freeform 1337"/>
          <p:cNvSpPr/>
          <p:nvPr/>
        </p:nvSpPr>
        <p:spPr>
          <a:xfrm>
            <a:off x="35687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Freeform 1338"/>
          <p:cNvSpPr/>
          <p:nvPr/>
        </p:nvSpPr>
        <p:spPr>
          <a:xfrm>
            <a:off x="35941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Freeform 1339"/>
          <p:cNvSpPr/>
          <p:nvPr/>
        </p:nvSpPr>
        <p:spPr>
          <a:xfrm>
            <a:off x="3632200" y="1562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Freeform 1340"/>
          <p:cNvSpPr/>
          <p:nvPr/>
        </p:nvSpPr>
        <p:spPr>
          <a:xfrm>
            <a:off x="36576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Freeform 1341"/>
          <p:cNvSpPr/>
          <p:nvPr/>
        </p:nvSpPr>
        <p:spPr>
          <a:xfrm>
            <a:off x="36830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Freeform 1342"/>
          <p:cNvSpPr/>
          <p:nvPr/>
        </p:nvSpPr>
        <p:spPr>
          <a:xfrm>
            <a:off x="37211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Freeform 1343"/>
          <p:cNvSpPr/>
          <p:nvPr/>
        </p:nvSpPr>
        <p:spPr>
          <a:xfrm>
            <a:off x="37465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Freeform 1344"/>
          <p:cNvSpPr/>
          <p:nvPr/>
        </p:nvSpPr>
        <p:spPr>
          <a:xfrm>
            <a:off x="3784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Freeform 1345"/>
          <p:cNvSpPr/>
          <p:nvPr/>
        </p:nvSpPr>
        <p:spPr>
          <a:xfrm>
            <a:off x="38100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Freeform 1346"/>
          <p:cNvSpPr/>
          <p:nvPr/>
        </p:nvSpPr>
        <p:spPr>
          <a:xfrm>
            <a:off x="38481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Freeform 1347"/>
          <p:cNvSpPr/>
          <p:nvPr/>
        </p:nvSpPr>
        <p:spPr>
          <a:xfrm>
            <a:off x="38735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Freeform 1348"/>
          <p:cNvSpPr/>
          <p:nvPr/>
        </p:nvSpPr>
        <p:spPr>
          <a:xfrm>
            <a:off x="38989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Freeform 1349"/>
          <p:cNvSpPr/>
          <p:nvPr/>
        </p:nvSpPr>
        <p:spPr>
          <a:xfrm>
            <a:off x="39370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Freeform 1350"/>
          <p:cNvSpPr/>
          <p:nvPr/>
        </p:nvSpPr>
        <p:spPr>
          <a:xfrm>
            <a:off x="3962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Freeform 1351"/>
          <p:cNvSpPr/>
          <p:nvPr/>
        </p:nvSpPr>
        <p:spPr>
          <a:xfrm>
            <a:off x="40005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Freeform 1352"/>
          <p:cNvSpPr/>
          <p:nvPr/>
        </p:nvSpPr>
        <p:spPr>
          <a:xfrm>
            <a:off x="40259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Freeform 1353"/>
          <p:cNvSpPr/>
          <p:nvPr/>
        </p:nvSpPr>
        <p:spPr>
          <a:xfrm>
            <a:off x="40513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Freeform 1354"/>
          <p:cNvSpPr/>
          <p:nvPr/>
        </p:nvSpPr>
        <p:spPr>
          <a:xfrm>
            <a:off x="40894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Freeform 1355"/>
          <p:cNvSpPr/>
          <p:nvPr/>
        </p:nvSpPr>
        <p:spPr>
          <a:xfrm>
            <a:off x="41148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Freeform 1356"/>
          <p:cNvSpPr/>
          <p:nvPr/>
        </p:nvSpPr>
        <p:spPr>
          <a:xfrm>
            <a:off x="41529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Freeform 1357"/>
          <p:cNvSpPr/>
          <p:nvPr/>
        </p:nvSpPr>
        <p:spPr>
          <a:xfrm>
            <a:off x="41783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Freeform 1358"/>
          <p:cNvSpPr/>
          <p:nvPr/>
        </p:nvSpPr>
        <p:spPr>
          <a:xfrm>
            <a:off x="42037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Freeform 1359"/>
          <p:cNvSpPr/>
          <p:nvPr/>
        </p:nvSpPr>
        <p:spPr>
          <a:xfrm>
            <a:off x="42418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Freeform 1360"/>
          <p:cNvSpPr/>
          <p:nvPr/>
        </p:nvSpPr>
        <p:spPr>
          <a:xfrm>
            <a:off x="3378200" y="1574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Freeform 1361"/>
          <p:cNvSpPr/>
          <p:nvPr/>
        </p:nvSpPr>
        <p:spPr>
          <a:xfrm>
            <a:off x="34036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Freeform 1362"/>
          <p:cNvSpPr/>
          <p:nvPr/>
        </p:nvSpPr>
        <p:spPr>
          <a:xfrm>
            <a:off x="3429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Freeform 1363"/>
          <p:cNvSpPr/>
          <p:nvPr/>
        </p:nvSpPr>
        <p:spPr>
          <a:xfrm>
            <a:off x="3467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Freeform 1364"/>
          <p:cNvSpPr/>
          <p:nvPr/>
        </p:nvSpPr>
        <p:spPr>
          <a:xfrm>
            <a:off x="34925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Freeform 1365"/>
          <p:cNvSpPr/>
          <p:nvPr/>
        </p:nvSpPr>
        <p:spPr>
          <a:xfrm>
            <a:off x="3530600" y="1562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Freeform 1366"/>
          <p:cNvSpPr/>
          <p:nvPr/>
        </p:nvSpPr>
        <p:spPr>
          <a:xfrm>
            <a:off x="35560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Freeform 1367"/>
          <p:cNvSpPr/>
          <p:nvPr/>
        </p:nvSpPr>
        <p:spPr>
          <a:xfrm>
            <a:off x="35814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Freeform 1368"/>
          <p:cNvSpPr/>
          <p:nvPr/>
        </p:nvSpPr>
        <p:spPr>
          <a:xfrm>
            <a:off x="36195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Freeform 1369"/>
          <p:cNvSpPr/>
          <p:nvPr/>
        </p:nvSpPr>
        <p:spPr>
          <a:xfrm>
            <a:off x="3644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Freeform 1370"/>
          <p:cNvSpPr/>
          <p:nvPr/>
        </p:nvSpPr>
        <p:spPr>
          <a:xfrm>
            <a:off x="36830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Freeform 1371"/>
          <p:cNvSpPr/>
          <p:nvPr/>
        </p:nvSpPr>
        <p:spPr>
          <a:xfrm>
            <a:off x="37084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Freeform 1372"/>
          <p:cNvSpPr/>
          <p:nvPr/>
        </p:nvSpPr>
        <p:spPr>
          <a:xfrm>
            <a:off x="37338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Freeform 1373"/>
          <p:cNvSpPr/>
          <p:nvPr/>
        </p:nvSpPr>
        <p:spPr>
          <a:xfrm>
            <a:off x="3771900" y="1511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Freeform 1374"/>
          <p:cNvSpPr/>
          <p:nvPr/>
        </p:nvSpPr>
        <p:spPr>
          <a:xfrm>
            <a:off x="37973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Freeform 1375"/>
          <p:cNvSpPr/>
          <p:nvPr/>
        </p:nvSpPr>
        <p:spPr>
          <a:xfrm>
            <a:off x="38354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Freeform 1376"/>
          <p:cNvSpPr/>
          <p:nvPr/>
        </p:nvSpPr>
        <p:spPr>
          <a:xfrm>
            <a:off x="38608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Freeform 1377"/>
          <p:cNvSpPr/>
          <p:nvPr/>
        </p:nvSpPr>
        <p:spPr>
          <a:xfrm>
            <a:off x="38989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Freeform 1378"/>
          <p:cNvSpPr/>
          <p:nvPr/>
        </p:nvSpPr>
        <p:spPr>
          <a:xfrm>
            <a:off x="39243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Freeform 1379"/>
          <p:cNvSpPr/>
          <p:nvPr/>
        </p:nvSpPr>
        <p:spPr>
          <a:xfrm>
            <a:off x="39497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Freeform 1380"/>
          <p:cNvSpPr/>
          <p:nvPr/>
        </p:nvSpPr>
        <p:spPr>
          <a:xfrm>
            <a:off x="39878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Freeform 1381"/>
          <p:cNvSpPr/>
          <p:nvPr/>
        </p:nvSpPr>
        <p:spPr>
          <a:xfrm>
            <a:off x="40132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Freeform 1382"/>
          <p:cNvSpPr/>
          <p:nvPr/>
        </p:nvSpPr>
        <p:spPr>
          <a:xfrm>
            <a:off x="40513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Freeform 1383"/>
          <p:cNvSpPr/>
          <p:nvPr/>
        </p:nvSpPr>
        <p:spPr>
          <a:xfrm>
            <a:off x="40767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Freeform 1384"/>
          <p:cNvSpPr/>
          <p:nvPr/>
        </p:nvSpPr>
        <p:spPr>
          <a:xfrm>
            <a:off x="41021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Freeform 1385"/>
          <p:cNvSpPr/>
          <p:nvPr/>
        </p:nvSpPr>
        <p:spPr>
          <a:xfrm>
            <a:off x="41402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Freeform 1386"/>
          <p:cNvSpPr/>
          <p:nvPr/>
        </p:nvSpPr>
        <p:spPr>
          <a:xfrm>
            <a:off x="41656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Freeform 1387"/>
          <p:cNvSpPr/>
          <p:nvPr/>
        </p:nvSpPr>
        <p:spPr>
          <a:xfrm>
            <a:off x="42037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Freeform 1388"/>
          <p:cNvSpPr/>
          <p:nvPr/>
        </p:nvSpPr>
        <p:spPr>
          <a:xfrm>
            <a:off x="42291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Freeform 1389"/>
          <p:cNvSpPr/>
          <p:nvPr/>
        </p:nvSpPr>
        <p:spPr>
          <a:xfrm>
            <a:off x="33655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Freeform 1390"/>
          <p:cNvSpPr/>
          <p:nvPr/>
        </p:nvSpPr>
        <p:spPr>
          <a:xfrm>
            <a:off x="33909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Freeform 1391"/>
          <p:cNvSpPr/>
          <p:nvPr/>
        </p:nvSpPr>
        <p:spPr>
          <a:xfrm>
            <a:off x="34163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Freeform 1392"/>
          <p:cNvSpPr/>
          <p:nvPr/>
        </p:nvSpPr>
        <p:spPr>
          <a:xfrm>
            <a:off x="3454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Freeform 1393"/>
          <p:cNvSpPr/>
          <p:nvPr/>
        </p:nvSpPr>
        <p:spPr>
          <a:xfrm>
            <a:off x="34798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Freeform 1394"/>
          <p:cNvSpPr/>
          <p:nvPr/>
        </p:nvSpPr>
        <p:spPr>
          <a:xfrm>
            <a:off x="3517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Freeform 1395"/>
          <p:cNvSpPr/>
          <p:nvPr/>
        </p:nvSpPr>
        <p:spPr>
          <a:xfrm>
            <a:off x="35433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Freeform 1396"/>
          <p:cNvSpPr/>
          <p:nvPr/>
        </p:nvSpPr>
        <p:spPr>
          <a:xfrm>
            <a:off x="35814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Freeform 1397"/>
          <p:cNvSpPr/>
          <p:nvPr/>
        </p:nvSpPr>
        <p:spPr>
          <a:xfrm>
            <a:off x="36068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Freeform 1398"/>
          <p:cNvSpPr/>
          <p:nvPr/>
        </p:nvSpPr>
        <p:spPr>
          <a:xfrm>
            <a:off x="3632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Freeform 1399"/>
          <p:cNvSpPr/>
          <p:nvPr/>
        </p:nvSpPr>
        <p:spPr>
          <a:xfrm>
            <a:off x="36703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Freeform 1400"/>
          <p:cNvSpPr/>
          <p:nvPr/>
        </p:nvSpPr>
        <p:spPr>
          <a:xfrm>
            <a:off x="3695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Freeform 1401"/>
          <p:cNvSpPr/>
          <p:nvPr/>
        </p:nvSpPr>
        <p:spPr>
          <a:xfrm>
            <a:off x="37338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Freeform 1402"/>
          <p:cNvSpPr/>
          <p:nvPr/>
        </p:nvSpPr>
        <p:spPr>
          <a:xfrm>
            <a:off x="3759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Freeform 1403"/>
          <p:cNvSpPr/>
          <p:nvPr/>
        </p:nvSpPr>
        <p:spPr>
          <a:xfrm>
            <a:off x="3784600" y="147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Freeform 1404"/>
          <p:cNvSpPr/>
          <p:nvPr/>
        </p:nvSpPr>
        <p:spPr>
          <a:xfrm>
            <a:off x="38227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D6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Freeform 1405"/>
          <p:cNvSpPr/>
          <p:nvPr/>
        </p:nvSpPr>
        <p:spPr>
          <a:xfrm>
            <a:off x="38481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D5"/>
          </a:solidFill>
          <a:ln w="3175">
            <a:solidFill>
              <a:srgbClr val="000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Freeform 1406"/>
          <p:cNvSpPr/>
          <p:nvPr/>
        </p:nvSpPr>
        <p:spPr>
          <a:xfrm>
            <a:off x="38862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Freeform 1407"/>
          <p:cNvSpPr/>
          <p:nvPr/>
        </p:nvSpPr>
        <p:spPr>
          <a:xfrm>
            <a:off x="39116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8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Freeform 1408"/>
          <p:cNvSpPr/>
          <p:nvPr/>
        </p:nvSpPr>
        <p:spPr>
          <a:xfrm>
            <a:off x="39370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Freeform 1409"/>
          <p:cNvSpPr/>
          <p:nvPr/>
        </p:nvSpPr>
        <p:spPr>
          <a:xfrm>
            <a:off x="39751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5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Freeform 1410"/>
          <p:cNvSpPr/>
          <p:nvPr/>
        </p:nvSpPr>
        <p:spPr>
          <a:xfrm>
            <a:off x="4000500" y="147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4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Freeform 1411"/>
          <p:cNvSpPr/>
          <p:nvPr/>
        </p:nvSpPr>
        <p:spPr>
          <a:xfrm>
            <a:off x="40386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Freeform 1412"/>
          <p:cNvSpPr/>
          <p:nvPr/>
        </p:nvSpPr>
        <p:spPr>
          <a:xfrm>
            <a:off x="40640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Freeform 1413"/>
          <p:cNvSpPr/>
          <p:nvPr/>
        </p:nvSpPr>
        <p:spPr>
          <a:xfrm>
            <a:off x="41021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AC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Freeform 1414"/>
          <p:cNvSpPr/>
          <p:nvPr/>
        </p:nvSpPr>
        <p:spPr>
          <a:xfrm>
            <a:off x="4127500" y="1473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B"/>
          </a:solidFill>
          <a:ln w="3175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Freeform 1415"/>
          <p:cNvSpPr/>
          <p:nvPr/>
        </p:nvSpPr>
        <p:spPr>
          <a:xfrm>
            <a:off x="4152900" y="147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Freeform 1416"/>
          <p:cNvSpPr/>
          <p:nvPr/>
        </p:nvSpPr>
        <p:spPr>
          <a:xfrm>
            <a:off x="4191000" y="1473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Freeform 1417"/>
          <p:cNvSpPr/>
          <p:nvPr/>
        </p:nvSpPr>
        <p:spPr>
          <a:xfrm>
            <a:off x="42164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Freeform 1418"/>
          <p:cNvSpPr/>
          <p:nvPr/>
        </p:nvSpPr>
        <p:spPr>
          <a:xfrm>
            <a:off x="33528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Freeform 1419"/>
          <p:cNvSpPr/>
          <p:nvPr/>
        </p:nvSpPr>
        <p:spPr>
          <a:xfrm>
            <a:off x="33782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Freeform 1420"/>
          <p:cNvSpPr/>
          <p:nvPr/>
        </p:nvSpPr>
        <p:spPr>
          <a:xfrm>
            <a:off x="34163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Freeform 1421"/>
          <p:cNvSpPr/>
          <p:nvPr/>
        </p:nvSpPr>
        <p:spPr>
          <a:xfrm>
            <a:off x="3441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Freeform 1422"/>
          <p:cNvSpPr/>
          <p:nvPr/>
        </p:nvSpPr>
        <p:spPr>
          <a:xfrm>
            <a:off x="34671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Freeform 1423"/>
          <p:cNvSpPr/>
          <p:nvPr/>
        </p:nvSpPr>
        <p:spPr>
          <a:xfrm>
            <a:off x="35052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Freeform 1424"/>
          <p:cNvSpPr/>
          <p:nvPr/>
        </p:nvSpPr>
        <p:spPr>
          <a:xfrm>
            <a:off x="35306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Freeform 1425"/>
          <p:cNvSpPr/>
          <p:nvPr/>
        </p:nvSpPr>
        <p:spPr>
          <a:xfrm>
            <a:off x="35687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Freeform 1426"/>
          <p:cNvSpPr/>
          <p:nvPr/>
        </p:nvSpPr>
        <p:spPr>
          <a:xfrm>
            <a:off x="35941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Freeform 1427"/>
          <p:cNvSpPr/>
          <p:nvPr/>
        </p:nvSpPr>
        <p:spPr>
          <a:xfrm>
            <a:off x="36195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Freeform 1428"/>
          <p:cNvSpPr/>
          <p:nvPr/>
        </p:nvSpPr>
        <p:spPr>
          <a:xfrm>
            <a:off x="3657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Freeform 1429"/>
          <p:cNvSpPr/>
          <p:nvPr/>
        </p:nvSpPr>
        <p:spPr>
          <a:xfrm>
            <a:off x="36830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Freeform 1430"/>
          <p:cNvSpPr/>
          <p:nvPr/>
        </p:nvSpPr>
        <p:spPr>
          <a:xfrm>
            <a:off x="3721100" y="1511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Freeform 1431"/>
          <p:cNvSpPr/>
          <p:nvPr/>
        </p:nvSpPr>
        <p:spPr>
          <a:xfrm>
            <a:off x="37465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Freeform 1432"/>
          <p:cNvSpPr/>
          <p:nvPr/>
        </p:nvSpPr>
        <p:spPr>
          <a:xfrm>
            <a:off x="37846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Freeform 1433"/>
          <p:cNvSpPr/>
          <p:nvPr/>
        </p:nvSpPr>
        <p:spPr>
          <a:xfrm>
            <a:off x="3810000" y="140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00FF"/>
          </a:solidFill>
          <a:ln w="3175">
            <a:solidFill>
              <a:srgbClr val="000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Freeform 1434"/>
          <p:cNvSpPr/>
          <p:nvPr/>
        </p:nvSpPr>
        <p:spPr>
          <a:xfrm>
            <a:off x="3835400" y="140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Freeform 1435"/>
          <p:cNvSpPr/>
          <p:nvPr/>
        </p:nvSpPr>
        <p:spPr>
          <a:xfrm>
            <a:off x="3873500" y="1435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5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Freeform 1436"/>
          <p:cNvSpPr/>
          <p:nvPr/>
        </p:nvSpPr>
        <p:spPr>
          <a:xfrm>
            <a:off x="389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B"/>
          </a:solidFill>
          <a:ln w="3175">
            <a:solidFill>
              <a:srgbClr val="0000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Freeform 1437"/>
          <p:cNvSpPr/>
          <p:nvPr/>
        </p:nvSpPr>
        <p:spPr>
          <a:xfrm>
            <a:off x="39370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Freeform 1438"/>
          <p:cNvSpPr/>
          <p:nvPr/>
        </p:nvSpPr>
        <p:spPr>
          <a:xfrm>
            <a:off x="39624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3"/>
          </a:solidFill>
          <a:ln w="3175">
            <a:solidFill>
              <a:srgbClr val="000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Freeform 1439"/>
          <p:cNvSpPr/>
          <p:nvPr/>
        </p:nvSpPr>
        <p:spPr>
          <a:xfrm>
            <a:off x="3987800" y="142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Freeform 1440"/>
          <p:cNvSpPr/>
          <p:nvPr/>
        </p:nvSpPr>
        <p:spPr>
          <a:xfrm>
            <a:off x="4025900" y="140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Freeform 1441"/>
          <p:cNvSpPr/>
          <p:nvPr/>
        </p:nvSpPr>
        <p:spPr>
          <a:xfrm>
            <a:off x="40513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FD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Freeform 1442"/>
          <p:cNvSpPr/>
          <p:nvPr/>
        </p:nvSpPr>
        <p:spPr>
          <a:xfrm>
            <a:off x="4089400" y="140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1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Freeform 1443"/>
          <p:cNvSpPr/>
          <p:nvPr/>
        </p:nvSpPr>
        <p:spPr>
          <a:xfrm>
            <a:off x="4114800" y="1422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A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Freeform 1444"/>
          <p:cNvSpPr/>
          <p:nvPr/>
        </p:nvSpPr>
        <p:spPr>
          <a:xfrm>
            <a:off x="4140200" y="140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Freeform 1445"/>
          <p:cNvSpPr/>
          <p:nvPr/>
        </p:nvSpPr>
        <p:spPr>
          <a:xfrm>
            <a:off x="4178300" y="140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Freeform 1446"/>
          <p:cNvSpPr/>
          <p:nvPr/>
        </p:nvSpPr>
        <p:spPr>
          <a:xfrm>
            <a:off x="4203700" y="140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Freeform 1447"/>
          <p:cNvSpPr/>
          <p:nvPr/>
        </p:nvSpPr>
        <p:spPr>
          <a:xfrm>
            <a:off x="33401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Freeform 1448"/>
          <p:cNvSpPr/>
          <p:nvPr/>
        </p:nvSpPr>
        <p:spPr>
          <a:xfrm>
            <a:off x="33655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Freeform 1449"/>
          <p:cNvSpPr/>
          <p:nvPr/>
        </p:nvSpPr>
        <p:spPr>
          <a:xfrm>
            <a:off x="3403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Freeform 1450"/>
          <p:cNvSpPr/>
          <p:nvPr/>
        </p:nvSpPr>
        <p:spPr>
          <a:xfrm>
            <a:off x="3429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Freeform 1451"/>
          <p:cNvSpPr/>
          <p:nvPr/>
        </p:nvSpPr>
        <p:spPr>
          <a:xfrm>
            <a:off x="3467100" y="1511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Freeform 1452"/>
          <p:cNvSpPr/>
          <p:nvPr/>
        </p:nvSpPr>
        <p:spPr>
          <a:xfrm>
            <a:off x="3492500" y="1511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Freeform 1453"/>
          <p:cNvSpPr/>
          <p:nvPr/>
        </p:nvSpPr>
        <p:spPr>
          <a:xfrm>
            <a:off x="35179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Freeform 1454"/>
          <p:cNvSpPr/>
          <p:nvPr/>
        </p:nvSpPr>
        <p:spPr>
          <a:xfrm>
            <a:off x="35560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Freeform 1455"/>
          <p:cNvSpPr/>
          <p:nvPr/>
        </p:nvSpPr>
        <p:spPr>
          <a:xfrm>
            <a:off x="35814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Freeform 1456"/>
          <p:cNvSpPr/>
          <p:nvPr/>
        </p:nvSpPr>
        <p:spPr>
          <a:xfrm>
            <a:off x="36195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Freeform 1457"/>
          <p:cNvSpPr/>
          <p:nvPr/>
        </p:nvSpPr>
        <p:spPr>
          <a:xfrm>
            <a:off x="36449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Freeform 1458"/>
          <p:cNvSpPr/>
          <p:nvPr/>
        </p:nvSpPr>
        <p:spPr>
          <a:xfrm>
            <a:off x="36703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Freeform 1459"/>
          <p:cNvSpPr/>
          <p:nvPr/>
        </p:nvSpPr>
        <p:spPr>
          <a:xfrm>
            <a:off x="37084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Freeform 1460"/>
          <p:cNvSpPr/>
          <p:nvPr/>
        </p:nvSpPr>
        <p:spPr>
          <a:xfrm>
            <a:off x="37338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Freeform 1461"/>
          <p:cNvSpPr/>
          <p:nvPr/>
        </p:nvSpPr>
        <p:spPr>
          <a:xfrm>
            <a:off x="37719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Freeform 1462"/>
          <p:cNvSpPr/>
          <p:nvPr/>
        </p:nvSpPr>
        <p:spPr>
          <a:xfrm>
            <a:off x="3797300" y="1397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Freeform 1463"/>
          <p:cNvSpPr/>
          <p:nvPr/>
        </p:nvSpPr>
        <p:spPr>
          <a:xfrm>
            <a:off x="3822700" y="139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Freeform 1464"/>
          <p:cNvSpPr/>
          <p:nvPr/>
        </p:nvSpPr>
        <p:spPr>
          <a:xfrm>
            <a:off x="38608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Freeform 1465"/>
          <p:cNvSpPr/>
          <p:nvPr/>
        </p:nvSpPr>
        <p:spPr>
          <a:xfrm>
            <a:off x="3886200" y="1422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B"/>
          </a:solidFill>
          <a:ln w="3175">
            <a:solidFill>
              <a:srgbClr val="000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Freeform 1466"/>
          <p:cNvSpPr/>
          <p:nvPr/>
        </p:nvSpPr>
        <p:spPr>
          <a:xfrm>
            <a:off x="39243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Freeform 1467"/>
          <p:cNvSpPr/>
          <p:nvPr/>
        </p:nvSpPr>
        <p:spPr>
          <a:xfrm>
            <a:off x="3949700" y="1409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1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Freeform 1468"/>
          <p:cNvSpPr/>
          <p:nvPr/>
        </p:nvSpPr>
        <p:spPr>
          <a:xfrm>
            <a:off x="3987800" y="1384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0" y="5"/>
                </a:lnTo>
                <a:close/>
              </a:path>
            </a:pathLst>
          </a:custGeom>
          <a:solidFill>
            <a:srgbClr val="001EFF"/>
          </a:solidFill>
          <a:ln w="3175">
            <a:solidFill>
              <a:srgbClr val="001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Freeform 1469"/>
          <p:cNvSpPr/>
          <p:nvPr/>
        </p:nvSpPr>
        <p:spPr>
          <a:xfrm>
            <a:off x="4013200" y="137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Freeform 1470"/>
          <p:cNvSpPr/>
          <p:nvPr/>
        </p:nvSpPr>
        <p:spPr>
          <a:xfrm>
            <a:off x="40386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49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Freeform 1471"/>
          <p:cNvSpPr/>
          <p:nvPr/>
        </p:nvSpPr>
        <p:spPr>
          <a:xfrm>
            <a:off x="4076700" y="137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Freeform 1472"/>
          <p:cNvSpPr/>
          <p:nvPr/>
        </p:nvSpPr>
        <p:spPr>
          <a:xfrm>
            <a:off x="4102100" y="137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Freeform 1473"/>
          <p:cNvSpPr/>
          <p:nvPr/>
        </p:nvSpPr>
        <p:spPr>
          <a:xfrm>
            <a:off x="4140200" y="1358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0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Freeform 1474"/>
          <p:cNvSpPr/>
          <p:nvPr/>
        </p:nvSpPr>
        <p:spPr>
          <a:xfrm>
            <a:off x="4165600" y="1358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Freeform 1475"/>
          <p:cNvSpPr/>
          <p:nvPr/>
        </p:nvSpPr>
        <p:spPr>
          <a:xfrm>
            <a:off x="4191000" y="135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Freeform 1476"/>
          <p:cNvSpPr/>
          <p:nvPr/>
        </p:nvSpPr>
        <p:spPr>
          <a:xfrm>
            <a:off x="3327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Freeform 1477"/>
          <p:cNvSpPr/>
          <p:nvPr/>
        </p:nvSpPr>
        <p:spPr>
          <a:xfrm>
            <a:off x="33528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Freeform 1478"/>
          <p:cNvSpPr/>
          <p:nvPr/>
        </p:nvSpPr>
        <p:spPr>
          <a:xfrm>
            <a:off x="33909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Freeform 1479"/>
          <p:cNvSpPr/>
          <p:nvPr/>
        </p:nvSpPr>
        <p:spPr>
          <a:xfrm>
            <a:off x="34163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Freeform 1480"/>
          <p:cNvSpPr/>
          <p:nvPr/>
        </p:nvSpPr>
        <p:spPr>
          <a:xfrm>
            <a:off x="34544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Freeform 1481"/>
          <p:cNvSpPr/>
          <p:nvPr/>
        </p:nvSpPr>
        <p:spPr>
          <a:xfrm>
            <a:off x="34798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Freeform 1482"/>
          <p:cNvSpPr/>
          <p:nvPr/>
        </p:nvSpPr>
        <p:spPr>
          <a:xfrm>
            <a:off x="35052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Freeform 1483"/>
          <p:cNvSpPr/>
          <p:nvPr/>
        </p:nvSpPr>
        <p:spPr>
          <a:xfrm>
            <a:off x="35433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Freeform 1484"/>
          <p:cNvSpPr/>
          <p:nvPr/>
        </p:nvSpPr>
        <p:spPr>
          <a:xfrm>
            <a:off x="35687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Freeform 1485"/>
          <p:cNvSpPr/>
          <p:nvPr/>
        </p:nvSpPr>
        <p:spPr>
          <a:xfrm>
            <a:off x="36068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Freeform 1486"/>
          <p:cNvSpPr/>
          <p:nvPr/>
        </p:nvSpPr>
        <p:spPr>
          <a:xfrm>
            <a:off x="36322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Freeform 1487"/>
          <p:cNvSpPr/>
          <p:nvPr/>
        </p:nvSpPr>
        <p:spPr>
          <a:xfrm>
            <a:off x="36703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Freeform 1488"/>
          <p:cNvSpPr/>
          <p:nvPr/>
        </p:nvSpPr>
        <p:spPr>
          <a:xfrm>
            <a:off x="36957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Freeform 1489"/>
          <p:cNvSpPr/>
          <p:nvPr/>
        </p:nvSpPr>
        <p:spPr>
          <a:xfrm>
            <a:off x="37211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Freeform 1490"/>
          <p:cNvSpPr/>
          <p:nvPr/>
        </p:nvSpPr>
        <p:spPr>
          <a:xfrm>
            <a:off x="37592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Freeform 1491"/>
          <p:cNvSpPr/>
          <p:nvPr/>
        </p:nvSpPr>
        <p:spPr>
          <a:xfrm>
            <a:off x="3784600" y="1397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18FF"/>
          </a:solidFill>
          <a:ln w="3175">
            <a:solidFill>
              <a:srgbClr val="001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Freeform 1492"/>
          <p:cNvSpPr/>
          <p:nvPr/>
        </p:nvSpPr>
        <p:spPr>
          <a:xfrm>
            <a:off x="3822700" y="139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43FF"/>
          </a:solidFill>
          <a:ln w="3175">
            <a:solidFill>
              <a:srgbClr val="003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Freeform 1493"/>
          <p:cNvSpPr/>
          <p:nvPr/>
        </p:nvSpPr>
        <p:spPr>
          <a:xfrm>
            <a:off x="38481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Freeform 1494"/>
          <p:cNvSpPr/>
          <p:nvPr/>
        </p:nvSpPr>
        <p:spPr>
          <a:xfrm>
            <a:off x="3873500" y="1397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Freeform 1495"/>
          <p:cNvSpPr/>
          <p:nvPr/>
        </p:nvSpPr>
        <p:spPr>
          <a:xfrm>
            <a:off x="39116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Freeform 1496"/>
          <p:cNvSpPr/>
          <p:nvPr/>
        </p:nvSpPr>
        <p:spPr>
          <a:xfrm>
            <a:off x="3937000" y="137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Freeform 1497"/>
          <p:cNvSpPr/>
          <p:nvPr/>
        </p:nvSpPr>
        <p:spPr>
          <a:xfrm>
            <a:off x="3975100" y="1358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Freeform 1498"/>
          <p:cNvSpPr/>
          <p:nvPr/>
        </p:nvSpPr>
        <p:spPr>
          <a:xfrm>
            <a:off x="4000500" y="1333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Freeform 1499"/>
          <p:cNvSpPr/>
          <p:nvPr/>
        </p:nvSpPr>
        <p:spPr>
          <a:xfrm>
            <a:off x="40259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7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Freeform 1500"/>
          <p:cNvSpPr/>
          <p:nvPr/>
        </p:nvSpPr>
        <p:spPr>
          <a:xfrm>
            <a:off x="4064000" y="1320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Freeform 1501"/>
          <p:cNvSpPr/>
          <p:nvPr/>
        </p:nvSpPr>
        <p:spPr>
          <a:xfrm>
            <a:off x="40894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Freeform 1502"/>
          <p:cNvSpPr/>
          <p:nvPr/>
        </p:nvSpPr>
        <p:spPr>
          <a:xfrm>
            <a:off x="4127500" y="1320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Freeform 1503"/>
          <p:cNvSpPr/>
          <p:nvPr/>
        </p:nvSpPr>
        <p:spPr>
          <a:xfrm>
            <a:off x="4152900" y="1308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Freeform 1504"/>
          <p:cNvSpPr/>
          <p:nvPr/>
        </p:nvSpPr>
        <p:spPr>
          <a:xfrm>
            <a:off x="4191000" y="1308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Freeform 1505"/>
          <p:cNvSpPr/>
          <p:nvPr/>
        </p:nvSpPr>
        <p:spPr>
          <a:xfrm>
            <a:off x="33147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Freeform 1506"/>
          <p:cNvSpPr/>
          <p:nvPr/>
        </p:nvSpPr>
        <p:spPr>
          <a:xfrm>
            <a:off x="33528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Freeform 1507"/>
          <p:cNvSpPr/>
          <p:nvPr/>
        </p:nvSpPr>
        <p:spPr>
          <a:xfrm>
            <a:off x="3378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Freeform 1508"/>
          <p:cNvSpPr/>
          <p:nvPr/>
        </p:nvSpPr>
        <p:spPr>
          <a:xfrm>
            <a:off x="3403600" y="1511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Freeform 1509"/>
          <p:cNvSpPr/>
          <p:nvPr/>
        </p:nvSpPr>
        <p:spPr>
          <a:xfrm>
            <a:off x="34417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Freeform 1510"/>
          <p:cNvSpPr/>
          <p:nvPr/>
        </p:nvSpPr>
        <p:spPr>
          <a:xfrm>
            <a:off x="34671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Freeform 1511"/>
          <p:cNvSpPr/>
          <p:nvPr/>
        </p:nvSpPr>
        <p:spPr>
          <a:xfrm>
            <a:off x="35052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Freeform 1512"/>
          <p:cNvSpPr/>
          <p:nvPr/>
        </p:nvSpPr>
        <p:spPr>
          <a:xfrm>
            <a:off x="35306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Freeform 1513"/>
          <p:cNvSpPr/>
          <p:nvPr/>
        </p:nvSpPr>
        <p:spPr>
          <a:xfrm>
            <a:off x="3556000" y="1498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Freeform 1514"/>
          <p:cNvSpPr/>
          <p:nvPr/>
        </p:nvSpPr>
        <p:spPr>
          <a:xfrm>
            <a:off x="35941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Freeform 1515"/>
          <p:cNvSpPr/>
          <p:nvPr/>
        </p:nvSpPr>
        <p:spPr>
          <a:xfrm>
            <a:off x="3619500" y="1498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Freeform 1516"/>
          <p:cNvSpPr/>
          <p:nvPr/>
        </p:nvSpPr>
        <p:spPr>
          <a:xfrm>
            <a:off x="36576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Freeform 1517"/>
          <p:cNvSpPr/>
          <p:nvPr/>
        </p:nvSpPr>
        <p:spPr>
          <a:xfrm>
            <a:off x="36830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Freeform 1518"/>
          <p:cNvSpPr/>
          <p:nvPr/>
        </p:nvSpPr>
        <p:spPr>
          <a:xfrm>
            <a:off x="37084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Freeform 1519"/>
          <p:cNvSpPr/>
          <p:nvPr/>
        </p:nvSpPr>
        <p:spPr>
          <a:xfrm>
            <a:off x="37465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Freeform 1520"/>
          <p:cNvSpPr/>
          <p:nvPr/>
        </p:nvSpPr>
        <p:spPr>
          <a:xfrm>
            <a:off x="37719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Freeform 1521"/>
          <p:cNvSpPr/>
          <p:nvPr/>
        </p:nvSpPr>
        <p:spPr>
          <a:xfrm>
            <a:off x="38100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Freeform 1522"/>
          <p:cNvSpPr/>
          <p:nvPr/>
        </p:nvSpPr>
        <p:spPr>
          <a:xfrm>
            <a:off x="38354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0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Freeform 1523"/>
          <p:cNvSpPr/>
          <p:nvPr/>
        </p:nvSpPr>
        <p:spPr>
          <a:xfrm>
            <a:off x="38735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Freeform 1524"/>
          <p:cNvSpPr/>
          <p:nvPr/>
        </p:nvSpPr>
        <p:spPr>
          <a:xfrm>
            <a:off x="38989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Freeform 1525"/>
          <p:cNvSpPr/>
          <p:nvPr/>
        </p:nvSpPr>
        <p:spPr>
          <a:xfrm>
            <a:off x="39243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EFF"/>
          </a:solidFill>
          <a:ln w="3175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Freeform 1526"/>
          <p:cNvSpPr/>
          <p:nvPr/>
        </p:nvSpPr>
        <p:spPr>
          <a:xfrm>
            <a:off x="3962400" y="1333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Freeform 1527"/>
          <p:cNvSpPr/>
          <p:nvPr/>
        </p:nvSpPr>
        <p:spPr>
          <a:xfrm>
            <a:off x="3987800" y="132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Freeform 1528"/>
          <p:cNvSpPr/>
          <p:nvPr/>
        </p:nvSpPr>
        <p:spPr>
          <a:xfrm>
            <a:off x="4025900" y="1282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3"/>
                </a:lnTo>
                <a:lnTo>
                  <a:pt x="0" y="4"/>
                </a:lnTo>
                <a:close/>
              </a:path>
            </a:pathLst>
          </a:custGeom>
          <a:solidFill>
            <a:srgbClr val="00B9FF"/>
          </a:solidFill>
          <a:ln w="3175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Freeform 1529"/>
          <p:cNvSpPr/>
          <p:nvPr/>
        </p:nvSpPr>
        <p:spPr>
          <a:xfrm>
            <a:off x="4051300" y="1257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Freeform 1530"/>
          <p:cNvSpPr/>
          <p:nvPr/>
        </p:nvSpPr>
        <p:spPr>
          <a:xfrm>
            <a:off x="4076700" y="1257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Freeform 1531"/>
          <p:cNvSpPr/>
          <p:nvPr/>
        </p:nvSpPr>
        <p:spPr>
          <a:xfrm>
            <a:off x="4114800" y="1257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Freeform 1532"/>
          <p:cNvSpPr/>
          <p:nvPr/>
        </p:nvSpPr>
        <p:spPr>
          <a:xfrm>
            <a:off x="4140200" y="1257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Freeform 1533"/>
          <p:cNvSpPr/>
          <p:nvPr/>
        </p:nvSpPr>
        <p:spPr>
          <a:xfrm>
            <a:off x="4178300" y="1257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Freeform 1534"/>
          <p:cNvSpPr/>
          <p:nvPr/>
        </p:nvSpPr>
        <p:spPr>
          <a:xfrm>
            <a:off x="33020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Freeform 1535"/>
          <p:cNvSpPr/>
          <p:nvPr/>
        </p:nvSpPr>
        <p:spPr>
          <a:xfrm>
            <a:off x="33401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Freeform 1536"/>
          <p:cNvSpPr/>
          <p:nvPr/>
        </p:nvSpPr>
        <p:spPr>
          <a:xfrm>
            <a:off x="33655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Freeform 1537"/>
          <p:cNvSpPr/>
          <p:nvPr/>
        </p:nvSpPr>
        <p:spPr>
          <a:xfrm>
            <a:off x="3390900" y="1511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Freeform 1538"/>
          <p:cNvSpPr/>
          <p:nvPr/>
        </p:nvSpPr>
        <p:spPr>
          <a:xfrm>
            <a:off x="34290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Freeform 1539"/>
          <p:cNvSpPr/>
          <p:nvPr/>
        </p:nvSpPr>
        <p:spPr>
          <a:xfrm>
            <a:off x="3454400" y="1511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Freeform 1540"/>
          <p:cNvSpPr/>
          <p:nvPr/>
        </p:nvSpPr>
        <p:spPr>
          <a:xfrm>
            <a:off x="34925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Freeform 1541"/>
          <p:cNvSpPr/>
          <p:nvPr/>
        </p:nvSpPr>
        <p:spPr>
          <a:xfrm>
            <a:off x="35179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Freeform 1542"/>
          <p:cNvSpPr/>
          <p:nvPr/>
        </p:nvSpPr>
        <p:spPr>
          <a:xfrm>
            <a:off x="35560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Freeform 1543"/>
          <p:cNvSpPr/>
          <p:nvPr/>
        </p:nvSpPr>
        <p:spPr>
          <a:xfrm>
            <a:off x="35814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Freeform 1544"/>
          <p:cNvSpPr/>
          <p:nvPr/>
        </p:nvSpPr>
        <p:spPr>
          <a:xfrm>
            <a:off x="3606800" y="1498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Freeform 1545"/>
          <p:cNvSpPr/>
          <p:nvPr/>
        </p:nvSpPr>
        <p:spPr>
          <a:xfrm>
            <a:off x="36449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Freeform 1546"/>
          <p:cNvSpPr/>
          <p:nvPr/>
        </p:nvSpPr>
        <p:spPr>
          <a:xfrm>
            <a:off x="36703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Freeform 1547"/>
          <p:cNvSpPr/>
          <p:nvPr/>
        </p:nvSpPr>
        <p:spPr>
          <a:xfrm>
            <a:off x="3708400" y="147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Freeform 1548"/>
          <p:cNvSpPr/>
          <p:nvPr/>
        </p:nvSpPr>
        <p:spPr>
          <a:xfrm>
            <a:off x="37338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Freeform 1549"/>
          <p:cNvSpPr/>
          <p:nvPr/>
        </p:nvSpPr>
        <p:spPr>
          <a:xfrm>
            <a:off x="37592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1AFF"/>
          </a:solidFill>
          <a:ln w="3175">
            <a:solidFill>
              <a:srgbClr val="001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Freeform 1550"/>
          <p:cNvSpPr/>
          <p:nvPr/>
        </p:nvSpPr>
        <p:spPr>
          <a:xfrm>
            <a:off x="37973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Freeform 1551"/>
          <p:cNvSpPr/>
          <p:nvPr/>
        </p:nvSpPr>
        <p:spPr>
          <a:xfrm>
            <a:off x="38227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Freeform 1552"/>
          <p:cNvSpPr/>
          <p:nvPr/>
        </p:nvSpPr>
        <p:spPr>
          <a:xfrm>
            <a:off x="38608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A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Freeform 1553"/>
          <p:cNvSpPr/>
          <p:nvPr/>
        </p:nvSpPr>
        <p:spPr>
          <a:xfrm>
            <a:off x="38862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Freeform 1554"/>
          <p:cNvSpPr/>
          <p:nvPr/>
        </p:nvSpPr>
        <p:spPr>
          <a:xfrm>
            <a:off x="39116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Freeform 1555"/>
          <p:cNvSpPr/>
          <p:nvPr/>
        </p:nvSpPr>
        <p:spPr>
          <a:xfrm>
            <a:off x="3949700" y="132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8CFF"/>
          </a:solidFill>
          <a:ln w="3175">
            <a:solidFill>
              <a:srgbClr val="007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Freeform 1556"/>
          <p:cNvSpPr/>
          <p:nvPr/>
        </p:nvSpPr>
        <p:spPr>
          <a:xfrm>
            <a:off x="3975100" y="129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ADFF"/>
          </a:solidFill>
          <a:ln w="3175">
            <a:solidFill>
              <a:srgbClr val="008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Freeform 1557"/>
          <p:cNvSpPr/>
          <p:nvPr/>
        </p:nvSpPr>
        <p:spPr>
          <a:xfrm>
            <a:off x="4013200" y="1270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D6FF"/>
          </a:solidFill>
          <a:ln w="3175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Freeform 1558"/>
          <p:cNvSpPr/>
          <p:nvPr/>
        </p:nvSpPr>
        <p:spPr>
          <a:xfrm>
            <a:off x="4038600" y="1231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DFFF2"/>
          </a:solidFill>
          <a:ln w="3175">
            <a:solidFill>
              <a:srgbClr val="0AC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Freeform 1559"/>
          <p:cNvSpPr/>
          <p:nvPr/>
        </p:nvSpPr>
        <p:spPr>
          <a:xfrm>
            <a:off x="4076700" y="1181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6"/>
                </a:lnTo>
                <a:lnTo>
                  <a:pt x="2" y="0"/>
                </a:lnTo>
                <a:lnTo>
                  <a:pt x="0" y="4"/>
                </a:lnTo>
                <a:lnTo>
                  <a:pt x="0" y="6"/>
                </a:lnTo>
                <a:close/>
              </a:path>
            </a:pathLst>
          </a:custGeom>
          <a:solidFill>
            <a:srgbClr val="42FFBD"/>
          </a:solidFill>
          <a:ln w="3175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Freeform 1560"/>
          <p:cNvSpPr/>
          <p:nvPr/>
        </p:nvSpPr>
        <p:spPr>
          <a:xfrm>
            <a:off x="4102100" y="1181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Freeform 1561"/>
          <p:cNvSpPr/>
          <p:nvPr/>
        </p:nvSpPr>
        <p:spPr>
          <a:xfrm>
            <a:off x="4127500" y="11684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Freeform 1562"/>
          <p:cNvSpPr/>
          <p:nvPr/>
        </p:nvSpPr>
        <p:spPr>
          <a:xfrm>
            <a:off x="4165600" y="11684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Freeform 1563"/>
          <p:cNvSpPr/>
          <p:nvPr/>
        </p:nvSpPr>
        <p:spPr>
          <a:xfrm>
            <a:off x="32893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Freeform 1564"/>
          <p:cNvSpPr/>
          <p:nvPr/>
        </p:nvSpPr>
        <p:spPr>
          <a:xfrm>
            <a:off x="33274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Freeform 1565"/>
          <p:cNvSpPr/>
          <p:nvPr/>
        </p:nvSpPr>
        <p:spPr>
          <a:xfrm>
            <a:off x="33528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Freeform 1566"/>
          <p:cNvSpPr/>
          <p:nvPr/>
        </p:nvSpPr>
        <p:spPr>
          <a:xfrm>
            <a:off x="33909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Freeform 1567"/>
          <p:cNvSpPr/>
          <p:nvPr/>
        </p:nvSpPr>
        <p:spPr>
          <a:xfrm>
            <a:off x="34163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Freeform 1568"/>
          <p:cNvSpPr/>
          <p:nvPr/>
        </p:nvSpPr>
        <p:spPr>
          <a:xfrm>
            <a:off x="3441700" y="1485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Freeform 1569"/>
          <p:cNvSpPr/>
          <p:nvPr/>
        </p:nvSpPr>
        <p:spPr>
          <a:xfrm>
            <a:off x="34798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Freeform 1570"/>
          <p:cNvSpPr/>
          <p:nvPr/>
        </p:nvSpPr>
        <p:spPr>
          <a:xfrm>
            <a:off x="3505200" y="147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Freeform 1571"/>
          <p:cNvSpPr/>
          <p:nvPr/>
        </p:nvSpPr>
        <p:spPr>
          <a:xfrm>
            <a:off x="3543300" y="1473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Freeform 1572"/>
          <p:cNvSpPr/>
          <p:nvPr/>
        </p:nvSpPr>
        <p:spPr>
          <a:xfrm>
            <a:off x="3568700" y="1473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Freeform 1573"/>
          <p:cNvSpPr/>
          <p:nvPr/>
        </p:nvSpPr>
        <p:spPr>
          <a:xfrm>
            <a:off x="3594100" y="147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Freeform 1574"/>
          <p:cNvSpPr/>
          <p:nvPr/>
        </p:nvSpPr>
        <p:spPr>
          <a:xfrm>
            <a:off x="3632200" y="1473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Freeform 1575"/>
          <p:cNvSpPr/>
          <p:nvPr/>
        </p:nvSpPr>
        <p:spPr>
          <a:xfrm>
            <a:off x="36576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Freeform 1576"/>
          <p:cNvSpPr/>
          <p:nvPr/>
        </p:nvSpPr>
        <p:spPr>
          <a:xfrm>
            <a:off x="36957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F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Freeform 1577"/>
          <p:cNvSpPr/>
          <p:nvPr/>
        </p:nvSpPr>
        <p:spPr>
          <a:xfrm>
            <a:off x="3721100" y="1333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8"/>
                </a:lnTo>
                <a:lnTo>
                  <a:pt x="3" y="0"/>
                </a:lnTo>
                <a:lnTo>
                  <a:pt x="0" y="9"/>
                </a:lnTo>
                <a:lnTo>
                  <a:pt x="1" y="11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Freeform 1578"/>
          <p:cNvSpPr/>
          <p:nvPr/>
        </p:nvSpPr>
        <p:spPr>
          <a:xfrm>
            <a:off x="3759200" y="12573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0" y="14"/>
                </a:moveTo>
                <a:lnTo>
                  <a:pt x="3" y="10"/>
                </a:lnTo>
                <a:lnTo>
                  <a:pt x="2" y="0"/>
                </a:lnTo>
                <a:lnTo>
                  <a:pt x="0" y="6"/>
                </a:lnTo>
                <a:lnTo>
                  <a:pt x="0" y="14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Freeform 1579"/>
          <p:cNvSpPr/>
          <p:nvPr/>
        </p:nvSpPr>
        <p:spPr>
          <a:xfrm>
            <a:off x="3784600" y="1257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8"/>
                </a:lnTo>
                <a:lnTo>
                  <a:pt x="2" y="1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C1FF"/>
          </a:solidFill>
          <a:ln w="3175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Freeform 1580"/>
          <p:cNvSpPr/>
          <p:nvPr/>
        </p:nvSpPr>
        <p:spPr>
          <a:xfrm>
            <a:off x="3810000" y="1270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Freeform 1581"/>
          <p:cNvSpPr/>
          <p:nvPr/>
        </p:nvSpPr>
        <p:spPr>
          <a:xfrm>
            <a:off x="3848100" y="1282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Freeform 1582"/>
          <p:cNvSpPr/>
          <p:nvPr/>
        </p:nvSpPr>
        <p:spPr>
          <a:xfrm>
            <a:off x="3873500" y="1282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B0FF"/>
          </a:solidFill>
          <a:ln w="3175">
            <a:solidFill>
              <a:srgbClr val="008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Freeform 1583"/>
          <p:cNvSpPr/>
          <p:nvPr/>
        </p:nvSpPr>
        <p:spPr>
          <a:xfrm>
            <a:off x="3911600" y="1282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Freeform 1584"/>
          <p:cNvSpPr/>
          <p:nvPr/>
        </p:nvSpPr>
        <p:spPr>
          <a:xfrm>
            <a:off x="3937000" y="1257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Freeform 1585"/>
          <p:cNvSpPr/>
          <p:nvPr/>
        </p:nvSpPr>
        <p:spPr>
          <a:xfrm>
            <a:off x="3962400" y="1231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E9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Freeform 1586"/>
          <p:cNvSpPr/>
          <p:nvPr/>
        </p:nvSpPr>
        <p:spPr>
          <a:xfrm>
            <a:off x="4000500" y="1206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16FFE9"/>
          </a:solidFill>
          <a:ln w="3175">
            <a:solidFill>
              <a:srgbClr val="12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Freeform 1587"/>
          <p:cNvSpPr/>
          <p:nvPr/>
        </p:nvSpPr>
        <p:spPr>
          <a:xfrm>
            <a:off x="4025900" y="1155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6"/>
                </a:lnTo>
                <a:lnTo>
                  <a:pt x="3" y="0"/>
                </a:lnTo>
                <a:lnTo>
                  <a:pt x="0" y="4"/>
                </a:lnTo>
                <a:lnTo>
                  <a:pt x="1" y="9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Freeform 1588"/>
          <p:cNvSpPr/>
          <p:nvPr/>
        </p:nvSpPr>
        <p:spPr>
          <a:xfrm>
            <a:off x="4064000" y="10795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8"/>
                </a:lnTo>
                <a:lnTo>
                  <a:pt x="2" y="0"/>
                </a:lnTo>
                <a:lnTo>
                  <a:pt x="0" y="6"/>
                </a:lnTo>
                <a:lnTo>
                  <a:pt x="1" y="12"/>
                </a:lnTo>
                <a:close/>
              </a:path>
            </a:pathLst>
          </a:custGeom>
          <a:solidFill>
            <a:srgbClr val="BDFF42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Freeform 1589"/>
          <p:cNvSpPr/>
          <p:nvPr/>
        </p:nvSpPr>
        <p:spPr>
          <a:xfrm>
            <a:off x="4089400" y="1066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FE00"/>
          </a:solidFill>
          <a:ln w="3175">
            <a:solidFill>
              <a:srgbClr val="CC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Freeform 1590"/>
          <p:cNvSpPr/>
          <p:nvPr/>
        </p:nvSpPr>
        <p:spPr>
          <a:xfrm>
            <a:off x="4114800" y="10668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Freeform 1591"/>
          <p:cNvSpPr/>
          <p:nvPr/>
        </p:nvSpPr>
        <p:spPr>
          <a:xfrm>
            <a:off x="4152900" y="1054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Freeform 1592"/>
          <p:cNvSpPr/>
          <p:nvPr/>
        </p:nvSpPr>
        <p:spPr>
          <a:xfrm>
            <a:off x="32766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Freeform 1593"/>
          <p:cNvSpPr/>
          <p:nvPr/>
        </p:nvSpPr>
        <p:spPr>
          <a:xfrm>
            <a:off x="33147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Freeform 1594"/>
          <p:cNvSpPr/>
          <p:nvPr/>
        </p:nvSpPr>
        <p:spPr>
          <a:xfrm>
            <a:off x="33401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Freeform 1595"/>
          <p:cNvSpPr/>
          <p:nvPr/>
        </p:nvSpPr>
        <p:spPr>
          <a:xfrm>
            <a:off x="33782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Freeform 1596"/>
          <p:cNvSpPr/>
          <p:nvPr/>
        </p:nvSpPr>
        <p:spPr>
          <a:xfrm>
            <a:off x="34036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Freeform 1597"/>
          <p:cNvSpPr/>
          <p:nvPr/>
        </p:nvSpPr>
        <p:spPr>
          <a:xfrm>
            <a:off x="34417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Freeform 1598"/>
          <p:cNvSpPr/>
          <p:nvPr/>
        </p:nvSpPr>
        <p:spPr>
          <a:xfrm>
            <a:off x="34671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Freeform 1599"/>
          <p:cNvSpPr/>
          <p:nvPr/>
        </p:nvSpPr>
        <p:spPr>
          <a:xfrm>
            <a:off x="3492500" y="143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Freeform 1600"/>
          <p:cNvSpPr/>
          <p:nvPr/>
        </p:nvSpPr>
        <p:spPr>
          <a:xfrm>
            <a:off x="35306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Freeform 1601"/>
          <p:cNvSpPr/>
          <p:nvPr/>
        </p:nvSpPr>
        <p:spPr>
          <a:xfrm>
            <a:off x="35560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Freeform 1602"/>
          <p:cNvSpPr/>
          <p:nvPr/>
        </p:nvSpPr>
        <p:spPr>
          <a:xfrm>
            <a:off x="35941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Freeform 1603"/>
          <p:cNvSpPr/>
          <p:nvPr/>
        </p:nvSpPr>
        <p:spPr>
          <a:xfrm>
            <a:off x="36195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Freeform 1604"/>
          <p:cNvSpPr/>
          <p:nvPr/>
        </p:nvSpPr>
        <p:spPr>
          <a:xfrm>
            <a:off x="36449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9"/>
          </a:solidFill>
          <a:ln w="3175">
            <a:solidFill>
              <a:srgbClr val="0000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Freeform 1605"/>
          <p:cNvSpPr/>
          <p:nvPr/>
        </p:nvSpPr>
        <p:spPr>
          <a:xfrm>
            <a:off x="3683000" y="1409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Freeform 1606"/>
          <p:cNvSpPr/>
          <p:nvPr/>
        </p:nvSpPr>
        <p:spPr>
          <a:xfrm>
            <a:off x="3708400" y="13081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2"/>
                </a:lnTo>
                <a:lnTo>
                  <a:pt x="3" y="0"/>
                </a:lnTo>
                <a:lnTo>
                  <a:pt x="0" y="8"/>
                </a:lnTo>
                <a:lnTo>
                  <a:pt x="1" y="11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Freeform 1607"/>
          <p:cNvSpPr/>
          <p:nvPr/>
        </p:nvSpPr>
        <p:spPr>
          <a:xfrm>
            <a:off x="3746500" y="11684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7"/>
                </a:lnTo>
                <a:lnTo>
                  <a:pt x="2" y="0"/>
                </a:lnTo>
                <a:lnTo>
                  <a:pt x="0" y="11"/>
                </a:lnTo>
                <a:lnTo>
                  <a:pt x="1" y="13"/>
                </a:lnTo>
                <a:close/>
              </a:path>
            </a:pathLst>
          </a:custGeom>
          <a:solidFill>
            <a:srgbClr val="18FFE7"/>
          </a:solidFill>
          <a:ln w="3175">
            <a:solidFill>
              <a:srgbClr val="13CC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Freeform 1608"/>
          <p:cNvSpPr/>
          <p:nvPr/>
        </p:nvSpPr>
        <p:spPr>
          <a:xfrm>
            <a:off x="3771900" y="11684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7"/>
                </a:moveTo>
                <a:lnTo>
                  <a:pt x="3" y="8"/>
                </a:lnTo>
                <a:lnTo>
                  <a:pt x="2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72FF8D"/>
          </a:solidFill>
          <a:ln w="3175">
            <a:solidFill>
              <a:srgbClr val="5CC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Freeform 1609"/>
          <p:cNvSpPr/>
          <p:nvPr/>
        </p:nvSpPr>
        <p:spPr>
          <a:xfrm>
            <a:off x="3797300" y="1181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7"/>
                </a:moveTo>
                <a:lnTo>
                  <a:pt x="4" y="8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2FFAD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Freeform 1610"/>
          <p:cNvSpPr/>
          <p:nvPr/>
        </p:nvSpPr>
        <p:spPr>
          <a:xfrm>
            <a:off x="3835400" y="119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Freeform 1611"/>
          <p:cNvSpPr/>
          <p:nvPr/>
        </p:nvSpPr>
        <p:spPr>
          <a:xfrm>
            <a:off x="3860800" y="1206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33FFCC"/>
          </a:solidFill>
          <a:ln w="3175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Freeform 1612"/>
          <p:cNvSpPr/>
          <p:nvPr/>
        </p:nvSpPr>
        <p:spPr>
          <a:xfrm>
            <a:off x="3898900" y="119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32FFCD"/>
          </a:solidFill>
          <a:ln w="3175">
            <a:solidFill>
              <a:srgbClr val="28C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Freeform 1613"/>
          <p:cNvSpPr/>
          <p:nvPr/>
        </p:nvSpPr>
        <p:spPr>
          <a:xfrm>
            <a:off x="3924300" y="119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2FCC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Freeform 1614"/>
          <p:cNvSpPr/>
          <p:nvPr/>
        </p:nvSpPr>
        <p:spPr>
          <a:xfrm>
            <a:off x="3962400" y="11684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0" y="7"/>
                </a:lnTo>
                <a:close/>
              </a:path>
            </a:pathLst>
          </a:custGeom>
          <a:solidFill>
            <a:srgbClr val="55FFAA"/>
          </a:solidFill>
          <a:ln w="3175">
            <a:solidFill>
              <a:srgbClr val="44C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Freeform 1615"/>
          <p:cNvSpPr/>
          <p:nvPr/>
        </p:nvSpPr>
        <p:spPr>
          <a:xfrm>
            <a:off x="3987800" y="11430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83FF7C"/>
          </a:solidFill>
          <a:ln w="3175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Freeform 1616"/>
          <p:cNvSpPr/>
          <p:nvPr/>
        </p:nvSpPr>
        <p:spPr>
          <a:xfrm>
            <a:off x="4013200" y="10922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5"/>
                </a:lnTo>
                <a:lnTo>
                  <a:pt x="3" y="0"/>
                </a:lnTo>
                <a:lnTo>
                  <a:pt x="0" y="4"/>
                </a:lnTo>
                <a:lnTo>
                  <a:pt x="1" y="9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9FC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Freeform 1617"/>
          <p:cNvSpPr/>
          <p:nvPr/>
        </p:nvSpPr>
        <p:spPr>
          <a:xfrm>
            <a:off x="4051300" y="10160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5"/>
                </a:lnTo>
                <a:lnTo>
                  <a:pt x="2" y="0"/>
                </a:lnTo>
                <a:lnTo>
                  <a:pt x="0" y="6"/>
                </a:lnTo>
                <a:lnTo>
                  <a:pt x="1" y="11"/>
                </a:lnTo>
                <a:close/>
              </a:path>
            </a:pathLst>
          </a:custGeom>
          <a:solidFill>
            <a:srgbClr val="FFC000"/>
          </a:solidFill>
          <a:ln w="3175">
            <a:solidFill>
              <a:srgbClr val="CC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Freeform 1618"/>
          <p:cNvSpPr/>
          <p:nvPr/>
        </p:nvSpPr>
        <p:spPr>
          <a:xfrm>
            <a:off x="4076700" y="1003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Freeform 1619"/>
          <p:cNvSpPr/>
          <p:nvPr/>
        </p:nvSpPr>
        <p:spPr>
          <a:xfrm>
            <a:off x="4114800" y="1003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Freeform 1620"/>
          <p:cNvSpPr/>
          <p:nvPr/>
        </p:nvSpPr>
        <p:spPr>
          <a:xfrm>
            <a:off x="4140200" y="1003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Freeform 1621"/>
          <p:cNvSpPr/>
          <p:nvPr/>
        </p:nvSpPr>
        <p:spPr>
          <a:xfrm>
            <a:off x="32766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Freeform 1622"/>
          <p:cNvSpPr/>
          <p:nvPr/>
        </p:nvSpPr>
        <p:spPr>
          <a:xfrm>
            <a:off x="33020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Freeform 1623"/>
          <p:cNvSpPr/>
          <p:nvPr/>
        </p:nvSpPr>
        <p:spPr>
          <a:xfrm>
            <a:off x="3327400" y="1422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Freeform 1624"/>
          <p:cNvSpPr/>
          <p:nvPr/>
        </p:nvSpPr>
        <p:spPr>
          <a:xfrm>
            <a:off x="3365500" y="1409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Freeform 1625"/>
          <p:cNvSpPr/>
          <p:nvPr/>
        </p:nvSpPr>
        <p:spPr>
          <a:xfrm>
            <a:off x="33909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Freeform 1626"/>
          <p:cNvSpPr/>
          <p:nvPr/>
        </p:nvSpPr>
        <p:spPr>
          <a:xfrm>
            <a:off x="34290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Freeform 1627"/>
          <p:cNvSpPr/>
          <p:nvPr/>
        </p:nvSpPr>
        <p:spPr>
          <a:xfrm>
            <a:off x="34544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Freeform 1628"/>
          <p:cNvSpPr/>
          <p:nvPr/>
        </p:nvSpPr>
        <p:spPr>
          <a:xfrm>
            <a:off x="3479800" y="1397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Freeform 1629"/>
          <p:cNvSpPr/>
          <p:nvPr/>
        </p:nvSpPr>
        <p:spPr>
          <a:xfrm>
            <a:off x="35179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Freeform 1630"/>
          <p:cNvSpPr/>
          <p:nvPr/>
        </p:nvSpPr>
        <p:spPr>
          <a:xfrm>
            <a:off x="3543300" y="139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Freeform 1631"/>
          <p:cNvSpPr/>
          <p:nvPr/>
        </p:nvSpPr>
        <p:spPr>
          <a:xfrm>
            <a:off x="35814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Freeform 1632"/>
          <p:cNvSpPr/>
          <p:nvPr/>
        </p:nvSpPr>
        <p:spPr>
          <a:xfrm>
            <a:off x="36068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Freeform 1633"/>
          <p:cNvSpPr/>
          <p:nvPr/>
        </p:nvSpPr>
        <p:spPr>
          <a:xfrm>
            <a:off x="36449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Freeform 1634"/>
          <p:cNvSpPr/>
          <p:nvPr/>
        </p:nvSpPr>
        <p:spPr>
          <a:xfrm>
            <a:off x="36703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7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Freeform 1635"/>
          <p:cNvSpPr/>
          <p:nvPr/>
        </p:nvSpPr>
        <p:spPr>
          <a:xfrm>
            <a:off x="3695700" y="1295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9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Freeform 1636"/>
          <p:cNvSpPr/>
          <p:nvPr/>
        </p:nvSpPr>
        <p:spPr>
          <a:xfrm>
            <a:off x="3733800" y="11557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4BFFB4"/>
          </a:solidFill>
          <a:ln w="3175">
            <a:solidFill>
              <a:srgbClr val="3C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Freeform 1637"/>
          <p:cNvSpPr/>
          <p:nvPr/>
        </p:nvSpPr>
        <p:spPr>
          <a:xfrm>
            <a:off x="3759200" y="114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4FF2B"/>
          </a:solidFill>
          <a:ln w="3175">
            <a:solidFill>
              <a:srgbClr val="AACC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Freeform 1638"/>
          <p:cNvSpPr/>
          <p:nvPr/>
        </p:nvSpPr>
        <p:spPr>
          <a:xfrm>
            <a:off x="3797300" y="114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C2FF3D"/>
          </a:solidFill>
          <a:ln w="3175">
            <a:solidFill>
              <a:srgbClr val="9B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Freeform 1639"/>
          <p:cNvSpPr/>
          <p:nvPr/>
        </p:nvSpPr>
        <p:spPr>
          <a:xfrm>
            <a:off x="3822700" y="1143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AEFF51"/>
          </a:solidFill>
          <a:ln w="3175">
            <a:solidFill>
              <a:srgbClr val="8CCC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Freeform 1640"/>
          <p:cNvSpPr/>
          <p:nvPr/>
        </p:nvSpPr>
        <p:spPr>
          <a:xfrm>
            <a:off x="3848100" y="1143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Freeform 1641"/>
          <p:cNvSpPr/>
          <p:nvPr/>
        </p:nvSpPr>
        <p:spPr>
          <a:xfrm>
            <a:off x="3886200" y="1143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Freeform 1642"/>
          <p:cNvSpPr/>
          <p:nvPr/>
        </p:nvSpPr>
        <p:spPr>
          <a:xfrm>
            <a:off x="3911600" y="1143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ABFF54"/>
          </a:solidFill>
          <a:ln w="3175">
            <a:solidFill>
              <a:srgbClr val="89CC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Freeform 1643"/>
          <p:cNvSpPr/>
          <p:nvPr/>
        </p:nvSpPr>
        <p:spPr>
          <a:xfrm>
            <a:off x="3949700" y="1130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B6FF49"/>
          </a:solidFill>
          <a:ln w="3175">
            <a:solidFill>
              <a:srgbClr val="92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Freeform 1644"/>
          <p:cNvSpPr/>
          <p:nvPr/>
        </p:nvSpPr>
        <p:spPr>
          <a:xfrm>
            <a:off x="3975100" y="1104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DBFF24"/>
          </a:solidFill>
          <a:ln w="3175">
            <a:solidFill>
              <a:srgbClr val="AFCC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Freeform 1645"/>
          <p:cNvSpPr/>
          <p:nvPr/>
        </p:nvSpPr>
        <p:spPr>
          <a:xfrm>
            <a:off x="4000500" y="1054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3"/>
                </a:lnTo>
                <a:lnTo>
                  <a:pt x="3" y="0"/>
                </a:lnTo>
                <a:lnTo>
                  <a:pt x="0" y="4"/>
                </a:lnTo>
                <a:lnTo>
                  <a:pt x="1" y="7"/>
                </a:lnTo>
                <a:close/>
              </a:path>
            </a:pathLst>
          </a:custGeom>
          <a:solidFill>
            <a:srgbClr val="FFDE00"/>
          </a:solidFill>
          <a:ln w="3175">
            <a:solidFill>
              <a:srgbClr val="CCB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Freeform 1646"/>
          <p:cNvSpPr/>
          <p:nvPr/>
        </p:nvSpPr>
        <p:spPr>
          <a:xfrm>
            <a:off x="4038600" y="9779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3"/>
                </a:lnTo>
                <a:lnTo>
                  <a:pt x="2" y="0"/>
                </a:lnTo>
                <a:lnTo>
                  <a:pt x="0" y="6"/>
                </a:lnTo>
                <a:lnTo>
                  <a:pt x="1" y="9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Freeform 1647"/>
          <p:cNvSpPr/>
          <p:nvPr/>
        </p:nvSpPr>
        <p:spPr>
          <a:xfrm>
            <a:off x="4064000" y="965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FF1600"/>
          </a:solidFill>
          <a:ln w="3175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Freeform 1648"/>
          <p:cNvSpPr/>
          <p:nvPr/>
        </p:nvSpPr>
        <p:spPr>
          <a:xfrm>
            <a:off x="4102100" y="96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Freeform 1649"/>
          <p:cNvSpPr/>
          <p:nvPr/>
        </p:nvSpPr>
        <p:spPr>
          <a:xfrm>
            <a:off x="4127500" y="96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Freeform 1650"/>
          <p:cNvSpPr/>
          <p:nvPr/>
        </p:nvSpPr>
        <p:spPr>
          <a:xfrm>
            <a:off x="32639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Freeform 1651"/>
          <p:cNvSpPr/>
          <p:nvPr/>
        </p:nvSpPr>
        <p:spPr>
          <a:xfrm>
            <a:off x="32893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Freeform 1652"/>
          <p:cNvSpPr/>
          <p:nvPr/>
        </p:nvSpPr>
        <p:spPr>
          <a:xfrm>
            <a:off x="33274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Freeform 1653"/>
          <p:cNvSpPr/>
          <p:nvPr/>
        </p:nvSpPr>
        <p:spPr>
          <a:xfrm>
            <a:off x="33528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Freeform 1654"/>
          <p:cNvSpPr/>
          <p:nvPr/>
        </p:nvSpPr>
        <p:spPr>
          <a:xfrm>
            <a:off x="33782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Freeform 1655"/>
          <p:cNvSpPr/>
          <p:nvPr/>
        </p:nvSpPr>
        <p:spPr>
          <a:xfrm>
            <a:off x="34163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Freeform 1656"/>
          <p:cNvSpPr/>
          <p:nvPr/>
        </p:nvSpPr>
        <p:spPr>
          <a:xfrm>
            <a:off x="34417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Freeform 1657"/>
          <p:cNvSpPr/>
          <p:nvPr/>
        </p:nvSpPr>
        <p:spPr>
          <a:xfrm>
            <a:off x="34798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Freeform 1658"/>
          <p:cNvSpPr/>
          <p:nvPr/>
        </p:nvSpPr>
        <p:spPr>
          <a:xfrm>
            <a:off x="35052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Freeform 1659"/>
          <p:cNvSpPr/>
          <p:nvPr/>
        </p:nvSpPr>
        <p:spPr>
          <a:xfrm>
            <a:off x="35306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Freeform 1660"/>
          <p:cNvSpPr/>
          <p:nvPr/>
        </p:nvSpPr>
        <p:spPr>
          <a:xfrm>
            <a:off x="35687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Freeform 1661"/>
          <p:cNvSpPr/>
          <p:nvPr/>
        </p:nvSpPr>
        <p:spPr>
          <a:xfrm>
            <a:off x="35941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Freeform 1662"/>
          <p:cNvSpPr/>
          <p:nvPr/>
        </p:nvSpPr>
        <p:spPr>
          <a:xfrm>
            <a:off x="36322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Freeform 1663"/>
          <p:cNvSpPr/>
          <p:nvPr/>
        </p:nvSpPr>
        <p:spPr>
          <a:xfrm>
            <a:off x="36576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Freeform 1664"/>
          <p:cNvSpPr/>
          <p:nvPr/>
        </p:nvSpPr>
        <p:spPr>
          <a:xfrm>
            <a:off x="3683000" y="12827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Freeform 1665"/>
          <p:cNvSpPr/>
          <p:nvPr/>
        </p:nvSpPr>
        <p:spPr>
          <a:xfrm>
            <a:off x="3721100" y="11430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50FFAF"/>
          </a:solidFill>
          <a:ln w="3175">
            <a:solidFill>
              <a:srgbClr val="40C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Freeform 1666"/>
          <p:cNvSpPr/>
          <p:nvPr/>
        </p:nvSpPr>
        <p:spPr>
          <a:xfrm>
            <a:off x="3746500" y="111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EBFF14"/>
          </a:solidFill>
          <a:ln w="3175">
            <a:solidFill>
              <a:srgbClr val="BCC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Freeform 1667"/>
          <p:cNvSpPr/>
          <p:nvPr/>
        </p:nvSpPr>
        <p:spPr>
          <a:xfrm>
            <a:off x="3784600" y="109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FFF900"/>
          </a:solidFill>
          <a:ln w="3175">
            <a:solidFill>
              <a:srgbClr val="CCC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Freeform 1668"/>
          <p:cNvSpPr/>
          <p:nvPr/>
        </p:nvSpPr>
        <p:spPr>
          <a:xfrm>
            <a:off x="3810000" y="109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Freeform 1669"/>
          <p:cNvSpPr/>
          <p:nvPr/>
        </p:nvSpPr>
        <p:spPr>
          <a:xfrm>
            <a:off x="3848100" y="109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4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Freeform 1670"/>
          <p:cNvSpPr/>
          <p:nvPr/>
        </p:nvSpPr>
        <p:spPr>
          <a:xfrm>
            <a:off x="3873500" y="1079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Freeform 1671"/>
          <p:cNvSpPr/>
          <p:nvPr/>
        </p:nvSpPr>
        <p:spPr>
          <a:xfrm>
            <a:off x="3898900" y="1079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Freeform 1672"/>
          <p:cNvSpPr/>
          <p:nvPr/>
        </p:nvSpPr>
        <p:spPr>
          <a:xfrm>
            <a:off x="3937000" y="1079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500"/>
          </a:solidFill>
          <a:ln w="3175">
            <a:solidFill>
              <a:srgbClr val="CC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Freeform 1673"/>
          <p:cNvSpPr/>
          <p:nvPr/>
        </p:nvSpPr>
        <p:spPr>
          <a:xfrm>
            <a:off x="3962400" y="1066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FFE500"/>
          </a:solidFill>
          <a:ln w="3175">
            <a:solidFill>
              <a:srgbClr val="CC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Freeform 1674"/>
          <p:cNvSpPr/>
          <p:nvPr/>
        </p:nvSpPr>
        <p:spPr>
          <a:xfrm>
            <a:off x="4000500" y="1028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2"/>
                </a:lnTo>
                <a:lnTo>
                  <a:pt x="2" y="0"/>
                </a:lnTo>
                <a:lnTo>
                  <a:pt x="0" y="3"/>
                </a:lnTo>
                <a:lnTo>
                  <a:pt x="0" y="6"/>
                </a:lnTo>
                <a:close/>
              </a:path>
            </a:pathLst>
          </a:custGeom>
          <a:solidFill>
            <a:srgbClr val="FFA7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Freeform 1675"/>
          <p:cNvSpPr/>
          <p:nvPr/>
        </p:nvSpPr>
        <p:spPr>
          <a:xfrm>
            <a:off x="4025900" y="952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2"/>
                </a:lnTo>
                <a:lnTo>
                  <a:pt x="2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FF3400"/>
          </a:solidFill>
          <a:ln w="3175">
            <a:solidFill>
              <a:srgbClr val="CC2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Freeform 1676"/>
          <p:cNvSpPr/>
          <p:nvPr/>
        </p:nvSpPr>
        <p:spPr>
          <a:xfrm>
            <a:off x="4051300" y="93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E10000"/>
          </a:solidFill>
          <a:ln w="3175">
            <a:solidFill>
              <a:srgbClr val="B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Freeform 1677"/>
          <p:cNvSpPr/>
          <p:nvPr/>
        </p:nvSpPr>
        <p:spPr>
          <a:xfrm>
            <a:off x="4089400" y="93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Freeform 1678"/>
          <p:cNvSpPr/>
          <p:nvPr/>
        </p:nvSpPr>
        <p:spPr>
          <a:xfrm>
            <a:off x="4114800" y="92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Freeform 1679"/>
          <p:cNvSpPr/>
          <p:nvPr/>
        </p:nvSpPr>
        <p:spPr>
          <a:xfrm>
            <a:off x="32512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Freeform 1680"/>
          <p:cNvSpPr/>
          <p:nvPr/>
        </p:nvSpPr>
        <p:spPr>
          <a:xfrm>
            <a:off x="32766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Freeform 1681"/>
          <p:cNvSpPr/>
          <p:nvPr/>
        </p:nvSpPr>
        <p:spPr>
          <a:xfrm>
            <a:off x="33147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Freeform 1682"/>
          <p:cNvSpPr/>
          <p:nvPr/>
        </p:nvSpPr>
        <p:spPr>
          <a:xfrm>
            <a:off x="33401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Freeform 1683"/>
          <p:cNvSpPr/>
          <p:nvPr/>
        </p:nvSpPr>
        <p:spPr>
          <a:xfrm>
            <a:off x="33655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Freeform 1684"/>
          <p:cNvSpPr/>
          <p:nvPr/>
        </p:nvSpPr>
        <p:spPr>
          <a:xfrm>
            <a:off x="34036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Freeform 1685"/>
          <p:cNvSpPr/>
          <p:nvPr/>
        </p:nvSpPr>
        <p:spPr>
          <a:xfrm>
            <a:off x="34290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Freeform 1686"/>
          <p:cNvSpPr/>
          <p:nvPr/>
        </p:nvSpPr>
        <p:spPr>
          <a:xfrm>
            <a:off x="34671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Freeform 1687"/>
          <p:cNvSpPr/>
          <p:nvPr/>
        </p:nvSpPr>
        <p:spPr>
          <a:xfrm>
            <a:off x="34925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Freeform 1688"/>
          <p:cNvSpPr/>
          <p:nvPr/>
        </p:nvSpPr>
        <p:spPr>
          <a:xfrm>
            <a:off x="35306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Freeform 1689"/>
          <p:cNvSpPr/>
          <p:nvPr/>
        </p:nvSpPr>
        <p:spPr>
          <a:xfrm>
            <a:off x="35560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Freeform 1690"/>
          <p:cNvSpPr/>
          <p:nvPr/>
        </p:nvSpPr>
        <p:spPr>
          <a:xfrm>
            <a:off x="35814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Freeform 1691"/>
          <p:cNvSpPr/>
          <p:nvPr/>
        </p:nvSpPr>
        <p:spPr>
          <a:xfrm>
            <a:off x="3619500" y="133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Freeform 1692"/>
          <p:cNvSpPr/>
          <p:nvPr/>
        </p:nvSpPr>
        <p:spPr>
          <a:xfrm>
            <a:off x="3644900" y="133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Freeform 1693"/>
          <p:cNvSpPr/>
          <p:nvPr/>
        </p:nvSpPr>
        <p:spPr>
          <a:xfrm>
            <a:off x="3683000" y="1257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2"/>
                </a:lnTo>
                <a:lnTo>
                  <a:pt x="2" y="0"/>
                </a:lnTo>
                <a:lnTo>
                  <a:pt x="0" y="6"/>
                </a:lnTo>
                <a:lnTo>
                  <a:pt x="0" y="8"/>
                </a:lnTo>
                <a:close/>
              </a:path>
            </a:pathLst>
          </a:custGeom>
          <a:solidFill>
            <a:srgbClr val="009BFF"/>
          </a:solidFill>
          <a:ln w="3175">
            <a:solidFill>
              <a:srgbClr val="007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Freeform 1694"/>
          <p:cNvSpPr/>
          <p:nvPr/>
        </p:nvSpPr>
        <p:spPr>
          <a:xfrm>
            <a:off x="3708400" y="11303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2"/>
                </a:lnTo>
                <a:close/>
              </a:path>
            </a:pathLst>
          </a:custGeom>
          <a:solidFill>
            <a:srgbClr val="60FF9F"/>
          </a:solidFill>
          <a:ln w="3175">
            <a:solidFill>
              <a:srgbClr val="4DC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Freeform 1695"/>
          <p:cNvSpPr/>
          <p:nvPr/>
        </p:nvSpPr>
        <p:spPr>
          <a:xfrm>
            <a:off x="3733800" y="1066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Freeform 1696"/>
          <p:cNvSpPr/>
          <p:nvPr/>
        </p:nvSpPr>
        <p:spPr>
          <a:xfrm>
            <a:off x="3771900" y="1041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FFAC00"/>
          </a:solidFill>
          <a:ln w="3175">
            <a:solidFill>
              <a:srgbClr val="CC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Freeform 1697"/>
          <p:cNvSpPr/>
          <p:nvPr/>
        </p:nvSpPr>
        <p:spPr>
          <a:xfrm>
            <a:off x="3797300" y="1028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9000"/>
          </a:solidFill>
          <a:ln w="3175">
            <a:solidFill>
              <a:srgbClr val="C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Freeform 1698"/>
          <p:cNvSpPr/>
          <p:nvPr/>
        </p:nvSpPr>
        <p:spPr>
          <a:xfrm>
            <a:off x="3835400" y="1016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Freeform 1699"/>
          <p:cNvSpPr/>
          <p:nvPr/>
        </p:nvSpPr>
        <p:spPr>
          <a:xfrm>
            <a:off x="3860800" y="1016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Freeform 1700"/>
          <p:cNvSpPr/>
          <p:nvPr/>
        </p:nvSpPr>
        <p:spPr>
          <a:xfrm>
            <a:off x="3886200" y="1016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8C00"/>
          </a:solidFill>
          <a:ln w="3175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Freeform 1701"/>
          <p:cNvSpPr/>
          <p:nvPr/>
        </p:nvSpPr>
        <p:spPr>
          <a:xfrm>
            <a:off x="3924300" y="1016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5"/>
                </a:moveTo>
                <a:lnTo>
                  <a:pt x="3" y="6"/>
                </a:lnTo>
                <a:lnTo>
                  <a:pt x="2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Freeform 1702"/>
          <p:cNvSpPr/>
          <p:nvPr/>
        </p:nvSpPr>
        <p:spPr>
          <a:xfrm>
            <a:off x="3949700" y="1016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Freeform 1703"/>
          <p:cNvSpPr/>
          <p:nvPr/>
        </p:nvSpPr>
        <p:spPr>
          <a:xfrm>
            <a:off x="3987800" y="1003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7300"/>
          </a:solidFill>
          <a:ln w="3175">
            <a:solidFill>
              <a:srgbClr val="CC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Freeform 1704"/>
          <p:cNvSpPr/>
          <p:nvPr/>
        </p:nvSpPr>
        <p:spPr>
          <a:xfrm>
            <a:off x="4013200" y="9271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2"/>
                </a:lnTo>
                <a:lnTo>
                  <a:pt x="3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FF0E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Freeform 1705"/>
          <p:cNvSpPr/>
          <p:nvPr/>
        </p:nvSpPr>
        <p:spPr>
          <a:xfrm>
            <a:off x="4051300" y="914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Freeform 1706"/>
          <p:cNvSpPr/>
          <p:nvPr/>
        </p:nvSpPr>
        <p:spPr>
          <a:xfrm>
            <a:off x="4076700" y="914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Freeform 1707"/>
          <p:cNvSpPr/>
          <p:nvPr/>
        </p:nvSpPr>
        <p:spPr>
          <a:xfrm>
            <a:off x="41021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Freeform 1708"/>
          <p:cNvSpPr/>
          <p:nvPr/>
        </p:nvSpPr>
        <p:spPr>
          <a:xfrm>
            <a:off x="32385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Freeform 1709"/>
          <p:cNvSpPr/>
          <p:nvPr/>
        </p:nvSpPr>
        <p:spPr>
          <a:xfrm>
            <a:off x="3263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Freeform 1710"/>
          <p:cNvSpPr/>
          <p:nvPr/>
        </p:nvSpPr>
        <p:spPr>
          <a:xfrm>
            <a:off x="33020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Freeform 1711"/>
          <p:cNvSpPr/>
          <p:nvPr/>
        </p:nvSpPr>
        <p:spPr>
          <a:xfrm>
            <a:off x="33274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Freeform 1712"/>
          <p:cNvSpPr/>
          <p:nvPr/>
        </p:nvSpPr>
        <p:spPr>
          <a:xfrm>
            <a:off x="33655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Freeform 1713"/>
          <p:cNvSpPr/>
          <p:nvPr/>
        </p:nvSpPr>
        <p:spPr>
          <a:xfrm>
            <a:off x="33909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Freeform 1714"/>
          <p:cNvSpPr/>
          <p:nvPr/>
        </p:nvSpPr>
        <p:spPr>
          <a:xfrm>
            <a:off x="34163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Freeform 1715"/>
          <p:cNvSpPr/>
          <p:nvPr/>
        </p:nvSpPr>
        <p:spPr>
          <a:xfrm>
            <a:off x="3454400" y="133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Freeform 1716"/>
          <p:cNvSpPr/>
          <p:nvPr/>
        </p:nvSpPr>
        <p:spPr>
          <a:xfrm>
            <a:off x="3479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Freeform 1717"/>
          <p:cNvSpPr/>
          <p:nvPr/>
        </p:nvSpPr>
        <p:spPr>
          <a:xfrm>
            <a:off x="35179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Freeform 1718"/>
          <p:cNvSpPr/>
          <p:nvPr/>
        </p:nvSpPr>
        <p:spPr>
          <a:xfrm>
            <a:off x="35433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Freeform 1719"/>
          <p:cNvSpPr/>
          <p:nvPr/>
        </p:nvSpPr>
        <p:spPr>
          <a:xfrm>
            <a:off x="3568700" y="1320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Freeform 1720"/>
          <p:cNvSpPr/>
          <p:nvPr/>
        </p:nvSpPr>
        <p:spPr>
          <a:xfrm>
            <a:off x="3606800" y="132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Freeform 1721"/>
          <p:cNvSpPr/>
          <p:nvPr/>
        </p:nvSpPr>
        <p:spPr>
          <a:xfrm>
            <a:off x="36322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Freeform 1722"/>
          <p:cNvSpPr/>
          <p:nvPr/>
        </p:nvSpPr>
        <p:spPr>
          <a:xfrm>
            <a:off x="3670300" y="1244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3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Freeform 1723"/>
          <p:cNvSpPr/>
          <p:nvPr/>
        </p:nvSpPr>
        <p:spPr>
          <a:xfrm>
            <a:off x="3695700" y="11049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2"/>
                </a:lnTo>
                <a:lnTo>
                  <a:pt x="3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Freeform 1724"/>
          <p:cNvSpPr/>
          <p:nvPr/>
        </p:nvSpPr>
        <p:spPr>
          <a:xfrm>
            <a:off x="3733800" y="9779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0" y="12"/>
                </a:moveTo>
                <a:lnTo>
                  <a:pt x="3" y="7"/>
                </a:lnTo>
                <a:lnTo>
                  <a:pt x="2" y="0"/>
                </a:lnTo>
                <a:lnTo>
                  <a:pt x="0" y="10"/>
                </a:lnTo>
                <a:lnTo>
                  <a:pt x="0" y="12"/>
                </a:lnTo>
                <a:close/>
              </a:path>
            </a:pathLst>
          </a:custGeom>
          <a:solidFill>
            <a:srgbClr val="FFA600"/>
          </a:solidFill>
          <a:ln w="3175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Freeform 1725"/>
          <p:cNvSpPr/>
          <p:nvPr/>
        </p:nvSpPr>
        <p:spPr>
          <a:xfrm>
            <a:off x="3759200" y="939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8"/>
                </a:lnTo>
                <a:lnTo>
                  <a:pt x="2" y="0"/>
                </a:lnTo>
                <a:lnTo>
                  <a:pt x="0" y="3"/>
                </a:lnTo>
                <a:lnTo>
                  <a:pt x="1" y="10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Freeform 1726"/>
          <p:cNvSpPr/>
          <p:nvPr/>
        </p:nvSpPr>
        <p:spPr>
          <a:xfrm>
            <a:off x="3784600" y="927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0700"/>
          </a:solidFill>
          <a:ln w="3175">
            <a:solidFill>
              <a:srgbClr val="CC0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Freeform 1727"/>
          <p:cNvSpPr/>
          <p:nvPr/>
        </p:nvSpPr>
        <p:spPr>
          <a:xfrm>
            <a:off x="3822700" y="9271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0000"/>
          </a:solidFill>
          <a:ln w="3175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Freeform 1728"/>
          <p:cNvSpPr/>
          <p:nvPr/>
        </p:nvSpPr>
        <p:spPr>
          <a:xfrm>
            <a:off x="3848100" y="927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E0000"/>
          </a:solidFill>
          <a:ln w="3175">
            <a:solidFill>
              <a:srgbClr val="C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Freeform 1729"/>
          <p:cNvSpPr/>
          <p:nvPr/>
        </p:nvSpPr>
        <p:spPr>
          <a:xfrm>
            <a:off x="3886200" y="927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Freeform 1730"/>
          <p:cNvSpPr/>
          <p:nvPr/>
        </p:nvSpPr>
        <p:spPr>
          <a:xfrm>
            <a:off x="3911600" y="9271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7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F0D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Freeform 1731"/>
          <p:cNvSpPr/>
          <p:nvPr/>
        </p:nvSpPr>
        <p:spPr>
          <a:xfrm>
            <a:off x="3937000" y="927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1000"/>
          </a:solidFill>
          <a:ln w="3175">
            <a:solidFill>
              <a:srgbClr val="CC0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Freeform 1732"/>
          <p:cNvSpPr/>
          <p:nvPr/>
        </p:nvSpPr>
        <p:spPr>
          <a:xfrm>
            <a:off x="3975100" y="9144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Freeform 1733"/>
          <p:cNvSpPr/>
          <p:nvPr/>
        </p:nvSpPr>
        <p:spPr>
          <a:xfrm>
            <a:off x="4000500" y="9017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D00000"/>
          </a:solidFill>
          <a:ln w="3175">
            <a:solidFill>
              <a:srgbClr val="A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Freeform 1734"/>
          <p:cNvSpPr/>
          <p:nvPr/>
        </p:nvSpPr>
        <p:spPr>
          <a:xfrm>
            <a:off x="40386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D0000"/>
          </a:solidFill>
          <a:ln w="3175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Freeform 1735"/>
          <p:cNvSpPr/>
          <p:nvPr/>
        </p:nvSpPr>
        <p:spPr>
          <a:xfrm>
            <a:off x="4064000" y="889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Freeform 1736"/>
          <p:cNvSpPr/>
          <p:nvPr/>
        </p:nvSpPr>
        <p:spPr>
          <a:xfrm>
            <a:off x="4089400" y="88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Freeform 1737"/>
          <p:cNvSpPr/>
          <p:nvPr/>
        </p:nvSpPr>
        <p:spPr>
          <a:xfrm>
            <a:off x="32258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Freeform 1738"/>
          <p:cNvSpPr/>
          <p:nvPr/>
        </p:nvSpPr>
        <p:spPr>
          <a:xfrm>
            <a:off x="32639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Freeform 1739"/>
          <p:cNvSpPr/>
          <p:nvPr/>
        </p:nvSpPr>
        <p:spPr>
          <a:xfrm>
            <a:off x="32893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Freeform 1740"/>
          <p:cNvSpPr/>
          <p:nvPr/>
        </p:nvSpPr>
        <p:spPr>
          <a:xfrm>
            <a:off x="3314700" y="1346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Freeform 1741"/>
          <p:cNvSpPr/>
          <p:nvPr/>
        </p:nvSpPr>
        <p:spPr>
          <a:xfrm>
            <a:off x="33528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Freeform 1742"/>
          <p:cNvSpPr/>
          <p:nvPr/>
        </p:nvSpPr>
        <p:spPr>
          <a:xfrm>
            <a:off x="33782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Freeform 1743"/>
          <p:cNvSpPr/>
          <p:nvPr/>
        </p:nvSpPr>
        <p:spPr>
          <a:xfrm>
            <a:off x="34163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Freeform 1744"/>
          <p:cNvSpPr/>
          <p:nvPr/>
        </p:nvSpPr>
        <p:spPr>
          <a:xfrm>
            <a:off x="34417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Freeform 1745"/>
          <p:cNvSpPr/>
          <p:nvPr/>
        </p:nvSpPr>
        <p:spPr>
          <a:xfrm>
            <a:off x="3467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Freeform 1746"/>
          <p:cNvSpPr/>
          <p:nvPr/>
        </p:nvSpPr>
        <p:spPr>
          <a:xfrm>
            <a:off x="35052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Freeform 1747"/>
          <p:cNvSpPr/>
          <p:nvPr/>
        </p:nvSpPr>
        <p:spPr>
          <a:xfrm>
            <a:off x="35306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Freeform 1748"/>
          <p:cNvSpPr/>
          <p:nvPr/>
        </p:nvSpPr>
        <p:spPr>
          <a:xfrm>
            <a:off x="35687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Freeform 1749"/>
          <p:cNvSpPr/>
          <p:nvPr/>
        </p:nvSpPr>
        <p:spPr>
          <a:xfrm>
            <a:off x="35941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Freeform 1750"/>
          <p:cNvSpPr/>
          <p:nvPr/>
        </p:nvSpPr>
        <p:spPr>
          <a:xfrm>
            <a:off x="3619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Freeform 1751"/>
          <p:cNvSpPr/>
          <p:nvPr/>
        </p:nvSpPr>
        <p:spPr>
          <a:xfrm>
            <a:off x="3657600" y="1231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Freeform 1752"/>
          <p:cNvSpPr/>
          <p:nvPr/>
        </p:nvSpPr>
        <p:spPr>
          <a:xfrm>
            <a:off x="3683000" y="11049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0"/>
                </a:lnTo>
                <a:lnTo>
                  <a:pt x="3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85FF7A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Freeform 1753"/>
          <p:cNvSpPr/>
          <p:nvPr/>
        </p:nvSpPr>
        <p:spPr>
          <a:xfrm>
            <a:off x="3721100" y="965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FF7900"/>
          </a:solidFill>
          <a:ln w="3175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Freeform 1754"/>
          <p:cNvSpPr/>
          <p:nvPr/>
        </p:nvSpPr>
        <p:spPr>
          <a:xfrm>
            <a:off x="3746500" y="901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3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Freeform 1755"/>
          <p:cNvSpPr/>
          <p:nvPr/>
        </p:nvSpPr>
        <p:spPr>
          <a:xfrm>
            <a:off x="3784600" y="90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99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Freeform 1756"/>
          <p:cNvSpPr/>
          <p:nvPr/>
        </p:nvSpPr>
        <p:spPr>
          <a:xfrm>
            <a:off x="3810000" y="90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Freeform 1757"/>
          <p:cNvSpPr/>
          <p:nvPr/>
        </p:nvSpPr>
        <p:spPr>
          <a:xfrm>
            <a:off x="3835400" y="90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Freeform 1758"/>
          <p:cNvSpPr/>
          <p:nvPr/>
        </p:nvSpPr>
        <p:spPr>
          <a:xfrm>
            <a:off x="38735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Freeform 1759"/>
          <p:cNvSpPr/>
          <p:nvPr/>
        </p:nvSpPr>
        <p:spPr>
          <a:xfrm>
            <a:off x="38989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A0000"/>
          </a:solidFill>
          <a:ln w="3175">
            <a:solidFill>
              <a:srgbClr val="7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Freeform 1760"/>
          <p:cNvSpPr/>
          <p:nvPr/>
        </p:nvSpPr>
        <p:spPr>
          <a:xfrm>
            <a:off x="39370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9B0000"/>
          </a:solidFill>
          <a:ln w="3175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Freeform 1761"/>
          <p:cNvSpPr/>
          <p:nvPr/>
        </p:nvSpPr>
        <p:spPr>
          <a:xfrm>
            <a:off x="39624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Freeform 1762"/>
          <p:cNvSpPr/>
          <p:nvPr/>
        </p:nvSpPr>
        <p:spPr>
          <a:xfrm>
            <a:off x="3987800" y="88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Freeform 1763"/>
          <p:cNvSpPr/>
          <p:nvPr/>
        </p:nvSpPr>
        <p:spPr>
          <a:xfrm>
            <a:off x="4025900" y="876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8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Freeform 1764"/>
          <p:cNvSpPr/>
          <p:nvPr/>
        </p:nvSpPr>
        <p:spPr>
          <a:xfrm>
            <a:off x="40513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Freeform 1765"/>
          <p:cNvSpPr/>
          <p:nvPr/>
        </p:nvSpPr>
        <p:spPr>
          <a:xfrm>
            <a:off x="40894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Freeform 1766"/>
          <p:cNvSpPr/>
          <p:nvPr/>
        </p:nvSpPr>
        <p:spPr>
          <a:xfrm>
            <a:off x="3213100" y="1346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Freeform 1767"/>
          <p:cNvSpPr/>
          <p:nvPr/>
        </p:nvSpPr>
        <p:spPr>
          <a:xfrm>
            <a:off x="32512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Freeform 1768"/>
          <p:cNvSpPr/>
          <p:nvPr/>
        </p:nvSpPr>
        <p:spPr>
          <a:xfrm>
            <a:off x="32766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Freeform 1769"/>
          <p:cNvSpPr/>
          <p:nvPr/>
        </p:nvSpPr>
        <p:spPr>
          <a:xfrm>
            <a:off x="33020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Freeform 1770"/>
          <p:cNvSpPr/>
          <p:nvPr/>
        </p:nvSpPr>
        <p:spPr>
          <a:xfrm>
            <a:off x="33401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Freeform 1771"/>
          <p:cNvSpPr/>
          <p:nvPr/>
        </p:nvSpPr>
        <p:spPr>
          <a:xfrm>
            <a:off x="3365500" y="133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Freeform 1772"/>
          <p:cNvSpPr/>
          <p:nvPr/>
        </p:nvSpPr>
        <p:spPr>
          <a:xfrm>
            <a:off x="34036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Freeform 1773"/>
          <p:cNvSpPr/>
          <p:nvPr/>
        </p:nvSpPr>
        <p:spPr>
          <a:xfrm>
            <a:off x="3429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Freeform 1774"/>
          <p:cNvSpPr/>
          <p:nvPr/>
        </p:nvSpPr>
        <p:spPr>
          <a:xfrm>
            <a:off x="34671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Freeform 1775"/>
          <p:cNvSpPr/>
          <p:nvPr/>
        </p:nvSpPr>
        <p:spPr>
          <a:xfrm>
            <a:off x="34925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Freeform 1776"/>
          <p:cNvSpPr/>
          <p:nvPr/>
        </p:nvSpPr>
        <p:spPr>
          <a:xfrm>
            <a:off x="35179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Freeform 1777"/>
          <p:cNvSpPr/>
          <p:nvPr/>
        </p:nvSpPr>
        <p:spPr>
          <a:xfrm>
            <a:off x="35560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Freeform 1778"/>
          <p:cNvSpPr/>
          <p:nvPr/>
        </p:nvSpPr>
        <p:spPr>
          <a:xfrm>
            <a:off x="3581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Freeform 1779"/>
          <p:cNvSpPr/>
          <p:nvPr/>
        </p:nvSpPr>
        <p:spPr>
          <a:xfrm>
            <a:off x="36195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Freeform 1780"/>
          <p:cNvSpPr/>
          <p:nvPr/>
        </p:nvSpPr>
        <p:spPr>
          <a:xfrm>
            <a:off x="3644900" y="1231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0"/>
                </a:lnTo>
                <a:lnTo>
                  <a:pt x="2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Freeform 1781"/>
          <p:cNvSpPr/>
          <p:nvPr/>
        </p:nvSpPr>
        <p:spPr>
          <a:xfrm>
            <a:off x="3670300" y="10922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"/>
                </a:lnTo>
                <a:lnTo>
                  <a:pt x="3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Freeform 1782"/>
          <p:cNvSpPr/>
          <p:nvPr/>
        </p:nvSpPr>
        <p:spPr>
          <a:xfrm>
            <a:off x="3708400" y="965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0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Freeform 1783"/>
          <p:cNvSpPr/>
          <p:nvPr/>
        </p:nvSpPr>
        <p:spPr>
          <a:xfrm>
            <a:off x="3733800" y="901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Freeform 1784"/>
          <p:cNvSpPr/>
          <p:nvPr/>
        </p:nvSpPr>
        <p:spPr>
          <a:xfrm>
            <a:off x="37719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Freeform 1785"/>
          <p:cNvSpPr/>
          <p:nvPr/>
        </p:nvSpPr>
        <p:spPr>
          <a:xfrm>
            <a:off x="37973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Freeform 1786"/>
          <p:cNvSpPr/>
          <p:nvPr/>
        </p:nvSpPr>
        <p:spPr>
          <a:xfrm>
            <a:off x="3822700" y="88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Freeform 1787"/>
          <p:cNvSpPr/>
          <p:nvPr/>
        </p:nvSpPr>
        <p:spPr>
          <a:xfrm>
            <a:off x="38608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Freeform 1788"/>
          <p:cNvSpPr/>
          <p:nvPr/>
        </p:nvSpPr>
        <p:spPr>
          <a:xfrm>
            <a:off x="3886200" y="88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Freeform 1789"/>
          <p:cNvSpPr/>
          <p:nvPr/>
        </p:nvSpPr>
        <p:spPr>
          <a:xfrm>
            <a:off x="39243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Freeform 1790"/>
          <p:cNvSpPr/>
          <p:nvPr/>
        </p:nvSpPr>
        <p:spPr>
          <a:xfrm>
            <a:off x="39497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Freeform 1791"/>
          <p:cNvSpPr/>
          <p:nvPr/>
        </p:nvSpPr>
        <p:spPr>
          <a:xfrm>
            <a:off x="39878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Freeform 1792"/>
          <p:cNvSpPr/>
          <p:nvPr/>
        </p:nvSpPr>
        <p:spPr>
          <a:xfrm>
            <a:off x="40132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Freeform 1793"/>
          <p:cNvSpPr/>
          <p:nvPr/>
        </p:nvSpPr>
        <p:spPr>
          <a:xfrm>
            <a:off x="4038600" y="87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Freeform 1794"/>
          <p:cNvSpPr/>
          <p:nvPr/>
        </p:nvSpPr>
        <p:spPr>
          <a:xfrm>
            <a:off x="40767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Freeform 1795"/>
          <p:cNvSpPr/>
          <p:nvPr/>
        </p:nvSpPr>
        <p:spPr>
          <a:xfrm>
            <a:off x="32004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Freeform 1796"/>
          <p:cNvSpPr/>
          <p:nvPr/>
        </p:nvSpPr>
        <p:spPr>
          <a:xfrm>
            <a:off x="32385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Freeform 1797"/>
          <p:cNvSpPr/>
          <p:nvPr/>
        </p:nvSpPr>
        <p:spPr>
          <a:xfrm>
            <a:off x="32639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Freeform 1798"/>
          <p:cNvSpPr/>
          <p:nvPr/>
        </p:nvSpPr>
        <p:spPr>
          <a:xfrm>
            <a:off x="3302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Freeform 1799"/>
          <p:cNvSpPr/>
          <p:nvPr/>
        </p:nvSpPr>
        <p:spPr>
          <a:xfrm>
            <a:off x="3327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Freeform 1800"/>
          <p:cNvSpPr/>
          <p:nvPr/>
        </p:nvSpPr>
        <p:spPr>
          <a:xfrm>
            <a:off x="33528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Freeform 1801"/>
          <p:cNvSpPr/>
          <p:nvPr/>
        </p:nvSpPr>
        <p:spPr>
          <a:xfrm>
            <a:off x="33909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Freeform 1802"/>
          <p:cNvSpPr/>
          <p:nvPr/>
        </p:nvSpPr>
        <p:spPr>
          <a:xfrm>
            <a:off x="34163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Freeform 1803"/>
          <p:cNvSpPr/>
          <p:nvPr/>
        </p:nvSpPr>
        <p:spPr>
          <a:xfrm>
            <a:off x="3454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Freeform 1804"/>
          <p:cNvSpPr/>
          <p:nvPr/>
        </p:nvSpPr>
        <p:spPr>
          <a:xfrm>
            <a:off x="34798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Freeform 1805"/>
          <p:cNvSpPr/>
          <p:nvPr/>
        </p:nvSpPr>
        <p:spPr>
          <a:xfrm>
            <a:off x="35052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Freeform 1806"/>
          <p:cNvSpPr/>
          <p:nvPr/>
        </p:nvSpPr>
        <p:spPr>
          <a:xfrm>
            <a:off x="35433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8" name="Freeform 1807"/>
          <p:cNvSpPr/>
          <p:nvPr/>
        </p:nvSpPr>
        <p:spPr>
          <a:xfrm>
            <a:off x="35687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Freeform 1808"/>
          <p:cNvSpPr/>
          <p:nvPr/>
        </p:nvSpPr>
        <p:spPr>
          <a:xfrm>
            <a:off x="36068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Freeform 1809"/>
          <p:cNvSpPr/>
          <p:nvPr/>
        </p:nvSpPr>
        <p:spPr>
          <a:xfrm>
            <a:off x="3632200" y="1219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1" name="Freeform 1810"/>
          <p:cNvSpPr/>
          <p:nvPr/>
        </p:nvSpPr>
        <p:spPr>
          <a:xfrm>
            <a:off x="3670300" y="1092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0" y="11"/>
                </a:moveTo>
                <a:lnTo>
                  <a:pt x="3" y="0"/>
                </a:lnTo>
                <a:lnTo>
                  <a:pt x="2" y="0"/>
                </a:lnTo>
                <a:lnTo>
                  <a:pt x="0" y="10"/>
                </a:lnTo>
                <a:lnTo>
                  <a:pt x="0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Freeform 1811"/>
          <p:cNvSpPr/>
          <p:nvPr/>
        </p:nvSpPr>
        <p:spPr>
          <a:xfrm>
            <a:off x="3695700" y="952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Freeform 1812"/>
          <p:cNvSpPr/>
          <p:nvPr/>
        </p:nvSpPr>
        <p:spPr>
          <a:xfrm>
            <a:off x="3721100" y="889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4" name="Freeform 1813"/>
          <p:cNvSpPr/>
          <p:nvPr/>
        </p:nvSpPr>
        <p:spPr>
          <a:xfrm>
            <a:off x="37592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Freeform 1814"/>
          <p:cNvSpPr/>
          <p:nvPr/>
        </p:nvSpPr>
        <p:spPr>
          <a:xfrm>
            <a:off x="3784600" y="889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Freeform 1815"/>
          <p:cNvSpPr/>
          <p:nvPr/>
        </p:nvSpPr>
        <p:spPr>
          <a:xfrm>
            <a:off x="38227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7" name="Freeform 1816"/>
          <p:cNvSpPr/>
          <p:nvPr/>
        </p:nvSpPr>
        <p:spPr>
          <a:xfrm>
            <a:off x="38481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Freeform 1817"/>
          <p:cNvSpPr/>
          <p:nvPr/>
        </p:nvSpPr>
        <p:spPr>
          <a:xfrm>
            <a:off x="3873500" y="87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Freeform 1818"/>
          <p:cNvSpPr/>
          <p:nvPr/>
        </p:nvSpPr>
        <p:spPr>
          <a:xfrm>
            <a:off x="39116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0" name="Freeform 1819"/>
          <p:cNvSpPr/>
          <p:nvPr/>
        </p:nvSpPr>
        <p:spPr>
          <a:xfrm>
            <a:off x="3937000" y="87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Freeform 1820"/>
          <p:cNvSpPr/>
          <p:nvPr/>
        </p:nvSpPr>
        <p:spPr>
          <a:xfrm>
            <a:off x="39751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Freeform 1821"/>
          <p:cNvSpPr/>
          <p:nvPr/>
        </p:nvSpPr>
        <p:spPr>
          <a:xfrm>
            <a:off x="40005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3" name="Freeform 1822"/>
          <p:cNvSpPr/>
          <p:nvPr/>
        </p:nvSpPr>
        <p:spPr>
          <a:xfrm>
            <a:off x="40259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Freeform 1823"/>
          <p:cNvSpPr/>
          <p:nvPr/>
        </p:nvSpPr>
        <p:spPr>
          <a:xfrm>
            <a:off x="40640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Freeform 1824"/>
          <p:cNvSpPr/>
          <p:nvPr/>
        </p:nvSpPr>
        <p:spPr>
          <a:xfrm>
            <a:off x="31877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6" name="Freeform 1825"/>
          <p:cNvSpPr/>
          <p:nvPr/>
        </p:nvSpPr>
        <p:spPr>
          <a:xfrm>
            <a:off x="32258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Freeform 1826"/>
          <p:cNvSpPr/>
          <p:nvPr/>
        </p:nvSpPr>
        <p:spPr>
          <a:xfrm>
            <a:off x="32512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Freeform 1827"/>
          <p:cNvSpPr/>
          <p:nvPr/>
        </p:nvSpPr>
        <p:spPr>
          <a:xfrm>
            <a:off x="32893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9" name="Freeform 1828"/>
          <p:cNvSpPr/>
          <p:nvPr/>
        </p:nvSpPr>
        <p:spPr>
          <a:xfrm>
            <a:off x="33147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Freeform 1829"/>
          <p:cNvSpPr/>
          <p:nvPr/>
        </p:nvSpPr>
        <p:spPr>
          <a:xfrm>
            <a:off x="33528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Freeform 1830"/>
          <p:cNvSpPr/>
          <p:nvPr/>
        </p:nvSpPr>
        <p:spPr>
          <a:xfrm>
            <a:off x="33782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2" name="Freeform 1831"/>
          <p:cNvSpPr/>
          <p:nvPr/>
        </p:nvSpPr>
        <p:spPr>
          <a:xfrm>
            <a:off x="34036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Freeform 1832"/>
          <p:cNvSpPr/>
          <p:nvPr/>
        </p:nvSpPr>
        <p:spPr>
          <a:xfrm>
            <a:off x="3441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Freeform 1833"/>
          <p:cNvSpPr/>
          <p:nvPr/>
        </p:nvSpPr>
        <p:spPr>
          <a:xfrm>
            <a:off x="34671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5" name="Freeform 1834"/>
          <p:cNvSpPr/>
          <p:nvPr/>
        </p:nvSpPr>
        <p:spPr>
          <a:xfrm>
            <a:off x="35052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Freeform 1835"/>
          <p:cNvSpPr/>
          <p:nvPr/>
        </p:nvSpPr>
        <p:spPr>
          <a:xfrm>
            <a:off x="35306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Freeform 1836"/>
          <p:cNvSpPr/>
          <p:nvPr/>
        </p:nvSpPr>
        <p:spPr>
          <a:xfrm>
            <a:off x="35560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8" name="Freeform 1837"/>
          <p:cNvSpPr/>
          <p:nvPr/>
        </p:nvSpPr>
        <p:spPr>
          <a:xfrm>
            <a:off x="35941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Freeform 1838"/>
          <p:cNvSpPr/>
          <p:nvPr/>
        </p:nvSpPr>
        <p:spPr>
          <a:xfrm>
            <a:off x="3619500" y="1219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Freeform 1839"/>
          <p:cNvSpPr/>
          <p:nvPr/>
        </p:nvSpPr>
        <p:spPr>
          <a:xfrm>
            <a:off x="3657600" y="1079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1" name="Freeform 1840"/>
          <p:cNvSpPr/>
          <p:nvPr/>
        </p:nvSpPr>
        <p:spPr>
          <a:xfrm>
            <a:off x="3683000" y="9398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2" name="Freeform 1841"/>
          <p:cNvSpPr/>
          <p:nvPr/>
        </p:nvSpPr>
        <p:spPr>
          <a:xfrm>
            <a:off x="3708400" y="876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Freeform 1842"/>
          <p:cNvSpPr/>
          <p:nvPr/>
        </p:nvSpPr>
        <p:spPr>
          <a:xfrm>
            <a:off x="37465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4" name="Freeform 1843"/>
          <p:cNvSpPr/>
          <p:nvPr/>
        </p:nvSpPr>
        <p:spPr>
          <a:xfrm>
            <a:off x="3771900" y="87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5" name="Freeform 1844"/>
          <p:cNvSpPr/>
          <p:nvPr/>
        </p:nvSpPr>
        <p:spPr>
          <a:xfrm>
            <a:off x="38100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Freeform 1845"/>
          <p:cNvSpPr/>
          <p:nvPr/>
        </p:nvSpPr>
        <p:spPr>
          <a:xfrm>
            <a:off x="3835400" y="876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7" name="Freeform 1846"/>
          <p:cNvSpPr/>
          <p:nvPr/>
        </p:nvSpPr>
        <p:spPr>
          <a:xfrm>
            <a:off x="38735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8" name="Freeform 1847"/>
          <p:cNvSpPr/>
          <p:nvPr/>
        </p:nvSpPr>
        <p:spPr>
          <a:xfrm>
            <a:off x="38989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Freeform 1848"/>
          <p:cNvSpPr/>
          <p:nvPr/>
        </p:nvSpPr>
        <p:spPr>
          <a:xfrm>
            <a:off x="39243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0" name="Freeform 1849"/>
          <p:cNvSpPr/>
          <p:nvPr/>
        </p:nvSpPr>
        <p:spPr>
          <a:xfrm>
            <a:off x="39624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1" name="Freeform 1850"/>
          <p:cNvSpPr/>
          <p:nvPr/>
        </p:nvSpPr>
        <p:spPr>
          <a:xfrm>
            <a:off x="3987800" y="863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Freeform 1851"/>
          <p:cNvSpPr/>
          <p:nvPr/>
        </p:nvSpPr>
        <p:spPr>
          <a:xfrm>
            <a:off x="40259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3" name="Freeform 1852"/>
          <p:cNvSpPr/>
          <p:nvPr/>
        </p:nvSpPr>
        <p:spPr>
          <a:xfrm>
            <a:off x="40513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Freeform 1853"/>
          <p:cNvSpPr/>
          <p:nvPr/>
        </p:nvSpPr>
        <p:spPr>
          <a:xfrm>
            <a:off x="31877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Freeform 1854"/>
          <p:cNvSpPr/>
          <p:nvPr/>
        </p:nvSpPr>
        <p:spPr>
          <a:xfrm>
            <a:off x="32131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6" name="Freeform 1855"/>
          <p:cNvSpPr/>
          <p:nvPr/>
        </p:nvSpPr>
        <p:spPr>
          <a:xfrm>
            <a:off x="3238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7" name="Freeform 1856"/>
          <p:cNvSpPr/>
          <p:nvPr/>
        </p:nvSpPr>
        <p:spPr>
          <a:xfrm>
            <a:off x="32766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Freeform 1857"/>
          <p:cNvSpPr/>
          <p:nvPr/>
        </p:nvSpPr>
        <p:spPr>
          <a:xfrm>
            <a:off x="33020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Freeform 1858"/>
          <p:cNvSpPr/>
          <p:nvPr/>
        </p:nvSpPr>
        <p:spPr>
          <a:xfrm>
            <a:off x="33401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Freeform 1859"/>
          <p:cNvSpPr/>
          <p:nvPr/>
        </p:nvSpPr>
        <p:spPr>
          <a:xfrm>
            <a:off x="33655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Freeform 1860"/>
          <p:cNvSpPr/>
          <p:nvPr/>
        </p:nvSpPr>
        <p:spPr>
          <a:xfrm>
            <a:off x="33909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Freeform 1861"/>
          <p:cNvSpPr/>
          <p:nvPr/>
        </p:nvSpPr>
        <p:spPr>
          <a:xfrm>
            <a:off x="3429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3" name="Freeform 1862"/>
          <p:cNvSpPr/>
          <p:nvPr/>
        </p:nvSpPr>
        <p:spPr>
          <a:xfrm>
            <a:off x="34544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4" name="Freeform 1863"/>
          <p:cNvSpPr/>
          <p:nvPr/>
        </p:nvSpPr>
        <p:spPr>
          <a:xfrm>
            <a:off x="34925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Freeform 1864"/>
          <p:cNvSpPr/>
          <p:nvPr/>
        </p:nvSpPr>
        <p:spPr>
          <a:xfrm>
            <a:off x="35179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6" name="Freeform 1865"/>
          <p:cNvSpPr/>
          <p:nvPr/>
        </p:nvSpPr>
        <p:spPr>
          <a:xfrm>
            <a:off x="35560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7" name="Freeform 1866"/>
          <p:cNvSpPr/>
          <p:nvPr/>
        </p:nvSpPr>
        <p:spPr>
          <a:xfrm>
            <a:off x="35814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Freeform 1867"/>
          <p:cNvSpPr/>
          <p:nvPr/>
        </p:nvSpPr>
        <p:spPr>
          <a:xfrm>
            <a:off x="3606800" y="1206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9" name="Freeform 1868"/>
          <p:cNvSpPr/>
          <p:nvPr/>
        </p:nvSpPr>
        <p:spPr>
          <a:xfrm>
            <a:off x="3644900" y="10668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0" name="Freeform 1869"/>
          <p:cNvSpPr/>
          <p:nvPr/>
        </p:nvSpPr>
        <p:spPr>
          <a:xfrm>
            <a:off x="3670300" y="939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0"/>
                </a:lnTo>
                <a:lnTo>
                  <a:pt x="3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Freeform 1870"/>
          <p:cNvSpPr/>
          <p:nvPr/>
        </p:nvSpPr>
        <p:spPr>
          <a:xfrm>
            <a:off x="3708400" y="876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0" y="5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Freeform 1871"/>
          <p:cNvSpPr/>
          <p:nvPr/>
        </p:nvSpPr>
        <p:spPr>
          <a:xfrm>
            <a:off x="3733800" y="876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3" name="Freeform 1872"/>
          <p:cNvSpPr/>
          <p:nvPr/>
        </p:nvSpPr>
        <p:spPr>
          <a:xfrm>
            <a:off x="37592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Freeform 1873"/>
          <p:cNvSpPr/>
          <p:nvPr/>
        </p:nvSpPr>
        <p:spPr>
          <a:xfrm>
            <a:off x="37973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5" name="Freeform 1874"/>
          <p:cNvSpPr/>
          <p:nvPr/>
        </p:nvSpPr>
        <p:spPr>
          <a:xfrm>
            <a:off x="38227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6" name="Freeform 1875"/>
          <p:cNvSpPr/>
          <p:nvPr/>
        </p:nvSpPr>
        <p:spPr>
          <a:xfrm>
            <a:off x="38608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7" name="Freeform 1876"/>
          <p:cNvSpPr/>
          <p:nvPr/>
        </p:nvSpPr>
        <p:spPr>
          <a:xfrm>
            <a:off x="3886200" y="863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Freeform 1877"/>
          <p:cNvSpPr/>
          <p:nvPr/>
        </p:nvSpPr>
        <p:spPr>
          <a:xfrm>
            <a:off x="39116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9" name="Freeform 1878"/>
          <p:cNvSpPr/>
          <p:nvPr/>
        </p:nvSpPr>
        <p:spPr>
          <a:xfrm>
            <a:off x="39497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Freeform 1879"/>
          <p:cNvSpPr/>
          <p:nvPr/>
        </p:nvSpPr>
        <p:spPr>
          <a:xfrm>
            <a:off x="39751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1" name="Freeform 1880"/>
          <p:cNvSpPr/>
          <p:nvPr/>
        </p:nvSpPr>
        <p:spPr>
          <a:xfrm>
            <a:off x="40132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2" name="Freeform 1881"/>
          <p:cNvSpPr/>
          <p:nvPr/>
        </p:nvSpPr>
        <p:spPr>
          <a:xfrm>
            <a:off x="4038600" y="850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3" name="Freeform 1882"/>
          <p:cNvSpPr/>
          <p:nvPr/>
        </p:nvSpPr>
        <p:spPr>
          <a:xfrm>
            <a:off x="31750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Freeform 1883"/>
          <p:cNvSpPr/>
          <p:nvPr/>
        </p:nvSpPr>
        <p:spPr>
          <a:xfrm>
            <a:off x="3200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5" name="Freeform 1884"/>
          <p:cNvSpPr/>
          <p:nvPr/>
        </p:nvSpPr>
        <p:spPr>
          <a:xfrm>
            <a:off x="32385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Freeform 1885"/>
          <p:cNvSpPr/>
          <p:nvPr/>
        </p:nvSpPr>
        <p:spPr>
          <a:xfrm>
            <a:off x="32639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7" name="Freeform 1886"/>
          <p:cNvSpPr/>
          <p:nvPr/>
        </p:nvSpPr>
        <p:spPr>
          <a:xfrm>
            <a:off x="32893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8" name="Freeform 1887"/>
          <p:cNvSpPr/>
          <p:nvPr/>
        </p:nvSpPr>
        <p:spPr>
          <a:xfrm>
            <a:off x="33274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Freeform 1888"/>
          <p:cNvSpPr/>
          <p:nvPr/>
        </p:nvSpPr>
        <p:spPr>
          <a:xfrm>
            <a:off x="33528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0" name="Freeform 1889"/>
          <p:cNvSpPr/>
          <p:nvPr/>
        </p:nvSpPr>
        <p:spPr>
          <a:xfrm>
            <a:off x="33909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1" name="Freeform 1890"/>
          <p:cNvSpPr/>
          <p:nvPr/>
        </p:nvSpPr>
        <p:spPr>
          <a:xfrm>
            <a:off x="34163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Freeform 1891"/>
          <p:cNvSpPr/>
          <p:nvPr/>
        </p:nvSpPr>
        <p:spPr>
          <a:xfrm>
            <a:off x="34417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3" name="Freeform 1892"/>
          <p:cNvSpPr/>
          <p:nvPr/>
        </p:nvSpPr>
        <p:spPr>
          <a:xfrm>
            <a:off x="34798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4" name="Freeform 1893"/>
          <p:cNvSpPr/>
          <p:nvPr/>
        </p:nvSpPr>
        <p:spPr>
          <a:xfrm>
            <a:off x="35052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5" name="Freeform 1894"/>
          <p:cNvSpPr/>
          <p:nvPr/>
        </p:nvSpPr>
        <p:spPr>
          <a:xfrm>
            <a:off x="35433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Freeform 1895"/>
          <p:cNvSpPr/>
          <p:nvPr/>
        </p:nvSpPr>
        <p:spPr>
          <a:xfrm>
            <a:off x="35687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7" name="Freeform 1896"/>
          <p:cNvSpPr/>
          <p:nvPr/>
        </p:nvSpPr>
        <p:spPr>
          <a:xfrm>
            <a:off x="3594100" y="1193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Freeform 1897"/>
          <p:cNvSpPr/>
          <p:nvPr/>
        </p:nvSpPr>
        <p:spPr>
          <a:xfrm>
            <a:off x="3632200" y="1066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0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9" name="Freeform 1898"/>
          <p:cNvSpPr/>
          <p:nvPr/>
        </p:nvSpPr>
        <p:spPr>
          <a:xfrm>
            <a:off x="3657600" y="9271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"/>
                </a:lnTo>
                <a:lnTo>
                  <a:pt x="3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0" name="Freeform 1899"/>
          <p:cNvSpPr/>
          <p:nvPr/>
        </p:nvSpPr>
        <p:spPr>
          <a:xfrm>
            <a:off x="3695700" y="863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1" name="Freeform 1900"/>
          <p:cNvSpPr/>
          <p:nvPr/>
        </p:nvSpPr>
        <p:spPr>
          <a:xfrm>
            <a:off x="37211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Freeform 1901"/>
          <p:cNvSpPr/>
          <p:nvPr/>
        </p:nvSpPr>
        <p:spPr>
          <a:xfrm>
            <a:off x="37592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3" name="Freeform 1902"/>
          <p:cNvSpPr/>
          <p:nvPr/>
        </p:nvSpPr>
        <p:spPr>
          <a:xfrm>
            <a:off x="3784600" y="863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4" name="Freeform 1903"/>
          <p:cNvSpPr/>
          <p:nvPr/>
        </p:nvSpPr>
        <p:spPr>
          <a:xfrm>
            <a:off x="38100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Freeform 1904"/>
          <p:cNvSpPr/>
          <p:nvPr/>
        </p:nvSpPr>
        <p:spPr>
          <a:xfrm>
            <a:off x="38481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6" name="Freeform 1905"/>
          <p:cNvSpPr/>
          <p:nvPr/>
        </p:nvSpPr>
        <p:spPr>
          <a:xfrm>
            <a:off x="38735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7" name="Freeform 1906"/>
          <p:cNvSpPr/>
          <p:nvPr/>
        </p:nvSpPr>
        <p:spPr>
          <a:xfrm>
            <a:off x="39116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Freeform 1907"/>
          <p:cNvSpPr/>
          <p:nvPr/>
        </p:nvSpPr>
        <p:spPr>
          <a:xfrm>
            <a:off x="3937000" y="850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9" name="Freeform 1908"/>
          <p:cNvSpPr/>
          <p:nvPr/>
        </p:nvSpPr>
        <p:spPr>
          <a:xfrm>
            <a:off x="39624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0" name="Freeform 1909"/>
          <p:cNvSpPr/>
          <p:nvPr/>
        </p:nvSpPr>
        <p:spPr>
          <a:xfrm>
            <a:off x="40005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Freeform 1910"/>
          <p:cNvSpPr/>
          <p:nvPr/>
        </p:nvSpPr>
        <p:spPr>
          <a:xfrm>
            <a:off x="40259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2" name="Connector 1911"/>
          <p:cNvCxnSpPr/>
          <p:nvPr/>
        </p:nvCxnSpPr>
        <p:spPr>
          <a:xfrm flipH="1">
            <a:off x="28095416" y="-22609588"/>
            <a:ext cx="888278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3" name="Connector 1912"/>
          <p:cNvCxnSpPr/>
          <p:nvPr/>
        </p:nvCxnSpPr>
        <p:spPr>
          <a:xfrm flipH="1">
            <a:off x="27933764" y="-22717307"/>
            <a:ext cx="888278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4" name="Connector 1913"/>
          <p:cNvCxnSpPr/>
          <p:nvPr/>
        </p:nvCxnSpPr>
        <p:spPr>
          <a:xfrm flipH="1">
            <a:off x="27772109" y="-22825026"/>
            <a:ext cx="888278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5" name="Connector 1914"/>
          <p:cNvCxnSpPr/>
          <p:nvPr/>
        </p:nvCxnSpPr>
        <p:spPr>
          <a:xfrm flipH="1" flipV="1">
            <a:off x="28660387" y="-22825026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6" name="Connector 1915"/>
          <p:cNvCxnSpPr/>
          <p:nvPr/>
        </p:nvCxnSpPr>
        <p:spPr>
          <a:xfrm flipH="1" flipV="1">
            <a:off x="28482732" y="-22809345"/>
            <a:ext cx="323308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7" name="Connector 1916"/>
          <p:cNvCxnSpPr/>
          <p:nvPr/>
        </p:nvCxnSpPr>
        <p:spPr>
          <a:xfrm flipH="1" flipV="1">
            <a:off x="28305075" y="-22793662"/>
            <a:ext cx="323307" cy="21543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8" name="Connector 1917"/>
          <p:cNvCxnSpPr/>
          <p:nvPr/>
        </p:nvCxnSpPr>
        <p:spPr>
          <a:xfrm flipH="1" flipV="1">
            <a:off x="28127421" y="-22777981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9" name="Connector 1918"/>
          <p:cNvCxnSpPr/>
          <p:nvPr/>
        </p:nvCxnSpPr>
        <p:spPr>
          <a:xfrm flipH="1" flipV="1">
            <a:off x="27949766" y="-22762300"/>
            <a:ext cx="323305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0" name="Connector 1919"/>
          <p:cNvCxnSpPr/>
          <p:nvPr/>
        </p:nvCxnSpPr>
        <p:spPr>
          <a:xfrm flipH="1" flipV="1">
            <a:off x="27772109" y="-22746619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1" name="Connector 1920"/>
          <p:cNvCxnSpPr/>
          <p:nvPr/>
        </p:nvCxnSpPr>
        <p:spPr>
          <a:xfrm flipH="1">
            <a:off x="28962176" y="-22609588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2" name="Connector 1921"/>
          <p:cNvCxnSpPr/>
          <p:nvPr/>
        </p:nvCxnSpPr>
        <p:spPr>
          <a:xfrm flipH="1">
            <a:off x="28800524" y="-2271730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3" name="Connector 1922"/>
          <p:cNvCxnSpPr/>
          <p:nvPr/>
        </p:nvCxnSpPr>
        <p:spPr>
          <a:xfrm flipH="1">
            <a:off x="28638868" y="-22825026"/>
            <a:ext cx="21519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4" name="Connector 1923"/>
          <p:cNvCxnSpPr/>
          <p:nvPr/>
        </p:nvCxnSpPr>
        <p:spPr>
          <a:xfrm flipV="1">
            <a:off x="28095416" y="-2253308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5" name="Connector 1924"/>
          <p:cNvCxnSpPr/>
          <p:nvPr/>
        </p:nvCxnSpPr>
        <p:spPr>
          <a:xfrm flipV="1">
            <a:off x="27933764" y="-2264079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6" name="Connector 1925"/>
          <p:cNvCxnSpPr/>
          <p:nvPr/>
        </p:nvCxnSpPr>
        <p:spPr>
          <a:xfrm flipV="1">
            <a:off x="27772109" y="-22748518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7" name="Connector 1926"/>
          <p:cNvCxnSpPr/>
          <p:nvPr/>
        </p:nvCxnSpPr>
        <p:spPr>
          <a:xfrm flipH="1" flipV="1">
            <a:off x="28965720" y="-22621566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8" name="Connector 1927"/>
          <p:cNvCxnSpPr/>
          <p:nvPr/>
        </p:nvCxnSpPr>
        <p:spPr>
          <a:xfrm flipH="1" flipV="1">
            <a:off x="28788066" y="-22605885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9" name="Connector 1928"/>
          <p:cNvCxnSpPr/>
          <p:nvPr/>
        </p:nvCxnSpPr>
        <p:spPr>
          <a:xfrm flipH="1" flipV="1">
            <a:off x="28610408" y="-22590202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0" name="Connector 1929"/>
          <p:cNvCxnSpPr/>
          <p:nvPr/>
        </p:nvCxnSpPr>
        <p:spPr>
          <a:xfrm flipH="1" flipV="1">
            <a:off x="28432754" y="-22574521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1" name="Connector 1930"/>
          <p:cNvCxnSpPr/>
          <p:nvPr/>
        </p:nvCxnSpPr>
        <p:spPr>
          <a:xfrm flipH="1" flipV="1">
            <a:off x="28255100" y="-22558840"/>
            <a:ext cx="17971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2" name="Connector 1931"/>
          <p:cNvCxnSpPr/>
          <p:nvPr/>
        </p:nvCxnSpPr>
        <p:spPr>
          <a:xfrm flipH="1" flipV="1">
            <a:off x="28077442" y="-2254315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3" name="Connector 1932"/>
          <p:cNvCxnSpPr/>
          <p:nvPr/>
        </p:nvCxnSpPr>
        <p:spPr>
          <a:xfrm>
            <a:off x="28660387" y="-22825026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4" name="Connector 1933"/>
          <p:cNvCxnSpPr/>
          <p:nvPr/>
        </p:nvCxnSpPr>
        <p:spPr>
          <a:xfrm>
            <a:off x="28482732" y="-2280934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5" name="Connector 1934"/>
          <p:cNvCxnSpPr/>
          <p:nvPr/>
        </p:nvCxnSpPr>
        <p:spPr>
          <a:xfrm>
            <a:off x="28305075" y="-22793662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6" name="Connector 1935"/>
          <p:cNvCxnSpPr/>
          <p:nvPr/>
        </p:nvCxnSpPr>
        <p:spPr>
          <a:xfrm>
            <a:off x="28127421" y="-22777981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7" name="Connector 1936"/>
          <p:cNvCxnSpPr/>
          <p:nvPr/>
        </p:nvCxnSpPr>
        <p:spPr>
          <a:xfrm>
            <a:off x="27949766" y="-22762300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8" name="Connector 1937"/>
          <p:cNvCxnSpPr/>
          <p:nvPr/>
        </p:nvCxnSpPr>
        <p:spPr>
          <a:xfrm>
            <a:off x="27772109" y="-22746619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9" name="Connector 1938"/>
          <p:cNvCxnSpPr/>
          <p:nvPr/>
        </p:nvCxnSpPr>
        <p:spPr>
          <a:xfrm flipH="1" flipV="1">
            <a:off x="28660387" y="-22825026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0" name="Connector 1939"/>
          <p:cNvCxnSpPr/>
          <p:nvPr/>
        </p:nvCxnSpPr>
        <p:spPr>
          <a:xfrm flipH="1" flipV="1">
            <a:off x="27772109" y="-22746619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1" name="Connector 1940"/>
          <p:cNvCxnSpPr/>
          <p:nvPr/>
        </p:nvCxnSpPr>
        <p:spPr>
          <a:xfrm flipH="1">
            <a:off x="28095416" y="-22609588"/>
            <a:ext cx="888278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2" name="Connector 1941"/>
          <p:cNvCxnSpPr/>
          <p:nvPr/>
        </p:nvCxnSpPr>
        <p:spPr>
          <a:xfrm flipH="1">
            <a:off x="27772109" y="-22825026"/>
            <a:ext cx="888278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3" name="Connector 1942"/>
          <p:cNvCxnSpPr/>
          <p:nvPr/>
        </p:nvCxnSpPr>
        <p:spPr>
          <a:xfrm flipH="1">
            <a:off x="28962176" y="-23238578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4" name="Connector 1943"/>
          <p:cNvCxnSpPr/>
          <p:nvPr/>
        </p:nvCxnSpPr>
        <p:spPr>
          <a:xfrm flipH="1">
            <a:off x="28800524" y="-2334629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5" name="Connector 1944"/>
          <p:cNvCxnSpPr/>
          <p:nvPr/>
        </p:nvCxnSpPr>
        <p:spPr>
          <a:xfrm flipH="1">
            <a:off x="28638868" y="-23454016"/>
            <a:ext cx="21519" cy="19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6" name="Connector 1945"/>
          <p:cNvCxnSpPr/>
          <p:nvPr/>
        </p:nvCxnSpPr>
        <p:spPr>
          <a:xfrm>
            <a:off x="28660387" y="-23454016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7" name="Connector 1946"/>
          <p:cNvCxnSpPr/>
          <p:nvPr/>
        </p:nvCxnSpPr>
        <p:spPr>
          <a:xfrm>
            <a:off x="28482732" y="-23438333"/>
            <a:ext cx="17974" cy="119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8" name="Connector 1947"/>
          <p:cNvCxnSpPr/>
          <p:nvPr/>
        </p:nvCxnSpPr>
        <p:spPr>
          <a:xfrm>
            <a:off x="28305075" y="-23422652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9" name="Connector 1948"/>
          <p:cNvCxnSpPr/>
          <p:nvPr/>
        </p:nvCxnSpPr>
        <p:spPr>
          <a:xfrm>
            <a:off x="28127421" y="-23406971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0" name="Connector 1949"/>
          <p:cNvCxnSpPr/>
          <p:nvPr/>
        </p:nvCxnSpPr>
        <p:spPr>
          <a:xfrm>
            <a:off x="27949766" y="-23391290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1" name="Connector 1950"/>
          <p:cNvCxnSpPr/>
          <p:nvPr/>
        </p:nvCxnSpPr>
        <p:spPr>
          <a:xfrm>
            <a:off x="27772109" y="-2337560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2" name="Connector 1951"/>
          <p:cNvCxnSpPr/>
          <p:nvPr/>
        </p:nvCxnSpPr>
        <p:spPr>
          <a:xfrm flipH="1" flipV="1">
            <a:off x="28660387" y="-23454016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3" name="Connector 1952"/>
          <p:cNvCxnSpPr/>
          <p:nvPr/>
        </p:nvCxnSpPr>
        <p:spPr>
          <a:xfrm flipH="1">
            <a:off x="27772109" y="-23454016"/>
            <a:ext cx="888278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4" name="Connector 1953"/>
          <p:cNvCxnSpPr/>
          <p:nvPr/>
        </p:nvCxnSpPr>
        <p:spPr>
          <a:xfrm flipV="1">
            <a:off x="28983694" y="-22631189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5" name="Connector 1954"/>
          <p:cNvCxnSpPr/>
          <p:nvPr/>
        </p:nvCxnSpPr>
        <p:spPr>
          <a:xfrm flipV="1">
            <a:off x="28806040" y="-2261550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6" name="Connector 1955"/>
          <p:cNvCxnSpPr/>
          <p:nvPr/>
        </p:nvCxnSpPr>
        <p:spPr>
          <a:xfrm flipV="1">
            <a:off x="28628382" y="-2259982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7" name="Connector 1956"/>
          <p:cNvCxnSpPr/>
          <p:nvPr/>
        </p:nvCxnSpPr>
        <p:spPr>
          <a:xfrm flipV="1">
            <a:off x="28450728" y="-22584145"/>
            <a:ext cx="0" cy="216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8" name="Connector 1957"/>
          <p:cNvCxnSpPr/>
          <p:nvPr/>
        </p:nvCxnSpPr>
        <p:spPr>
          <a:xfrm flipV="1">
            <a:off x="28273071" y="-22568462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9" name="Connector 1958"/>
          <p:cNvCxnSpPr/>
          <p:nvPr/>
        </p:nvCxnSpPr>
        <p:spPr>
          <a:xfrm flipV="1">
            <a:off x="28095416" y="-22552781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0" name="Connector 1959"/>
          <p:cNvCxnSpPr/>
          <p:nvPr/>
        </p:nvCxnSpPr>
        <p:spPr>
          <a:xfrm flipH="1">
            <a:off x="28962176" y="-22767841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1" name="Connector 1960"/>
          <p:cNvCxnSpPr/>
          <p:nvPr/>
        </p:nvCxnSpPr>
        <p:spPr>
          <a:xfrm flipH="1">
            <a:off x="28962176" y="-2304672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2" name="Connector 1961"/>
          <p:cNvCxnSpPr/>
          <p:nvPr/>
        </p:nvCxnSpPr>
        <p:spPr>
          <a:xfrm flipV="1">
            <a:off x="28983694" y="-23238578"/>
            <a:ext cx="0" cy="6289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3" name="Connector 1962"/>
          <p:cNvCxnSpPr/>
          <p:nvPr/>
        </p:nvCxnSpPr>
        <p:spPr>
          <a:xfrm flipV="1">
            <a:off x="28660387" y="-23454016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4" name="Connector 1963"/>
          <p:cNvCxnSpPr/>
          <p:nvPr/>
        </p:nvCxnSpPr>
        <p:spPr>
          <a:xfrm flipV="1">
            <a:off x="28482732" y="-23438333"/>
            <a:ext cx="0" cy="62898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5" name="Connector 1964"/>
          <p:cNvCxnSpPr/>
          <p:nvPr/>
        </p:nvCxnSpPr>
        <p:spPr>
          <a:xfrm flipV="1">
            <a:off x="28305075" y="-23422652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6" name="Connector 1965"/>
          <p:cNvCxnSpPr/>
          <p:nvPr/>
        </p:nvCxnSpPr>
        <p:spPr>
          <a:xfrm flipV="1">
            <a:off x="28127421" y="-23406971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7" name="Connector 1966"/>
          <p:cNvCxnSpPr/>
          <p:nvPr/>
        </p:nvCxnSpPr>
        <p:spPr>
          <a:xfrm flipV="1">
            <a:off x="27949766" y="-23391290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8" name="Connector 1967"/>
          <p:cNvCxnSpPr/>
          <p:nvPr/>
        </p:nvCxnSpPr>
        <p:spPr>
          <a:xfrm flipV="1">
            <a:off x="27772109" y="-23375608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9" name="Connector 1968"/>
          <p:cNvCxnSpPr/>
          <p:nvPr/>
        </p:nvCxnSpPr>
        <p:spPr>
          <a:xfrm flipV="1">
            <a:off x="28660387" y="-2284662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0" name="Connector 1969"/>
          <p:cNvCxnSpPr/>
          <p:nvPr/>
        </p:nvCxnSpPr>
        <p:spPr>
          <a:xfrm flipV="1">
            <a:off x="28482732" y="-2283094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1" name="Connector 1970"/>
          <p:cNvCxnSpPr/>
          <p:nvPr/>
        </p:nvCxnSpPr>
        <p:spPr>
          <a:xfrm flipV="1">
            <a:off x="28305075" y="-22815263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2" name="Connector 1971"/>
          <p:cNvCxnSpPr/>
          <p:nvPr/>
        </p:nvCxnSpPr>
        <p:spPr>
          <a:xfrm flipV="1">
            <a:off x="28127421" y="-22799581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3" name="Connector 1972"/>
          <p:cNvCxnSpPr/>
          <p:nvPr/>
        </p:nvCxnSpPr>
        <p:spPr>
          <a:xfrm flipV="1">
            <a:off x="27949766" y="-2278390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4" name="Connector 1973"/>
          <p:cNvCxnSpPr/>
          <p:nvPr/>
        </p:nvCxnSpPr>
        <p:spPr>
          <a:xfrm flipV="1">
            <a:off x="27772109" y="-22768219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5" name="Connector 1974"/>
          <p:cNvCxnSpPr/>
          <p:nvPr/>
        </p:nvCxnSpPr>
        <p:spPr>
          <a:xfrm>
            <a:off x="28660387" y="-2345401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6" name="Connector 1975"/>
          <p:cNvCxnSpPr/>
          <p:nvPr/>
        </p:nvCxnSpPr>
        <p:spPr>
          <a:xfrm>
            <a:off x="28482732" y="-2343833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7" name="Connector 1976"/>
          <p:cNvCxnSpPr/>
          <p:nvPr/>
        </p:nvCxnSpPr>
        <p:spPr>
          <a:xfrm>
            <a:off x="28305075" y="-23422652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8" name="Connector 1977"/>
          <p:cNvCxnSpPr/>
          <p:nvPr/>
        </p:nvCxnSpPr>
        <p:spPr>
          <a:xfrm>
            <a:off x="28127421" y="-23406971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9" name="Connector 1978"/>
          <p:cNvCxnSpPr/>
          <p:nvPr/>
        </p:nvCxnSpPr>
        <p:spPr>
          <a:xfrm>
            <a:off x="27949766" y="-23391290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0" name="Connector 1979"/>
          <p:cNvCxnSpPr/>
          <p:nvPr/>
        </p:nvCxnSpPr>
        <p:spPr>
          <a:xfrm>
            <a:off x="27772109" y="-2337560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1" name="Connector 1980"/>
          <p:cNvCxnSpPr/>
          <p:nvPr/>
        </p:nvCxnSpPr>
        <p:spPr>
          <a:xfrm flipH="1">
            <a:off x="27772109" y="-22983279"/>
            <a:ext cx="888278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2" name="Connector 1981"/>
          <p:cNvCxnSpPr/>
          <p:nvPr/>
        </p:nvCxnSpPr>
        <p:spPr>
          <a:xfrm flipH="1">
            <a:off x="27772109" y="-23262158"/>
            <a:ext cx="888278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3" name="Connector 1982"/>
          <p:cNvCxnSpPr/>
          <p:nvPr/>
        </p:nvCxnSpPr>
        <p:spPr>
          <a:xfrm flipH="1">
            <a:off x="28638868" y="-22983279"/>
            <a:ext cx="21519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4" name="Connector 1983"/>
          <p:cNvCxnSpPr/>
          <p:nvPr/>
        </p:nvCxnSpPr>
        <p:spPr>
          <a:xfrm flipH="1">
            <a:off x="28638868" y="-23262158"/>
            <a:ext cx="21519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5" name="Connector 1984"/>
          <p:cNvCxnSpPr/>
          <p:nvPr/>
        </p:nvCxnSpPr>
        <p:spPr>
          <a:xfrm flipV="1">
            <a:off x="27772109" y="-2290677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6" name="Connector 1985"/>
          <p:cNvCxnSpPr/>
          <p:nvPr/>
        </p:nvCxnSpPr>
        <p:spPr>
          <a:xfrm flipV="1">
            <a:off x="27772109" y="-2318564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7" name="Connector 1986"/>
          <p:cNvCxnSpPr/>
          <p:nvPr/>
        </p:nvCxnSpPr>
        <p:spPr>
          <a:xfrm flipV="1">
            <a:off x="28660387" y="-23454016"/>
            <a:ext cx="0" cy="62899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8" name="Connector 1987"/>
          <p:cNvCxnSpPr/>
          <p:nvPr/>
        </p:nvCxnSpPr>
        <p:spPr>
          <a:xfrm flipV="1">
            <a:off x="27772109" y="-23375608"/>
            <a:ext cx="0" cy="6289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9" name="Connector 1988"/>
          <p:cNvCxnSpPr/>
          <p:nvPr/>
        </p:nvCxnSpPr>
        <p:spPr>
          <a:xfrm flipV="1">
            <a:off x="28983694" y="-23238578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0" name="Connector 1989"/>
          <p:cNvCxnSpPr/>
          <p:nvPr/>
        </p:nvCxnSpPr>
        <p:spPr>
          <a:xfrm flipV="1">
            <a:off x="28822042" y="-23346297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1" name="Connector 1990"/>
          <p:cNvCxnSpPr/>
          <p:nvPr/>
        </p:nvCxnSpPr>
        <p:spPr>
          <a:xfrm flipV="1">
            <a:off x="28660387" y="-23454016"/>
            <a:ext cx="0" cy="628990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2" name="Connector 1991"/>
          <p:cNvCxnSpPr/>
          <p:nvPr/>
        </p:nvCxnSpPr>
        <p:spPr>
          <a:xfrm flipV="1">
            <a:off x="28983694" y="-22631189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3" name="Connector 1992"/>
          <p:cNvCxnSpPr/>
          <p:nvPr/>
        </p:nvCxnSpPr>
        <p:spPr>
          <a:xfrm flipV="1">
            <a:off x="28822042" y="-22738908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4" name="Connector 1993"/>
          <p:cNvCxnSpPr/>
          <p:nvPr/>
        </p:nvCxnSpPr>
        <p:spPr>
          <a:xfrm flipV="1">
            <a:off x="28660387" y="-2284662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5" name="Connector 1994"/>
          <p:cNvCxnSpPr/>
          <p:nvPr/>
        </p:nvCxnSpPr>
        <p:spPr>
          <a:xfrm>
            <a:off x="28983694" y="-2323857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6" name="Connector 1995"/>
          <p:cNvCxnSpPr/>
          <p:nvPr/>
        </p:nvCxnSpPr>
        <p:spPr>
          <a:xfrm>
            <a:off x="28822042" y="-2334629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7" name="Connector 1996"/>
          <p:cNvCxnSpPr/>
          <p:nvPr/>
        </p:nvCxnSpPr>
        <p:spPr>
          <a:xfrm>
            <a:off x="28660387" y="-2345401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8" name="Connector 1997"/>
          <p:cNvCxnSpPr/>
          <p:nvPr/>
        </p:nvCxnSpPr>
        <p:spPr>
          <a:xfrm flipH="1" flipV="1">
            <a:off x="28660387" y="-22983279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9" name="Connector 1998"/>
          <p:cNvCxnSpPr/>
          <p:nvPr/>
        </p:nvCxnSpPr>
        <p:spPr>
          <a:xfrm flipH="1" flipV="1">
            <a:off x="28660387" y="-23262158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0" name="Connector 1999"/>
          <p:cNvCxnSpPr/>
          <p:nvPr/>
        </p:nvCxnSpPr>
        <p:spPr>
          <a:xfrm flipH="1" flipV="1">
            <a:off x="28965720" y="-2277981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1" name="Connector 2000"/>
          <p:cNvCxnSpPr/>
          <p:nvPr/>
        </p:nvCxnSpPr>
        <p:spPr>
          <a:xfrm flipH="1" flipV="1">
            <a:off x="28965720" y="-2305869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2" name="Connector 2001"/>
          <p:cNvCxnSpPr/>
          <p:nvPr/>
        </p:nvCxnSpPr>
        <p:spPr>
          <a:xfrm>
            <a:off x="28660387" y="-22983279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3" name="Connector 2002"/>
          <p:cNvCxnSpPr/>
          <p:nvPr/>
        </p:nvCxnSpPr>
        <p:spPr>
          <a:xfrm>
            <a:off x="28660387" y="-23262158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4" name="Connector 2003"/>
          <p:cNvCxnSpPr/>
          <p:nvPr/>
        </p:nvCxnSpPr>
        <p:spPr>
          <a:xfrm flipV="1">
            <a:off x="28095416" y="-22552781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5" name="Connector 2004"/>
          <p:cNvCxnSpPr/>
          <p:nvPr/>
        </p:nvCxnSpPr>
        <p:spPr>
          <a:xfrm flipV="1">
            <a:off x="27933764" y="-2266050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6" name="Connector 2005"/>
          <p:cNvCxnSpPr/>
          <p:nvPr/>
        </p:nvCxnSpPr>
        <p:spPr>
          <a:xfrm flipV="1">
            <a:off x="27772109" y="-22768219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7" name="Connector 2006"/>
          <p:cNvCxnSpPr/>
          <p:nvPr/>
        </p:nvCxnSpPr>
        <p:spPr>
          <a:xfrm>
            <a:off x="27772109" y="-22904871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8" name="Connector 2007"/>
          <p:cNvCxnSpPr/>
          <p:nvPr/>
        </p:nvCxnSpPr>
        <p:spPr>
          <a:xfrm>
            <a:off x="27772109" y="-2318375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9" name="Freeform 2008"/>
          <p:cNvSpPr/>
          <p:nvPr/>
        </p:nvSpPr>
        <p:spPr>
          <a:xfrm>
            <a:off x="280797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0" name="Freeform 2009"/>
          <p:cNvSpPr/>
          <p:nvPr/>
        </p:nvSpPr>
        <p:spPr>
          <a:xfrm>
            <a:off x="281178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1" name="Freeform 2010"/>
          <p:cNvSpPr/>
          <p:nvPr/>
        </p:nvSpPr>
        <p:spPr>
          <a:xfrm>
            <a:off x="28143200" y="-2259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Freeform 2011"/>
          <p:cNvSpPr/>
          <p:nvPr/>
        </p:nvSpPr>
        <p:spPr>
          <a:xfrm>
            <a:off x="281813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3" name="Freeform 2012"/>
          <p:cNvSpPr/>
          <p:nvPr/>
        </p:nvSpPr>
        <p:spPr>
          <a:xfrm>
            <a:off x="282067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4" name="Freeform 2013"/>
          <p:cNvSpPr/>
          <p:nvPr/>
        </p:nvSpPr>
        <p:spPr>
          <a:xfrm>
            <a:off x="282321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5" name="Freeform 2014"/>
          <p:cNvSpPr/>
          <p:nvPr/>
        </p:nvSpPr>
        <p:spPr>
          <a:xfrm>
            <a:off x="28270200" y="-2260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6" name="Freeform 2015"/>
          <p:cNvSpPr/>
          <p:nvPr/>
        </p:nvSpPr>
        <p:spPr>
          <a:xfrm>
            <a:off x="282956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7" name="Freeform 2016"/>
          <p:cNvSpPr/>
          <p:nvPr/>
        </p:nvSpPr>
        <p:spPr>
          <a:xfrm>
            <a:off x="283337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8" name="Freeform 2017"/>
          <p:cNvSpPr/>
          <p:nvPr/>
        </p:nvSpPr>
        <p:spPr>
          <a:xfrm>
            <a:off x="28359100" y="-2263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9" name="Freeform 2018"/>
          <p:cNvSpPr/>
          <p:nvPr/>
        </p:nvSpPr>
        <p:spPr>
          <a:xfrm>
            <a:off x="283845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0" name="Freeform 2019"/>
          <p:cNvSpPr/>
          <p:nvPr/>
        </p:nvSpPr>
        <p:spPr>
          <a:xfrm>
            <a:off x="284226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1" name="Freeform 2020"/>
          <p:cNvSpPr/>
          <p:nvPr/>
        </p:nvSpPr>
        <p:spPr>
          <a:xfrm>
            <a:off x="284480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2" name="Freeform 2021"/>
          <p:cNvSpPr/>
          <p:nvPr/>
        </p:nvSpPr>
        <p:spPr>
          <a:xfrm>
            <a:off x="284861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3" name="Freeform 2022"/>
          <p:cNvSpPr/>
          <p:nvPr/>
        </p:nvSpPr>
        <p:spPr>
          <a:xfrm>
            <a:off x="285115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4" name="Freeform 2023"/>
          <p:cNvSpPr/>
          <p:nvPr/>
        </p:nvSpPr>
        <p:spPr>
          <a:xfrm>
            <a:off x="285496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5" name="Freeform 2024"/>
          <p:cNvSpPr/>
          <p:nvPr/>
        </p:nvSpPr>
        <p:spPr>
          <a:xfrm>
            <a:off x="28575000" y="-2263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6" name="Freeform 2025"/>
          <p:cNvSpPr/>
          <p:nvPr/>
        </p:nvSpPr>
        <p:spPr>
          <a:xfrm>
            <a:off x="286004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7" name="Freeform 2026"/>
          <p:cNvSpPr/>
          <p:nvPr/>
        </p:nvSpPr>
        <p:spPr>
          <a:xfrm>
            <a:off x="286385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8" name="Freeform 2027"/>
          <p:cNvSpPr/>
          <p:nvPr/>
        </p:nvSpPr>
        <p:spPr>
          <a:xfrm>
            <a:off x="286639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9" name="Freeform 2028"/>
          <p:cNvSpPr/>
          <p:nvPr/>
        </p:nvSpPr>
        <p:spPr>
          <a:xfrm>
            <a:off x="287020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0" name="Freeform 2029"/>
          <p:cNvSpPr/>
          <p:nvPr/>
        </p:nvSpPr>
        <p:spPr>
          <a:xfrm>
            <a:off x="287274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1" name="Freeform 2030"/>
          <p:cNvSpPr/>
          <p:nvPr/>
        </p:nvSpPr>
        <p:spPr>
          <a:xfrm>
            <a:off x="287528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2" name="Freeform 2031"/>
          <p:cNvSpPr/>
          <p:nvPr/>
        </p:nvSpPr>
        <p:spPr>
          <a:xfrm>
            <a:off x="287909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3" name="Freeform 2032"/>
          <p:cNvSpPr/>
          <p:nvPr/>
        </p:nvSpPr>
        <p:spPr>
          <a:xfrm>
            <a:off x="288163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4" name="Freeform 2033"/>
          <p:cNvSpPr/>
          <p:nvPr/>
        </p:nvSpPr>
        <p:spPr>
          <a:xfrm>
            <a:off x="288544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5" name="Freeform 2034"/>
          <p:cNvSpPr/>
          <p:nvPr/>
        </p:nvSpPr>
        <p:spPr>
          <a:xfrm>
            <a:off x="288798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6" name="Freeform 2035"/>
          <p:cNvSpPr/>
          <p:nvPr/>
        </p:nvSpPr>
        <p:spPr>
          <a:xfrm>
            <a:off x="289052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7" name="Freeform 2036"/>
          <p:cNvSpPr/>
          <p:nvPr/>
        </p:nvSpPr>
        <p:spPr>
          <a:xfrm>
            <a:off x="289433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8" name="Freeform 2037"/>
          <p:cNvSpPr/>
          <p:nvPr/>
        </p:nvSpPr>
        <p:spPr>
          <a:xfrm>
            <a:off x="280670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9" name="Freeform 2038"/>
          <p:cNvSpPr/>
          <p:nvPr/>
        </p:nvSpPr>
        <p:spPr>
          <a:xfrm>
            <a:off x="281051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0" name="Freeform 2039"/>
          <p:cNvSpPr/>
          <p:nvPr/>
        </p:nvSpPr>
        <p:spPr>
          <a:xfrm>
            <a:off x="281305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1" name="Freeform 2040"/>
          <p:cNvSpPr/>
          <p:nvPr/>
        </p:nvSpPr>
        <p:spPr>
          <a:xfrm>
            <a:off x="281686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2" name="Freeform 2041"/>
          <p:cNvSpPr/>
          <p:nvPr/>
        </p:nvSpPr>
        <p:spPr>
          <a:xfrm>
            <a:off x="28194000" y="-2260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3" name="Freeform 2042"/>
          <p:cNvSpPr/>
          <p:nvPr/>
        </p:nvSpPr>
        <p:spPr>
          <a:xfrm>
            <a:off x="282321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" name="Freeform 2043"/>
          <p:cNvSpPr/>
          <p:nvPr/>
        </p:nvSpPr>
        <p:spPr>
          <a:xfrm>
            <a:off x="282575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5" name="Freeform 2044"/>
          <p:cNvSpPr/>
          <p:nvPr/>
        </p:nvSpPr>
        <p:spPr>
          <a:xfrm>
            <a:off x="282829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6" name="Freeform 2045"/>
          <p:cNvSpPr/>
          <p:nvPr/>
        </p:nvSpPr>
        <p:spPr>
          <a:xfrm>
            <a:off x="283210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7" name="Freeform 2046"/>
          <p:cNvSpPr/>
          <p:nvPr/>
        </p:nvSpPr>
        <p:spPr>
          <a:xfrm>
            <a:off x="28346400" y="-2264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8" name="Freeform 2047"/>
          <p:cNvSpPr/>
          <p:nvPr/>
        </p:nvSpPr>
        <p:spPr>
          <a:xfrm>
            <a:off x="283845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9" name="Freeform 2048"/>
          <p:cNvSpPr/>
          <p:nvPr/>
        </p:nvSpPr>
        <p:spPr>
          <a:xfrm>
            <a:off x="284099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0" name="Freeform 2049"/>
          <p:cNvSpPr/>
          <p:nvPr/>
        </p:nvSpPr>
        <p:spPr>
          <a:xfrm>
            <a:off x="284353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1" name="Freeform 2050"/>
          <p:cNvSpPr/>
          <p:nvPr/>
        </p:nvSpPr>
        <p:spPr>
          <a:xfrm>
            <a:off x="28473400" y="-2263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2" name="Freeform 2051"/>
          <p:cNvSpPr/>
          <p:nvPr/>
        </p:nvSpPr>
        <p:spPr>
          <a:xfrm>
            <a:off x="284988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3" name="Freeform 2052"/>
          <p:cNvSpPr/>
          <p:nvPr/>
        </p:nvSpPr>
        <p:spPr>
          <a:xfrm>
            <a:off x="285369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4" name="Freeform 2053"/>
          <p:cNvSpPr/>
          <p:nvPr/>
        </p:nvSpPr>
        <p:spPr>
          <a:xfrm>
            <a:off x="285623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5" name="Freeform 2054"/>
          <p:cNvSpPr/>
          <p:nvPr/>
        </p:nvSpPr>
        <p:spPr>
          <a:xfrm>
            <a:off x="28587700" y="-2265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6" name="Freeform 2055"/>
          <p:cNvSpPr/>
          <p:nvPr/>
        </p:nvSpPr>
        <p:spPr>
          <a:xfrm>
            <a:off x="286258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7" name="Freeform 2056"/>
          <p:cNvSpPr/>
          <p:nvPr/>
        </p:nvSpPr>
        <p:spPr>
          <a:xfrm>
            <a:off x="286512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8" name="Freeform 2057"/>
          <p:cNvSpPr/>
          <p:nvPr/>
        </p:nvSpPr>
        <p:spPr>
          <a:xfrm>
            <a:off x="286893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Freeform 2058"/>
          <p:cNvSpPr/>
          <p:nvPr/>
        </p:nvSpPr>
        <p:spPr>
          <a:xfrm>
            <a:off x="287147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0" name="Freeform 2059"/>
          <p:cNvSpPr/>
          <p:nvPr/>
        </p:nvSpPr>
        <p:spPr>
          <a:xfrm>
            <a:off x="287528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1" name="Freeform 2060"/>
          <p:cNvSpPr/>
          <p:nvPr/>
        </p:nvSpPr>
        <p:spPr>
          <a:xfrm>
            <a:off x="287782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Freeform 2061"/>
          <p:cNvSpPr/>
          <p:nvPr/>
        </p:nvSpPr>
        <p:spPr>
          <a:xfrm>
            <a:off x="288036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3" name="Freeform 2062"/>
          <p:cNvSpPr/>
          <p:nvPr/>
        </p:nvSpPr>
        <p:spPr>
          <a:xfrm>
            <a:off x="288417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4" name="Freeform 2063"/>
          <p:cNvSpPr/>
          <p:nvPr/>
        </p:nvSpPr>
        <p:spPr>
          <a:xfrm>
            <a:off x="28867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Freeform 2064"/>
          <p:cNvSpPr/>
          <p:nvPr/>
        </p:nvSpPr>
        <p:spPr>
          <a:xfrm>
            <a:off x="28905200" y="-22669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6" name="Freeform 2065"/>
          <p:cNvSpPr/>
          <p:nvPr/>
        </p:nvSpPr>
        <p:spPr>
          <a:xfrm>
            <a:off x="289306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7" name="Freeform 2066"/>
          <p:cNvSpPr/>
          <p:nvPr/>
        </p:nvSpPr>
        <p:spPr>
          <a:xfrm>
            <a:off x="280670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Freeform 2067"/>
          <p:cNvSpPr/>
          <p:nvPr/>
        </p:nvSpPr>
        <p:spPr>
          <a:xfrm>
            <a:off x="28092400" y="-2260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9" name="Freeform 2068"/>
          <p:cNvSpPr/>
          <p:nvPr/>
        </p:nvSpPr>
        <p:spPr>
          <a:xfrm>
            <a:off x="281178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0" name="Freeform 2069"/>
          <p:cNvSpPr/>
          <p:nvPr/>
        </p:nvSpPr>
        <p:spPr>
          <a:xfrm>
            <a:off x="281559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1" name="Freeform 2070"/>
          <p:cNvSpPr/>
          <p:nvPr/>
        </p:nvSpPr>
        <p:spPr>
          <a:xfrm>
            <a:off x="281813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2" name="Freeform 2071"/>
          <p:cNvSpPr/>
          <p:nvPr/>
        </p:nvSpPr>
        <p:spPr>
          <a:xfrm>
            <a:off x="282194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3" name="Freeform 2072"/>
          <p:cNvSpPr/>
          <p:nvPr/>
        </p:nvSpPr>
        <p:spPr>
          <a:xfrm>
            <a:off x="28244800" y="-2261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4" name="Freeform 2073"/>
          <p:cNvSpPr/>
          <p:nvPr/>
        </p:nvSpPr>
        <p:spPr>
          <a:xfrm>
            <a:off x="282702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5" name="Freeform 2074"/>
          <p:cNvSpPr/>
          <p:nvPr/>
        </p:nvSpPr>
        <p:spPr>
          <a:xfrm>
            <a:off x="283083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6" name="Freeform 2075"/>
          <p:cNvSpPr/>
          <p:nvPr/>
        </p:nvSpPr>
        <p:spPr>
          <a:xfrm>
            <a:off x="283337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7" name="Freeform 2076"/>
          <p:cNvSpPr/>
          <p:nvPr/>
        </p:nvSpPr>
        <p:spPr>
          <a:xfrm>
            <a:off x="283718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8" name="Freeform 2077"/>
          <p:cNvSpPr/>
          <p:nvPr/>
        </p:nvSpPr>
        <p:spPr>
          <a:xfrm>
            <a:off x="283972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9" name="Freeform 2078"/>
          <p:cNvSpPr/>
          <p:nvPr/>
        </p:nvSpPr>
        <p:spPr>
          <a:xfrm>
            <a:off x="284353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0" name="Freeform 2079"/>
          <p:cNvSpPr/>
          <p:nvPr/>
        </p:nvSpPr>
        <p:spPr>
          <a:xfrm>
            <a:off x="284607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1" name="Freeform 2080"/>
          <p:cNvSpPr/>
          <p:nvPr/>
        </p:nvSpPr>
        <p:spPr>
          <a:xfrm>
            <a:off x="284861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2" name="Freeform 2081"/>
          <p:cNvSpPr/>
          <p:nvPr/>
        </p:nvSpPr>
        <p:spPr>
          <a:xfrm>
            <a:off x="285242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3" name="Freeform 2082"/>
          <p:cNvSpPr/>
          <p:nvPr/>
        </p:nvSpPr>
        <p:spPr>
          <a:xfrm>
            <a:off x="285496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" name="Freeform 2083"/>
          <p:cNvSpPr/>
          <p:nvPr/>
        </p:nvSpPr>
        <p:spPr>
          <a:xfrm>
            <a:off x="285877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5" name="Freeform 2084"/>
          <p:cNvSpPr/>
          <p:nvPr/>
        </p:nvSpPr>
        <p:spPr>
          <a:xfrm>
            <a:off x="28613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6" name="Freeform 2085"/>
          <p:cNvSpPr/>
          <p:nvPr/>
        </p:nvSpPr>
        <p:spPr>
          <a:xfrm>
            <a:off x="286385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7" name="Freeform 2086"/>
          <p:cNvSpPr/>
          <p:nvPr/>
        </p:nvSpPr>
        <p:spPr>
          <a:xfrm>
            <a:off x="286766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8" name="Freeform 2087"/>
          <p:cNvSpPr/>
          <p:nvPr/>
        </p:nvSpPr>
        <p:spPr>
          <a:xfrm>
            <a:off x="287020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9" name="Freeform 2088"/>
          <p:cNvSpPr/>
          <p:nvPr/>
        </p:nvSpPr>
        <p:spPr>
          <a:xfrm>
            <a:off x="28740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0" name="Freeform 2089"/>
          <p:cNvSpPr/>
          <p:nvPr/>
        </p:nvSpPr>
        <p:spPr>
          <a:xfrm>
            <a:off x="287655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1" name="Freeform 2090"/>
          <p:cNvSpPr/>
          <p:nvPr/>
        </p:nvSpPr>
        <p:spPr>
          <a:xfrm>
            <a:off x="28790900" y="-22669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2" name="Freeform 2091"/>
          <p:cNvSpPr/>
          <p:nvPr/>
        </p:nvSpPr>
        <p:spPr>
          <a:xfrm>
            <a:off x="288290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3" name="Freeform 2092"/>
          <p:cNvSpPr/>
          <p:nvPr/>
        </p:nvSpPr>
        <p:spPr>
          <a:xfrm>
            <a:off x="288544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4" name="Freeform 2093"/>
          <p:cNvSpPr/>
          <p:nvPr/>
        </p:nvSpPr>
        <p:spPr>
          <a:xfrm>
            <a:off x="288925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5" name="Freeform 2094"/>
          <p:cNvSpPr/>
          <p:nvPr/>
        </p:nvSpPr>
        <p:spPr>
          <a:xfrm>
            <a:off x="28917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6" name="Freeform 2095"/>
          <p:cNvSpPr/>
          <p:nvPr/>
        </p:nvSpPr>
        <p:spPr>
          <a:xfrm>
            <a:off x="280543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" name="Freeform 2096"/>
          <p:cNvSpPr/>
          <p:nvPr/>
        </p:nvSpPr>
        <p:spPr>
          <a:xfrm>
            <a:off x="280797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8" name="Freeform 2097"/>
          <p:cNvSpPr/>
          <p:nvPr/>
        </p:nvSpPr>
        <p:spPr>
          <a:xfrm>
            <a:off x="281178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9" name="Freeform 2098"/>
          <p:cNvSpPr/>
          <p:nvPr/>
        </p:nvSpPr>
        <p:spPr>
          <a:xfrm>
            <a:off x="28143200" y="-2261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0" name="Freeform 2099"/>
          <p:cNvSpPr/>
          <p:nvPr/>
        </p:nvSpPr>
        <p:spPr>
          <a:xfrm>
            <a:off x="281686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1" name="Freeform 2100"/>
          <p:cNvSpPr/>
          <p:nvPr/>
        </p:nvSpPr>
        <p:spPr>
          <a:xfrm>
            <a:off x="282067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2" name="Freeform 2101"/>
          <p:cNvSpPr/>
          <p:nvPr/>
        </p:nvSpPr>
        <p:spPr>
          <a:xfrm>
            <a:off x="282321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" name="Freeform 2102"/>
          <p:cNvSpPr/>
          <p:nvPr/>
        </p:nvSpPr>
        <p:spPr>
          <a:xfrm>
            <a:off x="282702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" name="Freeform 2103"/>
          <p:cNvSpPr/>
          <p:nvPr/>
        </p:nvSpPr>
        <p:spPr>
          <a:xfrm>
            <a:off x="282956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Freeform 2104"/>
          <p:cNvSpPr/>
          <p:nvPr/>
        </p:nvSpPr>
        <p:spPr>
          <a:xfrm>
            <a:off x="28321000" y="-2265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6" name="Freeform 2105"/>
          <p:cNvSpPr/>
          <p:nvPr/>
        </p:nvSpPr>
        <p:spPr>
          <a:xfrm>
            <a:off x="283591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7" name="Freeform 2106"/>
          <p:cNvSpPr/>
          <p:nvPr/>
        </p:nvSpPr>
        <p:spPr>
          <a:xfrm>
            <a:off x="28384500" y="-22644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Freeform 2107"/>
          <p:cNvSpPr/>
          <p:nvPr/>
        </p:nvSpPr>
        <p:spPr>
          <a:xfrm>
            <a:off x="284226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9" name="Freeform 2108"/>
          <p:cNvSpPr/>
          <p:nvPr/>
        </p:nvSpPr>
        <p:spPr>
          <a:xfrm>
            <a:off x="284480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0" name="Freeform 2109"/>
          <p:cNvSpPr/>
          <p:nvPr/>
        </p:nvSpPr>
        <p:spPr>
          <a:xfrm>
            <a:off x="284734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Freeform 2110"/>
          <p:cNvSpPr/>
          <p:nvPr/>
        </p:nvSpPr>
        <p:spPr>
          <a:xfrm>
            <a:off x="285115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2" name="Freeform 2111"/>
          <p:cNvSpPr/>
          <p:nvPr/>
        </p:nvSpPr>
        <p:spPr>
          <a:xfrm>
            <a:off x="285369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3" name="Freeform 2112"/>
          <p:cNvSpPr/>
          <p:nvPr/>
        </p:nvSpPr>
        <p:spPr>
          <a:xfrm>
            <a:off x="285750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Freeform 2113"/>
          <p:cNvSpPr/>
          <p:nvPr/>
        </p:nvSpPr>
        <p:spPr>
          <a:xfrm>
            <a:off x="286004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5" name="Freeform 2114"/>
          <p:cNvSpPr/>
          <p:nvPr/>
        </p:nvSpPr>
        <p:spPr>
          <a:xfrm>
            <a:off x="286385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" name="Freeform 2115"/>
          <p:cNvSpPr/>
          <p:nvPr/>
        </p:nvSpPr>
        <p:spPr>
          <a:xfrm>
            <a:off x="28663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7" name="Freeform 2116"/>
          <p:cNvSpPr/>
          <p:nvPr/>
        </p:nvSpPr>
        <p:spPr>
          <a:xfrm>
            <a:off x="286893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8" name="Freeform 2117"/>
          <p:cNvSpPr/>
          <p:nvPr/>
        </p:nvSpPr>
        <p:spPr>
          <a:xfrm>
            <a:off x="28727400" y="-22669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9" name="Freeform 2118"/>
          <p:cNvSpPr/>
          <p:nvPr/>
        </p:nvSpPr>
        <p:spPr>
          <a:xfrm>
            <a:off x="287528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0" name="Freeform 2119"/>
          <p:cNvSpPr/>
          <p:nvPr/>
        </p:nvSpPr>
        <p:spPr>
          <a:xfrm>
            <a:off x="28790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1" name="Freeform 2120"/>
          <p:cNvSpPr/>
          <p:nvPr/>
        </p:nvSpPr>
        <p:spPr>
          <a:xfrm>
            <a:off x="288163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2" name="Freeform 2121"/>
          <p:cNvSpPr/>
          <p:nvPr/>
        </p:nvSpPr>
        <p:spPr>
          <a:xfrm>
            <a:off x="28841700" y="-22682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3" name="Freeform 2122"/>
          <p:cNvSpPr/>
          <p:nvPr/>
        </p:nvSpPr>
        <p:spPr>
          <a:xfrm>
            <a:off x="288798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4" name="Freeform 2123"/>
          <p:cNvSpPr/>
          <p:nvPr/>
        </p:nvSpPr>
        <p:spPr>
          <a:xfrm>
            <a:off x="289052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5" name="Freeform 2124"/>
          <p:cNvSpPr/>
          <p:nvPr/>
        </p:nvSpPr>
        <p:spPr>
          <a:xfrm>
            <a:off x="28041600" y="-2261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6" name="Freeform 2125"/>
          <p:cNvSpPr/>
          <p:nvPr/>
        </p:nvSpPr>
        <p:spPr>
          <a:xfrm>
            <a:off x="280670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7" name="Freeform 2126"/>
          <p:cNvSpPr/>
          <p:nvPr/>
        </p:nvSpPr>
        <p:spPr>
          <a:xfrm>
            <a:off x="281051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8" name="Freeform 2127"/>
          <p:cNvSpPr/>
          <p:nvPr/>
        </p:nvSpPr>
        <p:spPr>
          <a:xfrm>
            <a:off x="281305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9" name="Freeform 2128"/>
          <p:cNvSpPr/>
          <p:nvPr/>
        </p:nvSpPr>
        <p:spPr>
          <a:xfrm>
            <a:off x="281559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" name="Freeform 2129"/>
          <p:cNvSpPr/>
          <p:nvPr/>
        </p:nvSpPr>
        <p:spPr>
          <a:xfrm>
            <a:off x="28194000" y="-2263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1" name="Freeform 2130"/>
          <p:cNvSpPr/>
          <p:nvPr/>
        </p:nvSpPr>
        <p:spPr>
          <a:xfrm>
            <a:off x="282194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2" name="Freeform 2131"/>
          <p:cNvSpPr/>
          <p:nvPr/>
        </p:nvSpPr>
        <p:spPr>
          <a:xfrm>
            <a:off x="282575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3" name="Freeform 2132"/>
          <p:cNvSpPr/>
          <p:nvPr/>
        </p:nvSpPr>
        <p:spPr>
          <a:xfrm>
            <a:off x="282829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4" name="Freeform 2133"/>
          <p:cNvSpPr/>
          <p:nvPr/>
        </p:nvSpPr>
        <p:spPr>
          <a:xfrm>
            <a:off x="283210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5" name="Freeform 2134"/>
          <p:cNvSpPr/>
          <p:nvPr/>
        </p:nvSpPr>
        <p:spPr>
          <a:xfrm>
            <a:off x="283464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6" name="Freeform 2135"/>
          <p:cNvSpPr/>
          <p:nvPr/>
        </p:nvSpPr>
        <p:spPr>
          <a:xfrm>
            <a:off x="283718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7" name="Freeform 2136"/>
          <p:cNvSpPr/>
          <p:nvPr/>
        </p:nvSpPr>
        <p:spPr>
          <a:xfrm>
            <a:off x="284099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8" name="Freeform 2137"/>
          <p:cNvSpPr/>
          <p:nvPr/>
        </p:nvSpPr>
        <p:spPr>
          <a:xfrm>
            <a:off x="284353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9" name="Freeform 2138"/>
          <p:cNvSpPr/>
          <p:nvPr/>
        </p:nvSpPr>
        <p:spPr>
          <a:xfrm>
            <a:off x="284734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" name="Freeform 2139"/>
          <p:cNvSpPr/>
          <p:nvPr/>
        </p:nvSpPr>
        <p:spPr>
          <a:xfrm>
            <a:off x="284988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1" name="Freeform 2140"/>
          <p:cNvSpPr/>
          <p:nvPr/>
        </p:nvSpPr>
        <p:spPr>
          <a:xfrm>
            <a:off x="285242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" name="Freeform 2141"/>
          <p:cNvSpPr/>
          <p:nvPr/>
        </p:nvSpPr>
        <p:spPr>
          <a:xfrm>
            <a:off x="285623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" name="Freeform 2142"/>
          <p:cNvSpPr/>
          <p:nvPr/>
        </p:nvSpPr>
        <p:spPr>
          <a:xfrm>
            <a:off x="285877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" name="Freeform 2143"/>
          <p:cNvSpPr/>
          <p:nvPr/>
        </p:nvSpPr>
        <p:spPr>
          <a:xfrm>
            <a:off x="286258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5" name="Freeform 2144"/>
          <p:cNvSpPr/>
          <p:nvPr/>
        </p:nvSpPr>
        <p:spPr>
          <a:xfrm>
            <a:off x="286512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6" name="Freeform 2145"/>
          <p:cNvSpPr/>
          <p:nvPr/>
        </p:nvSpPr>
        <p:spPr>
          <a:xfrm>
            <a:off x="286766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" name="Freeform 2146"/>
          <p:cNvSpPr/>
          <p:nvPr/>
        </p:nvSpPr>
        <p:spPr>
          <a:xfrm>
            <a:off x="287147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8" name="Freeform 2147"/>
          <p:cNvSpPr/>
          <p:nvPr/>
        </p:nvSpPr>
        <p:spPr>
          <a:xfrm>
            <a:off x="287401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9" name="Freeform 2148"/>
          <p:cNvSpPr/>
          <p:nvPr/>
        </p:nvSpPr>
        <p:spPr>
          <a:xfrm>
            <a:off x="28778200" y="-22682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0" name="Freeform 2149"/>
          <p:cNvSpPr/>
          <p:nvPr/>
        </p:nvSpPr>
        <p:spPr>
          <a:xfrm>
            <a:off x="288036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1" name="Freeform 2150"/>
          <p:cNvSpPr/>
          <p:nvPr/>
        </p:nvSpPr>
        <p:spPr>
          <a:xfrm>
            <a:off x="288417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2" name="Freeform 2151"/>
          <p:cNvSpPr/>
          <p:nvPr/>
        </p:nvSpPr>
        <p:spPr>
          <a:xfrm>
            <a:off x="288671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3" name="Freeform 2152"/>
          <p:cNvSpPr/>
          <p:nvPr/>
        </p:nvSpPr>
        <p:spPr>
          <a:xfrm>
            <a:off x="28892500" y="-22694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4" name="Freeform 2153"/>
          <p:cNvSpPr/>
          <p:nvPr/>
        </p:nvSpPr>
        <p:spPr>
          <a:xfrm>
            <a:off x="280289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5" name="Freeform 2154"/>
          <p:cNvSpPr/>
          <p:nvPr/>
        </p:nvSpPr>
        <p:spPr>
          <a:xfrm>
            <a:off x="280543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6" name="Freeform 2155"/>
          <p:cNvSpPr/>
          <p:nvPr/>
        </p:nvSpPr>
        <p:spPr>
          <a:xfrm>
            <a:off x="28092400" y="-22631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7" name="Freeform 2156"/>
          <p:cNvSpPr/>
          <p:nvPr/>
        </p:nvSpPr>
        <p:spPr>
          <a:xfrm>
            <a:off x="281178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8" name="Freeform 2157"/>
          <p:cNvSpPr/>
          <p:nvPr/>
        </p:nvSpPr>
        <p:spPr>
          <a:xfrm>
            <a:off x="281559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9" name="Freeform 2158"/>
          <p:cNvSpPr/>
          <p:nvPr/>
        </p:nvSpPr>
        <p:spPr>
          <a:xfrm>
            <a:off x="281813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0" name="Freeform 2159"/>
          <p:cNvSpPr/>
          <p:nvPr/>
        </p:nvSpPr>
        <p:spPr>
          <a:xfrm>
            <a:off x="282067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1" name="Freeform 2160"/>
          <p:cNvSpPr/>
          <p:nvPr/>
        </p:nvSpPr>
        <p:spPr>
          <a:xfrm>
            <a:off x="282448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2" name="Freeform 2161"/>
          <p:cNvSpPr/>
          <p:nvPr/>
        </p:nvSpPr>
        <p:spPr>
          <a:xfrm>
            <a:off x="282702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3" name="Freeform 2162"/>
          <p:cNvSpPr/>
          <p:nvPr/>
        </p:nvSpPr>
        <p:spPr>
          <a:xfrm>
            <a:off x="283083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" name="Freeform 2163"/>
          <p:cNvSpPr/>
          <p:nvPr/>
        </p:nvSpPr>
        <p:spPr>
          <a:xfrm>
            <a:off x="283337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5" name="Freeform 2164"/>
          <p:cNvSpPr/>
          <p:nvPr/>
        </p:nvSpPr>
        <p:spPr>
          <a:xfrm>
            <a:off x="283718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6" name="Freeform 2165"/>
          <p:cNvSpPr/>
          <p:nvPr/>
        </p:nvSpPr>
        <p:spPr>
          <a:xfrm>
            <a:off x="283972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7" name="Freeform 2166"/>
          <p:cNvSpPr/>
          <p:nvPr/>
        </p:nvSpPr>
        <p:spPr>
          <a:xfrm>
            <a:off x="284226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8" name="Freeform 2167"/>
          <p:cNvSpPr/>
          <p:nvPr/>
        </p:nvSpPr>
        <p:spPr>
          <a:xfrm>
            <a:off x="284607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9" name="Freeform 2168"/>
          <p:cNvSpPr/>
          <p:nvPr/>
        </p:nvSpPr>
        <p:spPr>
          <a:xfrm>
            <a:off x="28486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0" name="Freeform 2169"/>
          <p:cNvSpPr/>
          <p:nvPr/>
        </p:nvSpPr>
        <p:spPr>
          <a:xfrm>
            <a:off x="28524200" y="-22669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1" name="Freeform 2170"/>
          <p:cNvSpPr/>
          <p:nvPr/>
        </p:nvSpPr>
        <p:spPr>
          <a:xfrm>
            <a:off x="285496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2" name="Freeform 2171"/>
          <p:cNvSpPr/>
          <p:nvPr/>
        </p:nvSpPr>
        <p:spPr>
          <a:xfrm>
            <a:off x="285750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3" name="Freeform 2172"/>
          <p:cNvSpPr/>
          <p:nvPr/>
        </p:nvSpPr>
        <p:spPr>
          <a:xfrm>
            <a:off x="286131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4" name="Freeform 2173"/>
          <p:cNvSpPr/>
          <p:nvPr/>
        </p:nvSpPr>
        <p:spPr>
          <a:xfrm>
            <a:off x="286385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5" name="Freeform 2174"/>
          <p:cNvSpPr/>
          <p:nvPr/>
        </p:nvSpPr>
        <p:spPr>
          <a:xfrm>
            <a:off x="286766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6" name="Freeform 2175"/>
          <p:cNvSpPr/>
          <p:nvPr/>
        </p:nvSpPr>
        <p:spPr>
          <a:xfrm>
            <a:off x="287020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7" name="Freeform 2176"/>
          <p:cNvSpPr/>
          <p:nvPr/>
        </p:nvSpPr>
        <p:spPr>
          <a:xfrm>
            <a:off x="287274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8" name="Freeform 2177"/>
          <p:cNvSpPr/>
          <p:nvPr/>
        </p:nvSpPr>
        <p:spPr>
          <a:xfrm>
            <a:off x="287655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9" name="Freeform 2178"/>
          <p:cNvSpPr/>
          <p:nvPr/>
        </p:nvSpPr>
        <p:spPr>
          <a:xfrm>
            <a:off x="287909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0" name="Freeform 2179"/>
          <p:cNvSpPr/>
          <p:nvPr/>
        </p:nvSpPr>
        <p:spPr>
          <a:xfrm>
            <a:off x="28829000" y="-22694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1" name="Freeform 2180"/>
          <p:cNvSpPr/>
          <p:nvPr/>
        </p:nvSpPr>
        <p:spPr>
          <a:xfrm>
            <a:off x="288544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2" name="Freeform 2181"/>
          <p:cNvSpPr/>
          <p:nvPr/>
        </p:nvSpPr>
        <p:spPr>
          <a:xfrm>
            <a:off x="288925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3" name="Freeform 2182"/>
          <p:cNvSpPr/>
          <p:nvPr/>
        </p:nvSpPr>
        <p:spPr>
          <a:xfrm>
            <a:off x="280162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4" name="Freeform 2183"/>
          <p:cNvSpPr/>
          <p:nvPr/>
        </p:nvSpPr>
        <p:spPr>
          <a:xfrm>
            <a:off x="280543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5" name="Freeform 2184"/>
          <p:cNvSpPr/>
          <p:nvPr/>
        </p:nvSpPr>
        <p:spPr>
          <a:xfrm>
            <a:off x="28079700" y="-2264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6" name="Freeform 2185"/>
          <p:cNvSpPr/>
          <p:nvPr/>
        </p:nvSpPr>
        <p:spPr>
          <a:xfrm>
            <a:off x="281051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7" name="Freeform 2186"/>
          <p:cNvSpPr/>
          <p:nvPr/>
        </p:nvSpPr>
        <p:spPr>
          <a:xfrm>
            <a:off x="281432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8" name="Freeform 2187"/>
          <p:cNvSpPr/>
          <p:nvPr/>
        </p:nvSpPr>
        <p:spPr>
          <a:xfrm>
            <a:off x="281686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9" name="Freeform 2188"/>
          <p:cNvSpPr/>
          <p:nvPr/>
        </p:nvSpPr>
        <p:spPr>
          <a:xfrm>
            <a:off x="282067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0" name="Freeform 2189"/>
          <p:cNvSpPr/>
          <p:nvPr/>
        </p:nvSpPr>
        <p:spPr>
          <a:xfrm>
            <a:off x="282321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1" name="Freeform 2190"/>
          <p:cNvSpPr/>
          <p:nvPr/>
        </p:nvSpPr>
        <p:spPr>
          <a:xfrm>
            <a:off x="282575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2" name="Freeform 2191"/>
          <p:cNvSpPr/>
          <p:nvPr/>
        </p:nvSpPr>
        <p:spPr>
          <a:xfrm>
            <a:off x="282956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3" name="Freeform 2192"/>
          <p:cNvSpPr/>
          <p:nvPr/>
        </p:nvSpPr>
        <p:spPr>
          <a:xfrm>
            <a:off x="283210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4" name="Freeform 2193"/>
          <p:cNvSpPr/>
          <p:nvPr/>
        </p:nvSpPr>
        <p:spPr>
          <a:xfrm>
            <a:off x="28359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5" name="Freeform 2194"/>
          <p:cNvSpPr/>
          <p:nvPr/>
        </p:nvSpPr>
        <p:spPr>
          <a:xfrm>
            <a:off x="283845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6" name="Freeform 2195"/>
          <p:cNvSpPr/>
          <p:nvPr/>
        </p:nvSpPr>
        <p:spPr>
          <a:xfrm>
            <a:off x="28409900" y="-22669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7" name="Freeform 2196"/>
          <p:cNvSpPr/>
          <p:nvPr/>
        </p:nvSpPr>
        <p:spPr>
          <a:xfrm>
            <a:off x="284480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8" name="Freeform 2197"/>
          <p:cNvSpPr/>
          <p:nvPr/>
        </p:nvSpPr>
        <p:spPr>
          <a:xfrm>
            <a:off x="284734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9" name="Freeform 2198"/>
          <p:cNvSpPr/>
          <p:nvPr/>
        </p:nvSpPr>
        <p:spPr>
          <a:xfrm>
            <a:off x="285115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0" name="Freeform 2199"/>
          <p:cNvSpPr/>
          <p:nvPr/>
        </p:nvSpPr>
        <p:spPr>
          <a:xfrm>
            <a:off x="285369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1" name="Freeform 2200"/>
          <p:cNvSpPr/>
          <p:nvPr/>
        </p:nvSpPr>
        <p:spPr>
          <a:xfrm>
            <a:off x="285750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2" name="Freeform 2201"/>
          <p:cNvSpPr/>
          <p:nvPr/>
        </p:nvSpPr>
        <p:spPr>
          <a:xfrm>
            <a:off x="286004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3" name="Freeform 2202"/>
          <p:cNvSpPr/>
          <p:nvPr/>
        </p:nvSpPr>
        <p:spPr>
          <a:xfrm>
            <a:off x="286258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4" name="Freeform 2203"/>
          <p:cNvSpPr/>
          <p:nvPr/>
        </p:nvSpPr>
        <p:spPr>
          <a:xfrm>
            <a:off x="286639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5" name="Freeform 2204"/>
          <p:cNvSpPr/>
          <p:nvPr/>
        </p:nvSpPr>
        <p:spPr>
          <a:xfrm>
            <a:off x="286893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6" name="Freeform 2205"/>
          <p:cNvSpPr/>
          <p:nvPr/>
        </p:nvSpPr>
        <p:spPr>
          <a:xfrm>
            <a:off x="28727400" y="-22694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7" name="Freeform 2206"/>
          <p:cNvSpPr/>
          <p:nvPr/>
        </p:nvSpPr>
        <p:spPr>
          <a:xfrm>
            <a:off x="287528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8" name="Freeform 2207"/>
          <p:cNvSpPr/>
          <p:nvPr/>
        </p:nvSpPr>
        <p:spPr>
          <a:xfrm>
            <a:off x="287782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9" name="Freeform 2208"/>
          <p:cNvSpPr/>
          <p:nvPr/>
        </p:nvSpPr>
        <p:spPr>
          <a:xfrm>
            <a:off x="288163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0" name="Freeform 2209"/>
          <p:cNvSpPr/>
          <p:nvPr/>
        </p:nvSpPr>
        <p:spPr>
          <a:xfrm>
            <a:off x="288417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1" name="Freeform 2210"/>
          <p:cNvSpPr/>
          <p:nvPr/>
        </p:nvSpPr>
        <p:spPr>
          <a:xfrm>
            <a:off x="288798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2" name="Freeform 2211"/>
          <p:cNvSpPr/>
          <p:nvPr/>
        </p:nvSpPr>
        <p:spPr>
          <a:xfrm>
            <a:off x="28003500" y="-2264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3" name="Freeform 2212"/>
          <p:cNvSpPr/>
          <p:nvPr/>
        </p:nvSpPr>
        <p:spPr>
          <a:xfrm>
            <a:off x="28041600" y="-22644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4" name="Freeform 2213"/>
          <p:cNvSpPr/>
          <p:nvPr/>
        </p:nvSpPr>
        <p:spPr>
          <a:xfrm>
            <a:off x="280670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5" name="Freeform 2214"/>
          <p:cNvSpPr/>
          <p:nvPr/>
        </p:nvSpPr>
        <p:spPr>
          <a:xfrm>
            <a:off x="280924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6" name="Freeform 2215"/>
          <p:cNvSpPr/>
          <p:nvPr/>
        </p:nvSpPr>
        <p:spPr>
          <a:xfrm>
            <a:off x="281305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7" name="Freeform 2216"/>
          <p:cNvSpPr/>
          <p:nvPr/>
        </p:nvSpPr>
        <p:spPr>
          <a:xfrm>
            <a:off x="281559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8" name="Freeform 2217"/>
          <p:cNvSpPr/>
          <p:nvPr/>
        </p:nvSpPr>
        <p:spPr>
          <a:xfrm>
            <a:off x="281940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9" name="Freeform 2218"/>
          <p:cNvSpPr/>
          <p:nvPr/>
        </p:nvSpPr>
        <p:spPr>
          <a:xfrm>
            <a:off x="282194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0" name="Freeform 2219"/>
          <p:cNvSpPr/>
          <p:nvPr/>
        </p:nvSpPr>
        <p:spPr>
          <a:xfrm>
            <a:off x="282575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1" name="Freeform 2220"/>
          <p:cNvSpPr/>
          <p:nvPr/>
        </p:nvSpPr>
        <p:spPr>
          <a:xfrm>
            <a:off x="282829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2" name="Freeform 2221"/>
          <p:cNvSpPr/>
          <p:nvPr/>
        </p:nvSpPr>
        <p:spPr>
          <a:xfrm>
            <a:off x="283083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3" name="Freeform 2222"/>
          <p:cNvSpPr/>
          <p:nvPr/>
        </p:nvSpPr>
        <p:spPr>
          <a:xfrm>
            <a:off x="283464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4" name="Freeform 2223"/>
          <p:cNvSpPr/>
          <p:nvPr/>
        </p:nvSpPr>
        <p:spPr>
          <a:xfrm>
            <a:off x="283718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5" name="Freeform 2224"/>
          <p:cNvSpPr/>
          <p:nvPr/>
        </p:nvSpPr>
        <p:spPr>
          <a:xfrm>
            <a:off x="28409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6" name="Freeform 2225"/>
          <p:cNvSpPr/>
          <p:nvPr/>
        </p:nvSpPr>
        <p:spPr>
          <a:xfrm>
            <a:off x="284353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7" name="Freeform 2226"/>
          <p:cNvSpPr/>
          <p:nvPr/>
        </p:nvSpPr>
        <p:spPr>
          <a:xfrm>
            <a:off x="28460700" y="-22682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8" name="Freeform 2227"/>
          <p:cNvSpPr/>
          <p:nvPr/>
        </p:nvSpPr>
        <p:spPr>
          <a:xfrm>
            <a:off x="284988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9" name="Freeform 2228"/>
          <p:cNvSpPr/>
          <p:nvPr/>
        </p:nvSpPr>
        <p:spPr>
          <a:xfrm>
            <a:off x="285242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0" name="Freeform 2229"/>
          <p:cNvSpPr/>
          <p:nvPr/>
        </p:nvSpPr>
        <p:spPr>
          <a:xfrm>
            <a:off x="285623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1" name="Freeform 2230"/>
          <p:cNvSpPr/>
          <p:nvPr/>
        </p:nvSpPr>
        <p:spPr>
          <a:xfrm>
            <a:off x="285877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2" name="Freeform 2231"/>
          <p:cNvSpPr/>
          <p:nvPr/>
        </p:nvSpPr>
        <p:spPr>
          <a:xfrm>
            <a:off x="28613100" y="-2272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3" name="Freeform 2232"/>
          <p:cNvSpPr/>
          <p:nvPr/>
        </p:nvSpPr>
        <p:spPr>
          <a:xfrm>
            <a:off x="286512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4" name="Freeform 2233"/>
          <p:cNvSpPr/>
          <p:nvPr/>
        </p:nvSpPr>
        <p:spPr>
          <a:xfrm>
            <a:off x="286766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5" name="Freeform 2234"/>
          <p:cNvSpPr/>
          <p:nvPr/>
        </p:nvSpPr>
        <p:spPr>
          <a:xfrm>
            <a:off x="287147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6" name="Freeform 2235"/>
          <p:cNvSpPr/>
          <p:nvPr/>
        </p:nvSpPr>
        <p:spPr>
          <a:xfrm>
            <a:off x="287401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7" name="Freeform 2236"/>
          <p:cNvSpPr/>
          <p:nvPr/>
        </p:nvSpPr>
        <p:spPr>
          <a:xfrm>
            <a:off x="28778200" y="-22707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8" name="Freeform 2237"/>
          <p:cNvSpPr/>
          <p:nvPr/>
        </p:nvSpPr>
        <p:spPr>
          <a:xfrm>
            <a:off x="288036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9" name="Freeform 2238"/>
          <p:cNvSpPr/>
          <p:nvPr/>
        </p:nvSpPr>
        <p:spPr>
          <a:xfrm>
            <a:off x="28829000" y="-2272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0" name="Freeform 2239"/>
          <p:cNvSpPr/>
          <p:nvPr/>
        </p:nvSpPr>
        <p:spPr>
          <a:xfrm>
            <a:off x="288671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1" name="Freeform 2240"/>
          <p:cNvSpPr/>
          <p:nvPr/>
        </p:nvSpPr>
        <p:spPr>
          <a:xfrm>
            <a:off x="27990800" y="-2265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2" name="Freeform 2241"/>
          <p:cNvSpPr/>
          <p:nvPr/>
        </p:nvSpPr>
        <p:spPr>
          <a:xfrm>
            <a:off x="280289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3" name="Freeform 2242"/>
          <p:cNvSpPr/>
          <p:nvPr/>
        </p:nvSpPr>
        <p:spPr>
          <a:xfrm>
            <a:off x="28054300" y="-2265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4" name="Freeform 2243"/>
          <p:cNvSpPr/>
          <p:nvPr/>
        </p:nvSpPr>
        <p:spPr>
          <a:xfrm>
            <a:off x="28092400" y="-22656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5" name="Freeform 2244"/>
          <p:cNvSpPr/>
          <p:nvPr/>
        </p:nvSpPr>
        <p:spPr>
          <a:xfrm>
            <a:off x="281178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6" name="Freeform 2245"/>
          <p:cNvSpPr/>
          <p:nvPr/>
        </p:nvSpPr>
        <p:spPr>
          <a:xfrm>
            <a:off x="281432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7" name="Freeform 2246"/>
          <p:cNvSpPr/>
          <p:nvPr/>
        </p:nvSpPr>
        <p:spPr>
          <a:xfrm>
            <a:off x="281813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8" name="Freeform 2247"/>
          <p:cNvSpPr/>
          <p:nvPr/>
        </p:nvSpPr>
        <p:spPr>
          <a:xfrm>
            <a:off x="282067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9" name="Freeform 2248"/>
          <p:cNvSpPr/>
          <p:nvPr/>
        </p:nvSpPr>
        <p:spPr>
          <a:xfrm>
            <a:off x="282448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0" name="Freeform 2249"/>
          <p:cNvSpPr/>
          <p:nvPr/>
        </p:nvSpPr>
        <p:spPr>
          <a:xfrm>
            <a:off x="282702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1" name="Freeform 2250"/>
          <p:cNvSpPr/>
          <p:nvPr/>
        </p:nvSpPr>
        <p:spPr>
          <a:xfrm>
            <a:off x="282956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2" name="Freeform 2251"/>
          <p:cNvSpPr/>
          <p:nvPr/>
        </p:nvSpPr>
        <p:spPr>
          <a:xfrm>
            <a:off x="283337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3" name="Freeform 2252"/>
          <p:cNvSpPr/>
          <p:nvPr/>
        </p:nvSpPr>
        <p:spPr>
          <a:xfrm>
            <a:off x="283591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4" name="Freeform 2253"/>
          <p:cNvSpPr/>
          <p:nvPr/>
        </p:nvSpPr>
        <p:spPr>
          <a:xfrm>
            <a:off x="28397200" y="-22682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5" name="Freeform 2254"/>
          <p:cNvSpPr/>
          <p:nvPr/>
        </p:nvSpPr>
        <p:spPr>
          <a:xfrm>
            <a:off x="284226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6" name="Freeform 2255"/>
          <p:cNvSpPr/>
          <p:nvPr/>
        </p:nvSpPr>
        <p:spPr>
          <a:xfrm>
            <a:off x="284607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7" name="Freeform 2256"/>
          <p:cNvSpPr/>
          <p:nvPr/>
        </p:nvSpPr>
        <p:spPr>
          <a:xfrm>
            <a:off x="284861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8" name="Freeform 2257"/>
          <p:cNvSpPr/>
          <p:nvPr/>
        </p:nvSpPr>
        <p:spPr>
          <a:xfrm>
            <a:off x="285115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9" name="Freeform 2258"/>
          <p:cNvSpPr/>
          <p:nvPr/>
        </p:nvSpPr>
        <p:spPr>
          <a:xfrm>
            <a:off x="28549600" y="-2272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0" name="Freeform 2259"/>
          <p:cNvSpPr/>
          <p:nvPr/>
        </p:nvSpPr>
        <p:spPr>
          <a:xfrm>
            <a:off x="285750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1" name="Freeform 2260"/>
          <p:cNvSpPr/>
          <p:nvPr/>
        </p:nvSpPr>
        <p:spPr>
          <a:xfrm>
            <a:off x="286131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2" name="Freeform 2261"/>
          <p:cNvSpPr/>
          <p:nvPr/>
        </p:nvSpPr>
        <p:spPr>
          <a:xfrm>
            <a:off x="286385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3" name="Freeform 2262"/>
          <p:cNvSpPr/>
          <p:nvPr/>
        </p:nvSpPr>
        <p:spPr>
          <a:xfrm>
            <a:off x="28663900" y="-22707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4" name="Freeform 2263"/>
          <p:cNvSpPr/>
          <p:nvPr/>
        </p:nvSpPr>
        <p:spPr>
          <a:xfrm>
            <a:off x="287020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5" name="Freeform 2264"/>
          <p:cNvSpPr/>
          <p:nvPr/>
        </p:nvSpPr>
        <p:spPr>
          <a:xfrm>
            <a:off x="28727400" y="-2272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6" name="Freeform 2265"/>
          <p:cNvSpPr/>
          <p:nvPr/>
        </p:nvSpPr>
        <p:spPr>
          <a:xfrm>
            <a:off x="287655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7" name="Freeform 2266"/>
          <p:cNvSpPr/>
          <p:nvPr/>
        </p:nvSpPr>
        <p:spPr>
          <a:xfrm>
            <a:off x="287909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8" name="Freeform 2267"/>
          <p:cNvSpPr/>
          <p:nvPr/>
        </p:nvSpPr>
        <p:spPr>
          <a:xfrm>
            <a:off x="28816300" y="-2272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9" name="Freeform 2268"/>
          <p:cNvSpPr/>
          <p:nvPr/>
        </p:nvSpPr>
        <p:spPr>
          <a:xfrm>
            <a:off x="288544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0" name="Freeform 2269"/>
          <p:cNvSpPr/>
          <p:nvPr/>
        </p:nvSpPr>
        <p:spPr>
          <a:xfrm>
            <a:off x="27978100" y="-22656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1" name="Freeform 2270"/>
          <p:cNvSpPr/>
          <p:nvPr/>
        </p:nvSpPr>
        <p:spPr>
          <a:xfrm>
            <a:off x="280162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2" name="Freeform 2271"/>
          <p:cNvSpPr/>
          <p:nvPr/>
        </p:nvSpPr>
        <p:spPr>
          <a:xfrm>
            <a:off x="280416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3" name="Freeform 2272"/>
          <p:cNvSpPr/>
          <p:nvPr/>
        </p:nvSpPr>
        <p:spPr>
          <a:xfrm>
            <a:off x="280797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4" name="Freeform 2273"/>
          <p:cNvSpPr/>
          <p:nvPr/>
        </p:nvSpPr>
        <p:spPr>
          <a:xfrm>
            <a:off x="28105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5" name="Freeform 2274"/>
          <p:cNvSpPr/>
          <p:nvPr/>
        </p:nvSpPr>
        <p:spPr>
          <a:xfrm>
            <a:off x="28143200" y="-22669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6" name="Freeform 2275"/>
          <p:cNvSpPr/>
          <p:nvPr/>
        </p:nvSpPr>
        <p:spPr>
          <a:xfrm>
            <a:off x="281686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7" name="Freeform 2276"/>
          <p:cNvSpPr/>
          <p:nvPr/>
        </p:nvSpPr>
        <p:spPr>
          <a:xfrm>
            <a:off x="281940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8" name="Freeform 2277"/>
          <p:cNvSpPr/>
          <p:nvPr/>
        </p:nvSpPr>
        <p:spPr>
          <a:xfrm>
            <a:off x="282321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9" name="Freeform 2278"/>
          <p:cNvSpPr/>
          <p:nvPr/>
        </p:nvSpPr>
        <p:spPr>
          <a:xfrm>
            <a:off x="282575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0" name="Freeform 2279"/>
          <p:cNvSpPr/>
          <p:nvPr/>
        </p:nvSpPr>
        <p:spPr>
          <a:xfrm>
            <a:off x="282956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1" name="Freeform 2280"/>
          <p:cNvSpPr/>
          <p:nvPr/>
        </p:nvSpPr>
        <p:spPr>
          <a:xfrm>
            <a:off x="283210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2" name="Freeform 2281"/>
          <p:cNvSpPr/>
          <p:nvPr/>
        </p:nvSpPr>
        <p:spPr>
          <a:xfrm>
            <a:off x="283464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3" name="Freeform 2282"/>
          <p:cNvSpPr/>
          <p:nvPr/>
        </p:nvSpPr>
        <p:spPr>
          <a:xfrm>
            <a:off x="283845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4" name="Freeform 2283"/>
          <p:cNvSpPr/>
          <p:nvPr/>
        </p:nvSpPr>
        <p:spPr>
          <a:xfrm>
            <a:off x="28409900" y="-2269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5" name="Freeform 2284"/>
          <p:cNvSpPr/>
          <p:nvPr/>
        </p:nvSpPr>
        <p:spPr>
          <a:xfrm>
            <a:off x="28448000" y="-22694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6" name="Freeform 2285"/>
          <p:cNvSpPr/>
          <p:nvPr/>
        </p:nvSpPr>
        <p:spPr>
          <a:xfrm>
            <a:off x="284734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7" name="Freeform 2286"/>
          <p:cNvSpPr/>
          <p:nvPr/>
        </p:nvSpPr>
        <p:spPr>
          <a:xfrm>
            <a:off x="284988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8" name="Freeform 2287"/>
          <p:cNvSpPr/>
          <p:nvPr/>
        </p:nvSpPr>
        <p:spPr>
          <a:xfrm>
            <a:off x="285369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9" name="Freeform 2288"/>
          <p:cNvSpPr/>
          <p:nvPr/>
        </p:nvSpPr>
        <p:spPr>
          <a:xfrm>
            <a:off x="285623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0" name="Freeform 2289"/>
          <p:cNvSpPr/>
          <p:nvPr/>
        </p:nvSpPr>
        <p:spPr>
          <a:xfrm>
            <a:off x="286004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1" name="Freeform 2290"/>
          <p:cNvSpPr/>
          <p:nvPr/>
        </p:nvSpPr>
        <p:spPr>
          <a:xfrm>
            <a:off x="286258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2" name="Freeform 2291"/>
          <p:cNvSpPr/>
          <p:nvPr/>
        </p:nvSpPr>
        <p:spPr>
          <a:xfrm>
            <a:off x="286639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3" name="Freeform 2292"/>
          <p:cNvSpPr/>
          <p:nvPr/>
        </p:nvSpPr>
        <p:spPr>
          <a:xfrm>
            <a:off x="286893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4" name="Freeform 2293"/>
          <p:cNvSpPr/>
          <p:nvPr/>
        </p:nvSpPr>
        <p:spPr>
          <a:xfrm>
            <a:off x="28714700" y="-2272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5" name="Freeform 2294"/>
          <p:cNvSpPr/>
          <p:nvPr/>
        </p:nvSpPr>
        <p:spPr>
          <a:xfrm>
            <a:off x="287528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6" name="Freeform 2295"/>
          <p:cNvSpPr/>
          <p:nvPr/>
        </p:nvSpPr>
        <p:spPr>
          <a:xfrm>
            <a:off x="287782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7" name="Freeform 2296"/>
          <p:cNvSpPr/>
          <p:nvPr/>
        </p:nvSpPr>
        <p:spPr>
          <a:xfrm>
            <a:off x="288163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8" name="Freeform 2297"/>
          <p:cNvSpPr/>
          <p:nvPr/>
        </p:nvSpPr>
        <p:spPr>
          <a:xfrm>
            <a:off x="288417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9" name="Freeform 2298"/>
          <p:cNvSpPr/>
          <p:nvPr/>
        </p:nvSpPr>
        <p:spPr>
          <a:xfrm>
            <a:off x="279781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0" name="Freeform 2299"/>
          <p:cNvSpPr/>
          <p:nvPr/>
        </p:nvSpPr>
        <p:spPr>
          <a:xfrm>
            <a:off x="28003500" y="-2266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1" name="Freeform 2300"/>
          <p:cNvSpPr/>
          <p:nvPr/>
        </p:nvSpPr>
        <p:spPr>
          <a:xfrm>
            <a:off x="28028900" y="-22669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2" name="Freeform 2301"/>
          <p:cNvSpPr/>
          <p:nvPr/>
        </p:nvSpPr>
        <p:spPr>
          <a:xfrm>
            <a:off x="280670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3" name="Freeform 2302"/>
          <p:cNvSpPr/>
          <p:nvPr/>
        </p:nvSpPr>
        <p:spPr>
          <a:xfrm>
            <a:off x="280924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4" name="Freeform 2303"/>
          <p:cNvSpPr/>
          <p:nvPr/>
        </p:nvSpPr>
        <p:spPr>
          <a:xfrm>
            <a:off x="281305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5" name="Freeform 2304"/>
          <p:cNvSpPr/>
          <p:nvPr/>
        </p:nvSpPr>
        <p:spPr>
          <a:xfrm>
            <a:off x="28155900" y="-2268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6" name="Freeform 2305"/>
          <p:cNvSpPr/>
          <p:nvPr/>
        </p:nvSpPr>
        <p:spPr>
          <a:xfrm>
            <a:off x="28181300" y="-22682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7" name="Freeform 2306"/>
          <p:cNvSpPr/>
          <p:nvPr/>
        </p:nvSpPr>
        <p:spPr>
          <a:xfrm>
            <a:off x="28219400" y="-2269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8" name="Freeform 2307"/>
          <p:cNvSpPr/>
          <p:nvPr/>
        </p:nvSpPr>
        <p:spPr>
          <a:xfrm>
            <a:off x="282448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9" name="Freeform 2308"/>
          <p:cNvSpPr/>
          <p:nvPr/>
        </p:nvSpPr>
        <p:spPr>
          <a:xfrm>
            <a:off x="282829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0" name="Freeform 2309"/>
          <p:cNvSpPr/>
          <p:nvPr/>
        </p:nvSpPr>
        <p:spPr>
          <a:xfrm>
            <a:off x="283083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1" name="Freeform 2310"/>
          <p:cNvSpPr/>
          <p:nvPr/>
        </p:nvSpPr>
        <p:spPr>
          <a:xfrm>
            <a:off x="28346400" y="-22694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2" name="Freeform 2311"/>
          <p:cNvSpPr/>
          <p:nvPr/>
        </p:nvSpPr>
        <p:spPr>
          <a:xfrm>
            <a:off x="283718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3" name="Freeform 2312"/>
          <p:cNvSpPr/>
          <p:nvPr/>
        </p:nvSpPr>
        <p:spPr>
          <a:xfrm>
            <a:off x="28397200" y="-2270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4" name="Freeform 2313"/>
          <p:cNvSpPr/>
          <p:nvPr/>
        </p:nvSpPr>
        <p:spPr>
          <a:xfrm>
            <a:off x="284353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5" name="Freeform 2314"/>
          <p:cNvSpPr/>
          <p:nvPr/>
        </p:nvSpPr>
        <p:spPr>
          <a:xfrm>
            <a:off x="284607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6" name="Freeform 2315"/>
          <p:cNvSpPr/>
          <p:nvPr/>
        </p:nvSpPr>
        <p:spPr>
          <a:xfrm>
            <a:off x="284988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7" name="Freeform 2316"/>
          <p:cNvSpPr/>
          <p:nvPr/>
        </p:nvSpPr>
        <p:spPr>
          <a:xfrm>
            <a:off x="28524200" y="-2273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8" name="Freeform 2317"/>
          <p:cNvSpPr/>
          <p:nvPr/>
        </p:nvSpPr>
        <p:spPr>
          <a:xfrm>
            <a:off x="285496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9" name="Freeform 2318"/>
          <p:cNvSpPr/>
          <p:nvPr/>
        </p:nvSpPr>
        <p:spPr>
          <a:xfrm>
            <a:off x="285877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0" name="Freeform 2319"/>
          <p:cNvSpPr/>
          <p:nvPr/>
        </p:nvSpPr>
        <p:spPr>
          <a:xfrm>
            <a:off x="286131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1" name="Freeform 2320"/>
          <p:cNvSpPr/>
          <p:nvPr/>
        </p:nvSpPr>
        <p:spPr>
          <a:xfrm>
            <a:off x="286512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2" name="Freeform 2321"/>
          <p:cNvSpPr/>
          <p:nvPr/>
        </p:nvSpPr>
        <p:spPr>
          <a:xfrm>
            <a:off x="286766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3" name="Freeform 2322"/>
          <p:cNvSpPr/>
          <p:nvPr/>
        </p:nvSpPr>
        <p:spPr>
          <a:xfrm>
            <a:off x="287020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4" name="Freeform 2323"/>
          <p:cNvSpPr/>
          <p:nvPr/>
        </p:nvSpPr>
        <p:spPr>
          <a:xfrm>
            <a:off x="287401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5" name="Freeform 2324"/>
          <p:cNvSpPr/>
          <p:nvPr/>
        </p:nvSpPr>
        <p:spPr>
          <a:xfrm>
            <a:off x="28765500" y="-22733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6" name="Freeform 2325"/>
          <p:cNvSpPr/>
          <p:nvPr/>
        </p:nvSpPr>
        <p:spPr>
          <a:xfrm>
            <a:off x="288036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7" name="Freeform 2326"/>
          <p:cNvSpPr/>
          <p:nvPr/>
        </p:nvSpPr>
        <p:spPr>
          <a:xfrm>
            <a:off x="28829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8" name="Freeform 2327"/>
          <p:cNvSpPr/>
          <p:nvPr/>
        </p:nvSpPr>
        <p:spPr>
          <a:xfrm>
            <a:off x="279654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9" name="Freeform 2328"/>
          <p:cNvSpPr/>
          <p:nvPr/>
        </p:nvSpPr>
        <p:spPr>
          <a:xfrm>
            <a:off x="279908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0" name="Freeform 2329"/>
          <p:cNvSpPr/>
          <p:nvPr/>
        </p:nvSpPr>
        <p:spPr>
          <a:xfrm>
            <a:off x="280289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1" name="Freeform 2330"/>
          <p:cNvSpPr/>
          <p:nvPr/>
        </p:nvSpPr>
        <p:spPr>
          <a:xfrm>
            <a:off x="280543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2" name="Freeform 2331"/>
          <p:cNvSpPr/>
          <p:nvPr/>
        </p:nvSpPr>
        <p:spPr>
          <a:xfrm>
            <a:off x="280797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3" name="Freeform 2332"/>
          <p:cNvSpPr/>
          <p:nvPr/>
        </p:nvSpPr>
        <p:spPr>
          <a:xfrm>
            <a:off x="281178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4" name="Freeform 2333"/>
          <p:cNvSpPr/>
          <p:nvPr/>
        </p:nvSpPr>
        <p:spPr>
          <a:xfrm>
            <a:off x="281432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5" name="Freeform 2334"/>
          <p:cNvSpPr/>
          <p:nvPr/>
        </p:nvSpPr>
        <p:spPr>
          <a:xfrm>
            <a:off x="281813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6" name="Freeform 2335"/>
          <p:cNvSpPr/>
          <p:nvPr/>
        </p:nvSpPr>
        <p:spPr>
          <a:xfrm>
            <a:off x="28206700" y="-2272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7" name="Freeform 2336"/>
          <p:cNvSpPr/>
          <p:nvPr/>
        </p:nvSpPr>
        <p:spPr>
          <a:xfrm>
            <a:off x="282321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4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8" name="Freeform 2337"/>
          <p:cNvSpPr/>
          <p:nvPr/>
        </p:nvSpPr>
        <p:spPr>
          <a:xfrm>
            <a:off x="28270200" y="-2273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8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9" name="Freeform 2338"/>
          <p:cNvSpPr/>
          <p:nvPr/>
        </p:nvSpPr>
        <p:spPr>
          <a:xfrm>
            <a:off x="282956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0" name="Freeform 2339"/>
          <p:cNvSpPr/>
          <p:nvPr/>
        </p:nvSpPr>
        <p:spPr>
          <a:xfrm>
            <a:off x="283337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1" name="Freeform 2340"/>
          <p:cNvSpPr/>
          <p:nvPr/>
        </p:nvSpPr>
        <p:spPr>
          <a:xfrm>
            <a:off x="28359100" y="-2270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2" name="Freeform 2341"/>
          <p:cNvSpPr/>
          <p:nvPr/>
        </p:nvSpPr>
        <p:spPr>
          <a:xfrm>
            <a:off x="28384500" y="-22707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3" name="Freeform 2342"/>
          <p:cNvSpPr/>
          <p:nvPr/>
        </p:nvSpPr>
        <p:spPr>
          <a:xfrm>
            <a:off x="284226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4" name="Freeform 2343"/>
          <p:cNvSpPr/>
          <p:nvPr/>
        </p:nvSpPr>
        <p:spPr>
          <a:xfrm>
            <a:off x="28448000" y="-2272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5" name="Freeform 2344"/>
          <p:cNvSpPr/>
          <p:nvPr/>
        </p:nvSpPr>
        <p:spPr>
          <a:xfrm>
            <a:off x="28486100" y="-2273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6" name="Freeform 2345"/>
          <p:cNvSpPr/>
          <p:nvPr/>
        </p:nvSpPr>
        <p:spPr>
          <a:xfrm>
            <a:off x="28511500" y="-2274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7" name="Freeform 2346"/>
          <p:cNvSpPr/>
          <p:nvPr/>
        </p:nvSpPr>
        <p:spPr>
          <a:xfrm>
            <a:off x="285496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8" name="Freeform 2347"/>
          <p:cNvSpPr/>
          <p:nvPr/>
        </p:nvSpPr>
        <p:spPr>
          <a:xfrm>
            <a:off x="28575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9" name="Freeform 2348"/>
          <p:cNvSpPr/>
          <p:nvPr/>
        </p:nvSpPr>
        <p:spPr>
          <a:xfrm>
            <a:off x="286004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0" name="Freeform 2349"/>
          <p:cNvSpPr/>
          <p:nvPr/>
        </p:nvSpPr>
        <p:spPr>
          <a:xfrm>
            <a:off x="286385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1" name="Freeform 2350"/>
          <p:cNvSpPr/>
          <p:nvPr/>
        </p:nvSpPr>
        <p:spPr>
          <a:xfrm>
            <a:off x="28663900" y="-22733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2" name="Freeform 2351"/>
          <p:cNvSpPr/>
          <p:nvPr/>
        </p:nvSpPr>
        <p:spPr>
          <a:xfrm>
            <a:off x="28702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3" name="Freeform 2352"/>
          <p:cNvSpPr/>
          <p:nvPr/>
        </p:nvSpPr>
        <p:spPr>
          <a:xfrm>
            <a:off x="287274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4" name="Freeform 2353"/>
          <p:cNvSpPr/>
          <p:nvPr/>
        </p:nvSpPr>
        <p:spPr>
          <a:xfrm>
            <a:off x="287528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5" name="Freeform 2354"/>
          <p:cNvSpPr/>
          <p:nvPr/>
        </p:nvSpPr>
        <p:spPr>
          <a:xfrm>
            <a:off x="287909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6" name="Freeform 2355"/>
          <p:cNvSpPr/>
          <p:nvPr/>
        </p:nvSpPr>
        <p:spPr>
          <a:xfrm>
            <a:off x="28816300" y="-22745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7" name="Freeform 2356"/>
          <p:cNvSpPr/>
          <p:nvPr/>
        </p:nvSpPr>
        <p:spPr>
          <a:xfrm>
            <a:off x="27952700" y="-2273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8" name="Freeform 2357"/>
          <p:cNvSpPr/>
          <p:nvPr/>
        </p:nvSpPr>
        <p:spPr>
          <a:xfrm>
            <a:off x="279781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9" name="Freeform 2358"/>
          <p:cNvSpPr/>
          <p:nvPr/>
        </p:nvSpPr>
        <p:spPr>
          <a:xfrm>
            <a:off x="28016200" y="-2273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0" name="Freeform 2359"/>
          <p:cNvSpPr/>
          <p:nvPr/>
        </p:nvSpPr>
        <p:spPr>
          <a:xfrm>
            <a:off x="28041600" y="-2273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1" name="Freeform 2360"/>
          <p:cNvSpPr/>
          <p:nvPr/>
        </p:nvSpPr>
        <p:spPr>
          <a:xfrm>
            <a:off x="280670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2" name="Freeform 2361"/>
          <p:cNvSpPr/>
          <p:nvPr/>
        </p:nvSpPr>
        <p:spPr>
          <a:xfrm>
            <a:off x="28105100" y="-2274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3" name="Freeform 2362"/>
          <p:cNvSpPr/>
          <p:nvPr/>
        </p:nvSpPr>
        <p:spPr>
          <a:xfrm>
            <a:off x="281305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4" name="Freeform 2363"/>
          <p:cNvSpPr/>
          <p:nvPr/>
        </p:nvSpPr>
        <p:spPr>
          <a:xfrm>
            <a:off x="28168600" y="-2274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5" name="Freeform 2364"/>
          <p:cNvSpPr/>
          <p:nvPr/>
        </p:nvSpPr>
        <p:spPr>
          <a:xfrm>
            <a:off x="28194000" y="-2275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F"/>
          </a:solidFill>
          <a:ln w="3175">
            <a:solidFill>
              <a:srgbClr val="0000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6" name="Freeform 2365"/>
          <p:cNvSpPr/>
          <p:nvPr/>
        </p:nvSpPr>
        <p:spPr>
          <a:xfrm>
            <a:off x="28232100" y="-22783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0" y="5"/>
                </a:lnTo>
                <a:close/>
              </a:path>
            </a:pathLst>
          </a:custGeom>
          <a:solidFill>
            <a:srgbClr val="0000DA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7" name="Freeform 2366"/>
          <p:cNvSpPr/>
          <p:nvPr/>
        </p:nvSpPr>
        <p:spPr>
          <a:xfrm>
            <a:off x="28257500" y="-2278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4"/>
          </a:solidFill>
          <a:ln w="3175">
            <a:solidFill>
              <a:srgbClr val="000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8" name="Freeform 2367"/>
          <p:cNvSpPr/>
          <p:nvPr/>
        </p:nvSpPr>
        <p:spPr>
          <a:xfrm>
            <a:off x="282829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9" name="Freeform 2368"/>
          <p:cNvSpPr/>
          <p:nvPr/>
        </p:nvSpPr>
        <p:spPr>
          <a:xfrm>
            <a:off x="283210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0" name="Freeform 2369"/>
          <p:cNvSpPr/>
          <p:nvPr/>
        </p:nvSpPr>
        <p:spPr>
          <a:xfrm>
            <a:off x="283464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1" name="Freeform 2370"/>
          <p:cNvSpPr/>
          <p:nvPr/>
        </p:nvSpPr>
        <p:spPr>
          <a:xfrm>
            <a:off x="283845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2" name="Freeform 2371"/>
          <p:cNvSpPr/>
          <p:nvPr/>
        </p:nvSpPr>
        <p:spPr>
          <a:xfrm>
            <a:off x="284099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3" name="Freeform 2372"/>
          <p:cNvSpPr/>
          <p:nvPr/>
        </p:nvSpPr>
        <p:spPr>
          <a:xfrm>
            <a:off x="28435300" y="-2272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4" name="Freeform 2373"/>
          <p:cNvSpPr/>
          <p:nvPr/>
        </p:nvSpPr>
        <p:spPr>
          <a:xfrm>
            <a:off x="284734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5" name="Freeform 2374"/>
          <p:cNvSpPr/>
          <p:nvPr/>
        </p:nvSpPr>
        <p:spPr>
          <a:xfrm>
            <a:off x="284988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6" name="Freeform 2375"/>
          <p:cNvSpPr/>
          <p:nvPr/>
        </p:nvSpPr>
        <p:spPr>
          <a:xfrm>
            <a:off x="285369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7" name="Freeform 2376"/>
          <p:cNvSpPr/>
          <p:nvPr/>
        </p:nvSpPr>
        <p:spPr>
          <a:xfrm>
            <a:off x="285623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8" name="Freeform 2377"/>
          <p:cNvSpPr/>
          <p:nvPr/>
        </p:nvSpPr>
        <p:spPr>
          <a:xfrm>
            <a:off x="285877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9" name="Freeform 2378"/>
          <p:cNvSpPr/>
          <p:nvPr/>
        </p:nvSpPr>
        <p:spPr>
          <a:xfrm>
            <a:off x="286258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0" name="Freeform 2379"/>
          <p:cNvSpPr/>
          <p:nvPr/>
        </p:nvSpPr>
        <p:spPr>
          <a:xfrm>
            <a:off x="286512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1" name="Freeform 2380"/>
          <p:cNvSpPr/>
          <p:nvPr/>
        </p:nvSpPr>
        <p:spPr>
          <a:xfrm>
            <a:off x="286893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2" name="Freeform 2381"/>
          <p:cNvSpPr/>
          <p:nvPr/>
        </p:nvSpPr>
        <p:spPr>
          <a:xfrm>
            <a:off x="28714700" y="-2274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3" name="Freeform 2382"/>
          <p:cNvSpPr/>
          <p:nvPr/>
        </p:nvSpPr>
        <p:spPr>
          <a:xfrm>
            <a:off x="287528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4" name="Freeform 2383"/>
          <p:cNvSpPr/>
          <p:nvPr/>
        </p:nvSpPr>
        <p:spPr>
          <a:xfrm>
            <a:off x="287782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5" name="Freeform 2384"/>
          <p:cNvSpPr/>
          <p:nvPr/>
        </p:nvSpPr>
        <p:spPr>
          <a:xfrm>
            <a:off x="288036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6" name="Freeform 2385"/>
          <p:cNvSpPr/>
          <p:nvPr/>
        </p:nvSpPr>
        <p:spPr>
          <a:xfrm>
            <a:off x="27940000" y="-2275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7" name="Freeform 2386"/>
          <p:cNvSpPr/>
          <p:nvPr/>
        </p:nvSpPr>
        <p:spPr>
          <a:xfrm>
            <a:off x="279654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8" name="Freeform 2387"/>
          <p:cNvSpPr/>
          <p:nvPr/>
        </p:nvSpPr>
        <p:spPr>
          <a:xfrm>
            <a:off x="280035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9" name="Freeform 2388"/>
          <p:cNvSpPr/>
          <p:nvPr/>
        </p:nvSpPr>
        <p:spPr>
          <a:xfrm>
            <a:off x="280289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0" name="Freeform 2389"/>
          <p:cNvSpPr/>
          <p:nvPr/>
        </p:nvSpPr>
        <p:spPr>
          <a:xfrm>
            <a:off x="280670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1" name="Freeform 2390"/>
          <p:cNvSpPr/>
          <p:nvPr/>
        </p:nvSpPr>
        <p:spPr>
          <a:xfrm>
            <a:off x="28092400" y="-2277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2" name="Freeform 2391"/>
          <p:cNvSpPr/>
          <p:nvPr/>
        </p:nvSpPr>
        <p:spPr>
          <a:xfrm>
            <a:off x="281178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3" name="Freeform 2392"/>
          <p:cNvSpPr/>
          <p:nvPr/>
        </p:nvSpPr>
        <p:spPr>
          <a:xfrm>
            <a:off x="28155900" y="-2277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4" name="Freeform 2393"/>
          <p:cNvSpPr/>
          <p:nvPr/>
        </p:nvSpPr>
        <p:spPr>
          <a:xfrm>
            <a:off x="281813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5" name="Freeform 2394"/>
          <p:cNvSpPr/>
          <p:nvPr/>
        </p:nvSpPr>
        <p:spPr>
          <a:xfrm>
            <a:off x="28219400" y="-2279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6" name="Freeform 2395"/>
          <p:cNvSpPr/>
          <p:nvPr/>
        </p:nvSpPr>
        <p:spPr>
          <a:xfrm>
            <a:off x="28244800" y="-2279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EE"/>
          </a:solidFill>
          <a:ln w="3175">
            <a:solidFill>
              <a:srgbClr val="000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7" name="Freeform 2396"/>
          <p:cNvSpPr/>
          <p:nvPr/>
        </p:nvSpPr>
        <p:spPr>
          <a:xfrm>
            <a:off x="282702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8" name="Freeform 2397"/>
          <p:cNvSpPr/>
          <p:nvPr/>
        </p:nvSpPr>
        <p:spPr>
          <a:xfrm>
            <a:off x="28308300" y="-2272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9" name="Freeform 2398"/>
          <p:cNvSpPr/>
          <p:nvPr/>
        </p:nvSpPr>
        <p:spPr>
          <a:xfrm>
            <a:off x="28333700" y="-2272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0" name="Freeform 2399"/>
          <p:cNvSpPr/>
          <p:nvPr/>
        </p:nvSpPr>
        <p:spPr>
          <a:xfrm>
            <a:off x="283718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1" name="Freeform 2400"/>
          <p:cNvSpPr/>
          <p:nvPr/>
        </p:nvSpPr>
        <p:spPr>
          <a:xfrm>
            <a:off x="283972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2" name="Freeform 2401"/>
          <p:cNvSpPr/>
          <p:nvPr/>
        </p:nvSpPr>
        <p:spPr>
          <a:xfrm>
            <a:off x="284353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3" name="Freeform 2402"/>
          <p:cNvSpPr/>
          <p:nvPr/>
        </p:nvSpPr>
        <p:spPr>
          <a:xfrm>
            <a:off x="28460700" y="-2274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4" name="Freeform 2403"/>
          <p:cNvSpPr/>
          <p:nvPr/>
        </p:nvSpPr>
        <p:spPr>
          <a:xfrm>
            <a:off x="284861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5" name="Freeform 2404"/>
          <p:cNvSpPr/>
          <p:nvPr/>
        </p:nvSpPr>
        <p:spPr>
          <a:xfrm>
            <a:off x="285242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6" name="Freeform 2405"/>
          <p:cNvSpPr/>
          <p:nvPr/>
        </p:nvSpPr>
        <p:spPr>
          <a:xfrm>
            <a:off x="285496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7" name="Freeform 2406"/>
          <p:cNvSpPr/>
          <p:nvPr/>
        </p:nvSpPr>
        <p:spPr>
          <a:xfrm>
            <a:off x="285877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8" name="Freeform 2407"/>
          <p:cNvSpPr/>
          <p:nvPr/>
        </p:nvSpPr>
        <p:spPr>
          <a:xfrm>
            <a:off x="28613100" y="-2274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9" name="Freeform 2408"/>
          <p:cNvSpPr/>
          <p:nvPr/>
        </p:nvSpPr>
        <p:spPr>
          <a:xfrm>
            <a:off x="286385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0" name="Freeform 2409"/>
          <p:cNvSpPr/>
          <p:nvPr/>
        </p:nvSpPr>
        <p:spPr>
          <a:xfrm>
            <a:off x="286766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1" name="Freeform 2410"/>
          <p:cNvSpPr/>
          <p:nvPr/>
        </p:nvSpPr>
        <p:spPr>
          <a:xfrm>
            <a:off x="287020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2" name="Freeform 2411"/>
          <p:cNvSpPr/>
          <p:nvPr/>
        </p:nvSpPr>
        <p:spPr>
          <a:xfrm>
            <a:off x="287401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3" name="Freeform 2412"/>
          <p:cNvSpPr/>
          <p:nvPr/>
        </p:nvSpPr>
        <p:spPr>
          <a:xfrm>
            <a:off x="28765500" y="-22758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4" name="Freeform 2413"/>
          <p:cNvSpPr/>
          <p:nvPr/>
        </p:nvSpPr>
        <p:spPr>
          <a:xfrm>
            <a:off x="287909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5" name="Freeform 2414"/>
          <p:cNvSpPr/>
          <p:nvPr/>
        </p:nvSpPr>
        <p:spPr>
          <a:xfrm>
            <a:off x="27927300" y="-2277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6" name="Freeform 2415"/>
          <p:cNvSpPr/>
          <p:nvPr/>
        </p:nvSpPr>
        <p:spPr>
          <a:xfrm>
            <a:off x="279527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7" name="Freeform 2416"/>
          <p:cNvSpPr/>
          <p:nvPr/>
        </p:nvSpPr>
        <p:spPr>
          <a:xfrm>
            <a:off x="279908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8" name="Freeform 2417"/>
          <p:cNvSpPr/>
          <p:nvPr/>
        </p:nvSpPr>
        <p:spPr>
          <a:xfrm>
            <a:off x="280162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9" name="Freeform 2418"/>
          <p:cNvSpPr/>
          <p:nvPr/>
        </p:nvSpPr>
        <p:spPr>
          <a:xfrm>
            <a:off x="280543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0" name="Freeform 2419"/>
          <p:cNvSpPr/>
          <p:nvPr/>
        </p:nvSpPr>
        <p:spPr>
          <a:xfrm>
            <a:off x="280797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1" name="Freeform 2420"/>
          <p:cNvSpPr/>
          <p:nvPr/>
        </p:nvSpPr>
        <p:spPr>
          <a:xfrm>
            <a:off x="28117800" y="-2279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2" name="Freeform 2421"/>
          <p:cNvSpPr/>
          <p:nvPr/>
        </p:nvSpPr>
        <p:spPr>
          <a:xfrm>
            <a:off x="28143200" y="-2279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3" name="Freeform 2422"/>
          <p:cNvSpPr/>
          <p:nvPr/>
        </p:nvSpPr>
        <p:spPr>
          <a:xfrm>
            <a:off x="28168600" y="-2279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C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4" name="Freeform 2423"/>
          <p:cNvSpPr/>
          <p:nvPr/>
        </p:nvSpPr>
        <p:spPr>
          <a:xfrm>
            <a:off x="28206700" y="-2280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5" name="Freeform 2424"/>
          <p:cNvSpPr/>
          <p:nvPr/>
        </p:nvSpPr>
        <p:spPr>
          <a:xfrm>
            <a:off x="28232100" y="-22809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F0"/>
          </a:solidFill>
          <a:ln w="3175">
            <a:solidFill>
              <a:srgbClr val="000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6" name="Freeform 2425"/>
          <p:cNvSpPr/>
          <p:nvPr/>
        </p:nvSpPr>
        <p:spPr>
          <a:xfrm>
            <a:off x="28270200" y="-2275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7" name="Freeform 2426"/>
          <p:cNvSpPr/>
          <p:nvPr/>
        </p:nvSpPr>
        <p:spPr>
          <a:xfrm>
            <a:off x="282956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8" name="Freeform 2427"/>
          <p:cNvSpPr/>
          <p:nvPr/>
        </p:nvSpPr>
        <p:spPr>
          <a:xfrm>
            <a:off x="28321000" y="-2273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9" name="Freeform 2428"/>
          <p:cNvSpPr/>
          <p:nvPr/>
        </p:nvSpPr>
        <p:spPr>
          <a:xfrm>
            <a:off x="28359100" y="-2273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0" name="Freeform 2429"/>
          <p:cNvSpPr/>
          <p:nvPr/>
        </p:nvSpPr>
        <p:spPr>
          <a:xfrm>
            <a:off x="28384500" y="-22733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1" name="Freeform 2430"/>
          <p:cNvSpPr/>
          <p:nvPr/>
        </p:nvSpPr>
        <p:spPr>
          <a:xfrm>
            <a:off x="284226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2" name="Freeform 2431"/>
          <p:cNvSpPr/>
          <p:nvPr/>
        </p:nvSpPr>
        <p:spPr>
          <a:xfrm>
            <a:off x="28448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3" name="Freeform 2432"/>
          <p:cNvSpPr/>
          <p:nvPr/>
        </p:nvSpPr>
        <p:spPr>
          <a:xfrm>
            <a:off x="284734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4" name="Freeform 2433"/>
          <p:cNvSpPr/>
          <p:nvPr/>
        </p:nvSpPr>
        <p:spPr>
          <a:xfrm>
            <a:off x="285115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5" name="Freeform 2434"/>
          <p:cNvSpPr/>
          <p:nvPr/>
        </p:nvSpPr>
        <p:spPr>
          <a:xfrm>
            <a:off x="285369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6" name="Freeform 2435"/>
          <p:cNvSpPr/>
          <p:nvPr/>
        </p:nvSpPr>
        <p:spPr>
          <a:xfrm>
            <a:off x="285750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7" name="Freeform 2436"/>
          <p:cNvSpPr/>
          <p:nvPr/>
        </p:nvSpPr>
        <p:spPr>
          <a:xfrm>
            <a:off x="286004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Freeform 2437"/>
          <p:cNvSpPr/>
          <p:nvPr/>
        </p:nvSpPr>
        <p:spPr>
          <a:xfrm>
            <a:off x="286385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9" name="Freeform 2438"/>
          <p:cNvSpPr/>
          <p:nvPr/>
        </p:nvSpPr>
        <p:spPr>
          <a:xfrm>
            <a:off x="28663900" y="-22758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0" name="Freeform 2439"/>
          <p:cNvSpPr/>
          <p:nvPr/>
        </p:nvSpPr>
        <p:spPr>
          <a:xfrm>
            <a:off x="286893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1" name="Freeform 2440"/>
          <p:cNvSpPr/>
          <p:nvPr/>
        </p:nvSpPr>
        <p:spPr>
          <a:xfrm>
            <a:off x="287274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2" name="Freeform 2441"/>
          <p:cNvSpPr/>
          <p:nvPr/>
        </p:nvSpPr>
        <p:spPr>
          <a:xfrm>
            <a:off x="287528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3" name="Freeform 2442"/>
          <p:cNvSpPr/>
          <p:nvPr/>
        </p:nvSpPr>
        <p:spPr>
          <a:xfrm>
            <a:off x="287909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4" name="Freeform 2443"/>
          <p:cNvSpPr/>
          <p:nvPr/>
        </p:nvSpPr>
        <p:spPr>
          <a:xfrm>
            <a:off x="27914600" y="-2279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5" name="Freeform 2444"/>
          <p:cNvSpPr/>
          <p:nvPr/>
        </p:nvSpPr>
        <p:spPr>
          <a:xfrm>
            <a:off x="27952700" y="-2279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6" name="Freeform 2445"/>
          <p:cNvSpPr/>
          <p:nvPr/>
        </p:nvSpPr>
        <p:spPr>
          <a:xfrm>
            <a:off x="27978100" y="-2280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7" name="Freeform 2446"/>
          <p:cNvSpPr/>
          <p:nvPr/>
        </p:nvSpPr>
        <p:spPr>
          <a:xfrm>
            <a:off x="28003500" y="-22809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8" name="Freeform 2447"/>
          <p:cNvSpPr/>
          <p:nvPr/>
        </p:nvSpPr>
        <p:spPr>
          <a:xfrm>
            <a:off x="28041600" y="-2280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9" name="Freeform 2448"/>
          <p:cNvSpPr/>
          <p:nvPr/>
        </p:nvSpPr>
        <p:spPr>
          <a:xfrm>
            <a:off x="28067000" y="-22809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0" name="Freeform 2449"/>
          <p:cNvSpPr/>
          <p:nvPr/>
        </p:nvSpPr>
        <p:spPr>
          <a:xfrm>
            <a:off x="28105100" y="-2280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1" name="Freeform 2450"/>
          <p:cNvSpPr/>
          <p:nvPr/>
        </p:nvSpPr>
        <p:spPr>
          <a:xfrm>
            <a:off x="28130500" y="-2282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2" name="Freeform 2451"/>
          <p:cNvSpPr/>
          <p:nvPr/>
        </p:nvSpPr>
        <p:spPr>
          <a:xfrm>
            <a:off x="28155900" y="-22821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7FF"/>
          </a:solidFill>
          <a:ln w="3175">
            <a:solidFill>
              <a:srgbClr val="00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3" name="Freeform 2452"/>
          <p:cNvSpPr/>
          <p:nvPr/>
        </p:nvSpPr>
        <p:spPr>
          <a:xfrm>
            <a:off x="28194000" y="-2282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6FF"/>
          </a:solidFill>
          <a:ln w="3175">
            <a:solidFill>
              <a:srgbClr val="001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4" name="Freeform 2453"/>
          <p:cNvSpPr/>
          <p:nvPr/>
        </p:nvSpPr>
        <p:spPr>
          <a:xfrm>
            <a:off x="28219400" y="-22821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F2"/>
          </a:solidFill>
          <a:ln w="3175">
            <a:solidFill>
              <a:srgbClr val="000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5" name="Freeform 2454"/>
          <p:cNvSpPr/>
          <p:nvPr/>
        </p:nvSpPr>
        <p:spPr>
          <a:xfrm>
            <a:off x="28257500" y="-2277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6" name="Freeform 2455"/>
          <p:cNvSpPr/>
          <p:nvPr/>
        </p:nvSpPr>
        <p:spPr>
          <a:xfrm>
            <a:off x="28282900" y="-22733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7" name="Freeform 2456"/>
          <p:cNvSpPr/>
          <p:nvPr/>
        </p:nvSpPr>
        <p:spPr>
          <a:xfrm>
            <a:off x="283210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8" name="Freeform 2457"/>
          <p:cNvSpPr/>
          <p:nvPr/>
        </p:nvSpPr>
        <p:spPr>
          <a:xfrm>
            <a:off x="283464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9" name="Freeform 2458"/>
          <p:cNvSpPr/>
          <p:nvPr/>
        </p:nvSpPr>
        <p:spPr>
          <a:xfrm>
            <a:off x="283718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0" name="Freeform 2459"/>
          <p:cNvSpPr/>
          <p:nvPr/>
        </p:nvSpPr>
        <p:spPr>
          <a:xfrm>
            <a:off x="284099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1" name="Freeform 2460"/>
          <p:cNvSpPr/>
          <p:nvPr/>
        </p:nvSpPr>
        <p:spPr>
          <a:xfrm>
            <a:off x="284353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2" name="Freeform 2461"/>
          <p:cNvSpPr/>
          <p:nvPr/>
        </p:nvSpPr>
        <p:spPr>
          <a:xfrm>
            <a:off x="28473400" y="-2277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3" name="Freeform 2462"/>
          <p:cNvSpPr/>
          <p:nvPr/>
        </p:nvSpPr>
        <p:spPr>
          <a:xfrm>
            <a:off x="284988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4" name="Freeform 2463"/>
          <p:cNvSpPr/>
          <p:nvPr/>
        </p:nvSpPr>
        <p:spPr>
          <a:xfrm>
            <a:off x="285242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5" name="Freeform 2464"/>
          <p:cNvSpPr/>
          <p:nvPr/>
        </p:nvSpPr>
        <p:spPr>
          <a:xfrm>
            <a:off x="285623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6" name="Freeform 2465"/>
          <p:cNvSpPr/>
          <p:nvPr/>
        </p:nvSpPr>
        <p:spPr>
          <a:xfrm>
            <a:off x="28587700" y="-22758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7" name="Freeform 2466"/>
          <p:cNvSpPr/>
          <p:nvPr/>
        </p:nvSpPr>
        <p:spPr>
          <a:xfrm>
            <a:off x="286258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8" name="Freeform 2467"/>
          <p:cNvSpPr/>
          <p:nvPr/>
        </p:nvSpPr>
        <p:spPr>
          <a:xfrm>
            <a:off x="286512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9" name="Freeform 2468"/>
          <p:cNvSpPr/>
          <p:nvPr/>
        </p:nvSpPr>
        <p:spPr>
          <a:xfrm>
            <a:off x="286766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0" name="Freeform 2469"/>
          <p:cNvSpPr/>
          <p:nvPr/>
        </p:nvSpPr>
        <p:spPr>
          <a:xfrm>
            <a:off x="28714700" y="-22771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1" name="Freeform 2470"/>
          <p:cNvSpPr/>
          <p:nvPr/>
        </p:nvSpPr>
        <p:spPr>
          <a:xfrm>
            <a:off x="28740100" y="-2278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2" name="Freeform 2471"/>
          <p:cNvSpPr/>
          <p:nvPr/>
        </p:nvSpPr>
        <p:spPr>
          <a:xfrm>
            <a:off x="287782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3" name="Freeform 2472"/>
          <p:cNvSpPr/>
          <p:nvPr/>
        </p:nvSpPr>
        <p:spPr>
          <a:xfrm>
            <a:off x="27901900" y="-22821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4" name="Freeform 2473"/>
          <p:cNvSpPr/>
          <p:nvPr/>
        </p:nvSpPr>
        <p:spPr>
          <a:xfrm>
            <a:off x="27940000" y="-2282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5" name="Freeform 2474"/>
          <p:cNvSpPr/>
          <p:nvPr/>
        </p:nvSpPr>
        <p:spPr>
          <a:xfrm>
            <a:off x="27965400" y="-2282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6" name="Freeform 2475"/>
          <p:cNvSpPr/>
          <p:nvPr/>
        </p:nvSpPr>
        <p:spPr>
          <a:xfrm>
            <a:off x="28003500" y="-2282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7" name="Freeform 2476"/>
          <p:cNvSpPr/>
          <p:nvPr/>
        </p:nvSpPr>
        <p:spPr>
          <a:xfrm>
            <a:off x="28028900" y="-2282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8" name="Freeform 2477"/>
          <p:cNvSpPr/>
          <p:nvPr/>
        </p:nvSpPr>
        <p:spPr>
          <a:xfrm>
            <a:off x="28054300" y="-22834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9" name="Freeform 2478"/>
          <p:cNvSpPr/>
          <p:nvPr/>
        </p:nvSpPr>
        <p:spPr>
          <a:xfrm>
            <a:off x="28092400" y="-2283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0" name="Freeform 2479"/>
          <p:cNvSpPr/>
          <p:nvPr/>
        </p:nvSpPr>
        <p:spPr>
          <a:xfrm>
            <a:off x="28117800" y="-2283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1" name="Freeform 2480"/>
          <p:cNvSpPr/>
          <p:nvPr/>
        </p:nvSpPr>
        <p:spPr>
          <a:xfrm>
            <a:off x="28155900" y="-2283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2" name="Freeform 2481"/>
          <p:cNvSpPr/>
          <p:nvPr/>
        </p:nvSpPr>
        <p:spPr>
          <a:xfrm>
            <a:off x="28181300" y="-2283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3" name="Freeform 2482"/>
          <p:cNvSpPr/>
          <p:nvPr/>
        </p:nvSpPr>
        <p:spPr>
          <a:xfrm>
            <a:off x="28206700" y="-2282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F6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4" name="Freeform 2483"/>
          <p:cNvSpPr/>
          <p:nvPr/>
        </p:nvSpPr>
        <p:spPr>
          <a:xfrm>
            <a:off x="28244800" y="-2277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5" name="Freeform 2484"/>
          <p:cNvSpPr/>
          <p:nvPr/>
        </p:nvSpPr>
        <p:spPr>
          <a:xfrm>
            <a:off x="282702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6" name="Freeform 2485"/>
          <p:cNvSpPr/>
          <p:nvPr/>
        </p:nvSpPr>
        <p:spPr>
          <a:xfrm>
            <a:off x="28308300" y="-2274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7" name="Freeform 2486"/>
          <p:cNvSpPr/>
          <p:nvPr/>
        </p:nvSpPr>
        <p:spPr>
          <a:xfrm>
            <a:off x="28333700" y="-2274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8" name="Freeform 2487"/>
          <p:cNvSpPr/>
          <p:nvPr/>
        </p:nvSpPr>
        <p:spPr>
          <a:xfrm>
            <a:off x="283591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9" name="Freeform 2488"/>
          <p:cNvSpPr/>
          <p:nvPr/>
        </p:nvSpPr>
        <p:spPr>
          <a:xfrm>
            <a:off x="283972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0" name="Freeform 2489"/>
          <p:cNvSpPr/>
          <p:nvPr/>
        </p:nvSpPr>
        <p:spPr>
          <a:xfrm>
            <a:off x="284226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1" name="Freeform 2490"/>
          <p:cNvSpPr/>
          <p:nvPr/>
        </p:nvSpPr>
        <p:spPr>
          <a:xfrm>
            <a:off x="284607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2" name="Freeform 2491"/>
          <p:cNvSpPr/>
          <p:nvPr/>
        </p:nvSpPr>
        <p:spPr>
          <a:xfrm>
            <a:off x="284861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3" name="Freeform 2492"/>
          <p:cNvSpPr/>
          <p:nvPr/>
        </p:nvSpPr>
        <p:spPr>
          <a:xfrm>
            <a:off x="285242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4" name="Freeform 2493"/>
          <p:cNvSpPr/>
          <p:nvPr/>
        </p:nvSpPr>
        <p:spPr>
          <a:xfrm>
            <a:off x="285496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5" name="Freeform 2494"/>
          <p:cNvSpPr/>
          <p:nvPr/>
        </p:nvSpPr>
        <p:spPr>
          <a:xfrm>
            <a:off x="285750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6" name="Freeform 2495"/>
          <p:cNvSpPr/>
          <p:nvPr/>
        </p:nvSpPr>
        <p:spPr>
          <a:xfrm>
            <a:off x="286131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7" name="Freeform 2496"/>
          <p:cNvSpPr/>
          <p:nvPr/>
        </p:nvSpPr>
        <p:spPr>
          <a:xfrm>
            <a:off x="286385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8" name="Freeform 2497"/>
          <p:cNvSpPr/>
          <p:nvPr/>
        </p:nvSpPr>
        <p:spPr>
          <a:xfrm>
            <a:off x="286766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9" name="Freeform 2498"/>
          <p:cNvSpPr/>
          <p:nvPr/>
        </p:nvSpPr>
        <p:spPr>
          <a:xfrm>
            <a:off x="287020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0" name="Freeform 2499"/>
          <p:cNvSpPr/>
          <p:nvPr/>
        </p:nvSpPr>
        <p:spPr>
          <a:xfrm>
            <a:off x="28727400" y="-2278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1" name="Freeform 2500"/>
          <p:cNvSpPr/>
          <p:nvPr/>
        </p:nvSpPr>
        <p:spPr>
          <a:xfrm>
            <a:off x="28765500" y="-22783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2" name="Freeform 2501"/>
          <p:cNvSpPr/>
          <p:nvPr/>
        </p:nvSpPr>
        <p:spPr>
          <a:xfrm>
            <a:off x="27889200" y="-22834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3" name="Freeform 2502"/>
          <p:cNvSpPr/>
          <p:nvPr/>
        </p:nvSpPr>
        <p:spPr>
          <a:xfrm>
            <a:off x="27927300" y="-2283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4" name="Freeform 2503"/>
          <p:cNvSpPr/>
          <p:nvPr/>
        </p:nvSpPr>
        <p:spPr>
          <a:xfrm>
            <a:off x="27952700" y="-2284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5" name="Freeform 2504"/>
          <p:cNvSpPr/>
          <p:nvPr/>
        </p:nvSpPr>
        <p:spPr>
          <a:xfrm>
            <a:off x="27990800" y="-2284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6" name="Freeform 2505"/>
          <p:cNvSpPr/>
          <p:nvPr/>
        </p:nvSpPr>
        <p:spPr>
          <a:xfrm>
            <a:off x="28016200" y="-2284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7" name="Freeform 2506"/>
          <p:cNvSpPr/>
          <p:nvPr/>
        </p:nvSpPr>
        <p:spPr>
          <a:xfrm>
            <a:off x="28041600" y="-2284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8" name="Freeform 2507"/>
          <p:cNvSpPr/>
          <p:nvPr/>
        </p:nvSpPr>
        <p:spPr>
          <a:xfrm>
            <a:off x="28079700" y="-2284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9" name="Freeform 2508"/>
          <p:cNvSpPr/>
          <p:nvPr/>
        </p:nvSpPr>
        <p:spPr>
          <a:xfrm>
            <a:off x="28105100" y="-22860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0" name="Freeform 2509"/>
          <p:cNvSpPr/>
          <p:nvPr/>
        </p:nvSpPr>
        <p:spPr>
          <a:xfrm>
            <a:off x="281432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1" name="Freeform 2510"/>
          <p:cNvSpPr/>
          <p:nvPr/>
        </p:nvSpPr>
        <p:spPr>
          <a:xfrm>
            <a:off x="28168600" y="-2286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BFF"/>
          </a:solidFill>
          <a:ln w="3175">
            <a:solidFill>
              <a:srgbClr val="003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2" name="Freeform 2511"/>
          <p:cNvSpPr/>
          <p:nvPr/>
        </p:nvSpPr>
        <p:spPr>
          <a:xfrm>
            <a:off x="28206700" y="-22847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2"/>
                </a:moveTo>
                <a:lnTo>
                  <a:pt x="3" y="6"/>
                </a:lnTo>
                <a:lnTo>
                  <a:pt x="2" y="4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8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3" name="Freeform 2512"/>
          <p:cNvSpPr/>
          <p:nvPr/>
        </p:nvSpPr>
        <p:spPr>
          <a:xfrm>
            <a:off x="28232100" y="-2279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B3"/>
          </a:solidFill>
          <a:ln w="3175">
            <a:solidFill>
              <a:srgbClr val="0000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4" name="Freeform 2513"/>
          <p:cNvSpPr/>
          <p:nvPr/>
        </p:nvSpPr>
        <p:spPr>
          <a:xfrm>
            <a:off x="282575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5" name="Freeform 2514"/>
          <p:cNvSpPr/>
          <p:nvPr/>
        </p:nvSpPr>
        <p:spPr>
          <a:xfrm>
            <a:off x="28295600" y="-2278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6" name="Freeform 2515"/>
          <p:cNvSpPr/>
          <p:nvPr/>
        </p:nvSpPr>
        <p:spPr>
          <a:xfrm>
            <a:off x="28321000" y="-2278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7" name="Freeform 2516"/>
          <p:cNvSpPr/>
          <p:nvPr/>
        </p:nvSpPr>
        <p:spPr>
          <a:xfrm>
            <a:off x="28359100" y="-2278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8" name="Freeform 2517"/>
          <p:cNvSpPr/>
          <p:nvPr/>
        </p:nvSpPr>
        <p:spPr>
          <a:xfrm>
            <a:off x="283845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9" name="Freeform 2518"/>
          <p:cNvSpPr/>
          <p:nvPr/>
        </p:nvSpPr>
        <p:spPr>
          <a:xfrm>
            <a:off x="28409900" y="-2279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0" name="Freeform 2519"/>
          <p:cNvSpPr/>
          <p:nvPr/>
        </p:nvSpPr>
        <p:spPr>
          <a:xfrm>
            <a:off x="28448000" y="-22872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0000CF"/>
          </a:solidFill>
          <a:ln w="3175">
            <a:solidFill>
              <a:srgbClr val="0000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1" name="Freeform 2520"/>
          <p:cNvSpPr/>
          <p:nvPr/>
        </p:nvSpPr>
        <p:spPr>
          <a:xfrm>
            <a:off x="28473400" y="-229997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1" y="17"/>
                </a:moveTo>
                <a:lnTo>
                  <a:pt x="4" y="17"/>
                </a:lnTo>
                <a:lnTo>
                  <a:pt x="3" y="0"/>
                </a:lnTo>
                <a:lnTo>
                  <a:pt x="0" y="10"/>
                </a:lnTo>
                <a:lnTo>
                  <a:pt x="1" y="17"/>
                </a:lnTo>
                <a:close/>
              </a:path>
            </a:pathLst>
          </a:custGeom>
          <a:solidFill>
            <a:srgbClr val="0034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2" name="Freeform 2521"/>
          <p:cNvSpPr/>
          <p:nvPr/>
        </p:nvSpPr>
        <p:spPr>
          <a:xfrm>
            <a:off x="28511500" y="-22999700"/>
            <a:ext cx="38100" cy="228600"/>
          </a:xfrm>
          <a:custGeom>
            <a:avLst/>
            <a:gdLst/>
            <a:ahLst/>
            <a:cxnLst/>
            <a:rect l="l" t="t" r="r" b="b"/>
            <a:pathLst>
              <a:path w="3" h="18">
                <a:moveTo>
                  <a:pt x="1" y="17"/>
                </a:moveTo>
                <a:lnTo>
                  <a:pt x="3" y="18"/>
                </a:lnTo>
                <a:lnTo>
                  <a:pt x="2" y="6"/>
                </a:lnTo>
                <a:lnTo>
                  <a:pt x="0" y="0"/>
                </a:lnTo>
                <a:lnTo>
                  <a:pt x="1" y="17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3" name="Freeform 2522"/>
          <p:cNvSpPr/>
          <p:nvPr/>
        </p:nvSpPr>
        <p:spPr>
          <a:xfrm>
            <a:off x="28536900" y="-229235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2"/>
                </a:lnTo>
                <a:lnTo>
                  <a:pt x="2" y="2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4" name="Freeform 2523"/>
          <p:cNvSpPr/>
          <p:nvPr/>
        </p:nvSpPr>
        <p:spPr>
          <a:xfrm>
            <a:off x="28562300" y="-22898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5" name="Freeform 2524"/>
          <p:cNvSpPr/>
          <p:nvPr/>
        </p:nvSpPr>
        <p:spPr>
          <a:xfrm>
            <a:off x="28600400" y="-22910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6" name="Freeform 2525"/>
          <p:cNvSpPr/>
          <p:nvPr/>
        </p:nvSpPr>
        <p:spPr>
          <a:xfrm>
            <a:off x="28625800" y="-229108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7" name="Freeform 2526"/>
          <p:cNvSpPr/>
          <p:nvPr/>
        </p:nvSpPr>
        <p:spPr>
          <a:xfrm>
            <a:off x="28663900" y="-22910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8" name="Freeform 2527"/>
          <p:cNvSpPr/>
          <p:nvPr/>
        </p:nvSpPr>
        <p:spPr>
          <a:xfrm>
            <a:off x="28689300" y="-22910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9" name="Freeform 2528"/>
          <p:cNvSpPr/>
          <p:nvPr/>
        </p:nvSpPr>
        <p:spPr>
          <a:xfrm>
            <a:off x="28727400" y="-22910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0" name="Freeform 2529"/>
          <p:cNvSpPr/>
          <p:nvPr/>
        </p:nvSpPr>
        <p:spPr>
          <a:xfrm>
            <a:off x="28752800" y="-22923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1" name="Freeform 2530"/>
          <p:cNvSpPr/>
          <p:nvPr/>
        </p:nvSpPr>
        <p:spPr>
          <a:xfrm>
            <a:off x="278892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2" name="Freeform 2531"/>
          <p:cNvSpPr/>
          <p:nvPr/>
        </p:nvSpPr>
        <p:spPr>
          <a:xfrm>
            <a:off x="279146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3" name="Freeform 2532"/>
          <p:cNvSpPr/>
          <p:nvPr/>
        </p:nvSpPr>
        <p:spPr>
          <a:xfrm>
            <a:off x="27940000" y="-2287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4" name="Freeform 2533"/>
          <p:cNvSpPr/>
          <p:nvPr/>
        </p:nvSpPr>
        <p:spPr>
          <a:xfrm>
            <a:off x="279781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5" name="Freeform 2534"/>
          <p:cNvSpPr/>
          <p:nvPr/>
        </p:nvSpPr>
        <p:spPr>
          <a:xfrm>
            <a:off x="280035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6" name="Freeform 2535"/>
          <p:cNvSpPr/>
          <p:nvPr/>
        </p:nvSpPr>
        <p:spPr>
          <a:xfrm>
            <a:off x="280416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7" name="Freeform 2536"/>
          <p:cNvSpPr/>
          <p:nvPr/>
        </p:nvSpPr>
        <p:spPr>
          <a:xfrm>
            <a:off x="28067000" y="-2288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8" name="Freeform 2537"/>
          <p:cNvSpPr/>
          <p:nvPr/>
        </p:nvSpPr>
        <p:spPr>
          <a:xfrm>
            <a:off x="280924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9" name="Freeform 2538"/>
          <p:cNvSpPr/>
          <p:nvPr/>
        </p:nvSpPr>
        <p:spPr>
          <a:xfrm>
            <a:off x="281305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0" name="Freeform 2539"/>
          <p:cNvSpPr/>
          <p:nvPr/>
        </p:nvSpPr>
        <p:spPr>
          <a:xfrm>
            <a:off x="281559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1FF"/>
          </a:solidFill>
          <a:ln w="3175">
            <a:solidFill>
              <a:srgbClr val="005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1" name="Freeform 2540"/>
          <p:cNvSpPr/>
          <p:nvPr/>
        </p:nvSpPr>
        <p:spPr>
          <a:xfrm>
            <a:off x="28194000" y="-228854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3"/>
                </a:moveTo>
                <a:lnTo>
                  <a:pt x="3" y="7"/>
                </a:lnTo>
                <a:lnTo>
                  <a:pt x="2" y="4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2" name="Freeform 2541"/>
          <p:cNvSpPr/>
          <p:nvPr/>
        </p:nvSpPr>
        <p:spPr>
          <a:xfrm>
            <a:off x="28219400" y="-22834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3"/>
                </a:moveTo>
                <a:lnTo>
                  <a:pt x="3" y="5"/>
                </a:lnTo>
                <a:lnTo>
                  <a:pt x="3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0"/>
          </a:solidFill>
          <a:ln w="3175">
            <a:solidFill>
              <a:srgbClr val="000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3" name="Freeform 2542"/>
          <p:cNvSpPr/>
          <p:nvPr/>
        </p:nvSpPr>
        <p:spPr>
          <a:xfrm>
            <a:off x="28257500" y="-2280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4" name="Freeform 2543"/>
          <p:cNvSpPr/>
          <p:nvPr/>
        </p:nvSpPr>
        <p:spPr>
          <a:xfrm>
            <a:off x="28282900" y="-2280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5" name="Freeform 2544"/>
          <p:cNvSpPr/>
          <p:nvPr/>
        </p:nvSpPr>
        <p:spPr>
          <a:xfrm>
            <a:off x="28308300" y="-22809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6" name="Freeform 2545"/>
          <p:cNvSpPr/>
          <p:nvPr/>
        </p:nvSpPr>
        <p:spPr>
          <a:xfrm>
            <a:off x="28346400" y="-2282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7" name="Freeform 2546"/>
          <p:cNvSpPr/>
          <p:nvPr/>
        </p:nvSpPr>
        <p:spPr>
          <a:xfrm>
            <a:off x="28371800" y="-2282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8" name="Freeform 2547"/>
          <p:cNvSpPr/>
          <p:nvPr/>
        </p:nvSpPr>
        <p:spPr>
          <a:xfrm>
            <a:off x="28409900" y="-22834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0000D1"/>
          </a:solidFill>
          <a:ln w="3175">
            <a:solidFill>
              <a:srgbClr val="0000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9" name="Freeform 2548"/>
          <p:cNvSpPr/>
          <p:nvPr/>
        </p:nvSpPr>
        <p:spPr>
          <a:xfrm>
            <a:off x="28435300" y="-22910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3"/>
                </a:lnTo>
                <a:lnTo>
                  <a:pt x="2" y="0"/>
                </a:lnTo>
                <a:lnTo>
                  <a:pt x="0" y="6"/>
                </a:lnTo>
                <a:lnTo>
                  <a:pt x="1" y="9"/>
                </a:lnTo>
                <a:close/>
              </a:path>
            </a:pathLst>
          </a:custGeom>
          <a:solidFill>
            <a:srgbClr val="0021FF"/>
          </a:solidFill>
          <a:ln w="3175">
            <a:solidFill>
              <a:srgbClr val="001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0" name="Freeform 2549"/>
          <p:cNvSpPr/>
          <p:nvPr/>
        </p:nvSpPr>
        <p:spPr>
          <a:xfrm>
            <a:off x="28460700" y="-230759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6"/>
                </a:lnTo>
                <a:lnTo>
                  <a:pt x="3" y="0"/>
                </a:lnTo>
                <a:lnTo>
                  <a:pt x="0" y="13"/>
                </a:lnTo>
                <a:lnTo>
                  <a:pt x="1" y="16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1" name="Freeform 2550"/>
          <p:cNvSpPr/>
          <p:nvPr/>
        </p:nvSpPr>
        <p:spPr>
          <a:xfrm>
            <a:off x="28498800" y="-230759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6"/>
                </a:moveTo>
                <a:lnTo>
                  <a:pt x="3" y="12"/>
                </a:lnTo>
                <a:lnTo>
                  <a:pt x="2" y="3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4BFFB4"/>
          </a:solidFill>
          <a:ln w="3175">
            <a:solidFill>
              <a:srgbClr val="3C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2" name="Freeform 2551"/>
          <p:cNvSpPr/>
          <p:nvPr/>
        </p:nvSpPr>
        <p:spPr>
          <a:xfrm>
            <a:off x="28524200" y="-23037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9"/>
                </a:moveTo>
                <a:lnTo>
                  <a:pt x="3" y="11"/>
                </a:lnTo>
                <a:lnTo>
                  <a:pt x="3" y="2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3" name="Freeform 2552"/>
          <p:cNvSpPr/>
          <p:nvPr/>
        </p:nvSpPr>
        <p:spPr>
          <a:xfrm>
            <a:off x="28562300" y="-230124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0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0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4" name="Freeform 2553"/>
          <p:cNvSpPr/>
          <p:nvPr/>
        </p:nvSpPr>
        <p:spPr>
          <a:xfrm>
            <a:off x="28587700" y="-230124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5" name="Freeform 2554"/>
          <p:cNvSpPr/>
          <p:nvPr/>
        </p:nvSpPr>
        <p:spPr>
          <a:xfrm>
            <a:off x="28613100" y="-23012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6" name="Freeform 2555"/>
          <p:cNvSpPr/>
          <p:nvPr/>
        </p:nvSpPr>
        <p:spPr>
          <a:xfrm>
            <a:off x="28651200" y="-23025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7" name="Freeform 2556"/>
          <p:cNvSpPr/>
          <p:nvPr/>
        </p:nvSpPr>
        <p:spPr>
          <a:xfrm>
            <a:off x="28676600" y="-23025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8" name="Freeform 2557"/>
          <p:cNvSpPr/>
          <p:nvPr/>
        </p:nvSpPr>
        <p:spPr>
          <a:xfrm>
            <a:off x="28714700" y="-23025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9" name="Freeform 2558"/>
          <p:cNvSpPr/>
          <p:nvPr/>
        </p:nvSpPr>
        <p:spPr>
          <a:xfrm>
            <a:off x="28740100" y="-23025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0" name="Freeform 2559"/>
          <p:cNvSpPr/>
          <p:nvPr/>
        </p:nvSpPr>
        <p:spPr>
          <a:xfrm>
            <a:off x="278765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1" name="Freeform 2560"/>
          <p:cNvSpPr/>
          <p:nvPr/>
        </p:nvSpPr>
        <p:spPr>
          <a:xfrm>
            <a:off x="279019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2" name="Freeform 2561"/>
          <p:cNvSpPr/>
          <p:nvPr/>
        </p:nvSpPr>
        <p:spPr>
          <a:xfrm>
            <a:off x="27940000" y="-2289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3" name="Freeform 2562"/>
          <p:cNvSpPr/>
          <p:nvPr/>
        </p:nvSpPr>
        <p:spPr>
          <a:xfrm>
            <a:off x="279654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4" name="Freeform 2563"/>
          <p:cNvSpPr/>
          <p:nvPr/>
        </p:nvSpPr>
        <p:spPr>
          <a:xfrm>
            <a:off x="27990800" y="-22898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5" name="Freeform 2564"/>
          <p:cNvSpPr/>
          <p:nvPr/>
        </p:nvSpPr>
        <p:spPr>
          <a:xfrm>
            <a:off x="280289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6" name="Freeform 2565"/>
          <p:cNvSpPr/>
          <p:nvPr/>
        </p:nvSpPr>
        <p:spPr>
          <a:xfrm>
            <a:off x="280543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7" name="Freeform 2566"/>
          <p:cNvSpPr/>
          <p:nvPr/>
        </p:nvSpPr>
        <p:spPr>
          <a:xfrm>
            <a:off x="280924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8" name="Freeform 2567"/>
          <p:cNvSpPr/>
          <p:nvPr/>
        </p:nvSpPr>
        <p:spPr>
          <a:xfrm>
            <a:off x="281178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AFF"/>
          </a:solidFill>
          <a:ln w="3175">
            <a:solidFill>
              <a:srgbClr val="007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9" name="Freeform 2568"/>
          <p:cNvSpPr/>
          <p:nvPr/>
        </p:nvSpPr>
        <p:spPr>
          <a:xfrm>
            <a:off x="28143200" y="-22910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0" name="Freeform 2569"/>
          <p:cNvSpPr/>
          <p:nvPr/>
        </p:nvSpPr>
        <p:spPr>
          <a:xfrm>
            <a:off x="28181300" y="-22898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1" name="Freeform 2570"/>
          <p:cNvSpPr/>
          <p:nvPr/>
        </p:nvSpPr>
        <p:spPr>
          <a:xfrm>
            <a:off x="28206700" y="-2284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9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Freeform 2571"/>
          <p:cNvSpPr/>
          <p:nvPr/>
        </p:nvSpPr>
        <p:spPr>
          <a:xfrm>
            <a:off x="28244800" y="-2283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3" name="Freeform 2572"/>
          <p:cNvSpPr/>
          <p:nvPr/>
        </p:nvSpPr>
        <p:spPr>
          <a:xfrm>
            <a:off x="28270200" y="-2283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4" name="Freeform 2573"/>
          <p:cNvSpPr/>
          <p:nvPr/>
        </p:nvSpPr>
        <p:spPr>
          <a:xfrm>
            <a:off x="28295600" y="-22834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5" name="Freeform 2574"/>
          <p:cNvSpPr/>
          <p:nvPr/>
        </p:nvSpPr>
        <p:spPr>
          <a:xfrm>
            <a:off x="28333700" y="-2284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6" name="Freeform 2575"/>
          <p:cNvSpPr/>
          <p:nvPr/>
        </p:nvSpPr>
        <p:spPr>
          <a:xfrm>
            <a:off x="28359100" y="-2284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7" name="Freeform 2576"/>
          <p:cNvSpPr/>
          <p:nvPr/>
        </p:nvSpPr>
        <p:spPr>
          <a:xfrm>
            <a:off x="28397200" y="-2286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FA"/>
          </a:solidFill>
          <a:ln w="3175">
            <a:solidFill>
              <a:srgbClr val="000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8" name="Freeform 2577"/>
          <p:cNvSpPr/>
          <p:nvPr/>
        </p:nvSpPr>
        <p:spPr>
          <a:xfrm>
            <a:off x="28422600" y="-22910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0"/>
                </a:lnTo>
                <a:lnTo>
                  <a:pt x="3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9" name="Freeform 2578"/>
          <p:cNvSpPr/>
          <p:nvPr/>
        </p:nvSpPr>
        <p:spPr>
          <a:xfrm>
            <a:off x="28460700" y="-230886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0" y="14"/>
                </a:moveTo>
                <a:lnTo>
                  <a:pt x="3" y="1"/>
                </a:lnTo>
                <a:lnTo>
                  <a:pt x="2" y="0"/>
                </a:lnTo>
                <a:lnTo>
                  <a:pt x="0" y="14"/>
                </a:lnTo>
                <a:lnTo>
                  <a:pt x="0" y="14"/>
                </a:lnTo>
                <a:close/>
              </a:path>
            </a:pathLst>
          </a:custGeom>
          <a:solidFill>
            <a:srgbClr val="23FFDC"/>
          </a:solidFill>
          <a:ln w="3175">
            <a:solidFill>
              <a:srgbClr val="1CC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0" name="Freeform 2579"/>
          <p:cNvSpPr/>
          <p:nvPr/>
        </p:nvSpPr>
        <p:spPr>
          <a:xfrm>
            <a:off x="28486100" y="-2308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1" name="Freeform 2580"/>
          <p:cNvSpPr/>
          <p:nvPr/>
        </p:nvSpPr>
        <p:spPr>
          <a:xfrm>
            <a:off x="28511500" y="-23075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3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7FFF80"/>
          </a:solidFill>
          <a:ln w="3175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2" name="Freeform 2581"/>
          <p:cNvSpPr/>
          <p:nvPr/>
        </p:nvSpPr>
        <p:spPr>
          <a:xfrm>
            <a:off x="28549600" y="-2306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3" name="Freeform 2582"/>
          <p:cNvSpPr/>
          <p:nvPr/>
        </p:nvSpPr>
        <p:spPr>
          <a:xfrm>
            <a:off x="28575000" y="-23075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4" name="Freeform 2583"/>
          <p:cNvSpPr/>
          <p:nvPr/>
        </p:nvSpPr>
        <p:spPr>
          <a:xfrm>
            <a:off x="28613100" y="-23075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5" name="Freeform 2584"/>
          <p:cNvSpPr/>
          <p:nvPr/>
        </p:nvSpPr>
        <p:spPr>
          <a:xfrm>
            <a:off x="28638500" y="-23075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6" name="Freeform 2585"/>
          <p:cNvSpPr/>
          <p:nvPr/>
        </p:nvSpPr>
        <p:spPr>
          <a:xfrm>
            <a:off x="28663900" y="-2307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7" name="Freeform 2586"/>
          <p:cNvSpPr/>
          <p:nvPr/>
        </p:nvSpPr>
        <p:spPr>
          <a:xfrm>
            <a:off x="28702000" y="-23075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8" name="Freeform 2587"/>
          <p:cNvSpPr/>
          <p:nvPr/>
        </p:nvSpPr>
        <p:spPr>
          <a:xfrm>
            <a:off x="28727400" y="-2308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9" name="Freeform 2588"/>
          <p:cNvSpPr/>
          <p:nvPr/>
        </p:nvSpPr>
        <p:spPr>
          <a:xfrm>
            <a:off x="278638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0" name="Freeform 2589"/>
          <p:cNvSpPr/>
          <p:nvPr/>
        </p:nvSpPr>
        <p:spPr>
          <a:xfrm>
            <a:off x="27889200" y="-22910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1" name="Freeform 2590"/>
          <p:cNvSpPr/>
          <p:nvPr/>
        </p:nvSpPr>
        <p:spPr>
          <a:xfrm>
            <a:off x="279273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2" name="Freeform 2591"/>
          <p:cNvSpPr/>
          <p:nvPr/>
        </p:nvSpPr>
        <p:spPr>
          <a:xfrm>
            <a:off x="279527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3" name="Freeform 2592"/>
          <p:cNvSpPr/>
          <p:nvPr/>
        </p:nvSpPr>
        <p:spPr>
          <a:xfrm>
            <a:off x="27978100" y="-22923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4" name="Freeform 2593"/>
          <p:cNvSpPr/>
          <p:nvPr/>
        </p:nvSpPr>
        <p:spPr>
          <a:xfrm>
            <a:off x="280162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5" name="Freeform 2594"/>
          <p:cNvSpPr/>
          <p:nvPr/>
        </p:nvSpPr>
        <p:spPr>
          <a:xfrm>
            <a:off x="28041600" y="-22923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6" name="Freeform 2595"/>
          <p:cNvSpPr/>
          <p:nvPr/>
        </p:nvSpPr>
        <p:spPr>
          <a:xfrm>
            <a:off x="280797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7" name="Freeform 2596"/>
          <p:cNvSpPr/>
          <p:nvPr/>
        </p:nvSpPr>
        <p:spPr>
          <a:xfrm>
            <a:off x="281051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B5FF"/>
          </a:solidFill>
          <a:ln w="3175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8" name="Freeform 2597"/>
          <p:cNvSpPr/>
          <p:nvPr/>
        </p:nvSpPr>
        <p:spPr>
          <a:xfrm>
            <a:off x="281432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9" name="Freeform 2598"/>
          <p:cNvSpPr/>
          <p:nvPr/>
        </p:nvSpPr>
        <p:spPr>
          <a:xfrm>
            <a:off x="28168600" y="-22898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0" name="Freeform 2599"/>
          <p:cNvSpPr/>
          <p:nvPr/>
        </p:nvSpPr>
        <p:spPr>
          <a:xfrm>
            <a:off x="28194000" y="-22860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1FFF"/>
          </a:solidFill>
          <a:ln w="3175">
            <a:solidFill>
              <a:srgbClr val="001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1" name="Freeform 2600"/>
          <p:cNvSpPr/>
          <p:nvPr/>
        </p:nvSpPr>
        <p:spPr>
          <a:xfrm>
            <a:off x="282321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2" name="Freeform 2601"/>
          <p:cNvSpPr/>
          <p:nvPr/>
        </p:nvSpPr>
        <p:spPr>
          <a:xfrm>
            <a:off x="282575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3" name="Freeform 2602"/>
          <p:cNvSpPr/>
          <p:nvPr/>
        </p:nvSpPr>
        <p:spPr>
          <a:xfrm>
            <a:off x="282956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4" name="Freeform 2603"/>
          <p:cNvSpPr/>
          <p:nvPr/>
        </p:nvSpPr>
        <p:spPr>
          <a:xfrm>
            <a:off x="28321000" y="-2286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5" name="Freeform 2604"/>
          <p:cNvSpPr/>
          <p:nvPr/>
        </p:nvSpPr>
        <p:spPr>
          <a:xfrm>
            <a:off x="28346400" y="-22872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6" name="Freeform 2605"/>
          <p:cNvSpPr/>
          <p:nvPr/>
        </p:nvSpPr>
        <p:spPr>
          <a:xfrm>
            <a:off x="283845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7" name="Freeform 2606"/>
          <p:cNvSpPr/>
          <p:nvPr/>
        </p:nvSpPr>
        <p:spPr>
          <a:xfrm>
            <a:off x="28409900" y="-22923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8" name="Freeform 2607"/>
          <p:cNvSpPr/>
          <p:nvPr/>
        </p:nvSpPr>
        <p:spPr>
          <a:xfrm>
            <a:off x="28448000" y="-230886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0"/>
                </a:lnTo>
                <a:lnTo>
                  <a:pt x="2" y="0"/>
                </a:lnTo>
                <a:lnTo>
                  <a:pt x="0" y="13"/>
                </a:lnTo>
                <a:lnTo>
                  <a:pt x="1" y="14"/>
                </a:lnTo>
                <a:close/>
              </a:path>
            </a:pathLst>
          </a:custGeom>
          <a:solidFill>
            <a:srgbClr val="23FFDC"/>
          </a:solidFill>
          <a:ln w="3175">
            <a:solidFill>
              <a:srgbClr val="1CC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9" name="Freeform 2608"/>
          <p:cNvSpPr/>
          <p:nvPr/>
        </p:nvSpPr>
        <p:spPr>
          <a:xfrm>
            <a:off x="28473400" y="-2308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C1FF3E"/>
          </a:solidFill>
          <a:ln w="3175">
            <a:solidFill>
              <a:srgbClr val="9BCC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0" name="Freeform 2609"/>
          <p:cNvSpPr/>
          <p:nvPr/>
        </p:nvSpPr>
        <p:spPr>
          <a:xfrm>
            <a:off x="28498800" y="-2311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BFF44"/>
          </a:solidFill>
          <a:ln w="3175">
            <a:solidFill>
              <a:srgbClr val="96C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1" name="Freeform 2610"/>
          <p:cNvSpPr/>
          <p:nvPr/>
        </p:nvSpPr>
        <p:spPr>
          <a:xfrm>
            <a:off x="28536900" y="-23114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2" name="Freeform 2611"/>
          <p:cNvSpPr/>
          <p:nvPr/>
        </p:nvSpPr>
        <p:spPr>
          <a:xfrm>
            <a:off x="28562300" y="-2311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3" name="Freeform 2612"/>
          <p:cNvSpPr/>
          <p:nvPr/>
        </p:nvSpPr>
        <p:spPr>
          <a:xfrm>
            <a:off x="286004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4" name="Freeform 2613"/>
          <p:cNvSpPr/>
          <p:nvPr/>
        </p:nvSpPr>
        <p:spPr>
          <a:xfrm>
            <a:off x="286258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5" name="Freeform 2614"/>
          <p:cNvSpPr/>
          <p:nvPr/>
        </p:nvSpPr>
        <p:spPr>
          <a:xfrm>
            <a:off x="286639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6" name="Freeform 2615"/>
          <p:cNvSpPr/>
          <p:nvPr/>
        </p:nvSpPr>
        <p:spPr>
          <a:xfrm>
            <a:off x="286893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7" name="Freeform 2616"/>
          <p:cNvSpPr/>
          <p:nvPr/>
        </p:nvSpPr>
        <p:spPr>
          <a:xfrm>
            <a:off x="28714700" y="-23139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8" name="Freeform 2617"/>
          <p:cNvSpPr/>
          <p:nvPr/>
        </p:nvSpPr>
        <p:spPr>
          <a:xfrm>
            <a:off x="27851100" y="-2294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9" name="Freeform 2618"/>
          <p:cNvSpPr/>
          <p:nvPr/>
        </p:nvSpPr>
        <p:spPr>
          <a:xfrm>
            <a:off x="27876500" y="-2294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0" name="Freeform 2619"/>
          <p:cNvSpPr/>
          <p:nvPr/>
        </p:nvSpPr>
        <p:spPr>
          <a:xfrm>
            <a:off x="27914600" y="-2294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1" name="Freeform 2620"/>
          <p:cNvSpPr/>
          <p:nvPr/>
        </p:nvSpPr>
        <p:spPr>
          <a:xfrm>
            <a:off x="27940000" y="-2296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2" name="Freeform 2621"/>
          <p:cNvSpPr/>
          <p:nvPr/>
        </p:nvSpPr>
        <p:spPr>
          <a:xfrm>
            <a:off x="27978100" y="-2296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3" name="Freeform 2622"/>
          <p:cNvSpPr/>
          <p:nvPr/>
        </p:nvSpPr>
        <p:spPr>
          <a:xfrm>
            <a:off x="28003500" y="-2296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4" name="Freeform 2623"/>
          <p:cNvSpPr/>
          <p:nvPr/>
        </p:nvSpPr>
        <p:spPr>
          <a:xfrm>
            <a:off x="28028900" y="-2296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5" name="Freeform 2624"/>
          <p:cNvSpPr/>
          <p:nvPr/>
        </p:nvSpPr>
        <p:spPr>
          <a:xfrm>
            <a:off x="28067000" y="-2296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6" name="Freeform 2625"/>
          <p:cNvSpPr/>
          <p:nvPr/>
        </p:nvSpPr>
        <p:spPr>
          <a:xfrm>
            <a:off x="28092400" y="-2296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DDFF"/>
          </a:solidFill>
          <a:ln w="3175">
            <a:solidFill>
              <a:srgbClr val="00B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7" name="Freeform 2626"/>
          <p:cNvSpPr/>
          <p:nvPr/>
        </p:nvSpPr>
        <p:spPr>
          <a:xfrm>
            <a:off x="28130500" y="-22961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3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B3FF"/>
          </a:solidFill>
          <a:ln w="3175">
            <a:solidFill>
              <a:srgbClr val="008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8" name="Freeform 2627"/>
          <p:cNvSpPr/>
          <p:nvPr/>
        </p:nvSpPr>
        <p:spPr>
          <a:xfrm>
            <a:off x="28155900" y="-22923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2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9" name="Freeform 2628"/>
          <p:cNvSpPr/>
          <p:nvPr/>
        </p:nvSpPr>
        <p:spPr>
          <a:xfrm>
            <a:off x="281813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0" name="Freeform 2629"/>
          <p:cNvSpPr/>
          <p:nvPr/>
        </p:nvSpPr>
        <p:spPr>
          <a:xfrm>
            <a:off x="28219400" y="-2287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1" name="Freeform 2630"/>
          <p:cNvSpPr/>
          <p:nvPr/>
        </p:nvSpPr>
        <p:spPr>
          <a:xfrm>
            <a:off x="28244800" y="-22885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2" name="Freeform 2631"/>
          <p:cNvSpPr/>
          <p:nvPr/>
        </p:nvSpPr>
        <p:spPr>
          <a:xfrm>
            <a:off x="282829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3" name="Freeform 2632"/>
          <p:cNvSpPr/>
          <p:nvPr/>
        </p:nvSpPr>
        <p:spPr>
          <a:xfrm>
            <a:off x="283083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4" name="Freeform 2633"/>
          <p:cNvSpPr/>
          <p:nvPr/>
        </p:nvSpPr>
        <p:spPr>
          <a:xfrm>
            <a:off x="283464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5" name="Freeform 2634"/>
          <p:cNvSpPr/>
          <p:nvPr/>
        </p:nvSpPr>
        <p:spPr>
          <a:xfrm>
            <a:off x="28371800" y="-2288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2B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6" name="Freeform 2635"/>
          <p:cNvSpPr/>
          <p:nvPr/>
        </p:nvSpPr>
        <p:spPr>
          <a:xfrm>
            <a:off x="28397200" y="-22923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7" name="Freeform 2636"/>
          <p:cNvSpPr/>
          <p:nvPr/>
        </p:nvSpPr>
        <p:spPr>
          <a:xfrm>
            <a:off x="28435300" y="-231013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1"/>
                </a:lnTo>
                <a:lnTo>
                  <a:pt x="2" y="0"/>
                </a:lnTo>
                <a:lnTo>
                  <a:pt x="0" y="14"/>
                </a:lnTo>
                <a:lnTo>
                  <a:pt x="1" y="14"/>
                </a:lnTo>
                <a:close/>
              </a:path>
            </a:pathLst>
          </a:custGeom>
          <a:solidFill>
            <a:srgbClr val="24FFDB"/>
          </a:solidFill>
          <a:ln w="3175">
            <a:solidFill>
              <a:srgbClr val="1DCC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8" name="Freeform 2637"/>
          <p:cNvSpPr/>
          <p:nvPr/>
        </p:nvSpPr>
        <p:spPr>
          <a:xfrm>
            <a:off x="28460700" y="-23164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9" name="Freeform 2638"/>
          <p:cNvSpPr/>
          <p:nvPr/>
        </p:nvSpPr>
        <p:spPr>
          <a:xfrm>
            <a:off x="28498800" y="-23190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6"/>
                </a:lnTo>
                <a:lnTo>
                  <a:pt x="2" y="0"/>
                </a:lnTo>
                <a:lnTo>
                  <a:pt x="0" y="2"/>
                </a:lnTo>
                <a:lnTo>
                  <a:pt x="0" y="8"/>
                </a:lnTo>
                <a:close/>
              </a:path>
            </a:pathLst>
          </a:custGeom>
          <a:solidFill>
            <a:srgbClr val="FFED00"/>
          </a:solidFill>
          <a:ln w="3175">
            <a:solidFill>
              <a:srgbClr val="CCB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0" name="Freeform 2639"/>
          <p:cNvSpPr/>
          <p:nvPr/>
        </p:nvSpPr>
        <p:spPr>
          <a:xfrm>
            <a:off x="28524200" y="-231902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1" name="Freeform 2640"/>
          <p:cNvSpPr/>
          <p:nvPr/>
        </p:nvSpPr>
        <p:spPr>
          <a:xfrm>
            <a:off x="28549600" y="-23190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2" name="Freeform 2641"/>
          <p:cNvSpPr/>
          <p:nvPr/>
        </p:nvSpPr>
        <p:spPr>
          <a:xfrm>
            <a:off x="28587700" y="-231902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3" name="Freeform 2642"/>
          <p:cNvSpPr/>
          <p:nvPr/>
        </p:nvSpPr>
        <p:spPr>
          <a:xfrm>
            <a:off x="28613100" y="-23202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4" name="Freeform 2643"/>
          <p:cNvSpPr/>
          <p:nvPr/>
        </p:nvSpPr>
        <p:spPr>
          <a:xfrm>
            <a:off x="28651200" y="-23202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5" name="Freeform 2644"/>
          <p:cNvSpPr/>
          <p:nvPr/>
        </p:nvSpPr>
        <p:spPr>
          <a:xfrm>
            <a:off x="28676600" y="-23202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6" name="Freeform 2645"/>
          <p:cNvSpPr/>
          <p:nvPr/>
        </p:nvSpPr>
        <p:spPr>
          <a:xfrm>
            <a:off x="28702000" y="-23202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7" name="Freeform 2646"/>
          <p:cNvSpPr/>
          <p:nvPr/>
        </p:nvSpPr>
        <p:spPr>
          <a:xfrm>
            <a:off x="27838400" y="-23037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8" name="Freeform 2647"/>
          <p:cNvSpPr/>
          <p:nvPr/>
        </p:nvSpPr>
        <p:spPr>
          <a:xfrm>
            <a:off x="27863800" y="-23037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9" name="Freeform 2648"/>
          <p:cNvSpPr/>
          <p:nvPr/>
        </p:nvSpPr>
        <p:spPr>
          <a:xfrm>
            <a:off x="27901900" y="-23050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0" name="Freeform 2649"/>
          <p:cNvSpPr/>
          <p:nvPr/>
        </p:nvSpPr>
        <p:spPr>
          <a:xfrm>
            <a:off x="27927300" y="-23050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1" name="Freeform 2650"/>
          <p:cNvSpPr/>
          <p:nvPr/>
        </p:nvSpPr>
        <p:spPr>
          <a:xfrm>
            <a:off x="27965400" y="-23050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2" name="Freeform 2651"/>
          <p:cNvSpPr/>
          <p:nvPr/>
        </p:nvSpPr>
        <p:spPr>
          <a:xfrm>
            <a:off x="27990800" y="-23050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3" name="Freeform 2652"/>
          <p:cNvSpPr/>
          <p:nvPr/>
        </p:nvSpPr>
        <p:spPr>
          <a:xfrm>
            <a:off x="28028900" y="-23050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4" name="Freeform 2653"/>
          <p:cNvSpPr/>
          <p:nvPr/>
        </p:nvSpPr>
        <p:spPr>
          <a:xfrm>
            <a:off x="28054300" y="-23063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5" name="Freeform 2654"/>
          <p:cNvSpPr/>
          <p:nvPr/>
        </p:nvSpPr>
        <p:spPr>
          <a:xfrm>
            <a:off x="28079700" y="-23063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2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4AFFB5"/>
          </a:solidFill>
          <a:ln w="3175">
            <a:solidFill>
              <a:srgbClr val="3BC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6" name="Freeform 2655"/>
          <p:cNvSpPr/>
          <p:nvPr/>
        </p:nvSpPr>
        <p:spPr>
          <a:xfrm>
            <a:off x="28117800" y="-23037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6"/>
                </a:moveTo>
                <a:lnTo>
                  <a:pt x="3" y="9"/>
                </a:lnTo>
                <a:lnTo>
                  <a:pt x="2" y="8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7" name="Freeform 2656"/>
          <p:cNvSpPr/>
          <p:nvPr/>
        </p:nvSpPr>
        <p:spPr>
          <a:xfrm>
            <a:off x="28143200" y="-22936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8" name="Freeform 2657"/>
          <p:cNvSpPr/>
          <p:nvPr/>
        </p:nvSpPr>
        <p:spPr>
          <a:xfrm>
            <a:off x="281813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51FF"/>
          </a:solidFill>
          <a:ln w="3175">
            <a:solidFill>
              <a:srgbClr val="004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9" name="Freeform 2658"/>
          <p:cNvSpPr/>
          <p:nvPr/>
        </p:nvSpPr>
        <p:spPr>
          <a:xfrm>
            <a:off x="28206700" y="-2289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0" name="Freeform 2659"/>
          <p:cNvSpPr/>
          <p:nvPr/>
        </p:nvSpPr>
        <p:spPr>
          <a:xfrm>
            <a:off x="28232100" y="-22898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1" name="Freeform 2660"/>
          <p:cNvSpPr/>
          <p:nvPr/>
        </p:nvSpPr>
        <p:spPr>
          <a:xfrm>
            <a:off x="28270200" y="-2289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2" name="Freeform 2661"/>
          <p:cNvSpPr/>
          <p:nvPr/>
        </p:nvSpPr>
        <p:spPr>
          <a:xfrm>
            <a:off x="28295600" y="-2289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3" name="Freeform 2662"/>
          <p:cNvSpPr/>
          <p:nvPr/>
        </p:nvSpPr>
        <p:spPr>
          <a:xfrm>
            <a:off x="283337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4" name="Freeform 2663"/>
          <p:cNvSpPr/>
          <p:nvPr/>
        </p:nvSpPr>
        <p:spPr>
          <a:xfrm>
            <a:off x="28359100" y="-2291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4FF"/>
          </a:solidFill>
          <a:ln w="3175">
            <a:solidFill>
              <a:srgbClr val="003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5" name="Freeform 2664"/>
          <p:cNvSpPr/>
          <p:nvPr/>
        </p:nvSpPr>
        <p:spPr>
          <a:xfrm>
            <a:off x="28384500" y="-22948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6" name="Freeform 2665"/>
          <p:cNvSpPr/>
          <p:nvPr/>
        </p:nvSpPr>
        <p:spPr>
          <a:xfrm>
            <a:off x="28422600" y="-23241000"/>
            <a:ext cx="38100" cy="317500"/>
          </a:xfrm>
          <a:custGeom>
            <a:avLst/>
            <a:gdLst/>
            <a:ahLst/>
            <a:cxnLst/>
            <a:rect l="l" t="t" r="r" b="b"/>
            <a:pathLst>
              <a:path w="3" h="25">
                <a:moveTo>
                  <a:pt x="1" y="25"/>
                </a:moveTo>
                <a:lnTo>
                  <a:pt x="3" y="11"/>
                </a:lnTo>
                <a:lnTo>
                  <a:pt x="2" y="0"/>
                </a:lnTo>
                <a:lnTo>
                  <a:pt x="0" y="23"/>
                </a:lnTo>
                <a:lnTo>
                  <a:pt x="1" y="25"/>
                </a:lnTo>
                <a:close/>
              </a:path>
            </a:pathLst>
          </a:custGeom>
          <a:solidFill>
            <a:srgbClr val="6FFF90"/>
          </a:solidFill>
          <a:ln w="3175">
            <a:solidFill>
              <a:srgbClr val="59C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7" name="Freeform 2666"/>
          <p:cNvSpPr/>
          <p:nvPr/>
        </p:nvSpPr>
        <p:spPr>
          <a:xfrm>
            <a:off x="28448000" y="-23291800"/>
            <a:ext cx="50800" cy="190500"/>
          </a:xfrm>
          <a:custGeom>
            <a:avLst/>
            <a:gdLst/>
            <a:ahLst/>
            <a:cxnLst/>
            <a:rect l="l" t="t" r="r" b="b"/>
            <a:pathLst>
              <a:path w="4" h="15">
                <a:moveTo>
                  <a:pt x="1" y="15"/>
                </a:moveTo>
                <a:lnTo>
                  <a:pt x="4" y="10"/>
                </a:lnTo>
                <a:lnTo>
                  <a:pt x="3" y="0"/>
                </a:lnTo>
                <a:lnTo>
                  <a:pt x="0" y="4"/>
                </a:lnTo>
                <a:lnTo>
                  <a:pt x="1" y="15"/>
                </a:lnTo>
                <a:close/>
              </a:path>
            </a:pathLst>
          </a:custGeom>
          <a:solidFill>
            <a:srgbClr val="FF7C00"/>
          </a:solidFill>
          <a:ln w="3175">
            <a:solidFill>
              <a:srgbClr val="CC6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8" name="Freeform 2667"/>
          <p:cNvSpPr/>
          <p:nvPr/>
        </p:nvSpPr>
        <p:spPr>
          <a:xfrm>
            <a:off x="28486100" y="-23304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3900"/>
          </a:solidFill>
          <a:ln w="3175">
            <a:solidFill>
              <a:srgbClr val="CC2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9" name="Freeform 2668"/>
          <p:cNvSpPr/>
          <p:nvPr/>
        </p:nvSpPr>
        <p:spPr>
          <a:xfrm>
            <a:off x="28511500" y="-233045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0" name="Freeform 2669"/>
          <p:cNvSpPr/>
          <p:nvPr/>
        </p:nvSpPr>
        <p:spPr>
          <a:xfrm>
            <a:off x="28549600" y="-233172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1"/>
                </a:lnTo>
                <a:lnTo>
                  <a:pt x="0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1" name="Freeform 2670"/>
          <p:cNvSpPr/>
          <p:nvPr/>
        </p:nvSpPr>
        <p:spPr>
          <a:xfrm>
            <a:off x="28575000" y="-233172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2" name="Freeform 2671"/>
          <p:cNvSpPr/>
          <p:nvPr/>
        </p:nvSpPr>
        <p:spPr>
          <a:xfrm>
            <a:off x="28600400" y="-233172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3" name="Freeform 2672"/>
          <p:cNvSpPr/>
          <p:nvPr/>
        </p:nvSpPr>
        <p:spPr>
          <a:xfrm>
            <a:off x="28638500" y="-23317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4" name="Freeform 2673"/>
          <p:cNvSpPr/>
          <p:nvPr/>
        </p:nvSpPr>
        <p:spPr>
          <a:xfrm>
            <a:off x="28663900" y="-23317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5" name="Freeform 2674"/>
          <p:cNvSpPr/>
          <p:nvPr/>
        </p:nvSpPr>
        <p:spPr>
          <a:xfrm>
            <a:off x="28702000" y="-233299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1"/>
                </a:lnTo>
                <a:lnTo>
                  <a:pt x="0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6" name="Freeform 2675"/>
          <p:cNvSpPr/>
          <p:nvPr/>
        </p:nvSpPr>
        <p:spPr>
          <a:xfrm>
            <a:off x="27825700" y="-2307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7" name="Freeform 2676"/>
          <p:cNvSpPr/>
          <p:nvPr/>
        </p:nvSpPr>
        <p:spPr>
          <a:xfrm>
            <a:off x="27863800" y="-2308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8" name="Freeform 2677"/>
          <p:cNvSpPr/>
          <p:nvPr/>
        </p:nvSpPr>
        <p:spPr>
          <a:xfrm>
            <a:off x="27889200" y="-2308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9" name="Freeform 2678"/>
          <p:cNvSpPr/>
          <p:nvPr/>
        </p:nvSpPr>
        <p:spPr>
          <a:xfrm>
            <a:off x="27914600" y="-2308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0" name="Freeform 2679"/>
          <p:cNvSpPr/>
          <p:nvPr/>
        </p:nvSpPr>
        <p:spPr>
          <a:xfrm>
            <a:off x="27952700" y="-23088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1" name="Freeform 2680"/>
          <p:cNvSpPr/>
          <p:nvPr/>
        </p:nvSpPr>
        <p:spPr>
          <a:xfrm>
            <a:off x="27978100" y="-2308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2" name="Freeform 2681"/>
          <p:cNvSpPr/>
          <p:nvPr/>
        </p:nvSpPr>
        <p:spPr>
          <a:xfrm>
            <a:off x="28016200" y="-23101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3" name="Freeform 2682"/>
          <p:cNvSpPr/>
          <p:nvPr/>
        </p:nvSpPr>
        <p:spPr>
          <a:xfrm>
            <a:off x="28041600" y="-23101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4" name="Freeform 2683"/>
          <p:cNvSpPr/>
          <p:nvPr/>
        </p:nvSpPr>
        <p:spPr>
          <a:xfrm>
            <a:off x="28067000" y="-23101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3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A7FF58"/>
          </a:solidFill>
          <a:ln w="3175">
            <a:solidFill>
              <a:srgbClr val="86C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5" name="Freeform 2684"/>
          <p:cNvSpPr/>
          <p:nvPr/>
        </p:nvSpPr>
        <p:spPr>
          <a:xfrm>
            <a:off x="28105100" y="-230505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1"/>
                </a:moveTo>
                <a:lnTo>
                  <a:pt x="3" y="9"/>
                </a:lnTo>
                <a:lnTo>
                  <a:pt x="2" y="8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0FFDF"/>
          </a:solidFill>
          <a:ln w="3175">
            <a:solidFill>
              <a:srgbClr val="1AC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6" name="Freeform 2685"/>
          <p:cNvSpPr/>
          <p:nvPr/>
        </p:nvSpPr>
        <p:spPr>
          <a:xfrm>
            <a:off x="28130500" y="-2294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7" name="Freeform 2686"/>
          <p:cNvSpPr/>
          <p:nvPr/>
        </p:nvSpPr>
        <p:spPr>
          <a:xfrm>
            <a:off x="281686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8" name="Freeform 2687"/>
          <p:cNvSpPr/>
          <p:nvPr/>
        </p:nvSpPr>
        <p:spPr>
          <a:xfrm>
            <a:off x="28194000" y="-2289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9" name="Freeform 2688"/>
          <p:cNvSpPr/>
          <p:nvPr/>
        </p:nvSpPr>
        <p:spPr>
          <a:xfrm>
            <a:off x="282321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0" name="Freeform 2689"/>
          <p:cNvSpPr/>
          <p:nvPr/>
        </p:nvSpPr>
        <p:spPr>
          <a:xfrm>
            <a:off x="282575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1" name="Freeform 2690"/>
          <p:cNvSpPr/>
          <p:nvPr/>
        </p:nvSpPr>
        <p:spPr>
          <a:xfrm>
            <a:off x="28282900" y="-2291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2" name="Freeform 2691"/>
          <p:cNvSpPr/>
          <p:nvPr/>
        </p:nvSpPr>
        <p:spPr>
          <a:xfrm>
            <a:off x="283210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3" name="Freeform 2692"/>
          <p:cNvSpPr/>
          <p:nvPr/>
        </p:nvSpPr>
        <p:spPr>
          <a:xfrm>
            <a:off x="28346400" y="-2291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4" name="Freeform 2693"/>
          <p:cNvSpPr/>
          <p:nvPr/>
        </p:nvSpPr>
        <p:spPr>
          <a:xfrm>
            <a:off x="28384500" y="-2296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5" name="Freeform 2694"/>
          <p:cNvSpPr/>
          <p:nvPr/>
        </p:nvSpPr>
        <p:spPr>
          <a:xfrm>
            <a:off x="28409900" y="-23253700"/>
            <a:ext cx="38100" cy="304800"/>
          </a:xfrm>
          <a:custGeom>
            <a:avLst/>
            <a:gdLst/>
            <a:ahLst/>
            <a:cxnLst/>
            <a:rect l="l" t="t" r="r" b="b"/>
            <a:pathLst>
              <a:path w="3" h="24">
                <a:moveTo>
                  <a:pt x="1" y="24"/>
                </a:moveTo>
                <a:lnTo>
                  <a:pt x="3" y="1"/>
                </a:lnTo>
                <a:lnTo>
                  <a:pt x="2" y="0"/>
                </a:lnTo>
                <a:lnTo>
                  <a:pt x="0" y="23"/>
                </a:lnTo>
                <a:lnTo>
                  <a:pt x="1" y="24"/>
                </a:lnTo>
                <a:close/>
              </a:path>
            </a:pathLst>
          </a:custGeom>
          <a:solidFill>
            <a:srgbClr val="BBFF44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6" name="Freeform 2695"/>
          <p:cNvSpPr/>
          <p:nvPr/>
        </p:nvSpPr>
        <p:spPr>
          <a:xfrm>
            <a:off x="28435300" y="-23342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4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E80000"/>
          </a:solidFill>
          <a:ln w="3175">
            <a:solidFill>
              <a:srgbClr val="B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7" name="Freeform 2696"/>
          <p:cNvSpPr/>
          <p:nvPr/>
        </p:nvSpPr>
        <p:spPr>
          <a:xfrm>
            <a:off x="28473400" y="-23342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A30000"/>
          </a:solidFill>
          <a:ln w="3175">
            <a:solidFill>
              <a:srgbClr val="8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8" name="Freeform 2697"/>
          <p:cNvSpPr/>
          <p:nvPr/>
        </p:nvSpPr>
        <p:spPr>
          <a:xfrm>
            <a:off x="28498800" y="-23342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9" name="Freeform 2698"/>
          <p:cNvSpPr/>
          <p:nvPr/>
        </p:nvSpPr>
        <p:spPr>
          <a:xfrm>
            <a:off x="28536900" y="-23355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0" name="Freeform 2699"/>
          <p:cNvSpPr/>
          <p:nvPr/>
        </p:nvSpPr>
        <p:spPr>
          <a:xfrm>
            <a:off x="28562300" y="-23355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1" name="Freeform 2700"/>
          <p:cNvSpPr/>
          <p:nvPr/>
        </p:nvSpPr>
        <p:spPr>
          <a:xfrm>
            <a:off x="28587700" y="-23355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2" name="Freeform 2701"/>
          <p:cNvSpPr/>
          <p:nvPr/>
        </p:nvSpPr>
        <p:spPr>
          <a:xfrm>
            <a:off x="28625800" y="-23355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3" name="Freeform 2702"/>
          <p:cNvSpPr/>
          <p:nvPr/>
        </p:nvSpPr>
        <p:spPr>
          <a:xfrm>
            <a:off x="28651200" y="-23368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4" name="Freeform 2703"/>
          <p:cNvSpPr/>
          <p:nvPr/>
        </p:nvSpPr>
        <p:spPr>
          <a:xfrm>
            <a:off x="28689300" y="-23368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5" name="Freeform 2704"/>
          <p:cNvSpPr/>
          <p:nvPr/>
        </p:nvSpPr>
        <p:spPr>
          <a:xfrm>
            <a:off x="27813000" y="-2308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6" name="Freeform 2705"/>
          <p:cNvSpPr/>
          <p:nvPr/>
        </p:nvSpPr>
        <p:spPr>
          <a:xfrm>
            <a:off x="27851100" y="-2308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7" name="Freeform 2706"/>
          <p:cNvSpPr/>
          <p:nvPr/>
        </p:nvSpPr>
        <p:spPr>
          <a:xfrm>
            <a:off x="27876500" y="-2308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8" name="Freeform 2707"/>
          <p:cNvSpPr/>
          <p:nvPr/>
        </p:nvSpPr>
        <p:spPr>
          <a:xfrm>
            <a:off x="279146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9" name="Freeform 2708"/>
          <p:cNvSpPr/>
          <p:nvPr/>
        </p:nvSpPr>
        <p:spPr>
          <a:xfrm>
            <a:off x="279400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0" name="Freeform 2709"/>
          <p:cNvSpPr/>
          <p:nvPr/>
        </p:nvSpPr>
        <p:spPr>
          <a:xfrm>
            <a:off x="27965400" y="-2310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1" name="Freeform 2710"/>
          <p:cNvSpPr/>
          <p:nvPr/>
        </p:nvSpPr>
        <p:spPr>
          <a:xfrm>
            <a:off x="280035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2" name="Freeform 2711"/>
          <p:cNvSpPr/>
          <p:nvPr/>
        </p:nvSpPr>
        <p:spPr>
          <a:xfrm>
            <a:off x="28028900" y="-2310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3" name="Freeform 2712"/>
          <p:cNvSpPr/>
          <p:nvPr/>
        </p:nvSpPr>
        <p:spPr>
          <a:xfrm>
            <a:off x="28067000" y="-23101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4" name="Freeform 2713"/>
          <p:cNvSpPr/>
          <p:nvPr/>
        </p:nvSpPr>
        <p:spPr>
          <a:xfrm>
            <a:off x="28092400" y="-23063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1"/>
                </a:moveTo>
                <a:lnTo>
                  <a:pt x="3" y="9"/>
                </a:lnTo>
                <a:lnTo>
                  <a:pt x="2" y="8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5" name="Freeform 2714"/>
          <p:cNvSpPr/>
          <p:nvPr/>
        </p:nvSpPr>
        <p:spPr>
          <a:xfrm>
            <a:off x="28117800" y="-2296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6" name="Freeform 2715"/>
          <p:cNvSpPr/>
          <p:nvPr/>
        </p:nvSpPr>
        <p:spPr>
          <a:xfrm>
            <a:off x="28155900" y="-2292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7" name="Freeform 2716"/>
          <p:cNvSpPr/>
          <p:nvPr/>
        </p:nvSpPr>
        <p:spPr>
          <a:xfrm>
            <a:off x="28181300" y="-2291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8" name="Freeform 2717"/>
          <p:cNvSpPr/>
          <p:nvPr/>
        </p:nvSpPr>
        <p:spPr>
          <a:xfrm>
            <a:off x="28219400" y="-2291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9" name="Freeform 2718"/>
          <p:cNvSpPr/>
          <p:nvPr/>
        </p:nvSpPr>
        <p:spPr>
          <a:xfrm>
            <a:off x="28244800" y="-2291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0" name="Freeform 2719"/>
          <p:cNvSpPr/>
          <p:nvPr/>
        </p:nvSpPr>
        <p:spPr>
          <a:xfrm>
            <a:off x="28270200" y="-2292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1" name="Freeform 2720"/>
          <p:cNvSpPr/>
          <p:nvPr/>
        </p:nvSpPr>
        <p:spPr>
          <a:xfrm>
            <a:off x="283083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2" name="Freeform 2721"/>
          <p:cNvSpPr/>
          <p:nvPr/>
        </p:nvSpPr>
        <p:spPr>
          <a:xfrm>
            <a:off x="28333700" y="-2292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3" name="Freeform 2722"/>
          <p:cNvSpPr/>
          <p:nvPr/>
        </p:nvSpPr>
        <p:spPr>
          <a:xfrm>
            <a:off x="28371800" y="-22974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4" name="Freeform 2723"/>
          <p:cNvSpPr/>
          <p:nvPr/>
        </p:nvSpPr>
        <p:spPr>
          <a:xfrm>
            <a:off x="28397200" y="-23266400"/>
            <a:ext cx="38100" cy="304800"/>
          </a:xfrm>
          <a:custGeom>
            <a:avLst/>
            <a:gdLst/>
            <a:ahLst/>
            <a:cxnLst/>
            <a:rect l="l" t="t" r="r" b="b"/>
            <a:pathLst>
              <a:path w="3" h="24">
                <a:moveTo>
                  <a:pt x="1" y="24"/>
                </a:moveTo>
                <a:lnTo>
                  <a:pt x="3" y="1"/>
                </a:lnTo>
                <a:lnTo>
                  <a:pt x="3" y="0"/>
                </a:lnTo>
                <a:lnTo>
                  <a:pt x="0" y="23"/>
                </a:lnTo>
                <a:lnTo>
                  <a:pt x="1" y="24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5" name="Freeform 2724"/>
          <p:cNvSpPr/>
          <p:nvPr/>
        </p:nvSpPr>
        <p:spPr>
          <a:xfrm>
            <a:off x="28435300" y="-23355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0" y="8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6" name="Freeform 2725"/>
          <p:cNvSpPr/>
          <p:nvPr/>
        </p:nvSpPr>
        <p:spPr>
          <a:xfrm>
            <a:off x="28460700" y="-23355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7" name="Freeform 2726"/>
          <p:cNvSpPr/>
          <p:nvPr/>
        </p:nvSpPr>
        <p:spPr>
          <a:xfrm>
            <a:off x="28486100" y="-23355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8" name="Freeform 2727"/>
          <p:cNvSpPr/>
          <p:nvPr/>
        </p:nvSpPr>
        <p:spPr>
          <a:xfrm>
            <a:off x="28524200" y="-23355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9" name="Freeform 2728"/>
          <p:cNvSpPr/>
          <p:nvPr/>
        </p:nvSpPr>
        <p:spPr>
          <a:xfrm>
            <a:off x="28549600" y="-23355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0" name="Freeform 2729"/>
          <p:cNvSpPr/>
          <p:nvPr/>
        </p:nvSpPr>
        <p:spPr>
          <a:xfrm>
            <a:off x="285877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1" name="Freeform 2730"/>
          <p:cNvSpPr/>
          <p:nvPr/>
        </p:nvSpPr>
        <p:spPr>
          <a:xfrm>
            <a:off x="286131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2" name="Freeform 2731"/>
          <p:cNvSpPr/>
          <p:nvPr/>
        </p:nvSpPr>
        <p:spPr>
          <a:xfrm>
            <a:off x="28638500" y="-2336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3" name="Freeform 2732"/>
          <p:cNvSpPr/>
          <p:nvPr/>
        </p:nvSpPr>
        <p:spPr>
          <a:xfrm>
            <a:off x="28676600" y="-23368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4" name="Freeform 2733"/>
          <p:cNvSpPr/>
          <p:nvPr/>
        </p:nvSpPr>
        <p:spPr>
          <a:xfrm>
            <a:off x="27800300" y="-23088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5" name="Freeform 2734"/>
          <p:cNvSpPr/>
          <p:nvPr/>
        </p:nvSpPr>
        <p:spPr>
          <a:xfrm>
            <a:off x="278384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6" name="Freeform 2735"/>
          <p:cNvSpPr/>
          <p:nvPr/>
        </p:nvSpPr>
        <p:spPr>
          <a:xfrm>
            <a:off x="27863800" y="-2310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7" name="Freeform 2736"/>
          <p:cNvSpPr/>
          <p:nvPr/>
        </p:nvSpPr>
        <p:spPr>
          <a:xfrm>
            <a:off x="279019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8" name="Freeform 2737"/>
          <p:cNvSpPr/>
          <p:nvPr/>
        </p:nvSpPr>
        <p:spPr>
          <a:xfrm>
            <a:off x="27927300" y="-2310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9" name="Freeform 2738"/>
          <p:cNvSpPr/>
          <p:nvPr/>
        </p:nvSpPr>
        <p:spPr>
          <a:xfrm>
            <a:off x="27952700" y="-2311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0" name="Freeform 2739"/>
          <p:cNvSpPr/>
          <p:nvPr/>
        </p:nvSpPr>
        <p:spPr>
          <a:xfrm>
            <a:off x="279908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1" name="Freeform 2740"/>
          <p:cNvSpPr/>
          <p:nvPr/>
        </p:nvSpPr>
        <p:spPr>
          <a:xfrm>
            <a:off x="28016200" y="-2311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2" name="Freeform 2741"/>
          <p:cNvSpPr/>
          <p:nvPr/>
        </p:nvSpPr>
        <p:spPr>
          <a:xfrm>
            <a:off x="28054300" y="-23114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3" name="Freeform 2742"/>
          <p:cNvSpPr/>
          <p:nvPr/>
        </p:nvSpPr>
        <p:spPr>
          <a:xfrm>
            <a:off x="28079700" y="-23063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0"/>
                </a:moveTo>
                <a:lnTo>
                  <a:pt x="3" y="8"/>
                </a:lnTo>
                <a:lnTo>
                  <a:pt x="3" y="8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4" name="Freeform 2743"/>
          <p:cNvSpPr/>
          <p:nvPr/>
        </p:nvSpPr>
        <p:spPr>
          <a:xfrm>
            <a:off x="28117800" y="-2296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5" name="Freeform 2744"/>
          <p:cNvSpPr/>
          <p:nvPr/>
        </p:nvSpPr>
        <p:spPr>
          <a:xfrm>
            <a:off x="281432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6" name="Freeform 2745"/>
          <p:cNvSpPr/>
          <p:nvPr/>
        </p:nvSpPr>
        <p:spPr>
          <a:xfrm>
            <a:off x="28168600" y="-2292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7" name="Freeform 2746"/>
          <p:cNvSpPr/>
          <p:nvPr/>
        </p:nvSpPr>
        <p:spPr>
          <a:xfrm>
            <a:off x="282067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8" name="Freeform 2747"/>
          <p:cNvSpPr/>
          <p:nvPr/>
        </p:nvSpPr>
        <p:spPr>
          <a:xfrm>
            <a:off x="282321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9" name="Freeform 2748"/>
          <p:cNvSpPr/>
          <p:nvPr/>
        </p:nvSpPr>
        <p:spPr>
          <a:xfrm>
            <a:off x="28270200" y="-2292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0" name="Freeform 2749"/>
          <p:cNvSpPr/>
          <p:nvPr/>
        </p:nvSpPr>
        <p:spPr>
          <a:xfrm>
            <a:off x="28295600" y="-2292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1" name="Freeform 2750"/>
          <p:cNvSpPr/>
          <p:nvPr/>
        </p:nvSpPr>
        <p:spPr>
          <a:xfrm>
            <a:off x="28321000" y="-2293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2" name="Freeform 2751"/>
          <p:cNvSpPr/>
          <p:nvPr/>
        </p:nvSpPr>
        <p:spPr>
          <a:xfrm>
            <a:off x="28359100" y="-2297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3" name="Freeform 2752"/>
          <p:cNvSpPr/>
          <p:nvPr/>
        </p:nvSpPr>
        <p:spPr>
          <a:xfrm>
            <a:off x="28384500" y="-23266400"/>
            <a:ext cx="50800" cy="292100"/>
          </a:xfrm>
          <a:custGeom>
            <a:avLst/>
            <a:gdLst/>
            <a:ahLst/>
            <a:cxnLst/>
            <a:rect l="l" t="t" r="r" b="b"/>
            <a:pathLst>
              <a:path w="4" h="23">
                <a:moveTo>
                  <a:pt x="1" y="23"/>
                </a:moveTo>
                <a:lnTo>
                  <a:pt x="4" y="0"/>
                </a:lnTo>
                <a:lnTo>
                  <a:pt x="3" y="0"/>
                </a:lnTo>
                <a:lnTo>
                  <a:pt x="0" y="23"/>
                </a:lnTo>
                <a:lnTo>
                  <a:pt x="1" y="23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4" name="Freeform 2753"/>
          <p:cNvSpPr/>
          <p:nvPr/>
        </p:nvSpPr>
        <p:spPr>
          <a:xfrm>
            <a:off x="28422600" y="-233553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5" name="Freeform 2754"/>
          <p:cNvSpPr/>
          <p:nvPr/>
        </p:nvSpPr>
        <p:spPr>
          <a:xfrm>
            <a:off x="28448000" y="-23355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6" name="Freeform 2755"/>
          <p:cNvSpPr/>
          <p:nvPr/>
        </p:nvSpPr>
        <p:spPr>
          <a:xfrm>
            <a:off x="28473400" y="-2336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7" name="Freeform 2756"/>
          <p:cNvSpPr/>
          <p:nvPr/>
        </p:nvSpPr>
        <p:spPr>
          <a:xfrm>
            <a:off x="285115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8" name="Freeform 2757"/>
          <p:cNvSpPr/>
          <p:nvPr/>
        </p:nvSpPr>
        <p:spPr>
          <a:xfrm>
            <a:off x="28536900" y="-23368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9" name="Freeform 2758"/>
          <p:cNvSpPr/>
          <p:nvPr/>
        </p:nvSpPr>
        <p:spPr>
          <a:xfrm>
            <a:off x="285750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0" name="Freeform 2759"/>
          <p:cNvSpPr/>
          <p:nvPr/>
        </p:nvSpPr>
        <p:spPr>
          <a:xfrm>
            <a:off x="28600400" y="-23368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1" name="Freeform 2760"/>
          <p:cNvSpPr/>
          <p:nvPr/>
        </p:nvSpPr>
        <p:spPr>
          <a:xfrm>
            <a:off x="286385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2" name="Freeform 2761"/>
          <p:cNvSpPr/>
          <p:nvPr/>
        </p:nvSpPr>
        <p:spPr>
          <a:xfrm>
            <a:off x="286639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3" name="Freeform 2762"/>
          <p:cNvSpPr/>
          <p:nvPr/>
        </p:nvSpPr>
        <p:spPr>
          <a:xfrm>
            <a:off x="278003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4" name="Freeform 2763"/>
          <p:cNvSpPr/>
          <p:nvPr/>
        </p:nvSpPr>
        <p:spPr>
          <a:xfrm>
            <a:off x="27825700" y="-2310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5" name="Freeform 2764"/>
          <p:cNvSpPr/>
          <p:nvPr/>
        </p:nvSpPr>
        <p:spPr>
          <a:xfrm>
            <a:off x="27851100" y="-23101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6" name="Freeform 2765"/>
          <p:cNvSpPr/>
          <p:nvPr/>
        </p:nvSpPr>
        <p:spPr>
          <a:xfrm>
            <a:off x="278892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7" name="Freeform 2766"/>
          <p:cNvSpPr/>
          <p:nvPr/>
        </p:nvSpPr>
        <p:spPr>
          <a:xfrm>
            <a:off x="279146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8" name="Freeform 2767"/>
          <p:cNvSpPr/>
          <p:nvPr/>
        </p:nvSpPr>
        <p:spPr>
          <a:xfrm>
            <a:off x="279527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9" name="Freeform 2768"/>
          <p:cNvSpPr/>
          <p:nvPr/>
        </p:nvSpPr>
        <p:spPr>
          <a:xfrm>
            <a:off x="27978100" y="-2311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0" name="Freeform 2769"/>
          <p:cNvSpPr/>
          <p:nvPr/>
        </p:nvSpPr>
        <p:spPr>
          <a:xfrm>
            <a:off x="28003500" y="-2312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1" name="Freeform 2770"/>
          <p:cNvSpPr/>
          <p:nvPr/>
        </p:nvSpPr>
        <p:spPr>
          <a:xfrm>
            <a:off x="28041600" y="-23126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2" name="Freeform 2771"/>
          <p:cNvSpPr/>
          <p:nvPr/>
        </p:nvSpPr>
        <p:spPr>
          <a:xfrm>
            <a:off x="28067000" y="-230759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1"/>
                </a:moveTo>
                <a:lnTo>
                  <a:pt x="4" y="9"/>
                </a:lnTo>
                <a:lnTo>
                  <a:pt x="3" y="8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3" name="Freeform 2772"/>
          <p:cNvSpPr/>
          <p:nvPr/>
        </p:nvSpPr>
        <p:spPr>
          <a:xfrm>
            <a:off x="28105100" y="-2297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4" name="Freeform 2773"/>
          <p:cNvSpPr/>
          <p:nvPr/>
        </p:nvSpPr>
        <p:spPr>
          <a:xfrm>
            <a:off x="28130500" y="-2293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5" name="Freeform 2774"/>
          <p:cNvSpPr/>
          <p:nvPr/>
        </p:nvSpPr>
        <p:spPr>
          <a:xfrm>
            <a:off x="28155900" y="-2292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6" name="Freeform 2775"/>
          <p:cNvSpPr/>
          <p:nvPr/>
        </p:nvSpPr>
        <p:spPr>
          <a:xfrm>
            <a:off x="28194000" y="-2292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7" name="Freeform 2776"/>
          <p:cNvSpPr/>
          <p:nvPr/>
        </p:nvSpPr>
        <p:spPr>
          <a:xfrm>
            <a:off x="28219400" y="-2293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8" name="Freeform 2777"/>
          <p:cNvSpPr/>
          <p:nvPr/>
        </p:nvSpPr>
        <p:spPr>
          <a:xfrm>
            <a:off x="282575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9" name="Freeform 2778"/>
          <p:cNvSpPr/>
          <p:nvPr/>
        </p:nvSpPr>
        <p:spPr>
          <a:xfrm>
            <a:off x="282829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0" name="Freeform 2779"/>
          <p:cNvSpPr/>
          <p:nvPr/>
        </p:nvSpPr>
        <p:spPr>
          <a:xfrm>
            <a:off x="283210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1" name="Freeform 2780"/>
          <p:cNvSpPr/>
          <p:nvPr/>
        </p:nvSpPr>
        <p:spPr>
          <a:xfrm>
            <a:off x="28346400" y="-2298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2" name="Freeform 2781"/>
          <p:cNvSpPr/>
          <p:nvPr/>
        </p:nvSpPr>
        <p:spPr>
          <a:xfrm>
            <a:off x="28371800" y="-23279100"/>
            <a:ext cx="50800" cy="304800"/>
          </a:xfrm>
          <a:custGeom>
            <a:avLst/>
            <a:gdLst/>
            <a:ahLst/>
            <a:cxnLst/>
            <a:rect l="l" t="t" r="r" b="b"/>
            <a:pathLst>
              <a:path w="4" h="24">
                <a:moveTo>
                  <a:pt x="1" y="24"/>
                </a:moveTo>
                <a:lnTo>
                  <a:pt x="4" y="1"/>
                </a:lnTo>
                <a:lnTo>
                  <a:pt x="3" y="0"/>
                </a:lnTo>
                <a:lnTo>
                  <a:pt x="0" y="23"/>
                </a:lnTo>
                <a:lnTo>
                  <a:pt x="1" y="24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3" name="Freeform 2782"/>
          <p:cNvSpPr/>
          <p:nvPr/>
        </p:nvSpPr>
        <p:spPr>
          <a:xfrm>
            <a:off x="28409900" y="-233680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4" name="Freeform 2783"/>
          <p:cNvSpPr/>
          <p:nvPr/>
        </p:nvSpPr>
        <p:spPr>
          <a:xfrm>
            <a:off x="284353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5" name="Freeform 2784"/>
          <p:cNvSpPr/>
          <p:nvPr/>
        </p:nvSpPr>
        <p:spPr>
          <a:xfrm>
            <a:off x="28473400" y="-23368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6" name="Freeform 2785"/>
          <p:cNvSpPr/>
          <p:nvPr/>
        </p:nvSpPr>
        <p:spPr>
          <a:xfrm>
            <a:off x="28498800" y="-23368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7" name="Freeform 2786"/>
          <p:cNvSpPr/>
          <p:nvPr/>
        </p:nvSpPr>
        <p:spPr>
          <a:xfrm>
            <a:off x="28524200" y="-2338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8" name="Freeform 2787"/>
          <p:cNvSpPr/>
          <p:nvPr/>
        </p:nvSpPr>
        <p:spPr>
          <a:xfrm>
            <a:off x="285623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9" name="Freeform 2788"/>
          <p:cNvSpPr/>
          <p:nvPr/>
        </p:nvSpPr>
        <p:spPr>
          <a:xfrm>
            <a:off x="28587700" y="-2338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0" name="Freeform 2789"/>
          <p:cNvSpPr/>
          <p:nvPr/>
        </p:nvSpPr>
        <p:spPr>
          <a:xfrm>
            <a:off x="286258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1" name="Freeform 2790"/>
          <p:cNvSpPr/>
          <p:nvPr/>
        </p:nvSpPr>
        <p:spPr>
          <a:xfrm>
            <a:off x="28651200" y="-23380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2" name="Freeform 2791"/>
          <p:cNvSpPr/>
          <p:nvPr/>
        </p:nvSpPr>
        <p:spPr>
          <a:xfrm>
            <a:off x="277876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3" name="Freeform 2792"/>
          <p:cNvSpPr/>
          <p:nvPr/>
        </p:nvSpPr>
        <p:spPr>
          <a:xfrm>
            <a:off x="278130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4" name="Freeform 2793"/>
          <p:cNvSpPr/>
          <p:nvPr/>
        </p:nvSpPr>
        <p:spPr>
          <a:xfrm>
            <a:off x="27838400" y="-2311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5" name="Freeform 2794"/>
          <p:cNvSpPr/>
          <p:nvPr/>
        </p:nvSpPr>
        <p:spPr>
          <a:xfrm>
            <a:off x="278765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6" name="Freeform 2795"/>
          <p:cNvSpPr/>
          <p:nvPr/>
        </p:nvSpPr>
        <p:spPr>
          <a:xfrm>
            <a:off x="27901900" y="-2311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7" name="Freeform 2796"/>
          <p:cNvSpPr/>
          <p:nvPr/>
        </p:nvSpPr>
        <p:spPr>
          <a:xfrm>
            <a:off x="279400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8" name="Freeform 2797"/>
          <p:cNvSpPr/>
          <p:nvPr/>
        </p:nvSpPr>
        <p:spPr>
          <a:xfrm>
            <a:off x="279654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9" name="Freeform 2798"/>
          <p:cNvSpPr/>
          <p:nvPr/>
        </p:nvSpPr>
        <p:spPr>
          <a:xfrm>
            <a:off x="280035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0" name="Freeform 2799"/>
          <p:cNvSpPr/>
          <p:nvPr/>
        </p:nvSpPr>
        <p:spPr>
          <a:xfrm>
            <a:off x="28028900" y="-2312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1" name="Freeform 2800"/>
          <p:cNvSpPr/>
          <p:nvPr/>
        </p:nvSpPr>
        <p:spPr>
          <a:xfrm>
            <a:off x="28054300" y="-23088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1"/>
                </a:moveTo>
                <a:lnTo>
                  <a:pt x="4" y="9"/>
                </a:lnTo>
                <a:lnTo>
                  <a:pt x="3" y="9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2" name="Freeform 2801"/>
          <p:cNvSpPr/>
          <p:nvPr/>
        </p:nvSpPr>
        <p:spPr>
          <a:xfrm>
            <a:off x="28092400" y="-2297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3" name="Freeform 2802"/>
          <p:cNvSpPr/>
          <p:nvPr/>
        </p:nvSpPr>
        <p:spPr>
          <a:xfrm>
            <a:off x="281178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4" name="Freeform 2803"/>
          <p:cNvSpPr/>
          <p:nvPr/>
        </p:nvSpPr>
        <p:spPr>
          <a:xfrm>
            <a:off x="281559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5" name="Freeform 2804"/>
          <p:cNvSpPr/>
          <p:nvPr/>
        </p:nvSpPr>
        <p:spPr>
          <a:xfrm>
            <a:off x="28181300" y="-2293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6" name="Freeform 2805"/>
          <p:cNvSpPr/>
          <p:nvPr/>
        </p:nvSpPr>
        <p:spPr>
          <a:xfrm>
            <a:off x="28206700" y="-2293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7" name="Freeform 2806"/>
          <p:cNvSpPr/>
          <p:nvPr/>
        </p:nvSpPr>
        <p:spPr>
          <a:xfrm>
            <a:off x="28244800" y="-2293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8" name="Freeform 2807"/>
          <p:cNvSpPr/>
          <p:nvPr/>
        </p:nvSpPr>
        <p:spPr>
          <a:xfrm>
            <a:off x="28270200" y="-2294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9" name="Freeform 2808"/>
          <p:cNvSpPr/>
          <p:nvPr/>
        </p:nvSpPr>
        <p:spPr>
          <a:xfrm>
            <a:off x="28308300" y="-2294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0" name="Freeform 2809"/>
          <p:cNvSpPr/>
          <p:nvPr/>
        </p:nvSpPr>
        <p:spPr>
          <a:xfrm>
            <a:off x="28333700" y="-2298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1" name="Freeform 2810"/>
          <p:cNvSpPr/>
          <p:nvPr/>
        </p:nvSpPr>
        <p:spPr>
          <a:xfrm>
            <a:off x="28359100" y="-23279100"/>
            <a:ext cx="50800" cy="292100"/>
          </a:xfrm>
          <a:custGeom>
            <a:avLst/>
            <a:gdLst/>
            <a:ahLst/>
            <a:cxnLst/>
            <a:rect l="l" t="t" r="r" b="b"/>
            <a:pathLst>
              <a:path w="4" h="23">
                <a:moveTo>
                  <a:pt x="1" y="23"/>
                </a:moveTo>
                <a:lnTo>
                  <a:pt x="4" y="0"/>
                </a:lnTo>
                <a:lnTo>
                  <a:pt x="3" y="0"/>
                </a:lnTo>
                <a:lnTo>
                  <a:pt x="0" y="23"/>
                </a:lnTo>
                <a:lnTo>
                  <a:pt x="1" y="23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2" name="Freeform 2811"/>
          <p:cNvSpPr/>
          <p:nvPr/>
        </p:nvSpPr>
        <p:spPr>
          <a:xfrm>
            <a:off x="28397200" y="-233680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3" name="Freeform 2812"/>
          <p:cNvSpPr/>
          <p:nvPr/>
        </p:nvSpPr>
        <p:spPr>
          <a:xfrm>
            <a:off x="28422600" y="-2338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4" name="Freeform 2813"/>
          <p:cNvSpPr/>
          <p:nvPr/>
        </p:nvSpPr>
        <p:spPr>
          <a:xfrm>
            <a:off x="284607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5" name="Freeform 2814"/>
          <p:cNvSpPr/>
          <p:nvPr/>
        </p:nvSpPr>
        <p:spPr>
          <a:xfrm>
            <a:off x="284861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6" name="Freeform 2815"/>
          <p:cNvSpPr/>
          <p:nvPr/>
        </p:nvSpPr>
        <p:spPr>
          <a:xfrm>
            <a:off x="28524200" y="-23380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7" name="Freeform 2816"/>
          <p:cNvSpPr/>
          <p:nvPr/>
        </p:nvSpPr>
        <p:spPr>
          <a:xfrm>
            <a:off x="28549600" y="-23380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8" name="Freeform 2817"/>
          <p:cNvSpPr/>
          <p:nvPr/>
        </p:nvSpPr>
        <p:spPr>
          <a:xfrm>
            <a:off x="28575000" y="-2339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9" name="Freeform 2818"/>
          <p:cNvSpPr/>
          <p:nvPr/>
        </p:nvSpPr>
        <p:spPr>
          <a:xfrm>
            <a:off x="28613100" y="-23393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0" name="Freeform 2819"/>
          <p:cNvSpPr/>
          <p:nvPr/>
        </p:nvSpPr>
        <p:spPr>
          <a:xfrm>
            <a:off x="28638500" y="-23393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1" name="Freeform 2820"/>
          <p:cNvSpPr/>
          <p:nvPr/>
        </p:nvSpPr>
        <p:spPr>
          <a:xfrm>
            <a:off x="27774900" y="-2311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2" name="Freeform 2821"/>
          <p:cNvSpPr/>
          <p:nvPr/>
        </p:nvSpPr>
        <p:spPr>
          <a:xfrm>
            <a:off x="27800300" y="-2311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3" name="Freeform 2822"/>
          <p:cNvSpPr/>
          <p:nvPr/>
        </p:nvSpPr>
        <p:spPr>
          <a:xfrm>
            <a:off x="278384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4" name="Freeform 2823"/>
          <p:cNvSpPr/>
          <p:nvPr/>
        </p:nvSpPr>
        <p:spPr>
          <a:xfrm>
            <a:off x="278638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5" name="Freeform 2824"/>
          <p:cNvSpPr/>
          <p:nvPr/>
        </p:nvSpPr>
        <p:spPr>
          <a:xfrm>
            <a:off x="27889200" y="-2312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6" name="Freeform 2825"/>
          <p:cNvSpPr/>
          <p:nvPr/>
        </p:nvSpPr>
        <p:spPr>
          <a:xfrm>
            <a:off x="27927300" y="-2312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7" name="Freeform 2826"/>
          <p:cNvSpPr/>
          <p:nvPr/>
        </p:nvSpPr>
        <p:spPr>
          <a:xfrm>
            <a:off x="27952700" y="-2312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8" name="Freeform 2827"/>
          <p:cNvSpPr/>
          <p:nvPr/>
        </p:nvSpPr>
        <p:spPr>
          <a:xfrm>
            <a:off x="27990800" y="-2313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9" name="Freeform 2828"/>
          <p:cNvSpPr/>
          <p:nvPr/>
        </p:nvSpPr>
        <p:spPr>
          <a:xfrm>
            <a:off x="28016200" y="-23139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0" name="Freeform 2829"/>
          <p:cNvSpPr/>
          <p:nvPr/>
        </p:nvSpPr>
        <p:spPr>
          <a:xfrm>
            <a:off x="28041600" y="-23088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0"/>
                </a:moveTo>
                <a:lnTo>
                  <a:pt x="4" y="9"/>
                </a:lnTo>
                <a:lnTo>
                  <a:pt x="3" y="8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1" name="Freeform 2830"/>
          <p:cNvSpPr/>
          <p:nvPr/>
        </p:nvSpPr>
        <p:spPr>
          <a:xfrm>
            <a:off x="28079700" y="-2298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2" name="Freeform 2831"/>
          <p:cNvSpPr/>
          <p:nvPr/>
        </p:nvSpPr>
        <p:spPr>
          <a:xfrm>
            <a:off x="28105100" y="-2294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3" name="Freeform 2832"/>
          <p:cNvSpPr/>
          <p:nvPr/>
        </p:nvSpPr>
        <p:spPr>
          <a:xfrm>
            <a:off x="28143200" y="-2293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4" name="Freeform 2833"/>
          <p:cNvSpPr/>
          <p:nvPr/>
        </p:nvSpPr>
        <p:spPr>
          <a:xfrm>
            <a:off x="28168600" y="-2294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5" name="Freeform 2834"/>
          <p:cNvSpPr/>
          <p:nvPr/>
        </p:nvSpPr>
        <p:spPr>
          <a:xfrm>
            <a:off x="28206700" y="-2294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6" name="Freeform 2835"/>
          <p:cNvSpPr/>
          <p:nvPr/>
        </p:nvSpPr>
        <p:spPr>
          <a:xfrm>
            <a:off x="28232100" y="-2294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7" name="Freeform 2836"/>
          <p:cNvSpPr/>
          <p:nvPr/>
        </p:nvSpPr>
        <p:spPr>
          <a:xfrm>
            <a:off x="28257500" y="-2294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8" name="Freeform 2837"/>
          <p:cNvSpPr/>
          <p:nvPr/>
        </p:nvSpPr>
        <p:spPr>
          <a:xfrm>
            <a:off x="28295600" y="-2294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9" name="Freeform 2838"/>
          <p:cNvSpPr/>
          <p:nvPr/>
        </p:nvSpPr>
        <p:spPr>
          <a:xfrm>
            <a:off x="28321000" y="-22999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0" name="Freeform 2839"/>
          <p:cNvSpPr/>
          <p:nvPr/>
        </p:nvSpPr>
        <p:spPr>
          <a:xfrm>
            <a:off x="28359100" y="-23291800"/>
            <a:ext cx="38100" cy="304800"/>
          </a:xfrm>
          <a:custGeom>
            <a:avLst/>
            <a:gdLst/>
            <a:ahLst/>
            <a:cxnLst/>
            <a:rect l="l" t="t" r="r" b="b"/>
            <a:pathLst>
              <a:path w="3" h="24">
                <a:moveTo>
                  <a:pt x="0" y="24"/>
                </a:moveTo>
                <a:lnTo>
                  <a:pt x="3" y="1"/>
                </a:lnTo>
                <a:lnTo>
                  <a:pt x="2" y="0"/>
                </a:lnTo>
                <a:lnTo>
                  <a:pt x="0" y="23"/>
                </a:lnTo>
                <a:lnTo>
                  <a:pt x="0" y="24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1" name="Freeform 2840"/>
          <p:cNvSpPr/>
          <p:nvPr/>
        </p:nvSpPr>
        <p:spPr>
          <a:xfrm>
            <a:off x="28384500" y="-23380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2" name="Freeform 2841"/>
          <p:cNvSpPr/>
          <p:nvPr/>
        </p:nvSpPr>
        <p:spPr>
          <a:xfrm>
            <a:off x="28409900" y="-23380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3" name="Freeform 2842"/>
          <p:cNvSpPr/>
          <p:nvPr/>
        </p:nvSpPr>
        <p:spPr>
          <a:xfrm>
            <a:off x="28448000" y="-23380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4" name="Freeform 2843"/>
          <p:cNvSpPr/>
          <p:nvPr/>
        </p:nvSpPr>
        <p:spPr>
          <a:xfrm>
            <a:off x="28473400" y="-2339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5" name="Freeform 2844"/>
          <p:cNvSpPr/>
          <p:nvPr/>
        </p:nvSpPr>
        <p:spPr>
          <a:xfrm>
            <a:off x="28511500" y="-23393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6" name="Freeform 2845"/>
          <p:cNvSpPr/>
          <p:nvPr/>
        </p:nvSpPr>
        <p:spPr>
          <a:xfrm>
            <a:off x="28536900" y="-23393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7" name="Freeform 2846"/>
          <p:cNvSpPr/>
          <p:nvPr/>
        </p:nvSpPr>
        <p:spPr>
          <a:xfrm>
            <a:off x="28562300" y="-23393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8" name="Freeform 2847"/>
          <p:cNvSpPr/>
          <p:nvPr/>
        </p:nvSpPr>
        <p:spPr>
          <a:xfrm>
            <a:off x="28600400" y="-23393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9" name="Freeform 2848"/>
          <p:cNvSpPr/>
          <p:nvPr/>
        </p:nvSpPr>
        <p:spPr>
          <a:xfrm>
            <a:off x="28625800" y="-23406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0" name="Rectangle 2849"/>
          <p:cNvSpPr/>
          <p:nvPr/>
        </p:nvSpPr>
        <p:spPr>
          <a:xfrm>
            <a:off x="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1" name="Rectangle 2850"/>
          <p:cNvSpPr/>
          <p:nvPr/>
        </p:nvSpPr>
        <p:spPr>
          <a:xfrm>
            <a:off x="287999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52" name="Picture 28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853" name="Picture 28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854" name="TextBox 28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2855" name="TextBox 2854"/>
          <p:cNvSpPr txBox="1"/>
          <p:nvPr/>
        </p:nvSpPr>
        <p:spPr>
          <a:xfrm>
            <a:off x="359993" y="55524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tune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2856" name="TextBox 2855"/>
          <p:cNvSpPr txBox="1"/>
          <p:nvPr/>
        </p:nvSpPr>
        <p:spPr>
          <a:xfrm>
            <a:off x="1877486" y="1716504"/>
            <a:ext cx="390790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57" name="TextBox 2856"/>
          <p:cNvSpPr txBox="1"/>
          <p:nvPr/>
        </p:nvSpPr>
        <p:spPr>
          <a:xfrm>
            <a:off x="1688693" y="1616936"/>
            <a:ext cx="409670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858" name="TextBox 2857"/>
          <p:cNvSpPr txBox="1"/>
          <p:nvPr/>
        </p:nvSpPr>
        <p:spPr>
          <a:xfrm>
            <a:off x="1554184" y="1501071"/>
            <a:ext cx="423121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59" name="TextBox 2858"/>
          <p:cNvSpPr txBox="1"/>
          <p:nvPr/>
        </p:nvSpPr>
        <p:spPr>
          <a:xfrm>
            <a:off x="2815614" y="1639450"/>
            <a:ext cx="296978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60" name="TextBox 2859"/>
          <p:cNvSpPr txBox="1"/>
          <p:nvPr/>
        </p:nvSpPr>
        <p:spPr>
          <a:xfrm>
            <a:off x="2619166" y="1656788"/>
            <a:ext cx="316622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61" name="TextBox 2860"/>
          <p:cNvSpPr txBox="1"/>
          <p:nvPr/>
        </p:nvSpPr>
        <p:spPr>
          <a:xfrm>
            <a:off x="2441513" y="1672470"/>
            <a:ext cx="334388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62" name="TextBox 2861"/>
          <p:cNvSpPr txBox="1"/>
          <p:nvPr/>
        </p:nvSpPr>
        <p:spPr>
          <a:xfrm>
            <a:off x="2263860" y="1688152"/>
            <a:ext cx="352153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863" name="TextBox 2862"/>
          <p:cNvSpPr txBox="1"/>
          <p:nvPr/>
        </p:nvSpPr>
        <p:spPr>
          <a:xfrm>
            <a:off x="2086208" y="1703834"/>
            <a:ext cx="369918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864" name="TextBox 2863"/>
          <p:cNvSpPr txBox="1"/>
          <p:nvPr/>
        </p:nvSpPr>
        <p:spPr>
          <a:xfrm>
            <a:off x="1927351" y="1717855"/>
            <a:ext cx="385804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65" name="TextBox 2864"/>
          <p:cNvSpPr txBox="1"/>
          <p:nvPr/>
        </p:nvSpPr>
        <p:spPr>
          <a:xfrm>
            <a:off x="1515302" y="1225187"/>
            <a:ext cx="427009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66" name="TextBox 2865"/>
          <p:cNvSpPr txBox="1"/>
          <p:nvPr/>
        </p:nvSpPr>
        <p:spPr>
          <a:xfrm>
            <a:off x="1515302" y="992472"/>
            <a:ext cx="427009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867" name="TextBox 2866"/>
          <p:cNvSpPr txBox="1"/>
          <p:nvPr/>
        </p:nvSpPr>
        <p:spPr>
          <a:xfrm>
            <a:off x="1345737" y="1783235"/>
            <a:ext cx="443965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servers,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2868" name="TextBox 2867"/>
          <p:cNvSpPr txBox="1"/>
          <p:nvPr/>
        </p:nvSpPr>
        <p:spPr>
          <a:xfrm>
            <a:off x="2276134" y="1778516"/>
            <a:ext cx="350926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2869" name="TextBox 2868"/>
          <p:cNvSpPr txBox="1"/>
          <p:nvPr/>
        </p:nvSpPr>
        <p:spPr>
          <a:xfrm>
            <a:off x="1425634" y="916391"/>
            <a:ext cx="435976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spares,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870" name="TextBox 2869"/>
          <p:cNvSpPr txBox="1"/>
          <p:nvPr/>
        </p:nvSpPr>
        <p:spPr>
          <a:xfrm>
            <a:off x="3450847" y="1717759"/>
            <a:ext cx="233454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71" name="TextBox 2870"/>
          <p:cNvSpPr txBox="1"/>
          <p:nvPr/>
        </p:nvSpPr>
        <p:spPr>
          <a:xfrm>
            <a:off x="3262053" y="1618186"/>
            <a:ext cx="252334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872" name="TextBox 2871"/>
          <p:cNvSpPr txBox="1"/>
          <p:nvPr/>
        </p:nvSpPr>
        <p:spPr>
          <a:xfrm>
            <a:off x="3127545" y="1502322"/>
            <a:ext cx="265785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73" name="TextBox 2872"/>
          <p:cNvSpPr txBox="1"/>
          <p:nvPr/>
        </p:nvSpPr>
        <p:spPr>
          <a:xfrm>
            <a:off x="4388975" y="1640701"/>
            <a:ext cx="139642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74" name="TextBox 2873"/>
          <p:cNvSpPr txBox="1"/>
          <p:nvPr/>
        </p:nvSpPr>
        <p:spPr>
          <a:xfrm>
            <a:off x="4192527" y="1658039"/>
            <a:ext cx="159286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75" name="TextBox 2874"/>
          <p:cNvSpPr txBox="1"/>
          <p:nvPr/>
        </p:nvSpPr>
        <p:spPr>
          <a:xfrm>
            <a:off x="4014874" y="1673721"/>
            <a:ext cx="177052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76" name="TextBox 2875"/>
          <p:cNvSpPr txBox="1"/>
          <p:nvPr/>
        </p:nvSpPr>
        <p:spPr>
          <a:xfrm>
            <a:off x="3837221" y="1689403"/>
            <a:ext cx="194817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877" name="TextBox 2876"/>
          <p:cNvSpPr txBox="1"/>
          <p:nvPr/>
        </p:nvSpPr>
        <p:spPr>
          <a:xfrm>
            <a:off x="3659569" y="1705085"/>
            <a:ext cx="212582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878" name="TextBox 2877"/>
          <p:cNvSpPr txBox="1"/>
          <p:nvPr/>
        </p:nvSpPr>
        <p:spPr>
          <a:xfrm>
            <a:off x="3500712" y="1719105"/>
            <a:ext cx="228468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79" name="TextBox 2878"/>
          <p:cNvSpPr txBox="1"/>
          <p:nvPr/>
        </p:nvSpPr>
        <p:spPr>
          <a:xfrm>
            <a:off x="3088663" y="1278035"/>
            <a:ext cx="269673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80" name="TextBox 2879"/>
          <p:cNvSpPr txBox="1"/>
          <p:nvPr/>
        </p:nvSpPr>
        <p:spPr>
          <a:xfrm>
            <a:off x="3088663" y="1012625"/>
            <a:ext cx="269673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81" name="TextBox 2880"/>
          <p:cNvSpPr txBox="1"/>
          <p:nvPr/>
        </p:nvSpPr>
        <p:spPr>
          <a:xfrm>
            <a:off x="2944553" y="1775829"/>
            <a:ext cx="284084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2882" name="TextBox 2881"/>
          <p:cNvSpPr txBox="1"/>
          <p:nvPr/>
        </p:nvSpPr>
        <p:spPr>
          <a:xfrm>
            <a:off x="3849495" y="1779771"/>
            <a:ext cx="193590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2883" name="TextBox 2882"/>
          <p:cNvSpPr txBox="1"/>
          <p:nvPr/>
        </p:nvSpPr>
        <p:spPr>
          <a:xfrm>
            <a:off x="2998995" y="919039"/>
            <a:ext cx="278640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spares,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884" name="TextBox 2883"/>
          <p:cNvSpPr txBox="1"/>
          <p:nvPr/>
        </p:nvSpPr>
        <p:spPr>
          <a:xfrm>
            <a:off x="4889654" y="3150930"/>
            <a:ext cx="895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885" name="TextBox 2884"/>
          <p:cNvSpPr txBox="1"/>
          <p:nvPr/>
        </p:nvSpPr>
        <p:spPr>
          <a:xfrm>
            <a:off x="5623574" y="3150706"/>
            <a:ext cx="16182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85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921140" y="1627474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759486" y="1519755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597833" y="1412037"/>
            <a:ext cx="888277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2486110" y="1412037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308455" y="1427718"/>
            <a:ext cx="323306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2130799" y="1443400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 flipV="1">
            <a:off x="1953143" y="1459081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1775488" y="1474763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1597833" y="1490444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787899" y="1627474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626245" y="1519755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464592" y="141203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921140" y="1703982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759486" y="1596263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597833" y="1488545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791443" y="161549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613787" y="1631179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436132" y="164686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258476" y="1662542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080821" y="167822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1903166" y="169390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486110" y="141203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308455" y="142771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130799" y="144340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953143" y="1459081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775488" y="147476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597833" y="149044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2486110" y="1412037"/>
            <a:ext cx="323307" cy="2154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1597833" y="1490444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921140" y="1627474"/>
            <a:ext cx="888277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97833" y="1412037"/>
            <a:ext cx="888277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787899" y="99660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626245" y="88889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464592" y="781171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86110" y="781171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308455" y="79685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130799" y="81253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53143" y="828216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775488" y="84389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597833" y="859579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 flipV="1">
            <a:off x="2486110" y="781171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1597833" y="781171"/>
            <a:ext cx="888277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09417" y="1605875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631761" y="162155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454106" y="1637238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276450" y="1652920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098795" y="1668601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921140" y="1684283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2787899" y="1398264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2787899" y="1165544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09417" y="996609"/>
            <a:ext cx="0" cy="6308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486110" y="781171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308455" y="796853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130799" y="812534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953143" y="828216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775488" y="843897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597833" y="859579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486110" y="139043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308455" y="1406119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130799" y="1421801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953143" y="1437482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775488" y="1453164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1597833" y="1468845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486110" y="781171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308455" y="796853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130799" y="812534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953143" y="828216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775488" y="843897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597833" y="859579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1597833" y="1182827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1597833" y="950106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2464592" y="118282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2464592" y="950106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597833" y="1259335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597833" y="1026614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486110" y="781171"/>
            <a:ext cx="0" cy="6308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597833" y="859579"/>
            <a:ext cx="0" cy="63086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809417" y="996609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647763" y="888890"/>
            <a:ext cx="0" cy="63086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486110" y="781171"/>
            <a:ext cx="0" cy="6308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809417" y="1605875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647763" y="1498156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486110" y="139043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09417" y="996609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647763" y="888890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486110" y="781171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 flipV="1">
            <a:off x="2486110" y="1182827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 flipV="1">
            <a:off x="2486110" y="950106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 flipV="1">
            <a:off x="2791443" y="138628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 flipV="1">
            <a:off x="2791443" y="115356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486110" y="118282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486110" y="950106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921140" y="1684283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759486" y="1576564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597833" y="1468845"/>
            <a:ext cx="0" cy="215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597833" y="126123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597833" y="102851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19050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9431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968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20066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2032000" y="1638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2057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20955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21209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21590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21844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22225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22479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2273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23114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23368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23749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24003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2425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24638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24892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2527300" y="1549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2552700" y="149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2578100" y="147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26162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26416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26797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27051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2743200" y="1460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27686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9050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930400" y="1638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955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9939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2019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20574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20828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108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1463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171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2098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2352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22606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22987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3241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3622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3876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4257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4511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476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2514600" y="153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2540000" y="1498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25781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0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26035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2628900" y="1460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26670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26924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27305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27559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892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9177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943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9812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20066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20447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20701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21082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21336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2159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21971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222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2606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2860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311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3495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374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4130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438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4638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501900" y="153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5273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5654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5908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6289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6543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679700" y="1447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27178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27432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8796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050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431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685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939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20320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2057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2095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2120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2146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21844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22098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2247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22733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311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336800" y="1549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3622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4003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4257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463800" y="1574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489200" y="1524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514600" y="147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5527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5781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26162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26416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26670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27051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2730500" y="1435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18669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1892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19304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19558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1993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2019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2044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20828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21082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21463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21717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21971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22352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2260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22987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23241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23495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23876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2413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2451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2476500" y="1511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2514600" y="147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0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2540000" y="1447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25654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26035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2628900" y="1435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26670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26924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27178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18542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18796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19177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1943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19812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20066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20320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20701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2095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2133600" y="158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21590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21971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22225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2247900" y="1574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22860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23114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23495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2374900" y="1562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2400300" y="156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2438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2463800" y="1511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25019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25273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2552700" y="1422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25908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26162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26543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2679700" y="1422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27178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1841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18796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19050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1930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1968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1993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2032000" y="158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2057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20828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21209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2146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2184400" y="1574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2209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22352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22733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22987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23368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23622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24003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24257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2451100" y="1498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24892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25146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25527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2578100" y="1422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26035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26416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26670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27051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18288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18669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18923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1917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19558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19812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20193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20447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2082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21082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21336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21717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21971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22352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22606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22860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23241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23495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0"/>
          </a:solidFill>
          <a:ln w="3175">
            <a:solidFill>
              <a:srgbClr val="000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23876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24130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2438400" y="1473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2"/>
                </a:lnTo>
                <a:lnTo>
                  <a:pt x="3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2476500" y="1422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3"/>
                </a:lnTo>
                <a:lnTo>
                  <a:pt x="2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2501900" y="1397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56FF"/>
          </a:solidFill>
          <a:ln w="3175">
            <a:solidFill>
              <a:srgbClr val="004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25400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C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25654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26035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2628900" y="139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26543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2692400" y="138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18161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18542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18796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19177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1943100" y="153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19685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20066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20320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2070100" y="152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2095500" y="152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21209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21590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21844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2222500" y="151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2247900" y="1473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00BF"/>
          </a:solidFill>
          <a:ln w="3175">
            <a:solidFill>
              <a:srgbClr val="0000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2286000" y="1473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2311400" y="1473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2336800" y="1460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2374900" y="14605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2400300" y="1460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2"/>
          </a:solidFill>
          <a:ln w="3175">
            <a:solidFill>
              <a:srgbClr val="0000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2438400" y="1397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6"/>
                </a:lnTo>
                <a:lnTo>
                  <a:pt x="2" y="0"/>
                </a:lnTo>
                <a:lnTo>
                  <a:pt x="0" y="5"/>
                </a:lnTo>
                <a:lnTo>
                  <a:pt x="0" y="10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2463800" y="13589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5"/>
                </a:lnTo>
                <a:lnTo>
                  <a:pt x="2" y="0"/>
                </a:lnTo>
                <a:lnTo>
                  <a:pt x="0" y="3"/>
                </a:lnTo>
                <a:lnTo>
                  <a:pt x="1" y="9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2489200" y="1358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25273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25527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2590800" y="1346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2616200" y="1346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2641600" y="1346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2679700" y="134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18034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18415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18669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19050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19304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19685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19939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20193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2057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20828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21209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21463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21717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22098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2235200" y="1447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00EA"/>
          </a:solidFill>
          <a:ln w="3175">
            <a:solidFill>
              <a:srgbClr val="0000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2273300" y="1397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2298700" y="13843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2324100" y="1384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2362200" y="1384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2387600" y="1384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2425700" y="13335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5"/>
                </a:lnTo>
                <a:lnTo>
                  <a:pt x="2" y="0"/>
                </a:lnTo>
                <a:lnTo>
                  <a:pt x="0" y="4"/>
                </a:lnTo>
                <a:lnTo>
                  <a:pt x="1" y="10"/>
                </a:lnTo>
                <a:close/>
              </a:path>
            </a:pathLst>
          </a:custGeom>
          <a:solidFill>
            <a:srgbClr val="0084FF"/>
          </a:solidFill>
          <a:ln w="3175">
            <a:solidFill>
              <a:srgbClr val="006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2451100" y="1308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4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D4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2489200" y="1295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0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2514600" y="1295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2540000" y="1295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2578100" y="1295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2603500" y="129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2641600" y="1282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0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2667000" y="1282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F2FF"/>
          </a:solidFill>
          <a:ln w="3175">
            <a:solidFill>
              <a:srgbClr val="00C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1803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18288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1854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18923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19177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19558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Freeform 428"/>
          <p:cNvSpPr/>
          <p:nvPr/>
        </p:nvSpPr>
        <p:spPr>
          <a:xfrm>
            <a:off x="19812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20066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20447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20701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21082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2133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21717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21971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2222500" y="1447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5"/>
                </a:moveTo>
                <a:lnTo>
                  <a:pt x="4" y="0"/>
                </a:lnTo>
                <a:lnTo>
                  <a:pt x="3" y="3"/>
                </a:lnTo>
                <a:lnTo>
                  <a:pt x="0" y="6"/>
                </a:lnTo>
                <a:lnTo>
                  <a:pt x="1" y="5"/>
                </a:lnTo>
                <a:close/>
              </a:path>
            </a:pathLst>
          </a:custGeom>
          <a:solidFill>
            <a:srgbClr val="0000D4"/>
          </a:solidFill>
          <a:ln w="3175">
            <a:solidFill>
              <a:srgbClr val="000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2260600" y="1384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5"/>
                </a:lnTo>
                <a:close/>
              </a:path>
            </a:pathLst>
          </a:custGeom>
          <a:solidFill>
            <a:srgbClr val="004CFF"/>
          </a:solidFill>
          <a:ln w="3175">
            <a:solidFill>
              <a:srgbClr val="003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22860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F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23241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23495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23749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2413000" y="1333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0"/>
                </a:lnTo>
                <a:lnTo>
                  <a:pt x="2" y="2"/>
                </a:lnTo>
                <a:lnTo>
                  <a:pt x="0" y="5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2438400" y="1308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0"/>
                </a:lnTo>
                <a:lnTo>
                  <a:pt x="3" y="1"/>
                </a:lnTo>
                <a:lnTo>
                  <a:pt x="0" y="4"/>
                </a:lnTo>
                <a:lnTo>
                  <a:pt x="1" y="2"/>
                </a:lnTo>
                <a:close/>
              </a:path>
            </a:pathLst>
          </a:custGeom>
          <a:solidFill>
            <a:srgbClr val="00E5FF"/>
          </a:solidFill>
          <a:ln w="3175">
            <a:solidFill>
              <a:srgbClr val="00B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2476500" y="129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2"/>
                </a:lnTo>
                <a:lnTo>
                  <a:pt x="1" y="1"/>
                </a:lnTo>
                <a:close/>
              </a:path>
            </a:pathLst>
          </a:custGeom>
          <a:solidFill>
            <a:srgbClr val="11FFEE"/>
          </a:solidFill>
          <a:ln w="3175">
            <a:solidFill>
              <a:srgbClr val="0DC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25019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AFFE5"/>
          </a:solidFill>
          <a:ln w="3175">
            <a:solidFill>
              <a:srgbClr val="15CC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25273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17FFE8"/>
          </a:solidFill>
          <a:ln w="3175">
            <a:solidFill>
              <a:srgbClr val="12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25654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2590800" y="1295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26289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26543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15FFEA"/>
          </a:solidFill>
          <a:ln w="3175">
            <a:solidFill>
              <a:srgbClr val="11CC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1790700" y="1562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18161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18542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18796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19050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19431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19685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20066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20320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20574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20955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21209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2159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21844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A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2222500" y="147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0000B2"/>
          </a:solidFill>
          <a:ln w="3175">
            <a:solidFill>
              <a:srgbClr val="0000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2247900" y="1384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22733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2FF"/>
          </a:solidFill>
          <a:ln w="3175">
            <a:solidFill>
              <a:srgbClr val="006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2311400" y="139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2336800" y="139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2374900" y="139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24003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1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81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24257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0"/>
                </a:lnTo>
                <a:lnTo>
                  <a:pt x="3" y="1"/>
                </a:lnTo>
                <a:lnTo>
                  <a:pt x="0" y="4"/>
                </a:lnTo>
                <a:lnTo>
                  <a:pt x="1" y="3"/>
                </a:lnTo>
                <a:close/>
              </a:path>
            </a:pathLst>
          </a:custGeom>
          <a:solidFill>
            <a:srgbClr val="00B6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2463800" y="130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1"/>
                </a:lnTo>
                <a:close/>
              </a:path>
            </a:pathLst>
          </a:custGeom>
          <a:solidFill>
            <a:srgbClr val="00EEFF"/>
          </a:solidFill>
          <a:ln w="3175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24892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6FFF9"/>
          </a:solidFill>
          <a:ln w="3175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25273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1"/>
                </a:lnTo>
                <a:lnTo>
                  <a:pt x="0" y="1"/>
                </a:lnTo>
                <a:lnTo>
                  <a:pt x="0" y="0"/>
                </a:lnTo>
                <a:close/>
              </a:path>
            </a:pathLst>
          </a:custGeom>
          <a:solidFill>
            <a:srgbClr val="02FFFD"/>
          </a:solidFill>
          <a:ln w="3175">
            <a:solidFill>
              <a:srgbClr val="02CC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25527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25781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26162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2641600" y="1295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DFF"/>
          </a:solidFill>
          <a:ln w="3175">
            <a:solidFill>
              <a:srgbClr val="00C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17780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18034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18415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1866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19050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19304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19558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19939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Freeform 488"/>
          <p:cNvSpPr/>
          <p:nvPr/>
        </p:nvSpPr>
        <p:spPr>
          <a:xfrm>
            <a:off x="20193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Freeform 489"/>
          <p:cNvSpPr/>
          <p:nvPr/>
        </p:nvSpPr>
        <p:spPr>
          <a:xfrm>
            <a:off x="2057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Freeform 490"/>
          <p:cNvSpPr/>
          <p:nvPr/>
        </p:nvSpPr>
        <p:spPr>
          <a:xfrm>
            <a:off x="20828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Freeform 491"/>
          <p:cNvSpPr/>
          <p:nvPr/>
        </p:nvSpPr>
        <p:spPr>
          <a:xfrm>
            <a:off x="21082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Freeform 492"/>
          <p:cNvSpPr/>
          <p:nvPr/>
        </p:nvSpPr>
        <p:spPr>
          <a:xfrm>
            <a:off x="21463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Freeform 493"/>
          <p:cNvSpPr/>
          <p:nvPr/>
        </p:nvSpPr>
        <p:spPr>
          <a:xfrm>
            <a:off x="21717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Freeform 494"/>
          <p:cNvSpPr/>
          <p:nvPr/>
        </p:nvSpPr>
        <p:spPr>
          <a:xfrm>
            <a:off x="2209800" y="147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Freeform 495"/>
          <p:cNvSpPr/>
          <p:nvPr/>
        </p:nvSpPr>
        <p:spPr>
          <a:xfrm>
            <a:off x="2235200" y="13716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Freeform 496"/>
          <p:cNvSpPr/>
          <p:nvPr/>
        </p:nvSpPr>
        <p:spPr>
          <a:xfrm>
            <a:off x="22606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Freeform 497"/>
          <p:cNvSpPr/>
          <p:nvPr/>
        </p:nvSpPr>
        <p:spPr>
          <a:xfrm>
            <a:off x="22987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Freeform 498"/>
          <p:cNvSpPr/>
          <p:nvPr/>
        </p:nvSpPr>
        <p:spPr>
          <a:xfrm>
            <a:off x="23241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Freeform 499"/>
          <p:cNvSpPr/>
          <p:nvPr/>
        </p:nvSpPr>
        <p:spPr>
          <a:xfrm>
            <a:off x="23622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Freeform 500"/>
          <p:cNvSpPr/>
          <p:nvPr/>
        </p:nvSpPr>
        <p:spPr>
          <a:xfrm>
            <a:off x="23876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Freeform 501"/>
          <p:cNvSpPr/>
          <p:nvPr/>
        </p:nvSpPr>
        <p:spPr>
          <a:xfrm>
            <a:off x="2425700" y="1333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Freeform 502"/>
          <p:cNvSpPr/>
          <p:nvPr/>
        </p:nvSpPr>
        <p:spPr>
          <a:xfrm>
            <a:off x="24511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Freeform 503"/>
          <p:cNvSpPr/>
          <p:nvPr/>
        </p:nvSpPr>
        <p:spPr>
          <a:xfrm>
            <a:off x="24765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Freeform 504"/>
          <p:cNvSpPr/>
          <p:nvPr/>
        </p:nvSpPr>
        <p:spPr>
          <a:xfrm>
            <a:off x="25146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Freeform 505"/>
          <p:cNvSpPr/>
          <p:nvPr/>
        </p:nvSpPr>
        <p:spPr>
          <a:xfrm>
            <a:off x="2540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Freeform 506"/>
          <p:cNvSpPr/>
          <p:nvPr/>
        </p:nvSpPr>
        <p:spPr>
          <a:xfrm>
            <a:off x="25781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Freeform 507"/>
          <p:cNvSpPr/>
          <p:nvPr/>
        </p:nvSpPr>
        <p:spPr>
          <a:xfrm>
            <a:off x="26035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Freeform 508"/>
          <p:cNvSpPr/>
          <p:nvPr/>
        </p:nvSpPr>
        <p:spPr>
          <a:xfrm>
            <a:off x="26289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Freeform 509"/>
          <p:cNvSpPr/>
          <p:nvPr/>
        </p:nvSpPr>
        <p:spPr>
          <a:xfrm>
            <a:off x="17653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Freeform 510"/>
          <p:cNvSpPr/>
          <p:nvPr/>
        </p:nvSpPr>
        <p:spPr>
          <a:xfrm>
            <a:off x="17907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Freeform 511"/>
          <p:cNvSpPr/>
          <p:nvPr/>
        </p:nvSpPr>
        <p:spPr>
          <a:xfrm>
            <a:off x="18288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Freeform 512"/>
          <p:cNvSpPr/>
          <p:nvPr/>
        </p:nvSpPr>
        <p:spPr>
          <a:xfrm>
            <a:off x="1854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Freeform 513"/>
          <p:cNvSpPr/>
          <p:nvPr/>
        </p:nvSpPr>
        <p:spPr>
          <a:xfrm>
            <a:off x="18923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Freeform 514"/>
          <p:cNvSpPr/>
          <p:nvPr/>
        </p:nvSpPr>
        <p:spPr>
          <a:xfrm>
            <a:off x="1917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Freeform 515"/>
          <p:cNvSpPr/>
          <p:nvPr/>
        </p:nvSpPr>
        <p:spPr>
          <a:xfrm>
            <a:off x="19431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Freeform 516"/>
          <p:cNvSpPr/>
          <p:nvPr/>
        </p:nvSpPr>
        <p:spPr>
          <a:xfrm>
            <a:off x="19812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Freeform 517"/>
          <p:cNvSpPr/>
          <p:nvPr/>
        </p:nvSpPr>
        <p:spPr>
          <a:xfrm>
            <a:off x="20066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Freeform 518"/>
          <p:cNvSpPr/>
          <p:nvPr/>
        </p:nvSpPr>
        <p:spPr>
          <a:xfrm>
            <a:off x="20447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Freeform 519"/>
          <p:cNvSpPr/>
          <p:nvPr/>
        </p:nvSpPr>
        <p:spPr>
          <a:xfrm>
            <a:off x="20701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Freeform 520"/>
          <p:cNvSpPr/>
          <p:nvPr/>
        </p:nvSpPr>
        <p:spPr>
          <a:xfrm>
            <a:off x="2108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Freeform 521"/>
          <p:cNvSpPr/>
          <p:nvPr/>
        </p:nvSpPr>
        <p:spPr>
          <a:xfrm>
            <a:off x="21336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Freeform 522"/>
          <p:cNvSpPr/>
          <p:nvPr/>
        </p:nvSpPr>
        <p:spPr>
          <a:xfrm>
            <a:off x="21590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Freeform 523"/>
          <p:cNvSpPr/>
          <p:nvPr/>
        </p:nvSpPr>
        <p:spPr>
          <a:xfrm>
            <a:off x="2197100" y="1460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Freeform 524"/>
          <p:cNvSpPr/>
          <p:nvPr/>
        </p:nvSpPr>
        <p:spPr>
          <a:xfrm>
            <a:off x="2222500" y="13589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Freeform 525"/>
          <p:cNvSpPr/>
          <p:nvPr/>
        </p:nvSpPr>
        <p:spPr>
          <a:xfrm>
            <a:off x="22606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Freeform 526"/>
          <p:cNvSpPr/>
          <p:nvPr/>
        </p:nvSpPr>
        <p:spPr>
          <a:xfrm>
            <a:off x="22860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Freeform 527"/>
          <p:cNvSpPr/>
          <p:nvPr/>
        </p:nvSpPr>
        <p:spPr>
          <a:xfrm>
            <a:off x="23114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Freeform 528"/>
          <p:cNvSpPr/>
          <p:nvPr/>
        </p:nvSpPr>
        <p:spPr>
          <a:xfrm>
            <a:off x="2349500" y="138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Freeform 529"/>
          <p:cNvSpPr/>
          <p:nvPr/>
        </p:nvSpPr>
        <p:spPr>
          <a:xfrm>
            <a:off x="23749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Freeform 530"/>
          <p:cNvSpPr/>
          <p:nvPr/>
        </p:nvSpPr>
        <p:spPr>
          <a:xfrm>
            <a:off x="2413000" y="132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Freeform 531"/>
          <p:cNvSpPr/>
          <p:nvPr/>
        </p:nvSpPr>
        <p:spPr>
          <a:xfrm>
            <a:off x="24384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Freeform 532"/>
          <p:cNvSpPr/>
          <p:nvPr/>
        </p:nvSpPr>
        <p:spPr>
          <a:xfrm>
            <a:off x="2463800" y="1295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Freeform 533"/>
          <p:cNvSpPr/>
          <p:nvPr/>
        </p:nvSpPr>
        <p:spPr>
          <a:xfrm>
            <a:off x="25019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Freeform 534"/>
          <p:cNvSpPr/>
          <p:nvPr/>
        </p:nvSpPr>
        <p:spPr>
          <a:xfrm>
            <a:off x="25273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Freeform 535"/>
          <p:cNvSpPr/>
          <p:nvPr/>
        </p:nvSpPr>
        <p:spPr>
          <a:xfrm>
            <a:off x="25654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25908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26289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17526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1790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Freeform 540"/>
          <p:cNvSpPr/>
          <p:nvPr/>
        </p:nvSpPr>
        <p:spPr>
          <a:xfrm>
            <a:off x="18161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Freeform 541"/>
          <p:cNvSpPr/>
          <p:nvPr/>
        </p:nvSpPr>
        <p:spPr>
          <a:xfrm>
            <a:off x="18415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Freeform 542"/>
          <p:cNvSpPr/>
          <p:nvPr/>
        </p:nvSpPr>
        <p:spPr>
          <a:xfrm>
            <a:off x="1879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Freeform 543"/>
          <p:cNvSpPr/>
          <p:nvPr/>
        </p:nvSpPr>
        <p:spPr>
          <a:xfrm>
            <a:off x="1905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Freeform 544"/>
          <p:cNvSpPr/>
          <p:nvPr/>
        </p:nvSpPr>
        <p:spPr>
          <a:xfrm>
            <a:off x="19431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Freeform 545"/>
          <p:cNvSpPr/>
          <p:nvPr/>
        </p:nvSpPr>
        <p:spPr>
          <a:xfrm>
            <a:off x="19685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Freeform 546"/>
          <p:cNvSpPr/>
          <p:nvPr/>
        </p:nvSpPr>
        <p:spPr>
          <a:xfrm>
            <a:off x="19939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Freeform 547"/>
          <p:cNvSpPr/>
          <p:nvPr/>
        </p:nvSpPr>
        <p:spPr>
          <a:xfrm>
            <a:off x="20320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Freeform 548"/>
          <p:cNvSpPr/>
          <p:nvPr/>
        </p:nvSpPr>
        <p:spPr>
          <a:xfrm>
            <a:off x="20574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Freeform 549"/>
          <p:cNvSpPr/>
          <p:nvPr/>
        </p:nvSpPr>
        <p:spPr>
          <a:xfrm>
            <a:off x="20955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Freeform 550"/>
          <p:cNvSpPr/>
          <p:nvPr/>
        </p:nvSpPr>
        <p:spPr>
          <a:xfrm>
            <a:off x="21209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Freeform 551"/>
          <p:cNvSpPr/>
          <p:nvPr/>
        </p:nvSpPr>
        <p:spPr>
          <a:xfrm>
            <a:off x="21463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Freeform 552"/>
          <p:cNvSpPr/>
          <p:nvPr/>
        </p:nvSpPr>
        <p:spPr>
          <a:xfrm>
            <a:off x="21844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Freeform 553"/>
          <p:cNvSpPr/>
          <p:nvPr/>
        </p:nvSpPr>
        <p:spPr>
          <a:xfrm>
            <a:off x="2209800" y="1358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Freeform 554"/>
          <p:cNvSpPr/>
          <p:nvPr/>
        </p:nvSpPr>
        <p:spPr>
          <a:xfrm>
            <a:off x="22479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Freeform 555"/>
          <p:cNvSpPr/>
          <p:nvPr/>
        </p:nvSpPr>
        <p:spPr>
          <a:xfrm>
            <a:off x="22733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Freeform 556"/>
          <p:cNvSpPr/>
          <p:nvPr/>
        </p:nvSpPr>
        <p:spPr>
          <a:xfrm>
            <a:off x="23114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Freeform 557"/>
          <p:cNvSpPr/>
          <p:nvPr/>
        </p:nvSpPr>
        <p:spPr>
          <a:xfrm>
            <a:off x="23368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Freeform 558"/>
          <p:cNvSpPr/>
          <p:nvPr/>
        </p:nvSpPr>
        <p:spPr>
          <a:xfrm>
            <a:off x="23622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Freeform 559"/>
          <p:cNvSpPr/>
          <p:nvPr/>
        </p:nvSpPr>
        <p:spPr>
          <a:xfrm>
            <a:off x="2400300" y="132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Freeform 560"/>
          <p:cNvSpPr/>
          <p:nvPr/>
        </p:nvSpPr>
        <p:spPr>
          <a:xfrm>
            <a:off x="2425700" y="128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Freeform 561"/>
          <p:cNvSpPr/>
          <p:nvPr/>
        </p:nvSpPr>
        <p:spPr>
          <a:xfrm>
            <a:off x="24638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Freeform 562"/>
          <p:cNvSpPr/>
          <p:nvPr/>
        </p:nvSpPr>
        <p:spPr>
          <a:xfrm>
            <a:off x="24892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Freeform 563"/>
          <p:cNvSpPr/>
          <p:nvPr/>
        </p:nvSpPr>
        <p:spPr>
          <a:xfrm>
            <a:off x="25146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Freeform 564"/>
          <p:cNvSpPr/>
          <p:nvPr/>
        </p:nvSpPr>
        <p:spPr>
          <a:xfrm>
            <a:off x="2552700" y="1282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Freeform 565"/>
          <p:cNvSpPr/>
          <p:nvPr/>
        </p:nvSpPr>
        <p:spPr>
          <a:xfrm>
            <a:off x="2578100" y="127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Freeform 566"/>
          <p:cNvSpPr/>
          <p:nvPr/>
        </p:nvSpPr>
        <p:spPr>
          <a:xfrm>
            <a:off x="26162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Freeform 567"/>
          <p:cNvSpPr/>
          <p:nvPr/>
        </p:nvSpPr>
        <p:spPr>
          <a:xfrm>
            <a:off x="17399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Freeform 568"/>
          <p:cNvSpPr/>
          <p:nvPr/>
        </p:nvSpPr>
        <p:spPr>
          <a:xfrm>
            <a:off x="1778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Freeform 569"/>
          <p:cNvSpPr/>
          <p:nvPr/>
        </p:nvSpPr>
        <p:spPr>
          <a:xfrm>
            <a:off x="1803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Freeform 570"/>
          <p:cNvSpPr/>
          <p:nvPr/>
        </p:nvSpPr>
        <p:spPr>
          <a:xfrm>
            <a:off x="18288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Freeform 571"/>
          <p:cNvSpPr/>
          <p:nvPr/>
        </p:nvSpPr>
        <p:spPr>
          <a:xfrm>
            <a:off x="18669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Freeform 572"/>
          <p:cNvSpPr/>
          <p:nvPr/>
        </p:nvSpPr>
        <p:spPr>
          <a:xfrm>
            <a:off x="18923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Freeform 573"/>
          <p:cNvSpPr/>
          <p:nvPr/>
        </p:nvSpPr>
        <p:spPr>
          <a:xfrm>
            <a:off x="19304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Freeform 574"/>
          <p:cNvSpPr/>
          <p:nvPr/>
        </p:nvSpPr>
        <p:spPr>
          <a:xfrm>
            <a:off x="19558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Freeform 575"/>
          <p:cNvSpPr/>
          <p:nvPr/>
        </p:nvSpPr>
        <p:spPr>
          <a:xfrm>
            <a:off x="19939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Freeform 576"/>
          <p:cNvSpPr/>
          <p:nvPr/>
        </p:nvSpPr>
        <p:spPr>
          <a:xfrm>
            <a:off x="20193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Freeform 577"/>
          <p:cNvSpPr/>
          <p:nvPr/>
        </p:nvSpPr>
        <p:spPr>
          <a:xfrm>
            <a:off x="20447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Freeform 578"/>
          <p:cNvSpPr/>
          <p:nvPr/>
        </p:nvSpPr>
        <p:spPr>
          <a:xfrm>
            <a:off x="20828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Freeform 579"/>
          <p:cNvSpPr/>
          <p:nvPr/>
        </p:nvSpPr>
        <p:spPr>
          <a:xfrm>
            <a:off x="21082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Freeform 580"/>
          <p:cNvSpPr/>
          <p:nvPr/>
        </p:nvSpPr>
        <p:spPr>
          <a:xfrm>
            <a:off x="21463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Freeform 581"/>
          <p:cNvSpPr/>
          <p:nvPr/>
        </p:nvSpPr>
        <p:spPr>
          <a:xfrm>
            <a:off x="21717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Freeform 582"/>
          <p:cNvSpPr/>
          <p:nvPr/>
        </p:nvSpPr>
        <p:spPr>
          <a:xfrm>
            <a:off x="2197100" y="13462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Freeform 583"/>
          <p:cNvSpPr/>
          <p:nvPr/>
        </p:nvSpPr>
        <p:spPr>
          <a:xfrm>
            <a:off x="22352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Freeform 584"/>
          <p:cNvSpPr/>
          <p:nvPr/>
        </p:nvSpPr>
        <p:spPr>
          <a:xfrm>
            <a:off x="2260600" y="1371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Freeform 585"/>
          <p:cNvSpPr/>
          <p:nvPr/>
        </p:nvSpPr>
        <p:spPr>
          <a:xfrm>
            <a:off x="22987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Freeform 586"/>
          <p:cNvSpPr/>
          <p:nvPr/>
        </p:nvSpPr>
        <p:spPr>
          <a:xfrm>
            <a:off x="23241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Freeform 587"/>
          <p:cNvSpPr/>
          <p:nvPr/>
        </p:nvSpPr>
        <p:spPr>
          <a:xfrm>
            <a:off x="2349500" y="134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Freeform 588"/>
          <p:cNvSpPr/>
          <p:nvPr/>
        </p:nvSpPr>
        <p:spPr>
          <a:xfrm>
            <a:off x="23876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Freeform 589"/>
          <p:cNvSpPr/>
          <p:nvPr/>
        </p:nvSpPr>
        <p:spPr>
          <a:xfrm>
            <a:off x="2413000" y="128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Freeform 590"/>
          <p:cNvSpPr/>
          <p:nvPr/>
        </p:nvSpPr>
        <p:spPr>
          <a:xfrm>
            <a:off x="24511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Freeform 591"/>
          <p:cNvSpPr/>
          <p:nvPr/>
        </p:nvSpPr>
        <p:spPr>
          <a:xfrm>
            <a:off x="24765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Freeform 592"/>
          <p:cNvSpPr/>
          <p:nvPr/>
        </p:nvSpPr>
        <p:spPr>
          <a:xfrm>
            <a:off x="25146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Freeform 593"/>
          <p:cNvSpPr/>
          <p:nvPr/>
        </p:nvSpPr>
        <p:spPr>
          <a:xfrm>
            <a:off x="25400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Freeform 594"/>
          <p:cNvSpPr/>
          <p:nvPr/>
        </p:nvSpPr>
        <p:spPr>
          <a:xfrm>
            <a:off x="2565400" y="127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Freeform 595"/>
          <p:cNvSpPr/>
          <p:nvPr/>
        </p:nvSpPr>
        <p:spPr>
          <a:xfrm>
            <a:off x="2603500" y="1270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Freeform 596"/>
          <p:cNvSpPr/>
          <p:nvPr/>
        </p:nvSpPr>
        <p:spPr>
          <a:xfrm>
            <a:off x="17272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Freeform 597"/>
          <p:cNvSpPr/>
          <p:nvPr/>
        </p:nvSpPr>
        <p:spPr>
          <a:xfrm>
            <a:off x="17653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Freeform 598"/>
          <p:cNvSpPr/>
          <p:nvPr/>
        </p:nvSpPr>
        <p:spPr>
          <a:xfrm>
            <a:off x="17907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Freeform 599"/>
          <p:cNvSpPr/>
          <p:nvPr/>
        </p:nvSpPr>
        <p:spPr>
          <a:xfrm>
            <a:off x="18288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Freeform 600"/>
          <p:cNvSpPr/>
          <p:nvPr/>
        </p:nvSpPr>
        <p:spPr>
          <a:xfrm>
            <a:off x="1854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Freeform 601"/>
          <p:cNvSpPr/>
          <p:nvPr/>
        </p:nvSpPr>
        <p:spPr>
          <a:xfrm>
            <a:off x="18796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Freeform 602"/>
          <p:cNvSpPr/>
          <p:nvPr/>
        </p:nvSpPr>
        <p:spPr>
          <a:xfrm>
            <a:off x="19177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Freeform 603"/>
          <p:cNvSpPr/>
          <p:nvPr/>
        </p:nvSpPr>
        <p:spPr>
          <a:xfrm>
            <a:off x="1943100" y="1511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Freeform 604"/>
          <p:cNvSpPr/>
          <p:nvPr/>
        </p:nvSpPr>
        <p:spPr>
          <a:xfrm>
            <a:off x="19812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Freeform 605"/>
          <p:cNvSpPr/>
          <p:nvPr/>
        </p:nvSpPr>
        <p:spPr>
          <a:xfrm>
            <a:off x="20066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Freeform 606"/>
          <p:cNvSpPr/>
          <p:nvPr/>
        </p:nvSpPr>
        <p:spPr>
          <a:xfrm>
            <a:off x="20320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Freeform 607"/>
          <p:cNvSpPr/>
          <p:nvPr/>
        </p:nvSpPr>
        <p:spPr>
          <a:xfrm>
            <a:off x="20701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Freeform 608"/>
          <p:cNvSpPr/>
          <p:nvPr/>
        </p:nvSpPr>
        <p:spPr>
          <a:xfrm>
            <a:off x="20955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Freeform 609"/>
          <p:cNvSpPr/>
          <p:nvPr/>
        </p:nvSpPr>
        <p:spPr>
          <a:xfrm>
            <a:off x="21336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Freeform 610"/>
          <p:cNvSpPr/>
          <p:nvPr/>
        </p:nvSpPr>
        <p:spPr>
          <a:xfrm>
            <a:off x="21590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Freeform 611"/>
          <p:cNvSpPr/>
          <p:nvPr/>
        </p:nvSpPr>
        <p:spPr>
          <a:xfrm>
            <a:off x="2197100" y="1346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0" y="8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Freeform 612"/>
          <p:cNvSpPr/>
          <p:nvPr/>
        </p:nvSpPr>
        <p:spPr>
          <a:xfrm>
            <a:off x="22225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Freeform 613"/>
          <p:cNvSpPr/>
          <p:nvPr/>
        </p:nvSpPr>
        <p:spPr>
          <a:xfrm>
            <a:off x="2247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Freeform 614"/>
          <p:cNvSpPr/>
          <p:nvPr/>
        </p:nvSpPr>
        <p:spPr>
          <a:xfrm>
            <a:off x="22860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Freeform 615"/>
          <p:cNvSpPr/>
          <p:nvPr/>
        </p:nvSpPr>
        <p:spPr>
          <a:xfrm>
            <a:off x="23114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Freeform 616"/>
          <p:cNvSpPr/>
          <p:nvPr/>
        </p:nvSpPr>
        <p:spPr>
          <a:xfrm>
            <a:off x="2349500" y="133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0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Freeform 617"/>
          <p:cNvSpPr/>
          <p:nvPr/>
        </p:nvSpPr>
        <p:spPr>
          <a:xfrm>
            <a:off x="2374900" y="129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Freeform 618"/>
          <p:cNvSpPr/>
          <p:nvPr/>
        </p:nvSpPr>
        <p:spPr>
          <a:xfrm>
            <a:off x="2400300" y="127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Freeform 619"/>
          <p:cNvSpPr/>
          <p:nvPr/>
        </p:nvSpPr>
        <p:spPr>
          <a:xfrm>
            <a:off x="24384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Freeform 620"/>
          <p:cNvSpPr/>
          <p:nvPr/>
        </p:nvSpPr>
        <p:spPr>
          <a:xfrm>
            <a:off x="2463800" y="1270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Freeform 621"/>
          <p:cNvSpPr/>
          <p:nvPr/>
        </p:nvSpPr>
        <p:spPr>
          <a:xfrm>
            <a:off x="2501900" y="1270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Freeform 622"/>
          <p:cNvSpPr/>
          <p:nvPr/>
        </p:nvSpPr>
        <p:spPr>
          <a:xfrm>
            <a:off x="2527300" y="125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Freeform 623"/>
          <p:cNvSpPr/>
          <p:nvPr/>
        </p:nvSpPr>
        <p:spPr>
          <a:xfrm>
            <a:off x="2552700" y="125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Freeform 624"/>
          <p:cNvSpPr/>
          <p:nvPr/>
        </p:nvSpPr>
        <p:spPr>
          <a:xfrm>
            <a:off x="2590800" y="125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Freeform 625"/>
          <p:cNvSpPr/>
          <p:nvPr/>
        </p:nvSpPr>
        <p:spPr>
          <a:xfrm>
            <a:off x="1714500" y="1460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Freeform 626"/>
          <p:cNvSpPr/>
          <p:nvPr/>
        </p:nvSpPr>
        <p:spPr>
          <a:xfrm>
            <a:off x="1752600" y="1460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Freeform 627"/>
          <p:cNvSpPr/>
          <p:nvPr/>
        </p:nvSpPr>
        <p:spPr>
          <a:xfrm>
            <a:off x="1778000" y="1460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Freeform 628"/>
          <p:cNvSpPr/>
          <p:nvPr/>
        </p:nvSpPr>
        <p:spPr>
          <a:xfrm>
            <a:off x="1816100" y="1460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Freeform 629"/>
          <p:cNvSpPr/>
          <p:nvPr/>
        </p:nvSpPr>
        <p:spPr>
          <a:xfrm>
            <a:off x="1841500" y="1447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Freeform 630"/>
          <p:cNvSpPr/>
          <p:nvPr/>
        </p:nvSpPr>
        <p:spPr>
          <a:xfrm>
            <a:off x="1879600" y="1447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Freeform 631"/>
          <p:cNvSpPr/>
          <p:nvPr/>
        </p:nvSpPr>
        <p:spPr>
          <a:xfrm>
            <a:off x="1905000" y="1447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Freeform 632"/>
          <p:cNvSpPr/>
          <p:nvPr/>
        </p:nvSpPr>
        <p:spPr>
          <a:xfrm>
            <a:off x="1930400" y="1447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Freeform 633"/>
          <p:cNvSpPr/>
          <p:nvPr/>
        </p:nvSpPr>
        <p:spPr>
          <a:xfrm>
            <a:off x="1968500" y="1435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Freeform 634"/>
          <p:cNvSpPr/>
          <p:nvPr/>
        </p:nvSpPr>
        <p:spPr>
          <a:xfrm>
            <a:off x="1993900" y="1435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Freeform 635"/>
          <p:cNvSpPr/>
          <p:nvPr/>
        </p:nvSpPr>
        <p:spPr>
          <a:xfrm>
            <a:off x="2032000" y="1435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Freeform 636"/>
          <p:cNvSpPr/>
          <p:nvPr/>
        </p:nvSpPr>
        <p:spPr>
          <a:xfrm>
            <a:off x="2057400" y="1435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Freeform 637"/>
          <p:cNvSpPr/>
          <p:nvPr/>
        </p:nvSpPr>
        <p:spPr>
          <a:xfrm>
            <a:off x="2082800" y="1435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Freeform 638"/>
          <p:cNvSpPr/>
          <p:nvPr/>
        </p:nvSpPr>
        <p:spPr>
          <a:xfrm>
            <a:off x="2120900" y="1422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B5"/>
          </a:solidFill>
          <a:ln w="3175">
            <a:solidFill>
              <a:srgbClr val="000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Freeform 639"/>
          <p:cNvSpPr/>
          <p:nvPr/>
        </p:nvSpPr>
        <p:spPr>
          <a:xfrm>
            <a:off x="2146300" y="1397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00D6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Freeform 640"/>
          <p:cNvSpPr/>
          <p:nvPr/>
        </p:nvSpPr>
        <p:spPr>
          <a:xfrm>
            <a:off x="2184400" y="13081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3"/>
                </a:lnTo>
                <a:lnTo>
                  <a:pt x="2" y="0"/>
                </a:lnTo>
                <a:lnTo>
                  <a:pt x="0" y="7"/>
                </a:lnTo>
                <a:lnTo>
                  <a:pt x="1" y="11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Freeform 641"/>
          <p:cNvSpPr/>
          <p:nvPr/>
        </p:nvSpPr>
        <p:spPr>
          <a:xfrm>
            <a:off x="2209800" y="1308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BFF"/>
          </a:solidFill>
          <a:ln w="3175">
            <a:solidFill>
              <a:srgbClr val="007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Freeform 642"/>
          <p:cNvSpPr/>
          <p:nvPr/>
        </p:nvSpPr>
        <p:spPr>
          <a:xfrm>
            <a:off x="2235200" y="132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Freeform 643"/>
          <p:cNvSpPr/>
          <p:nvPr/>
        </p:nvSpPr>
        <p:spPr>
          <a:xfrm>
            <a:off x="2273300" y="132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Freeform 644"/>
          <p:cNvSpPr/>
          <p:nvPr/>
        </p:nvSpPr>
        <p:spPr>
          <a:xfrm>
            <a:off x="2298700" y="132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Freeform 645"/>
          <p:cNvSpPr/>
          <p:nvPr/>
        </p:nvSpPr>
        <p:spPr>
          <a:xfrm>
            <a:off x="2336800" y="11811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12"/>
                </a:lnTo>
                <a:lnTo>
                  <a:pt x="2" y="0"/>
                </a:lnTo>
                <a:lnTo>
                  <a:pt x="0" y="11"/>
                </a:lnTo>
                <a:lnTo>
                  <a:pt x="1" y="14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Freeform 646"/>
          <p:cNvSpPr/>
          <p:nvPr/>
        </p:nvSpPr>
        <p:spPr>
          <a:xfrm>
            <a:off x="2362200" y="11557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11"/>
                </a:lnTo>
                <a:lnTo>
                  <a:pt x="3" y="0"/>
                </a:lnTo>
                <a:lnTo>
                  <a:pt x="0" y="2"/>
                </a:lnTo>
                <a:lnTo>
                  <a:pt x="1" y="14"/>
                </a:lnTo>
                <a:close/>
              </a:path>
            </a:pathLst>
          </a:custGeom>
          <a:solidFill>
            <a:srgbClr val="2BFFD4"/>
          </a:solidFill>
          <a:ln w="3175">
            <a:solidFill>
              <a:srgbClr val="23CC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Freeform 647"/>
          <p:cNvSpPr/>
          <p:nvPr/>
        </p:nvSpPr>
        <p:spPr>
          <a:xfrm>
            <a:off x="2400300" y="11430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0" y="12"/>
                </a:moveTo>
                <a:lnTo>
                  <a:pt x="3" y="10"/>
                </a:lnTo>
                <a:lnTo>
                  <a:pt x="2" y="0"/>
                </a:lnTo>
                <a:lnTo>
                  <a:pt x="0" y="1"/>
                </a:lnTo>
                <a:lnTo>
                  <a:pt x="0" y="12"/>
                </a:lnTo>
                <a:close/>
              </a:path>
            </a:pathLst>
          </a:custGeom>
          <a:solidFill>
            <a:srgbClr val="59FFA6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Freeform 648"/>
          <p:cNvSpPr/>
          <p:nvPr/>
        </p:nvSpPr>
        <p:spPr>
          <a:xfrm>
            <a:off x="2425700" y="1143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DFF92"/>
          </a:solidFill>
          <a:ln w="3175">
            <a:solidFill>
              <a:srgbClr val="57C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Freeform 649"/>
          <p:cNvSpPr/>
          <p:nvPr/>
        </p:nvSpPr>
        <p:spPr>
          <a:xfrm>
            <a:off x="2451100" y="1143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BFF94"/>
          </a:solidFill>
          <a:ln w="3175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Freeform 650"/>
          <p:cNvSpPr/>
          <p:nvPr/>
        </p:nvSpPr>
        <p:spPr>
          <a:xfrm>
            <a:off x="2489200" y="1143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Freeform 651"/>
          <p:cNvSpPr/>
          <p:nvPr/>
        </p:nvSpPr>
        <p:spPr>
          <a:xfrm>
            <a:off x="2514600" y="11303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0"/>
                </a:lnTo>
                <a:lnTo>
                  <a:pt x="3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Freeform 652"/>
          <p:cNvSpPr/>
          <p:nvPr/>
        </p:nvSpPr>
        <p:spPr>
          <a:xfrm>
            <a:off x="2552700" y="1130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Freeform 653"/>
          <p:cNvSpPr/>
          <p:nvPr/>
        </p:nvSpPr>
        <p:spPr>
          <a:xfrm>
            <a:off x="2578100" y="1130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6AFF95"/>
          </a:solidFill>
          <a:ln w="3175">
            <a:solidFill>
              <a:srgbClr val="54C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Freeform 654"/>
          <p:cNvSpPr/>
          <p:nvPr/>
        </p:nvSpPr>
        <p:spPr>
          <a:xfrm>
            <a:off x="1714500" y="1371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Freeform 655"/>
          <p:cNvSpPr/>
          <p:nvPr/>
        </p:nvSpPr>
        <p:spPr>
          <a:xfrm>
            <a:off x="1739900" y="1371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Freeform 656"/>
          <p:cNvSpPr/>
          <p:nvPr/>
        </p:nvSpPr>
        <p:spPr>
          <a:xfrm>
            <a:off x="1765300" y="1358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Freeform 657"/>
          <p:cNvSpPr/>
          <p:nvPr/>
        </p:nvSpPr>
        <p:spPr>
          <a:xfrm>
            <a:off x="1803400" y="13589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Freeform 658"/>
          <p:cNvSpPr/>
          <p:nvPr/>
        </p:nvSpPr>
        <p:spPr>
          <a:xfrm>
            <a:off x="1828800" y="1358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Freeform 659"/>
          <p:cNvSpPr/>
          <p:nvPr/>
        </p:nvSpPr>
        <p:spPr>
          <a:xfrm>
            <a:off x="1866900" y="1358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Freeform 660"/>
          <p:cNvSpPr/>
          <p:nvPr/>
        </p:nvSpPr>
        <p:spPr>
          <a:xfrm>
            <a:off x="1892300" y="1358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Freeform 661"/>
          <p:cNvSpPr/>
          <p:nvPr/>
        </p:nvSpPr>
        <p:spPr>
          <a:xfrm>
            <a:off x="1917700" y="1346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Freeform 662"/>
          <p:cNvSpPr/>
          <p:nvPr/>
        </p:nvSpPr>
        <p:spPr>
          <a:xfrm>
            <a:off x="1955800" y="1346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Freeform 663"/>
          <p:cNvSpPr/>
          <p:nvPr/>
        </p:nvSpPr>
        <p:spPr>
          <a:xfrm>
            <a:off x="1981200" y="134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Freeform 664"/>
          <p:cNvSpPr/>
          <p:nvPr/>
        </p:nvSpPr>
        <p:spPr>
          <a:xfrm>
            <a:off x="2019300" y="134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Freeform 665"/>
          <p:cNvSpPr/>
          <p:nvPr/>
        </p:nvSpPr>
        <p:spPr>
          <a:xfrm>
            <a:off x="2044700" y="134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Freeform 666"/>
          <p:cNvSpPr/>
          <p:nvPr/>
        </p:nvSpPr>
        <p:spPr>
          <a:xfrm>
            <a:off x="2082800" y="1333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0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Freeform 667"/>
          <p:cNvSpPr/>
          <p:nvPr/>
        </p:nvSpPr>
        <p:spPr>
          <a:xfrm>
            <a:off x="2108200" y="1333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Freeform 668"/>
          <p:cNvSpPr/>
          <p:nvPr/>
        </p:nvSpPr>
        <p:spPr>
          <a:xfrm>
            <a:off x="2133600" y="1308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7"/>
                </a:lnTo>
                <a:lnTo>
                  <a:pt x="3" y="0"/>
                </a:lnTo>
                <a:lnTo>
                  <a:pt x="0" y="2"/>
                </a:lnTo>
                <a:lnTo>
                  <a:pt x="1" y="9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Freeform 669"/>
          <p:cNvSpPr/>
          <p:nvPr/>
        </p:nvSpPr>
        <p:spPr>
          <a:xfrm>
            <a:off x="2171700" y="12573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4"/>
                </a:lnTo>
                <a:lnTo>
                  <a:pt x="2" y="0"/>
                </a:lnTo>
                <a:lnTo>
                  <a:pt x="0" y="4"/>
                </a:lnTo>
                <a:lnTo>
                  <a:pt x="1" y="11"/>
                </a:lnTo>
                <a:close/>
              </a:path>
            </a:pathLst>
          </a:custGeom>
          <a:solidFill>
            <a:srgbClr val="00B2FF"/>
          </a:solidFill>
          <a:ln w="3175">
            <a:solidFill>
              <a:srgbClr val="008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Freeform 670"/>
          <p:cNvSpPr/>
          <p:nvPr/>
        </p:nvSpPr>
        <p:spPr>
          <a:xfrm>
            <a:off x="2197100" y="1244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5"/>
                </a:moveTo>
                <a:lnTo>
                  <a:pt x="3" y="6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F1FF"/>
          </a:solidFill>
          <a:ln w="3175">
            <a:solidFill>
              <a:srgbClr val="00C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Freeform 671"/>
          <p:cNvSpPr/>
          <p:nvPr/>
        </p:nvSpPr>
        <p:spPr>
          <a:xfrm>
            <a:off x="2235200" y="1244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0" y="6"/>
                </a:lnTo>
                <a:close/>
              </a:path>
            </a:pathLst>
          </a:custGeom>
          <a:solidFill>
            <a:srgbClr val="00E8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Freeform 672"/>
          <p:cNvSpPr/>
          <p:nvPr/>
        </p:nvSpPr>
        <p:spPr>
          <a:xfrm>
            <a:off x="2260600" y="1231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E8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Freeform 673"/>
          <p:cNvSpPr/>
          <p:nvPr/>
        </p:nvSpPr>
        <p:spPr>
          <a:xfrm>
            <a:off x="2286000" y="1231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E8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Freeform 674"/>
          <p:cNvSpPr/>
          <p:nvPr/>
        </p:nvSpPr>
        <p:spPr>
          <a:xfrm>
            <a:off x="2324100" y="1066800"/>
            <a:ext cx="38100" cy="254000"/>
          </a:xfrm>
          <a:custGeom>
            <a:avLst/>
            <a:gdLst/>
            <a:ahLst/>
            <a:cxnLst/>
            <a:rect l="l" t="t" r="r" b="b"/>
            <a:pathLst>
              <a:path w="3" h="20">
                <a:moveTo>
                  <a:pt x="1" y="20"/>
                </a:moveTo>
                <a:lnTo>
                  <a:pt x="3" y="9"/>
                </a:lnTo>
                <a:lnTo>
                  <a:pt x="2" y="0"/>
                </a:lnTo>
                <a:lnTo>
                  <a:pt x="0" y="13"/>
                </a:lnTo>
                <a:lnTo>
                  <a:pt x="1" y="20"/>
                </a:lnTo>
                <a:close/>
              </a:path>
            </a:pathLst>
          </a:custGeom>
          <a:solidFill>
            <a:srgbClr val="75FF8A"/>
          </a:solidFill>
          <a:ln w="3175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Freeform 675"/>
          <p:cNvSpPr/>
          <p:nvPr/>
        </p:nvSpPr>
        <p:spPr>
          <a:xfrm>
            <a:off x="2349500" y="9525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1" y="18"/>
                </a:moveTo>
                <a:lnTo>
                  <a:pt x="4" y="16"/>
                </a:lnTo>
                <a:lnTo>
                  <a:pt x="3" y="0"/>
                </a:lnTo>
                <a:lnTo>
                  <a:pt x="0" y="9"/>
                </a:lnTo>
                <a:lnTo>
                  <a:pt x="1" y="18"/>
                </a:lnTo>
                <a:close/>
              </a:path>
            </a:pathLst>
          </a:custGeom>
          <a:solidFill>
            <a:srgbClr val="FFB900"/>
          </a:solidFill>
          <a:ln w="3175">
            <a:solidFill>
              <a:srgbClr val="CC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Freeform 676"/>
          <p:cNvSpPr/>
          <p:nvPr/>
        </p:nvSpPr>
        <p:spPr>
          <a:xfrm>
            <a:off x="2387600" y="952500"/>
            <a:ext cx="38100" cy="203200"/>
          </a:xfrm>
          <a:custGeom>
            <a:avLst/>
            <a:gdLst/>
            <a:ahLst/>
            <a:cxnLst/>
            <a:rect l="l" t="t" r="r" b="b"/>
            <a:pathLst>
              <a:path w="3" h="16">
                <a:moveTo>
                  <a:pt x="1" y="16"/>
                </a:moveTo>
                <a:lnTo>
                  <a:pt x="3" y="15"/>
                </a:lnTo>
                <a:lnTo>
                  <a:pt x="2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FF7000"/>
          </a:solidFill>
          <a:ln w="3175">
            <a:solidFill>
              <a:srgbClr val="CC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Freeform 677"/>
          <p:cNvSpPr/>
          <p:nvPr/>
        </p:nvSpPr>
        <p:spPr>
          <a:xfrm>
            <a:off x="2413000" y="9525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15"/>
                </a:lnTo>
                <a:lnTo>
                  <a:pt x="2" y="0"/>
                </a:lnTo>
                <a:lnTo>
                  <a:pt x="0" y="0"/>
                </a:lnTo>
                <a:lnTo>
                  <a:pt x="1" y="15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Freeform 678"/>
          <p:cNvSpPr/>
          <p:nvPr/>
        </p:nvSpPr>
        <p:spPr>
          <a:xfrm>
            <a:off x="2438400" y="9398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1"/>
                </a:lnTo>
                <a:lnTo>
                  <a:pt x="1" y="16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Freeform 679"/>
          <p:cNvSpPr/>
          <p:nvPr/>
        </p:nvSpPr>
        <p:spPr>
          <a:xfrm>
            <a:off x="2476500" y="939800"/>
            <a:ext cx="38100" cy="203200"/>
          </a:xfrm>
          <a:custGeom>
            <a:avLst/>
            <a:gdLst/>
            <a:ahLst/>
            <a:cxnLst/>
            <a:rect l="l" t="t" r="r" b="b"/>
            <a:pathLst>
              <a:path w="3" h="16">
                <a:moveTo>
                  <a:pt x="1" y="16"/>
                </a:moveTo>
                <a:lnTo>
                  <a:pt x="3" y="16"/>
                </a:lnTo>
                <a:lnTo>
                  <a:pt x="2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Freeform 680"/>
          <p:cNvSpPr/>
          <p:nvPr/>
        </p:nvSpPr>
        <p:spPr>
          <a:xfrm>
            <a:off x="2501900" y="9398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5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Freeform 681"/>
          <p:cNvSpPr/>
          <p:nvPr/>
        </p:nvSpPr>
        <p:spPr>
          <a:xfrm>
            <a:off x="2540000" y="9398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15"/>
                </a:lnTo>
                <a:lnTo>
                  <a:pt x="2" y="0"/>
                </a:lnTo>
                <a:lnTo>
                  <a:pt x="0" y="0"/>
                </a:lnTo>
                <a:lnTo>
                  <a:pt x="1" y="15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Freeform 682"/>
          <p:cNvSpPr/>
          <p:nvPr/>
        </p:nvSpPr>
        <p:spPr>
          <a:xfrm>
            <a:off x="2565400" y="9398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15"/>
                </a:lnTo>
                <a:lnTo>
                  <a:pt x="3" y="0"/>
                </a:lnTo>
                <a:lnTo>
                  <a:pt x="0" y="0"/>
                </a:lnTo>
                <a:lnTo>
                  <a:pt x="1" y="15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Freeform 683"/>
          <p:cNvSpPr/>
          <p:nvPr/>
        </p:nvSpPr>
        <p:spPr>
          <a:xfrm>
            <a:off x="17018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Freeform 684"/>
          <p:cNvSpPr/>
          <p:nvPr/>
        </p:nvSpPr>
        <p:spPr>
          <a:xfrm>
            <a:off x="17272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Freeform 685"/>
          <p:cNvSpPr/>
          <p:nvPr/>
        </p:nvSpPr>
        <p:spPr>
          <a:xfrm>
            <a:off x="17653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2"/>
                </a:lnTo>
                <a:lnTo>
                  <a:pt x="0" y="1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Freeform 686"/>
          <p:cNvSpPr/>
          <p:nvPr/>
        </p:nvSpPr>
        <p:spPr>
          <a:xfrm>
            <a:off x="17907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Freeform 687"/>
          <p:cNvSpPr/>
          <p:nvPr/>
        </p:nvSpPr>
        <p:spPr>
          <a:xfrm>
            <a:off x="18161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Freeform 688"/>
          <p:cNvSpPr/>
          <p:nvPr/>
        </p:nvSpPr>
        <p:spPr>
          <a:xfrm>
            <a:off x="18542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Freeform 689"/>
          <p:cNvSpPr/>
          <p:nvPr/>
        </p:nvSpPr>
        <p:spPr>
          <a:xfrm>
            <a:off x="18796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Freeform 690"/>
          <p:cNvSpPr/>
          <p:nvPr/>
        </p:nvSpPr>
        <p:spPr>
          <a:xfrm>
            <a:off x="19177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Freeform 691"/>
          <p:cNvSpPr/>
          <p:nvPr/>
        </p:nvSpPr>
        <p:spPr>
          <a:xfrm>
            <a:off x="19431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Freeform 692"/>
          <p:cNvSpPr/>
          <p:nvPr/>
        </p:nvSpPr>
        <p:spPr>
          <a:xfrm>
            <a:off x="19685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Freeform 693"/>
          <p:cNvSpPr/>
          <p:nvPr/>
        </p:nvSpPr>
        <p:spPr>
          <a:xfrm>
            <a:off x="20066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Freeform 694"/>
          <p:cNvSpPr/>
          <p:nvPr/>
        </p:nvSpPr>
        <p:spPr>
          <a:xfrm>
            <a:off x="20320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Freeform 695"/>
          <p:cNvSpPr/>
          <p:nvPr/>
        </p:nvSpPr>
        <p:spPr>
          <a:xfrm>
            <a:off x="20701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Freeform 696"/>
          <p:cNvSpPr/>
          <p:nvPr/>
        </p:nvSpPr>
        <p:spPr>
          <a:xfrm>
            <a:off x="20955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7DFF"/>
          </a:solidFill>
          <a:ln w="3175">
            <a:solidFill>
              <a:srgbClr val="006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Freeform 697"/>
          <p:cNvSpPr/>
          <p:nvPr/>
        </p:nvSpPr>
        <p:spPr>
          <a:xfrm>
            <a:off x="2120900" y="130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0"/>
                </a:lnTo>
                <a:lnTo>
                  <a:pt x="3" y="1"/>
                </a:lnTo>
                <a:lnTo>
                  <a:pt x="0" y="3"/>
                </a:lnTo>
                <a:lnTo>
                  <a:pt x="1" y="2"/>
                </a:lnTo>
                <a:close/>
              </a:path>
            </a:pathLst>
          </a:custGeom>
          <a:solidFill>
            <a:srgbClr val="0092FF"/>
          </a:solidFill>
          <a:ln w="3175">
            <a:solidFill>
              <a:srgbClr val="007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Freeform 698"/>
          <p:cNvSpPr/>
          <p:nvPr/>
        </p:nvSpPr>
        <p:spPr>
          <a:xfrm>
            <a:off x="2159000" y="1244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5"/>
                </a:lnTo>
                <a:close/>
              </a:path>
            </a:pathLst>
          </a:custGeom>
          <a:solidFill>
            <a:srgbClr val="00E7FF"/>
          </a:solidFill>
          <a:ln w="3175">
            <a:solidFill>
              <a:srgbClr val="00B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Freeform 699"/>
          <p:cNvSpPr/>
          <p:nvPr/>
        </p:nvSpPr>
        <p:spPr>
          <a:xfrm>
            <a:off x="2184400" y="1206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3CFFC3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Freeform 700"/>
          <p:cNvSpPr/>
          <p:nvPr/>
        </p:nvSpPr>
        <p:spPr>
          <a:xfrm>
            <a:off x="2222500" y="119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53FFAC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Freeform 701"/>
          <p:cNvSpPr/>
          <p:nvPr/>
        </p:nvSpPr>
        <p:spPr>
          <a:xfrm>
            <a:off x="2247900" y="119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54FFAB"/>
          </a:solidFill>
          <a:ln w="3175">
            <a:solidFill>
              <a:srgbClr val="43C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reeform 702"/>
          <p:cNvSpPr/>
          <p:nvPr/>
        </p:nvSpPr>
        <p:spPr>
          <a:xfrm>
            <a:off x="22860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54FFAB"/>
          </a:solidFill>
          <a:ln w="3175">
            <a:solidFill>
              <a:srgbClr val="43CC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Freeform 703"/>
          <p:cNvSpPr/>
          <p:nvPr/>
        </p:nvSpPr>
        <p:spPr>
          <a:xfrm>
            <a:off x="2311400" y="10668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0"/>
                </a:lnTo>
                <a:lnTo>
                  <a:pt x="2" y="1"/>
                </a:lnTo>
                <a:lnTo>
                  <a:pt x="0" y="10"/>
                </a:lnTo>
                <a:lnTo>
                  <a:pt x="1" y="13"/>
                </a:lnTo>
                <a:close/>
              </a:path>
            </a:pathLst>
          </a:custGeom>
          <a:solidFill>
            <a:srgbClr val="D8FF27"/>
          </a:solidFill>
          <a:ln w="3175">
            <a:solidFill>
              <a:srgbClr val="ADCC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Freeform 704"/>
          <p:cNvSpPr/>
          <p:nvPr/>
        </p:nvSpPr>
        <p:spPr>
          <a:xfrm>
            <a:off x="2336800" y="9525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9"/>
                </a:moveTo>
                <a:lnTo>
                  <a:pt x="4" y="0"/>
                </a:lnTo>
                <a:lnTo>
                  <a:pt x="3" y="2"/>
                </a:lnTo>
                <a:lnTo>
                  <a:pt x="0" y="10"/>
                </a:lnTo>
                <a:lnTo>
                  <a:pt x="1" y="9"/>
                </a:lnTo>
                <a:close/>
              </a:path>
            </a:pathLst>
          </a:custGeom>
          <a:solidFill>
            <a:srgbClr val="FF3A00"/>
          </a:solidFill>
          <a:ln w="3175">
            <a:solidFill>
              <a:srgbClr val="CC2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Freeform 705"/>
          <p:cNvSpPr/>
          <p:nvPr/>
        </p:nvSpPr>
        <p:spPr>
          <a:xfrm>
            <a:off x="2374900" y="914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5"/>
                </a:lnTo>
                <a:lnTo>
                  <a:pt x="1" y="3"/>
                </a:lnTo>
                <a:close/>
              </a:path>
            </a:pathLst>
          </a:custGeom>
          <a:solidFill>
            <a:srgbClr val="B6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Freeform 706"/>
          <p:cNvSpPr/>
          <p:nvPr/>
        </p:nvSpPr>
        <p:spPr>
          <a:xfrm>
            <a:off x="2400300" y="914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Freeform 707"/>
          <p:cNvSpPr/>
          <p:nvPr/>
        </p:nvSpPr>
        <p:spPr>
          <a:xfrm>
            <a:off x="2438400" y="914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Freeform 708"/>
          <p:cNvSpPr/>
          <p:nvPr/>
        </p:nvSpPr>
        <p:spPr>
          <a:xfrm>
            <a:off x="2463800" y="914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Freeform 709"/>
          <p:cNvSpPr/>
          <p:nvPr/>
        </p:nvSpPr>
        <p:spPr>
          <a:xfrm>
            <a:off x="24892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Freeform 710"/>
          <p:cNvSpPr/>
          <p:nvPr/>
        </p:nvSpPr>
        <p:spPr>
          <a:xfrm>
            <a:off x="2527300" y="90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Freeform 711"/>
          <p:cNvSpPr/>
          <p:nvPr/>
        </p:nvSpPr>
        <p:spPr>
          <a:xfrm>
            <a:off x="25527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C0000"/>
          </a:solidFill>
          <a:ln w="3175">
            <a:solidFill>
              <a:srgbClr val="7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Freeform 712"/>
          <p:cNvSpPr/>
          <p:nvPr/>
        </p:nvSpPr>
        <p:spPr>
          <a:xfrm>
            <a:off x="1689100" y="138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Freeform 713"/>
          <p:cNvSpPr/>
          <p:nvPr/>
        </p:nvSpPr>
        <p:spPr>
          <a:xfrm>
            <a:off x="17145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reeform 714"/>
          <p:cNvSpPr/>
          <p:nvPr/>
        </p:nvSpPr>
        <p:spPr>
          <a:xfrm>
            <a:off x="17526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Freeform 715"/>
          <p:cNvSpPr/>
          <p:nvPr/>
        </p:nvSpPr>
        <p:spPr>
          <a:xfrm>
            <a:off x="17780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Freeform 716"/>
          <p:cNvSpPr/>
          <p:nvPr/>
        </p:nvSpPr>
        <p:spPr>
          <a:xfrm>
            <a:off x="1803400" y="1371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Freeform 717"/>
          <p:cNvSpPr/>
          <p:nvPr/>
        </p:nvSpPr>
        <p:spPr>
          <a:xfrm>
            <a:off x="18415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Freeform 718"/>
          <p:cNvSpPr/>
          <p:nvPr/>
        </p:nvSpPr>
        <p:spPr>
          <a:xfrm>
            <a:off x="1866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Freeform 719"/>
          <p:cNvSpPr/>
          <p:nvPr/>
        </p:nvSpPr>
        <p:spPr>
          <a:xfrm>
            <a:off x="19050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Freeform 720"/>
          <p:cNvSpPr/>
          <p:nvPr/>
        </p:nvSpPr>
        <p:spPr>
          <a:xfrm>
            <a:off x="19304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Freeform 721"/>
          <p:cNvSpPr/>
          <p:nvPr/>
        </p:nvSpPr>
        <p:spPr>
          <a:xfrm>
            <a:off x="19685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Freeform 722"/>
          <p:cNvSpPr/>
          <p:nvPr/>
        </p:nvSpPr>
        <p:spPr>
          <a:xfrm>
            <a:off x="19939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Freeform 723"/>
          <p:cNvSpPr/>
          <p:nvPr/>
        </p:nvSpPr>
        <p:spPr>
          <a:xfrm>
            <a:off x="20193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Freeform 724"/>
          <p:cNvSpPr/>
          <p:nvPr/>
        </p:nvSpPr>
        <p:spPr>
          <a:xfrm>
            <a:off x="20574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Freeform 725"/>
          <p:cNvSpPr/>
          <p:nvPr/>
        </p:nvSpPr>
        <p:spPr>
          <a:xfrm>
            <a:off x="20828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Freeform 726"/>
          <p:cNvSpPr/>
          <p:nvPr/>
        </p:nvSpPr>
        <p:spPr>
          <a:xfrm>
            <a:off x="2120900" y="132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2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Freeform 727"/>
          <p:cNvSpPr/>
          <p:nvPr/>
        </p:nvSpPr>
        <p:spPr>
          <a:xfrm>
            <a:off x="2146300" y="1231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Freeform 728"/>
          <p:cNvSpPr/>
          <p:nvPr/>
        </p:nvSpPr>
        <p:spPr>
          <a:xfrm>
            <a:off x="2171700" y="1193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Freeform 729"/>
          <p:cNvSpPr/>
          <p:nvPr/>
        </p:nvSpPr>
        <p:spPr>
          <a:xfrm>
            <a:off x="2209800" y="118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5FF8A"/>
          </a:solidFill>
          <a:ln w="3175">
            <a:solidFill>
              <a:srgbClr val="5EC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Freeform 730"/>
          <p:cNvSpPr/>
          <p:nvPr/>
        </p:nvSpPr>
        <p:spPr>
          <a:xfrm>
            <a:off x="2235200" y="118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Freeform 731"/>
          <p:cNvSpPr/>
          <p:nvPr/>
        </p:nvSpPr>
        <p:spPr>
          <a:xfrm>
            <a:off x="2273300" y="118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Freeform 732"/>
          <p:cNvSpPr/>
          <p:nvPr/>
        </p:nvSpPr>
        <p:spPr>
          <a:xfrm>
            <a:off x="2298700" y="10795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Freeform 733"/>
          <p:cNvSpPr/>
          <p:nvPr/>
        </p:nvSpPr>
        <p:spPr>
          <a:xfrm>
            <a:off x="2324100" y="977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500"/>
          </a:solidFill>
          <a:ln w="3175">
            <a:solidFill>
              <a:srgbClr val="CC4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Freeform 734"/>
          <p:cNvSpPr/>
          <p:nvPr/>
        </p:nvSpPr>
        <p:spPr>
          <a:xfrm>
            <a:off x="2362200" y="914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00000"/>
          </a:solidFill>
          <a:ln w="3175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Freeform 735"/>
          <p:cNvSpPr/>
          <p:nvPr/>
        </p:nvSpPr>
        <p:spPr>
          <a:xfrm>
            <a:off x="2387600" y="90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60000"/>
          </a:solidFill>
          <a:ln w="3175">
            <a:solidFill>
              <a:srgbClr val="6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Freeform 736"/>
          <p:cNvSpPr/>
          <p:nvPr/>
        </p:nvSpPr>
        <p:spPr>
          <a:xfrm>
            <a:off x="2425700" y="90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Freeform 737"/>
          <p:cNvSpPr/>
          <p:nvPr/>
        </p:nvSpPr>
        <p:spPr>
          <a:xfrm>
            <a:off x="2451100" y="90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Freeform 738"/>
          <p:cNvSpPr/>
          <p:nvPr/>
        </p:nvSpPr>
        <p:spPr>
          <a:xfrm>
            <a:off x="2489200" y="90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Freeform 739"/>
          <p:cNvSpPr/>
          <p:nvPr/>
        </p:nvSpPr>
        <p:spPr>
          <a:xfrm>
            <a:off x="2514600" y="90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Freeform 740"/>
          <p:cNvSpPr/>
          <p:nvPr/>
        </p:nvSpPr>
        <p:spPr>
          <a:xfrm>
            <a:off x="2540000" y="88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Freeform 741"/>
          <p:cNvSpPr/>
          <p:nvPr/>
        </p:nvSpPr>
        <p:spPr>
          <a:xfrm>
            <a:off x="16764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Freeform 742"/>
          <p:cNvSpPr/>
          <p:nvPr/>
        </p:nvSpPr>
        <p:spPr>
          <a:xfrm>
            <a:off x="17018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Freeform 743"/>
          <p:cNvSpPr/>
          <p:nvPr/>
        </p:nvSpPr>
        <p:spPr>
          <a:xfrm>
            <a:off x="17399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Freeform 744"/>
          <p:cNvSpPr/>
          <p:nvPr/>
        </p:nvSpPr>
        <p:spPr>
          <a:xfrm>
            <a:off x="17653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Freeform 745"/>
          <p:cNvSpPr/>
          <p:nvPr/>
        </p:nvSpPr>
        <p:spPr>
          <a:xfrm>
            <a:off x="18034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Freeform 746"/>
          <p:cNvSpPr/>
          <p:nvPr/>
        </p:nvSpPr>
        <p:spPr>
          <a:xfrm>
            <a:off x="18288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Freeform 747"/>
          <p:cNvSpPr/>
          <p:nvPr/>
        </p:nvSpPr>
        <p:spPr>
          <a:xfrm>
            <a:off x="18542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Freeform 748"/>
          <p:cNvSpPr/>
          <p:nvPr/>
        </p:nvSpPr>
        <p:spPr>
          <a:xfrm>
            <a:off x="18923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Freeform 749"/>
          <p:cNvSpPr/>
          <p:nvPr/>
        </p:nvSpPr>
        <p:spPr>
          <a:xfrm>
            <a:off x="19177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Freeform 750"/>
          <p:cNvSpPr/>
          <p:nvPr/>
        </p:nvSpPr>
        <p:spPr>
          <a:xfrm>
            <a:off x="19558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Freeform 751"/>
          <p:cNvSpPr/>
          <p:nvPr/>
        </p:nvSpPr>
        <p:spPr>
          <a:xfrm>
            <a:off x="19812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Freeform 752"/>
          <p:cNvSpPr/>
          <p:nvPr/>
        </p:nvSpPr>
        <p:spPr>
          <a:xfrm>
            <a:off x="2006600" y="1346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Freeform 753"/>
          <p:cNvSpPr/>
          <p:nvPr/>
        </p:nvSpPr>
        <p:spPr>
          <a:xfrm>
            <a:off x="20447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Freeform 754"/>
          <p:cNvSpPr/>
          <p:nvPr/>
        </p:nvSpPr>
        <p:spPr>
          <a:xfrm>
            <a:off x="2070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Freeform 755"/>
          <p:cNvSpPr/>
          <p:nvPr/>
        </p:nvSpPr>
        <p:spPr>
          <a:xfrm>
            <a:off x="21082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Freeform 756"/>
          <p:cNvSpPr/>
          <p:nvPr/>
        </p:nvSpPr>
        <p:spPr>
          <a:xfrm>
            <a:off x="2133600" y="1231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Freeform 757"/>
          <p:cNvSpPr/>
          <p:nvPr/>
        </p:nvSpPr>
        <p:spPr>
          <a:xfrm>
            <a:off x="21717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0" y="3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Freeform 758"/>
          <p:cNvSpPr/>
          <p:nvPr/>
        </p:nvSpPr>
        <p:spPr>
          <a:xfrm>
            <a:off x="2197100" y="118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Freeform 759"/>
          <p:cNvSpPr/>
          <p:nvPr/>
        </p:nvSpPr>
        <p:spPr>
          <a:xfrm>
            <a:off x="2222500" y="1181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Freeform 760"/>
          <p:cNvSpPr/>
          <p:nvPr/>
        </p:nvSpPr>
        <p:spPr>
          <a:xfrm>
            <a:off x="2260600" y="116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Freeform 761"/>
          <p:cNvSpPr/>
          <p:nvPr/>
        </p:nvSpPr>
        <p:spPr>
          <a:xfrm>
            <a:off x="2286000" y="1066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Freeform 762"/>
          <p:cNvSpPr/>
          <p:nvPr/>
        </p:nvSpPr>
        <p:spPr>
          <a:xfrm>
            <a:off x="2324100" y="965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0" y="9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0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Freeform 763"/>
          <p:cNvSpPr/>
          <p:nvPr/>
        </p:nvSpPr>
        <p:spPr>
          <a:xfrm>
            <a:off x="2349500" y="914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Freeform 764"/>
          <p:cNvSpPr/>
          <p:nvPr/>
        </p:nvSpPr>
        <p:spPr>
          <a:xfrm>
            <a:off x="2374900" y="90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Freeform 765"/>
          <p:cNvSpPr/>
          <p:nvPr/>
        </p:nvSpPr>
        <p:spPr>
          <a:xfrm>
            <a:off x="2413000" y="90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Freeform 766"/>
          <p:cNvSpPr/>
          <p:nvPr/>
        </p:nvSpPr>
        <p:spPr>
          <a:xfrm>
            <a:off x="2438400" y="88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Freeform 767"/>
          <p:cNvSpPr/>
          <p:nvPr/>
        </p:nvSpPr>
        <p:spPr>
          <a:xfrm>
            <a:off x="24765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Freeform 768"/>
          <p:cNvSpPr/>
          <p:nvPr/>
        </p:nvSpPr>
        <p:spPr>
          <a:xfrm>
            <a:off x="25019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Freeform 769"/>
          <p:cNvSpPr/>
          <p:nvPr/>
        </p:nvSpPr>
        <p:spPr>
          <a:xfrm>
            <a:off x="2527300" y="88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Freeform 770"/>
          <p:cNvSpPr/>
          <p:nvPr/>
        </p:nvSpPr>
        <p:spPr>
          <a:xfrm>
            <a:off x="16637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Freeform 771"/>
          <p:cNvSpPr/>
          <p:nvPr/>
        </p:nvSpPr>
        <p:spPr>
          <a:xfrm>
            <a:off x="16891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Freeform 772"/>
          <p:cNvSpPr/>
          <p:nvPr/>
        </p:nvSpPr>
        <p:spPr>
          <a:xfrm>
            <a:off x="17272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Freeform 773"/>
          <p:cNvSpPr/>
          <p:nvPr/>
        </p:nvSpPr>
        <p:spPr>
          <a:xfrm>
            <a:off x="17526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Freeform 774"/>
          <p:cNvSpPr/>
          <p:nvPr/>
        </p:nvSpPr>
        <p:spPr>
          <a:xfrm>
            <a:off x="17907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Freeform 775"/>
          <p:cNvSpPr/>
          <p:nvPr/>
        </p:nvSpPr>
        <p:spPr>
          <a:xfrm>
            <a:off x="18161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Freeform 776"/>
          <p:cNvSpPr/>
          <p:nvPr/>
        </p:nvSpPr>
        <p:spPr>
          <a:xfrm>
            <a:off x="18542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Freeform 777"/>
          <p:cNvSpPr/>
          <p:nvPr/>
        </p:nvSpPr>
        <p:spPr>
          <a:xfrm>
            <a:off x="18796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Freeform 778"/>
          <p:cNvSpPr/>
          <p:nvPr/>
        </p:nvSpPr>
        <p:spPr>
          <a:xfrm>
            <a:off x="19050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Freeform 779"/>
          <p:cNvSpPr/>
          <p:nvPr/>
        </p:nvSpPr>
        <p:spPr>
          <a:xfrm>
            <a:off x="19431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Freeform 780"/>
          <p:cNvSpPr/>
          <p:nvPr/>
        </p:nvSpPr>
        <p:spPr>
          <a:xfrm>
            <a:off x="19685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Freeform 781"/>
          <p:cNvSpPr/>
          <p:nvPr/>
        </p:nvSpPr>
        <p:spPr>
          <a:xfrm>
            <a:off x="20066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Freeform 782"/>
          <p:cNvSpPr/>
          <p:nvPr/>
        </p:nvSpPr>
        <p:spPr>
          <a:xfrm>
            <a:off x="20320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Freeform 783"/>
          <p:cNvSpPr/>
          <p:nvPr/>
        </p:nvSpPr>
        <p:spPr>
          <a:xfrm>
            <a:off x="2057400" y="133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Freeform 784"/>
          <p:cNvSpPr/>
          <p:nvPr/>
        </p:nvSpPr>
        <p:spPr>
          <a:xfrm>
            <a:off x="20955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Freeform 785"/>
          <p:cNvSpPr/>
          <p:nvPr/>
        </p:nvSpPr>
        <p:spPr>
          <a:xfrm>
            <a:off x="2120900" y="1219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Freeform 786"/>
          <p:cNvSpPr/>
          <p:nvPr/>
        </p:nvSpPr>
        <p:spPr>
          <a:xfrm>
            <a:off x="2159000" y="1181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Freeform 787"/>
          <p:cNvSpPr/>
          <p:nvPr/>
        </p:nvSpPr>
        <p:spPr>
          <a:xfrm>
            <a:off x="2184400" y="116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Freeform 788"/>
          <p:cNvSpPr/>
          <p:nvPr/>
        </p:nvSpPr>
        <p:spPr>
          <a:xfrm>
            <a:off x="2209800" y="116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Freeform 789"/>
          <p:cNvSpPr/>
          <p:nvPr/>
        </p:nvSpPr>
        <p:spPr>
          <a:xfrm>
            <a:off x="2247900" y="116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Freeform 790"/>
          <p:cNvSpPr/>
          <p:nvPr/>
        </p:nvSpPr>
        <p:spPr>
          <a:xfrm>
            <a:off x="2273300" y="1054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Freeform 791"/>
          <p:cNvSpPr/>
          <p:nvPr/>
        </p:nvSpPr>
        <p:spPr>
          <a:xfrm>
            <a:off x="2311400" y="965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Freeform 792"/>
          <p:cNvSpPr/>
          <p:nvPr/>
        </p:nvSpPr>
        <p:spPr>
          <a:xfrm>
            <a:off x="2336800" y="901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Freeform 793"/>
          <p:cNvSpPr/>
          <p:nvPr/>
        </p:nvSpPr>
        <p:spPr>
          <a:xfrm>
            <a:off x="2374900" y="889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Freeform 794"/>
          <p:cNvSpPr/>
          <p:nvPr/>
        </p:nvSpPr>
        <p:spPr>
          <a:xfrm>
            <a:off x="24003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Freeform 795"/>
          <p:cNvSpPr/>
          <p:nvPr/>
        </p:nvSpPr>
        <p:spPr>
          <a:xfrm>
            <a:off x="2425700" y="88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Freeform 796"/>
          <p:cNvSpPr/>
          <p:nvPr/>
        </p:nvSpPr>
        <p:spPr>
          <a:xfrm>
            <a:off x="2463800" y="889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Freeform 797"/>
          <p:cNvSpPr/>
          <p:nvPr/>
        </p:nvSpPr>
        <p:spPr>
          <a:xfrm>
            <a:off x="24892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Freeform 798"/>
          <p:cNvSpPr/>
          <p:nvPr/>
        </p:nvSpPr>
        <p:spPr>
          <a:xfrm>
            <a:off x="25273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Freeform 799"/>
          <p:cNvSpPr/>
          <p:nvPr/>
        </p:nvSpPr>
        <p:spPr>
          <a:xfrm>
            <a:off x="16510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Freeform 800"/>
          <p:cNvSpPr/>
          <p:nvPr/>
        </p:nvSpPr>
        <p:spPr>
          <a:xfrm>
            <a:off x="16891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Freeform 801"/>
          <p:cNvSpPr/>
          <p:nvPr/>
        </p:nvSpPr>
        <p:spPr>
          <a:xfrm>
            <a:off x="17145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Freeform 802"/>
          <p:cNvSpPr/>
          <p:nvPr/>
        </p:nvSpPr>
        <p:spPr>
          <a:xfrm>
            <a:off x="17399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Freeform 803"/>
          <p:cNvSpPr/>
          <p:nvPr/>
        </p:nvSpPr>
        <p:spPr>
          <a:xfrm>
            <a:off x="17780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Freeform 804"/>
          <p:cNvSpPr/>
          <p:nvPr/>
        </p:nvSpPr>
        <p:spPr>
          <a:xfrm>
            <a:off x="18034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Freeform 805"/>
          <p:cNvSpPr/>
          <p:nvPr/>
        </p:nvSpPr>
        <p:spPr>
          <a:xfrm>
            <a:off x="18415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Freeform 806"/>
          <p:cNvSpPr/>
          <p:nvPr/>
        </p:nvSpPr>
        <p:spPr>
          <a:xfrm>
            <a:off x="18669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Freeform 807"/>
          <p:cNvSpPr/>
          <p:nvPr/>
        </p:nvSpPr>
        <p:spPr>
          <a:xfrm>
            <a:off x="18923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Freeform 808"/>
          <p:cNvSpPr/>
          <p:nvPr/>
        </p:nvSpPr>
        <p:spPr>
          <a:xfrm>
            <a:off x="19304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Freeform 809"/>
          <p:cNvSpPr/>
          <p:nvPr/>
        </p:nvSpPr>
        <p:spPr>
          <a:xfrm>
            <a:off x="1955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Freeform 810"/>
          <p:cNvSpPr/>
          <p:nvPr/>
        </p:nvSpPr>
        <p:spPr>
          <a:xfrm>
            <a:off x="19939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Freeform 811"/>
          <p:cNvSpPr/>
          <p:nvPr/>
        </p:nvSpPr>
        <p:spPr>
          <a:xfrm>
            <a:off x="20193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Freeform 812"/>
          <p:cNvSpPr/>
          <p:nvPr/>
        </p:nvSpPr>
        <p:spPr>
          <a:xfrm>
            <a:off x="2057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Freeform 813"/>
          <p:cNvSpPr/>
          <p:nvPr/>
        </p:nvSpPr>
        <p:spPr>
          <a:xfrm>
            <a:off x="20828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Freeform 814"/>
          <p:cNvSpPr/>
          <p:nvPr/>
        </p:nvSpPr>
        <p:spPr>
          <a:xfrm>
            <a:off x="2108200" y="1219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Freeform 815"/>
          <p:cNvSpPr/>
          <p:nvPr/>
        </p:nvSpPr>
        <p:spPr>
          <a:xfrm>
            <a:off x="2146300" y="116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Freeform 816"/>
          <p:cNvSpPr/>
          <p:nvPr/>
        </p:nvSpPr>
        <p:spPr>
          <a:xfrm>
            <a:off x="2171700" y="116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Freeform 817"/>
          <p:cNvSpPr/>
          <p:nvPr/>
        </p:nvSpPr>
        <p:spPr>
          <a:xfrm>
            <a:off x="2209800" y="115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Freeform 818"/>
          <p:cNvSpPr/>
          <p:nvPr/>
        </p:nvSpPr>
        <p:spPr>
          <a:xfrm>
            <a:off x="2235200" y="115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Freeform 819"/>
          <p:cNvSpPr/>
          <p:nvPr/>
        </p:nvSpPr>
        <p:spPr>
          <a:xfrm>
            <a:off x="2260600" y="1054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Freeform 820"/>
          <p:cNvSpPr/>
          <p:nvPr/>
        </p:nvSpPr>
        <p:spPr>
          <a:xfrm>
            <a:off x="2298700" y="952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Freeform 821"/>
          <p:cNvSpPr/>
          <p:nvPr/>
        </p:nvSpPr>
        <p:spPr>
          <a:xfrm>
            <a:off x="2324100" y="901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Freeform 822"/>
          <p:cNvSpPr/>
          <p:nvPr/>
        </p:nvSpPr>
        <p:spPr>
          <a:xfrm>
            <a:off x="23622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Freeform 823"/>
          <p:cNvSpPr/>
          <p:nvPr/>
        </p:nvSpPr>
        <p:spPr>
          <a:xfrm>
            <a:off x="23876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Freeform 824"/>
          <p:cNvSpPr/>
          <p:nvPr/>
        </p:nvSpPr>
        <p:spPr>
          <a:xfrm>
            <a:off x="24257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Freeform 825"/>
          <p:cNvSpPr/>
          <p:nvPr/>
        </p:nvSpPr>
        <p:spPr>
          <a:xfrm>
            <a:off x="24511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Freeform 826"/>
          <p:cNvSpPr/>
          <p:nvPr/>
        </p:nvSpPr>
        <p:spPr>
          <a:xfrm>
            <a:off x="2476500" y="87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Freeform 827"/>
          <p:cNvSpPr/>
          <p:nvPr/>
        </p:nvSpPr>
        <p:spPr>
          <a:xfrm>
            <a:off x="2514600" y="876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Freeform 828"/>
          <p:cNvSpPr/>
          <p:nvPr/>
        </p:nvSpPr>
        <p:spPr>
          <a:xfrm>
            <a:off x="16383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Freeform 829"/>
          <p:cNvSpPr/>
          <p:nvPr/>
        </p:nvSpPr>
        <p:spPr>
          <a:xfrm>
            <a:off x="16764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Freeform 830"/>
          <p:cNvSpPr/>
          <p:nvPr/>
        </p:nvSpPr>
        <p:spPr>
          <a:xfrm>
            <a:off x="17018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Freeform 831"/>
          <p:cNvSpPr/>
          <p:nvPr/>
        </p:nvSpPr>
        <p:spPr>
          <a:xfrm>
            <a:off x="17399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Freeform 832"/>
          <p:cNvSpPr/>
          <p:nvPr/>
        </p:nvSpPr>
        <p:spPr>
          <a:xfrm>
            <a:off x="17653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Freeform 833"/>
          <p:cNvSpPr/>
          <p:nvPr/>
        </p:nvSpPr>
        <p:spPr>
          <a:xfrm>
            <a:off x="17907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Freeform 834"/>
          <p:cNvSpPr/>
          <p:nvPr/>
        </p:nvSpPr>
        <p:spPr>
          <a:xfrm>
            <a:off x="18288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Freeform 835"/>
          <p:cNvSpPr/>
          <p:nvPr/>
        </p:nvSpPr>
        <p:spPr>
          <a:xfrm>
            <a:off x="18542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Freeform 836"/>
          <p:cNvSpPr/>
          <p:nvPr/>
        </p:nvSpPr>
        <p:spPr>
          <a:xfrm>
            <a:off x="18923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Freeform 837"/>
          <p:cNvSpPr/>
          <p:nvPr/>
        </p:nvSpPr>
        <p:spPr>
          <a:xfrm>
            <a:off x="19177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Freeform 838"/>
          <p:cNvSpPr/>
          <p:nvPr/>
        </p:nvSpPr>
        <p:spPr>
          <a:xfrm>
            <a:off x="1943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Freeform 839"/>
          <p:cNvSpPr/>
          <p:nvPr/>
        </p:nvSpPr>
        <p:spPr>
          <a:xfrm>
            <a:off x="19812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Freeform 840"/>
          <p:cNvSpPr/>
          <p:nvPr/>
        </p:nvSpPr>
        <p:spPr>
          <a:xfrm>
            <a:off x="20066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Freeform 841"/>
          <p:cNvSpPr/>
          <p:nvPr/>
        </p:nvSpPr>
        <p:spPr>
          <a:xfrm>
            <a:off x="2044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Freeform 842"/>
          <p:cNvSpPr/>
          <p:nvPr/>
        </p:nvSpPr>
        <p:spPr>
          <a:xfrm>
            <a:off x="2070100" y="128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Freeform 843"/>
          <p:cNvSpPr/>
          <p:nvPr/>
        </p:nvSpPr>
        <p:spPr>
          <a:xfrm>
            <a:off x="2095500" y="1206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Freeform 844"/>
          <p:cNvSpPr/>
          <p:nvPr/>
        </p:nvSpPr>
        <p:spPr>
          <a:xfrm>
            <a:off x="2133600" y="116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Freeform 845"/>
          <p:cNvSpPr/>
          <p:nvPr/>
        </p:nvSpPr>
        <p:spPr>
          <a:xfrm>
            <a:off x="21590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Freeform 846"/>
          <p:cNvSpPr/>
          <p:nvPr/>
        </p:nvSpPr>
        <p:spPr>
          <a:xfrm>
            <a:off x="2197100" y="115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Freeform 847"/>
          <p:cNvSpPr/>
          <p:nvPr/>
        </p:nvSpPr>
        <p:spPr>
          <a:xfrm>
            <a:off x="2222500" y="115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Freeform 848"/>
          <p:cNvSpPr/>
          <p:nvPr/>
        </p:nvSpPr>
        <p:spPr>
          <a:xfrm>
            <a:off x="2260600" y="10414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0" y="9"/>
                </a:moveTo>
                <a:lnTo>
                  <a:pt x="3" y="1"/>
                </a:lnTo>
                <a:lnTo>
                  <a:pt x="2" y="0"/>
                </a:lnTo>
                <a:lnTo>
                  <a:pt x="0" y="9"/>
                </a:lnTo>
                <a:lnTo>
                  <a:pt x="0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Freeform 849"/>
          <p:cNvSpPr/>
          <p:nvPr/>
        </p:nvSpPr>
        <p:spPr>
          <a:xfrm>
            <a:off x="2286000" y="952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Freeform 850"/>
          <p:cNvSpPr/>
          <p:nvPr/>
        </p:nvSpPr>
        <p:spPr>
          <a:xfrm>
            <a:off x="2311400" y="889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Freeform 851"/>
          <p:cNvSpPr/>
          <p:nvPr/>
        </p:nvSpPr>
        <p:spPr>
          <a:xfrm>
            <a:off x="2349500" y="876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Freeform 852"/>
          <p:cNvSpPr/>
          <p:nvPr/>
        </p:nvSpPr>
        <p:spPr>
          <a:xfrm>
            <a:off x="2374900" y="87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Freeform 853"/>
          <p:cNvSpPr/>
          <p:nvPr/>
        </p:nvSpPr>
        <p:spPr>
          <a:xfrm>
            <a:off x="2413000" y="876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Freeform 854"/>
          <p:cNvSpPr/>
          <p:nvPr/>
        </p:nvSpPr>
        <p:spPr>
          <a:xfrm>
            <a:off x="24384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Freeform 855"/>
          <p:cNvSpPr/>
          <p:nvPr/>
        </p:nvSpPr>
        <p:spPr>
          <a:xfrm>
            <a:off x="24638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Freeform 856"/>
          <p:cNvSpPr/>
          <p:nvPr/>
        </p:nvSpPr>
        <p:spPr>
          <a:xfrm>
            <a:off x="25019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Freeform 857"/>
          <p:cNvSpPr/>
          <p:nvPr/>
        </p:nvSpPr>
        <p:spPr>
          <a:xfrm>
            <a:off x="1625600" y="1346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Freeform 858"/>
          <p:cNvSpPr/>
          <p:nvPr/>
        </p:nvSpPr>
        <p:spPr>
          <a:xfrm>
            <a:off x="16637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reeform 859"/>
          <p:cNvSpPr/>
          <p:nvPr/>
        </p:nvSpPr>
        <p:spPr>
          <a:xfrm>
            <a:off x="1689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reeform 860"/>
          <p:cNvSpPr/>
          <p:nvPr/>
        </p:nvSpPr>
        <p:spPr>
          <a:xfrm>
            <a:off x="17272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Freeform 861"/>
          <p:cNvSpPr/>
          <p:nvPr/>
        </p:nvSpPr>
        <p:spPr>
          <a:xfrm>
            <a:off x="17526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Freeform 862"/>
          <p:cNvSpPr/>
          <p:nvPr/>
        </p:nvSpPr>
        <p:spPr>
          <a:xfrm>
            <a:off x="17907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Freeform 863"/>
          <p:cNvSpPr/>
          <p:nvPr/>
        </p:nvSpPr>
        <p:spPr>
          <a:xfrm>
            <a:off x="18161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Freeform 864"/>
          <p:cNvSpPr/>
          <p:nvPr/>
        </p:nvSpPr>
        <p:spPr>
          <a:xfrm>
            <a:off x="18415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Freeform 865"/>
          <p:cNvSpPr/>
          <p:nvPr/>
        </p:nvSpPr>
        <p:spPr>
          <a:xfrm>
            <a:off x="18796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Freeform 866"/>
          <p:cNvSpPr/>
          <p:nvPr/>
        </p:nvSpPr>
        <p:spPr>
          <a:xfrm>
            <a:off x="1905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Freeform 867"/>
          <p:cNvSpPr/>
          <p:nvPr/>
        </p:nvSpPr>
        <p:spPr>
          <a:xfrm>
            <a:off x="19431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Freeform 868"/>
          <p:cNvSpPr/>
          <p:nvPr/>
        </p:nvSpPr>
        <p:spPr>
          <a:xfrm>
            <a:off x="19685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Freeform 869"/>
          <p:cNvSpPr/>
          <p:nvPr/>
        </p:nvSpPr>
        <p:spPr>
          <a:xfrm>
            <a:off x="19939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Freeform 870"/>
          <p:cNvSpPr/>
          <p:nvPr/>
        </p:nvSpPr>
        <p:spPr>
          <a:xfrm>
            <a:off x="20320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Freeform 871"/>
          <p:cNvSpPr/>
          <p:nvPr/>
        </p:nvSpPr>
        <p:spPr>
          <a:xfrm>
            <a:off x="2057400" y="128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Freeform 872"/>
          <p:cNvSpPr/>
          <p:nvPr/>
        </p:nvSpPr>
        <p:spPr>
          <a:xfrm>
            <a:off x="2095500" y="119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0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Freeform 873"/>
          <p:cNvSpPr/>
          <p:nvPr/>
        </p:nvSpPr>
        <p:spPr>
          <a:xfrm>
            <a:off x="2120900" y="115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Freeform 874"/>
          <p:cNvSpPr/>
          <p:nvPr/>
        </p:nvSpPr>
        <p:spPr>
          <a:xfrm>
            <a:off x="21463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Freeform 875"/>
          <p:cNvSpPr/>
          <p:nvPr/>
        </p:nvSpPr>
        <p:spPr>
          <a:xfrm>
            <a:off x="2184400" y="114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Freeform 876"/>
          <p:cNvSpPr/>
          <p:nvPr/>
        </p:nvSpPr>
        <p:spPr>
          <a:xfrm>
            <a:off x="2209800" y="114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Freeform 877"/>
          <p:cNvSpPr/>
          <p:nvPr/>
        </p:nvSpPr>
        <p:spPr>
          <a:xfrm>
            <a:off x="2247900" y="10414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Freeform 878"/>
          <p:cNvSpPr/>
          <p:nvPr/>
        </p:nvSpPr>
        <p:spPr>
          <a:xfrm>
            <a:off x="2273300" y="9398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Freeform 879"/>
          <p:cNvSpPr/>
          <p:nvPr/>
        </p:nvSpPr>
        <p:spPr>
          <a:xfrm>
            <a:off x="2311400" y="876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0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Freeform 880"/>
          <p:cNvSpPr/>
          <p:nvPr/>
        </p:nvSpPr>
        <p:spPr>
          <a:xfrm>
            <a:off x="2336800" y="863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Freeform 881"/>
          <p:cNvSpPr/>
          <p:nvPr/>
        </p:nvSpPr>
        <p:spPr>
          <a:xfrm>
            <a:off x="23622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Freeform 882"/>
          <p:cNvSpPr/>
          <p:nvPr/>
        </p:nvSpPr>
        <p:spPr>
          <a:xfrm>
            <a:off x="24003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Freeform 883"/>
          <p:cNvSpPr/>
          <p:nvPr/>
        </p:nvSpPr>
        <p:spPr>
          <a:xfrm>
            <a:off x="24257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Freeform 884"/>
          <p:cNvSpPr/>
          <p:nvPr/>
        </p:nvSpPr>
        <p:spPr>
          <a:xfrm>
            <a:off x="2463800" y="863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Freeform 885"/>
          <p:cNvSpPr/>
          <p:nvPr/>
        </p:nvSpPr>
        <p:spPr>
          <a:xfrm>
            <a:off x="24892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Freeform 886"/>
          <p:cNvSpPr/>
          <p:nvPr/>
        </p:nvSpPr>
        <p:spPr>
          <a:xfrm>
            <a:off x="16256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Freeform 887"/>
          <p:cNvSpPr/>
          <p:nvPr/>
        </p:nvSpPr>
        <p:spPr>
          <a:xfrm>
            <a:off x="16510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Freeform 888"/>
          <p:cNvSpPr/>
          <p:nvPr/>
        </p:nvSpPr>
        <p:spPr>
          <a:xfrm>
            <a:off x="1676400" y="133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Freeform 889"/>
          <p:cNvSpPr/>
          <p:nvPr/>
        </p:nvSpPr>
        <p:spPr>
          <a:xfrm>
            <a:off x="17145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Freeform 890"/>
          <p:cNvSpPr/>
          <p:nvPr/>
        </p:nvSpPr>
        <p:spPr>
          <a:xfrm>
            <a:off x="17399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Freeform 891"/>
          <p:cNvSpPr/>
          <p:nvPr/>
        </p:nvSpPr>
        <p:spPr>
          <a:xfrm>
            <a:off x="1778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Freeform 892"/>
          <p:cNvSpPr/>
          <p:nvPr/>
        </p:nvSpPr>
        <p:spPr>
          <a:xfrm>
            <a:off x="1803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Freeform 893"/>
          <p:cNvSpPr/>
          <p:nvPr/>
        </p:nvSpPr>
        <p:spPr>
          <a:xfrm>
            <a:off x="18288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Freeform 894"/>
          <p:cNvSpPr/>
          <p:nvPr/>
        </p:nvSpPr>
        <p:spPr>
          <a:xfrm>
            <a:off x="18669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Freeform 895"/>
          <p:cNvSpPr/>
          <p:nvPr/>
        </p:nvSpPr>
        <p:spPr>
          <a:xfrm>
            <a:off x="18923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Freeform 896"/>
          <p:cNvSpPr/>
          <p:nvPr/>
        </p:nvSpPr>
        <p:spPr>
          <a:xfrm>
            <a:off x="1930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Freeform 897"/>
          <p:cNvSpPr/>
          <p:nvPr/>
        </p:nvSpPr>
        <p:spPr>
          <a:xfrm>
            <a:off x="19558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Freeform 898"/>
          <p:cNvSpPr/>
          <p:nvPr/>
        </p:nvSpPr>
        <p:spPr>
          <a:xfrm>
            <a:off x="19939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Freeform 899"/>
          <p:cNvSpPr/>
          <p:nvPr/>
        </p:nvSpPr>
        <p:spPr>
          <a:xfrm>
            <a:off x="20193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Freeform 900"/>
          <p:cNvSpPr/>
          <p:nvPr/>
        </p:nvSpPr>
        <p:spPr>
          <a:xfrm>
            <a:off x="2044700" y="127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Freeform 901"/>
          <p:cNvSpPr/>
          <p:nvPr/>
        </p:nvSpPr>
        <p:spPr>
          <a:xfrm>
            <a:off x="2082800" y="119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Freeform 902"/>
          <p:cNvSpPr/>
          <p:nvPr/>
        </p:nvSpPr>
        <p:spPr>
          <a:xfrm>
            <a:off x="2108200" y="115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Freeform 903"/>
          <p:cNvSpPr/>
          <p:nvPr/>
        </p:nvSpPr>
        <p:spPr>
          <a:xfrm>
            <a:off x="2146300" y="114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Freeform 904"/>
          <p:cNvSpPr/>
          <p:nvPr/>
        </p:nvSpPr>
        <p:spPr>
          <a:xfrm>
            <a:off x="2171700" y="114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Freeform 905"/>
          <p:cNvSpPr/>
          <p:nvPr/>
        </p:nvSpPr>
        <p:spPr>
          <a:xfrm>
            <a:off x="2197100" y="113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reeform 906"/>
          <p:cNvSpPr/>
          <p:nvPr/>
        </p:nvSpPr>
        <p:spPr>
          <a:xfrm>
            <a:off x="2235200" y="10287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Freeform 907"/>
          <p:cNvSpPr/>
          <p:nvPr/>
        </p:nvSpPr>
        <p:spPr>
          <a:xfrm>
            <a:off x="2260600" y="927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Freeform 908"/>
          <p:cNvSpPr/>
          <p:nvPr/>
        </p:nvSpPr>
        <p:spPr>
          <a:xfrm>
            <a:off x="2298700" y="876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reeform 909"/>
          <p:cNvSpPr/>
          <p:nvPr/>
        </p:nvSpPr>
        <p:spPr>
          <a:xfrm>
            <a:off x="23241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Freeform 910"/>
          <p:cNvSpPr/>
          <p:nvPr/>
        </p:nvSpPr>
        <p:spPr>
          <a:xfrm>
            <a:off x="2349500" y="863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Freeform 911"/>
          <p:cNvSpPr/>
          <p:nvPr/>
        </p:nvSpPr>
        <p:spPr>
          <a:xfrm>
            <a:off x="23876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reeform 912"/>
          <p:cNvSpPr/>
          <p:nvPr/>
        </p:nvSpPr>
        <p:spPr>
          <a:xfrm>
            <a:off x="24130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Freeform 913"/>
          <p:cNvSpPr/>
          <p:nvPr/>
        </p:nvSpPr>
        <p:spPr>
          <a:xfrm>
            <a:off x="24511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Freeform 914"/>
          <p:cNvSpPr/>
          <p:nvPr/>
        </p:nvSpPr>
        <p:spPr>
          <a:xfrm>
            <a:off x="24765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Freeform 915"/>
          <p:cNvSpPr/>
          <p:nvPr/>
        </p:nvSpPr>
        <p:spPr>
          <a:xfrm>
            <a:off x="16129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Freeform 916"/>
          <p:cNvSpPr/>
          <p:nvPr/>
        </p:nvSpPr>
        <p:spPr>
          <a:xfrm>
            <a:off x="16383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Freeform 917"/>
          <p:cNvSpPr/>
          <p:nvPr/>
        </p:nvSpPr>
        <p:spPr>
          <a:xfrm>
            <a:off x="1676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Freeform 918"/>
          <p:cNvSpPr/>
          <p:nvPr/>
        </p:nvSpPr>
        <p:spPr>
          <a:xfrm>
            <a:off x="17018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Freeform 919"/>
          <p:cNvSpPr/>
          <p:nvPr/>
        </p:nvSpPr>
        <p:spPr>
          <a:xfrm>
            <a:off x="17272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Freeform 920"/>
          <p:cNvSpPr/>
          <p:nvPr/>
        </p:nvSpPr>
        <p:spPr>
          <a:xfrm>
            <a:off x="17653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Freeform 921"/>
          <p:cNvSpPr/>
          <p:nvPr/>
        </p:nvSpPr>
        <p:spPr>
          <a:xfrm>
            <a:off x="1790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Freeform 922"/>
          <p:cNvSpPr/>
          <p:nvPr/>
        </p:nvSpPr>
        <p:spPr>
          <a:xfrm>
            <a:off x="18288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Freeform 923"/>
          <p:cNvSpPr/>
          <p:nvPr/>
        </p:nvSpPr>
        <p:spPr>
          <a:xfrm>
            <a:off x="18542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Freeform 924"/>
          <p:cNvSpPr/>
          <p:nvPr/>
        </p:nvSpPr>
        <p:spPr>
          <a:xfrm>
            <a:off x="18796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Freeform 925"/>
          <p:cNvSpPr/>
          <p:nvPr/>
        </p:nvSpPr>
        <p:spPr>
          <a:xfrm>
            <a:off x="19177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Freeform 926"/>
          <p:cNvSpPr/>
          <p:nvPr/>
        </p:nvSpPr>
        <p:spPr>
          <a:xfrm>
            <a:off x="19431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Freeform 927"/>
          <p:cNvSpPr/>
          <p:nvPr/>
        </p:nvSpPr>
        <p:spPr>
          <a:xfrm>
            <a:off x="19812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Freeform 928"/>
          <p:cNvSpPr/>
          <p:nvPr/>
        </p:nvSpPr>
        <p:spPr>
          <a:xfrm>
            <a:off x="20066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Freeform 929"/>
          <p:cNvSpPr/>
          <p:nvPr/>
        </p:nvSpPr>
        <p:spPr>
          <a:xfrm>
            <a:off x="2032000" y="125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Freeform 930"/>
          <p:cNvSpPr/>
          <p:nvPr/>
        </p:nvSpPr>
        <p:spPr>
          <a:xfrm>
            <a:off x="2070100" y="1181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Freeform 931"/>
          <p:cNvSpPr/>
          <p:nvPr/>
        </p:nvSpPr>
        <p:spPr>
          <a:xfrm>
            <a:off x="2095500" y="1143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Freeform 932"/>
          <p:cNvSpPr/>
          <p:nvPr/>
        </p:nvSpPr>
        <p:spPr>
          <a:xfrm>
            <a:off x="2133600" y="113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Freeform 933"/>
          <p:cNvSpPr/>
          <p:nvPr/>
        </p:nvSpPr>
        <p:spPr>
          <a:xfrm>
            <a:off x="2159000" y="113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Freeform 934"/>
          <p:cNvSpPr/>
          <p:nvPr/>
        </p:nvSpPr>
        <p:spPr>
          <a:xfrm>
            <a:off x="2197100" y="113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Freeform 935"/>
          <p:cNvSpPr/>
          <p:nvPr/>
        </p:nvSpPr>
        <p:spPr>
          <a:xfrm>
            <a:off x="2222500" y="1028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0"/>
                </a:lnTo>
                <a:lnTo>
                  <a:pt x="2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Freeform 936"/>
          <p:cNvSpPr/>
          <p:nvPr/>
        </p:nvSpPr>
        <p:spPr>
          <a:xfrm>
            <a:off x="2247900" y="927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8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Freeform 937"/>
          <p:cNvSpPr/>
          <p:nvPr/>
        </p:nvSpPr>
        <p:spPr>
          <a:xfrm>
            <a:off x="2286000" y="863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Freeform 938"/>
          <p:cNvSpPr/>
          <p:nvPr/>
        </p:nvSpPr>
        <p:spPr>
          <a:xfrm>
            <a:off x="2311400" y="850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Freeform 939"/>
          <p:cNvSpPr/>
          <p:nvPr/>
        </p:nvSpPr>
        <p:spPr>
          <a:xfrm>
            <a:off x="23495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Freeform 940"/>
          <p:cNvSpPr/>
          <p:nvPr/>
        </p:nvSpPr>
        <p:spPr>
          <a:xfrm>
            <a:off x="23749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Freeform 941"/>
          <p:cNvSpPr/>
          <p:nvPr/>
        </p:nvSpPr>
        <p:spPr>
          <a:xfrm>
            <a:off x="2400300" y="850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Freeform 942"/>
          <p:cNvSpPr/>
          <p:nvPr/>
        </p:nvSpPr>
        <p:spPr>
          <a:xfrm>
            <a:off x="24384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Freeform 943"/>
          <p:cNvSpPr/>
          <p:nvPr/>
        </p:nvSpPr>
        <p:spPr>
          <a:xfrm>
            <a:off x="24638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Freeform 944"/>
          <p:cNvSpPr/>
          <p:nvPr/>
        </p:nvSpPr>
        <p:spPr>
          <a:xfrm>
            <a:off x="16002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Freeform 945"/>
          <p:cNvSpPr/>
          <p:nvPr/>
        </p:nvSpPr>
        <p:spPr>
          <a:xfrm>
            <a:off x="16256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Freeform 946"/>
          <p:cNvSpPr/>
          <p:nvPr/>
        </p:nvSpPr>
        <p:spPr>
          <a:xfrm>
            <a:off x="1663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Freeform 947"/>
          <p:cNvSpPr/>
          <p:nvPr/>
        </p:nvSpPr>
        <p:spPr>
          <a:xfrm>
            <a:off x="16891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Freeform 948"/>
          <p:cNvSpPr/>
          <p:nvPr/>
        </p:nvSpPr>
        <p:spPr>
          <a:xfrm>
            <a:off x="1714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Freeform 949"/>
          <p:cNvSpPr/>
          <p:nvPr/>
        </p:nvSpPr>
        <p:spPr>
          <a:xfrm>
            <a:off x="17526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Freeform 950"/>
          <p:cNvSpPr/>
          <p:nvPr/>
        </p:nvSpPr>
        <p:spPr>
          <a:xfrm>
            <a:off x="17780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Freeform 951"/>
          <p:cNvSpPr/>
          <p:nvPr/>
        </p:nvSpPr>
        <p:spPr>
          <a:xfrm>
            <a:off x="18161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Freeform 952"/>
          <p:cNvSpPr/>
          <p:nvPr/>
        </p:nvSpPr>
        <p:spPr>
          <a:xfrm>
            <a:off x="18415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Freeform 953"/>
          <p:cNvSpPr/>
          <p:nvPr/>
        </p:nvSpPr>
        <p:spPr>
          <a:xfrm>
            <a:off x="18796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Freeform 954"/>
          <p:cNvSpPr/>
          <p:nvPr/>
        </p:nvSpPr>
        <p:spPr>
          <a:xfrm>
            <a:off x="1905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Freeform 955"/>
          <p:cNvSpPr/>
          <p:nvPr/>
        </p:nvSpPr>
        <p:spPr>
          <a:xfrm>
            <a:off x="1930400" y="1295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Freeform 956"/>
          <p:cNvSpPr/>
          <p:nvPr/>
        </p:nvSpPr>
        <p:spPr>
          <a:xfrm>
            <a:off x="19685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Freeform 957"/>
          <p:cNvSpPr/>
          <p:nvPr/>
        </p:nvSpPr>
        <p:spPr>
          <a:xfrm>
            <a:off x="19939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Freeform 958"/>
          <p:cNvSpPr/>
          <p:nvPr/>
        </p:nvSpPr>
        <p:spPr>
          <a:xfrm>
            <a:off x="2032000" y="125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Freeform 959"/>
          <p:cNvSpPr/>
          <p:nvPr/>
        </p:nvSpPr>
        <p:spPr>
          <a:xfrm>
            <a:off x="2057400" y="1181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0"/>
                </a:lnTo>
                <a:lnTo>
                  <a:pt x="2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Freeform 960"/>
          <p:cNvSpPr/>
          <p:nvPr/>
        </p:nvSpPr>
        <p:spPr>
          <a:xfrm>
            <a:off x="2082800" y="113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Freeform 961"/>
          <p:cNvSpPr/>
          <p:nvPr/>
        </p:nvSpPr>
        <p:spPr>
          <a:xfrm>
            <a:off x="2120900" y="113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Freeform 962"/>
          <p:cNvSpPr/>
          <p:nvPr/>
        </p:nvSpPr>
        <p:spPr>
          <a:xfrm>
            <a:off x="2146300" y="113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Freeform 963"/>
          <p:cNvSpPr/>
          <p:nvPr/>
        </p:nvSpPr>
        <p:spPr>
          <a:xfrm>
            <a:off x="2184400" y="111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Freeform 964"/>
          <p:cNvSpPr/>
          <p:nvPr/>
        </p:nvSpPr>
        <p:spPr>
          <a:xfrm>
            <a:off x="2209800" y="10160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1"/>
                </a:lnTo>
                <a:lnTo>
                  <a:pt x="2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Freeform 965"/>
          <p:cNvSpPr/>
          <p:nvPr/>
        </p:nvSpPr>
        <p:spPr>
          <a:xfrm>
            <a:off x="2235200" y="914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Freeform 966"/>
          <p:cNvSpPr/>
          <p:nvPr/>
        </p:nvSpPr>
        <p:spPr>
          <a:xfrm>
            <a:off x="2273300" y="863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Freeform 967"/>
          <p:cNvSpPr/>
          <p:nvPr/>
        </p:nvSpPr>
        <p:spPr>
          <a:xfrm>
            <a:off x="22987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Freeform 968"/>
          <p:cNvSpPr/>
          <p:nvPr/>
        </p:nvSpPr>
        <p:spPr>
          <a:xfrm>
            <a:off x="2336800" y="850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Freeform 969"/>
          <p:cNvSpPr/>
          <p:nvPr/>
        </p:nvSpPr>
        <p:spPr>
          <a:xfrm>
            <a:off x="23622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Freeform 970"/>
          <p:cNvSpPr/>
          <p:nvPr/>
        </p:nvSpPr>
        <p:spPr>
          <a:xfrm>
            <a:off x="24003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Freeform 971"/>
          <p:cNvSpPr/>
          <p:nvPr/>
        </p:nvSpPr>
        <p:spPr>
          <a:xfrm>
            <a:off x="24257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Freeform 972"/>
          <p:cNvSpPr/>
          <p:nvPr/>
        </p:nvSpPr>
        <p:spPr>
          <a:xfrm>
            <a:off x="2451100" y="838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4" name="Connector 973"/>
          <p:cNvCxnSpPr/>
          <p:nvPr/>
        </p:nvCxnSpPr>
        <p:spPr>
          <a:xfrm flipH="1">
            <a:off x="3494501" y="1628731"/>
            <a:ext cx="888277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 flipH="1">
            <a:off x="3332847" y="1521012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 flipH="1">
            <a:off x="3171194" y="1413293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 flipH="1" flipV="1">
            <a:off x="4059471" y="1413293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 flipH="1" flipV="1">
            <a:off x="3881815" y="1428975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H="1" flipV="1">
            <a:off x="3704160" y="1444656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 flipH="1" flipV="1">
            <a:off x="3526504" y="1460338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 flipH="1" flipV="1">
            <a:off x="3348849" y="1476019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 flipH="1" flipV="1">
            <a:off x="3171194" y="1491701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 flipH="1">
            <a:off x="4361260" y="1628731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 flipH="1">
            <a:off x="4199606" y="1521012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 flipH="1">
            <a:off x="4037953" y="1413293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 flipV="1">
            <a:off x="3494501" y="170523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 flipV="1">
            <a:off x="3332847" y="1597520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 flipV="1">
            <a:off x="3171194" y="1489801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 flipH="1" flipV="1">
            <a:off x="4364804" y="161675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 flipH="1" flipV="1">
            <a:off x="4187148" y="163243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 flipH="1" flipV="1">
            <a:off x="4009493" y="164811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 flipH="1" flipV="1">
            <a:off x="3831837" y="166379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H="1" flipV="1">
            <a:off x="3654182" y="167948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 flipH="1" flipV="1">
            <a:off x="3476526" y="1695161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4059471" y="141329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3881815" y="1428975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704160" y="1444656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526504" y="146033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3348849" y="1476019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3171194" y="1491701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 flipH="1" flipV="1">
            <a:off x="4059471" y="1413293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 flipH="1" flipV="1">
            <a:off x="3171194" y="1491701"/>
            <a:ext cx="323307" cy="2154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 flipH="1">
            <a:off x="3494501" y="1628731"/>
            <a:ext cx="888277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H="1">
            <a:off x="3171194" y="1413293"/>
            <a:ext cx="888277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H="1">
            <a:off x="4361260" y="1000657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 flipH="1">
            <a:off x="4199606" y="892938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 flipH="1">
            <a:off x="4037953" y="78522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4059471" y="78522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>
            <a:off x="3881815" y="800901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>
            <a:off x="3704160" y="81658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>
            <a:off x="3526504" y="83226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>
            <a:off x="3348849" y="847946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>
            <a:off x="3171194" y="86362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H="1" flipV="1">
            <a:off x="4059471" y="785220"/>
            <a:ext cx="323307" cy="2154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H="1">
            <a:off x="3171194" y="785220"/>
            <a:ext cx="888277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V="1">
            <a:off x="4382778" y="1607130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 flipV="1">
            <a:off x="4205122" y="1622812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V="1">
            <a:off x="4027467" y="1638493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V="1">
            <a:off x="3849811" y="165417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 flipV="1">
            <a:off x="3672156" y="1669856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 flipV="1">
            <a:off x="3494501" y="168553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 flipH="1">
            <a:off x="4361260" y="1451115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 flipH="1">
            <a:off x="4361260" y="1185704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 flipV="1">
            <a:off x="4382778" y="1000657"/>
            <a:ext cx="0" cy="6280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 flipV="1">
            <a:off x="4059471" y="785220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 flipV="1">
            <a:off x="3881815" y="800901"/>
            <a:ext cx="0" cy="62807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 flipV="1">
            <a:off x="3704160" y="816583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 flipV="1">
            <a:off x="3526504" y="832264"/>
            <a:ext cx="0" cy="62807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 flipV="1">
            <a:off x="3348849" y="847946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 flipV="1">
            <a:off x="3171194" y="863627"/>
            <a:ext cx="0" cy="62807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 flipV="1">
            <a:off x="4059471" y="139169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 flipV="1">
            <a:off x="3881815" y="1407374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 flipV="1">
            <a:off x="3704160" y="142305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 flipV="1">
            <a:off x="3526504" y="143873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 flipV="1">
            <a:off x="3348849" y="1454419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6" name="Connector 1035"/>
          <p:cNvCxnSpPr/>
          <p:nvPr/>
        </p:nvCxnSpPr>
        <p:spPr>
          <a:xfrm flipV="1">
            <a:off x="3171194" y="1470100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4059471" y="78522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3881815" y="800901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3704160" y="81658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Connector 1039"/>
          <p:cNvCxnSpPr/>
          <p:nvPr/>
        </p:nvCxnSpPr>
        <p:spPr>
          <a:xfrm>
            <a:off x="3526504" y="832264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>
            <a:off x="3348849" y="84794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>
            <a:off x="3171194" y="86362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 flipH="1">
            <a:off x="3171194" y="1235677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 flipH="1">
            <a:off x="3171194" y="970267"/>
            <a:ext cx="888277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 flipH="1">
            <a:off x="4037953" y="1235677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 flipH="1">
            <a:off x="4037953" y="97026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 flipV="1">
            <a:off x="3171194" y="1312186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 flipV="1">
            <a:off x="3171194" y="1046775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V="1">
            <a:off x="4059471" y="785220"/>
            <a:ext cx="0" cy="6280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3171194" y="863627"/>
            <a:ext cx="0" cy="62807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 flipV="1">
            <a:off x="4382778" y="1000657"/>
            <a:ext cx="0" cy="62807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 1051"/>
          <p:cNvCxnSpPr/>
          <p:nvPr/>
        </p:nvCxnSpPr>
        <p:spPr>
          <a:xfrm flipV="1">
            <a:off x="4221124" y="892938"/>
            <a:ext cx="0" cy="62807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 flipV="1">
            <a:off x="4059471" y="785220"/>
            <a:ext cx="0" cy="62807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 flipV="1">
            <a:off x="4382778" y="1607130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 flipV="1">
            <a:off x="4221124" y="1499411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 flipV="1">
            <a:off x="4059471" y="139169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>
            <a:off x="4382778" y="100065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>
            <a:off x="4221124" y="892938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Connector 1058"/>
          <p:cNvCxnSpPr/>
          <p:nvPr/>
        </p:nvCxnSpPr>
        <p:spPr>
          <a:xfrm>
            <a:off x="4059471" y="78522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0" name="Connector 1059"/>
          <p:cNvCxnSpPr/>
          <p:nvPr/>
        </p:nvCxnSpPr>
        <p:spPr>
          <a:xfrm flipH="1" flipV="1">
            <a:off x="4059471" y="1235677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nector 1060"/>
          <p:cNvCxnSpPr/>
          <p:nvPr/>
        </p:nvCxnSpPr>
        <p:spPr>
          <a:xfrm flipH="1" flipV="1">
            <a:off x="4059471" y="970267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2" name="Connector 1061"/>
          <p:cNvCxnSpPr/>
          <p:nvPr/>
        </p:nvCxnSpPr>
        <p:spPr>
          <a:xfrm flipH="1" flipV="1">
            <a:off x="4364804" y="143913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 flipH="1" flipV="1">
            <a:off x="4364804" y="117372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>
            <a:off x="4059471" y="1235677"/>
            <a:ext cx="17974" cy="1197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>
            <a:off x="4059471" y="97026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 flipV="1">
            <a:off x="3494501" y="168553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 flipV="1">
            <a:off x="3332847" y="1577819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 flipV="1">
            <a:off x="3171194" y="1470100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9" name="Connector 1068"/>
          <p:cNvCxnSpPr/>
          <p:nvPr/>
        </p:nvCxnSpPr>
        <p:spPr>
          <a:xfrm>
            <a:off x="3171194" y="131408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Connector 1069"/>
          <p:cNvCxnSpPr/>
          <p:nvPr/>
        </p:nvCxnSpPr>
        <p:spPr>
          <a:xfrm>
            <a:off x="3171194" y="104867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1" name="Freeform 1070"/>
          <p:cNvSpPr/>
          <p:nvPr/>
        </p:nvSpPr>
        <p:spPr>
          <a:xfrm>
            <a:off x="3479800" y="1651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Freeform 1071"/>
          <p:cNvSpPr/>
          <p:nvPr/>
        </p:nvSpPr>
        <p:spPr>
          <a:xfrm>
            <a:off x="35179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Freeform 1072"/>
          <p:cNvSpPr/>
          <p:nvPr/>
        </p:nvSpPr>
        <p:spPr>
          <a:xfrm>
            <a:off x="35433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Freeform 1073"/>
          <p:cNvSpPr/>
          <p:nvPr/>
        </p:nvSpPr>
        <p:spPr>
          <a:xfrm>
            <a:off x="35814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Freeform 1074"/>
          <p:cNvSpPr/>
          <p:nvPr/>
        </p:nvSpPr>
        <p:spPr>
          <a:xfrm>
            <a:off x="3606800" y="1638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Freeform 1075"/>
          <p:cNvSpPr/>
          <p:nvPr/>
        </p:nvSpPr>
        <p:spPr>
          <a:xfrm>
            <a:off x="3632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Freeform 1076"/>
          <p:cNvSpPr/>
          <p:nvPr/>
        </p:nvSpPr>
        <p:spPr>
          <a:xfrm>
            <a:off x="3670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Freeform 1077"/>
          <p:cNvSpPr/>
          <p:nvPr/>
        </p:nvSpPr>
        <p:spPr>
          <a:xfrm>
            <a:off x="36957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Freeform 1078"/>
          <p:cNvSpPr/>
          <p:nvPr/>
        </p:nvSpPr>
        <p:spPr>
          <a:xfrm>
            <a:off x="37338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Freeform 1079"/>
          <p:cNvSpPr/>
          <p:nvPr/>
        </p:nvSpPr>
        <p:spPr>
          <a:xfrm>
            <a:off x="37592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Freeform 1080"/>
          <p:cNvSpPr/>
          <p:nvPr/>
        </p:nvSpPr>
        <p:spPr>
          <a:xfrm>
            <a:off x="37846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Freeform 1081"/>
          <p:cNvSpPr/>
          <p:nvPr/>
        </p:nvSpPr>
        <p:spPr>
          <a:xfrm>
            <a:off x="38227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Freeform 1082"/>
          <p:cNvSpPr/>
          <p:nvPr/>
        </p:nvSpPr>
        <p:spPr>
          <a:xfrm>
            <a:off x="38481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Freeform 1083"/>
          <p:cNvSpPr/>
          <p:nvPr/>
        </p:nvSpPr>
        <p:spPr>
          <a:xfrm>
            <a:off x="38862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Freeform 1084"/>
          <p:cNvSpPr/>
          <p:nvPr/>
        </p:nvSpPr>
        <p:spPr>
          <a:xfrm>
            <a:off x="39116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Freeform 1085"/>
          <p:cNvSpPr/>
          <p:nvPr/>
        </p:nvSpPr>
        <p:spPr>
          <a:xfrm>
            <a:off x="39370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Freeform 1086"/>
          <p:cNvSpPr/>
          <p:nvPr/>
        </p:nvSpPr>
        <p:spPr>
          <a:xfrm>
            <a:off x="3975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Freeform 1087"/>
          <p:cNvSpPr/>
          <p:nvPr/>
        </p:nvSpPr>
        <p:spPr>
          <a:xfrm>
            <a:off x="40005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Freeform 1088"/>
          <p:cNvSpPr/>
          <p:nvPr/>
        </p:nvSpPr>
        <p:spPr>
          <a:xfrm>
            <a:off x="40386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Freeform 1089"/>
          <p:cNvSpPr/>
          <p:nvPr/>
        </p:nvSpPr>
        <p:spPr>
          <a:xfrm>
            <a:off x="40640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Freeform 1090"/>
          <p:cNvSpPr/>
          <p:nvPr/>
        </p:nvSpPr>
        <p:spPr>
          <a:xfrm>
            <a:off x="41021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Freeform 1091"/>
          <p:cNvSpPr/>
          <p:nvPr/>
        </p:nvSpPr>
        <p:spPr>
          <a:xfrm>
            <a:off x="41275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Freeform 1092"/>
          <p:cNvSpPr/>
          <p:nvPr/>
        </p:nvSpPr>
        <p:spPr>
          <a:xfrm>
            <a:off x="4152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Freeform 1093"/>
          <p:cNvSpPr/>
          <p:nvPr/>
        </p:nvSpPr>
        <p:spPr>
          <a:xfrm>
            <a:off x="41910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Freeform 1094"/>
          <p:cNvSpPr/>
          <p:nvPr/>
        </p:nvSpPr>
        <p:spPr>
          <a:xfrm>
            <a:off x="42164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Freeform 1095"/>
          <p:cNvSpPr/>
          <p:nvPr/>
        </p:nvSpPr>
        <p:spPr>
          <a:xfrm>
            <a:off x="42545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Freeform 1096"/>
          <p:cNvSpPr/>
          <p:nvPr/>
        </p:nvSpPr>
        <p:spPr>
          <a:xfrm>
            <a:off x="42799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Freeform 1097"/>
          <p:cNvSpPr/>
          <p:nvPr/>
        </p:nvSpPr>
        <p:spPr>
          <a:xfrm>
            <a:off x="4305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Freeform 1098"/>
          <p:cNvSpPr/>
          <p:nvPr/>
        </p:nvSpPr>
        <p:spPr>
          <a:xfrm>
            <a:off x="4343400" y="1574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Freeform 1099"/>
          <p:cNvSpPr/>
          <p:nvPr/>
        </p:nvSpPr>
        <p:spPr>
          <a:xfrm>
            <a:off x="34671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Freeform 1100"/>
          <p:cNvSpPr/>
          <p:nvPr/>
        </p:nvSpPr>
        <p:spPr>
          <a:xfrm>
            <a:off x="35052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Freeform 1101"/>
          <p:cNvSpPr/>
          <p:nvPr/>
        </p:nvSpPr>
        <p:spPr>
          <a:xfrm>
            <a:off x="35306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Freeform 1102"/>
          <p:cNvSpPr/>
          <p:nvPr/>
        </p:nvSpPr>
        <p:spPr>
          <a:xfrm>
            <a:off x="35687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Freeform 1103"/>
          <p:cNvSpPr/>
          <p:nvPr/>
        </p:nvSpPr>
        <p:spPr>
          <a:xfrm>
            <a:off x="35941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Freeform 1104"/>
          <p:cNvSpPr/>
          <p:nvPr/>
        </p:nvSpPr>
        <p:spPr>
          <a:xfrm>
            <a:off x="3619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Freeform 1105"/>
          <p:cNvSpPr/>
          <p:nvPr/>
        </p:nvSpPr>
        <p:spPr>
          <a:xfrm>
            <a:off x="36576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Freeform 1106"/>
          <p:cNvSpPr/>
          <p:nvPr/>
        </p:nvSpPr>
        <p:spPr>
          <a:xfrm>
            <a:off x="36830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Freeform 1107"/>
          <p:cNvSpPr/>
          <p:nvPr/>
        </p:nvSpPr>
        <p:spPr>
          <a:xfrm>
            <a:off x="37211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Freeform 1108"/>
          <p:cNvSpPr/>
          <p:nvPr/>
        </p:nvSpPr>
        <p:spPr>
          <a:xfrm>
            <a:off x="37465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Freeform 1109"/>
          <p:cNvSpPr/>
          <p:nvPr/>
        </p:nvSpPr>
        <p:spPr>
          <a:xfrm>
            <a:off x="37846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Freeform 1110"/>
          <p:cNvSpPr/>
          <p:nvPr/>
        </p:nvSpPr>
        <p:spPr>
          <a:xfrm>
            <a:off x="38100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Freeform 1111"/>
          <p:cNvSpPr/>
          <p:nvPr/>
        </p:nvSpPr>
        <p:spPr>
          <a:xfrm>
            <a:off x="3835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Freeform 1112"/>
          <p:cNvSpPr/>
          <p:nvPr/>
        </p:nvSpPr>
        <p:spPr>
          <a:xfrm>
            <a:off x="3873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Freeform 1113"/>
          <p:cNvSpPr/>
          <p:nvPr/>
        </p:nvSpPr>
        <p:spPr>
          <a:xfrm>
            <a:off x="38989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Freeform 1114"/>
          <p:cNvSpPr/>
          <p:nvPr/>
        </p:nvSpPr>
        <p:spPr>
          <a:xfrm>
            <a:off x="39370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Freeform 1115"/>
          <p:cNvSpPr/>
          <p:nvPr/>
        </p:nvSpPr>
        <p:spPr>
          <a:xfrm>
            <a:off x="39624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Freeform 1116"/>
          <p:cNvSpPr/>
          <p:nvPr/>
        </p:nvSpPr>
        <p:spPr>
          <a:xfrm>
            <a:off x="39878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Freeform 1117"/>
          <p:cNvSpPr/>
          <p:nvPr/>
        </p:nvSpPr>
        <p:spPr>
          <a:xfrm>
            <a:off x="40259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Freeform 1118"/>
          <p:cNvSpPr/>
          <p:nvPr/>
        </p:nvSpPr>
        <p:spPr>
          <a:xfrm>
            <a:off x="4051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Freeform 1119"/>
          <p:cNvSpPr/>
          <p:nvPr/>
        </p:nvSpPr>
        <p:spPr>
          <a:xfrm>
            <a:off x="4089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Freeform 1120"/>
          <p:cNvSpPr/>
          <p:nvPr/>
        </p:nvSpPr>
        <p:spPr>
          <a:xfrm>
            <a:off x="41148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Freeform 1121"/>
          <p:cNvSpPr/>
          <p:nvPr/>
        </p:nvSpPr>
        <p:spPr>
          <a:xfrm>
            <a:off x="41402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Freeform 1122"/>
          <p:cNvSpPr/>
          <p:nvPr/>
        </p:nvSpPr>
        <p:spPr>
          <a:xfrm>
            <a:off x="41783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Freeform 1123"/>
          <p:cNvSpPr/>
          <p:nvPr/>
        </p:nvSpPr>
        <p:spPr>
          <a:xfrm>
            <a:off x="42037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Freeform 1124"/>
          <p:cNvSpPr/>
          <p:nvPr/>
        </p:nvSpPr>
        <p:spPr>
          <a:xfrm>
            <a:off x="4241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Freeform 1125"/>
          <p:cNvSpPr/>
          <p:nvPr/>
        </p:nvSpPr>
        <p:spPr>
          <a:xfrm>
            <a:off x="42672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Freeform 1126"/>
          <p:cNvSpPr/>
          <p:nvPr/>
        </p:nvSpPr>
        <p:spPr>
          <a:xfrm>
            <a:off x="43053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Freeform 1127"/>
          <p:cNvSpPr/>
          <p:nvPr/>
        </p:nvSpPr>
        <p:spPr>
          <a:xfrm>
            <a:off x="43307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Freeform 1128"/>
          <p:cNvSpPr/>
          <p:nvPr/>
        </p:nvSpPr>
        <p:spPr>
          <a:xfrm>
            <a:off x="34671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Freeform 1129"/>
          <p:cNvSpPr/>
          <p:nvPr/>
        </p:nvSpPr>
        <p:spPr>
          <a:xfrm>
            <a:off x="34925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Freeform 1130"/>
          <p:cNvSpPr/>
          <p:nvPr/>
        </p:nvSpPr>
        <p:spPr>
          <a:xfrm>
            <a:off x="35179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Freeform 1131"/>
          <p:cNvSpPr/>
          <p:nvPr/>
        </p:nvSpPr>
        <p:spPr>
          <a:xfrm>
            <a:off x="35560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Freeform 1132"/>
          <p:cNvSpPr/>
          <p:nvPr/>
        </p:nvSpPr>
        <p:spPr>
          <a:xfrm>
            <a:off x="35814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Freeform 1133"/>
          <p:cNvSpPr/>
          <p:nvPr/>
        </p:nvSpPr>
        <p:spPr>
          <a:xfrm>
            <a:off x="36195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Freeform 1134"/>
          <p:cNvSpPr/>
          <p:nvPr/>
        </p:nvSpPr>
        <p:spPr>
          <a:xfrm>
            <a:off x="36449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Freeform 1135"/>
          <p:cNvSpPr/>
          <p:nvPr/>
        </p:nvSpPr>
        <p:spPr>
          <a:xfrm>
            <a:off x="3670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Freeform 1136"/>
          <p:cNvSpPr/>
          <p:nvPr/>
        </p:nvSpPr>
        <p:spPr>
          <a:xfrm>
            <a:off x="37084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Freeform 1137"/>
          <p:cNvSpPr/>
          <p:nvPr/>
        </p:nvSpPr>
        <p:spPr>
          <a:xfrm>
            <a:off x="37338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Freeform 1138"/>
          <p:cNvSpPr/>
          <p:nvPr/>
        </p:nvSpPr>
        <p:spPr>
          <a:xfrm>
            <a:off x="3771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Freeform 1139"/>
          <p:cNvSpPr/>
          <p:nvPr/>
        </p:nvSpPr>
        <p:spPr>
          <a:xfrm>
            <a:off x="3797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Freeform 1140"/>
          <p:cNvSpPr/>
          <p:nvPr/>
        </p:nvSpPr>
        <p:spPr>
          <a:xfrm>
            <a:off x="3822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Freeform 1141"/>
          <p:cNvSpPr/>
          <p:nvPr/>
        </p:nvSpPr>
        <p:spPr>
          <a:xfrm>
            <a:off x="38608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Freeform 1142"/>
          <p:cNvSpPr/>
          <p:nvPr/>
        </p:nvSpPr>
        <p:spPr>
          <a:xfrm>
            <a:off x="38862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Freeform 1143"/>
          <p:cNvSpPr/>
          <p:nvPr/>
        </p:nvSpPr>
        <p:spPr>
          <a:xfrm>
            <a:off x="39243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Freeform 1144"/>
          <p:cNvSpPr/>
          <p:nvPr/>
        </p:nvSpPr>
        <p:spPr>
          <a:xfrm>
            <a:off x="39497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Freeform 1145"/>
          <p:cNvSpPr/>
          <p:nvPr/>
        </p:nvSpPr>
        <p:spPr>
          <a:xfrm>
            <a:off x="3987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Freeform 1146"/>
          <p:cNvSpPr/>
          <p:nvPr/>
        </p:nvSpPr>
        <p:spPr>
          <a:xfrm>
            <a:off x="40132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Freeform 1147"/>
          <p:cNvSpPr/>
          <p:nvPr/>
        </p:nvSpPr>
        <p:spPr>
          <a:xfrm>
            <a:off x="4038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Freeform 1148"/>
          <p:cNvSpPr/>
          <p:nvPr/>
        </p:nvSpPr>
        <p:spPr>
          <a:xfrm>
            <a:off x="40767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Freeform 1149"/>
          <p:cNvSpPr/>
          <p:nvPr/>
        </p:nvSpPr>
        <p:spPr>
          <a:xfrm>
            <a:off x="4102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Freeform 1150"/>
          <p:cNvSpPr/>
          <p:nvPr/>
        </p:nvSpPr>
        <p:spPr>
          <a:xfrm>
            <a:off x="41402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Freeform 1151"/>
          <p:cNvSpPr/>
          <p:nvPr/>
        </p:nvSpPr>
        <p:spPr>
          <a:xfrm>
            <a:off x="41656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Freeform 1152"/>
          <p:cNvSpPr/>
          <p:nvPr/>
        </p:nvSpPr>
        <p:spPr>
          <a:xfrm>
            <a:off x="41910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Freeform 1153"/>
          <p:cNvSpPr/>
          <p:nvPr/>
        </p:nvSpPr>
        <p:spPr>
          <a:xfrm>
            <a:off x="4229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Freeform 1154"/>
          <p:cNvSpPr/>
          <p:nvPr/>
        </p:nvSpPr>
        <p:spPr>
          <a:xfrm>
            <a:off x="42545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Freeform 1155"/>
          <p:cNvSpPr/>
          <p:nvPr/>
        </p:nvSpPr>
        <p:spPr>
          <a:xfrm>
            <a:off x="4292600" y="1562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Freeform 1156"/>
          <p:cNvSpPr/>
          <p:nvPr/>
        </p:nvSpPr>
        <p:spPr>
          <a:xfrm>
            <a:off x="43180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Freeform 1157"/>
          <p:cNvSpPr/>
          <p:nvPr/>
        </p:nvSpPr>
        <p:spPr>
          <a:xfrm>
            <a:off x="34544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Freeform 1158"/>
          <p:cNvSpPr/>
          <p:nvPr/>
        </p:nvSpPr>
        <p:spPr>
          <a:xfrm>
            <a:off x="34798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Freeform 1159"/>
          <p:cNvSpPr/>
          <p:nvPr/>
        </p:nvSpPr>
        <p:spPr>
          <a:xfrm>
            <a:off x="3505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Freeform 1160"/>
          <p:cNvSpPr/>
          <p:nvPr/>
        </p:nvSpPr>
        <p:spPr>
          <a:xfrm>
            <a:off x="35433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Freeform 1161"/>
          <p:cNvSpPr/>
          <p:nvPr/>
        </p:nvSpPr>
        <p:spPr>
          <a:xfrm>
            <a:off x="3568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Freeform 1162"/>
          <p:cNvSpPr/>
          <p:nvPr/>
        </p:nvSpPr>
        <p:spPr>
          <a:xfrm>
            <a:off x="36068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Freeform 1163"/>
          <p:cNvSpPr/>
          <p:nvPr/>
        </p:nvSpPr>
        <p:spPr>
          <a:xfrm>
            <a:off x="36322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Freeform 1164"/>
          <p:cNvSpPr/>
          <p:nvPr/>
        </p:nvSpPr>
        <p:spPr>
          <a:xfrm>
            <a:off x="3670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Freeform 1165"/>
          <p:cNvSpPr/>
          <p:nvPr/>
        </p:nvSpPr>
        <p:spPr>
          <a:xfrm>
            <a:off x="36957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Freeform 1166"/>
          <p:cNvSpPr/>
          <p:nvPr/>
        </p:nvSpPr>
        <p:spPr>
          <a:xfrm>
            <a:off x="3721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Freeform 1167"/>
          <p:cNvSpPr/>
          <p:nvPr/>
        </p:nvSpPr>
        <p:spPr>
          <a:xfrm>
            <a:off x="37592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Freeform 1168"/>
          <p:cNvSpPr/>
          <p:nvPr/>
        </p:nvSpPr>
        <p:spPr>
          <a:xfrm>
            <a:off x="37846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Freeform 1169"/>
          <p:cNvSpPr/>
          <p:nvPr/>
        </p:nvSpPr>
        <p:spPr>
          <a:xfrm>
            <a:off x="38227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Freeform 1170"/>
          <p:cNvSpPr/>
          <p:nvPr/>
        </p:nvSpPr>
        <p:spPr>
          <a:xfrm>
            <a:off x="38481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Freeform 1171"/>
          <p:cNvSpPr/>
          <p:nvPr/>
        </p:nvSpPr>
        <p:spPr>
          <a:xfrm>
            <a:off x="38735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Freeform 1172"/>
          <p:cNvSpPr/>
          <p:nvPr/>
        </p:nvSpPr>
        <p:spPr>
          <a:xfrm>
            <a:off x="39116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Freeform 1173"/>
          <p:cNvSpPr/>
          <p:nvPr/>
        </p:nvSpPr>
        <p:spPr>
          <a:xfrm>
            <a:off x="39370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Freeform 1174"/>
          <p:cNvSpPr/>
          <p:nvPr/>
        </p:nvSpPr>
        <p:spPr>
          <a:xfrm>
            <a:off x="39751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Freeform 1175"/>
          <p:cNvSpPr/>
          <p:nvPr/>
        </p:nvSpPr>
        <p:spPr>
          <a:xfrm>
            <a:off x="40005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Freeform 1176"/>
          <p:cNvSpPr/>
          <p:nvPr/>
        </p:nvSpPr>
        <p:spPr>
          <a:xfrm>
            <a:off x="40259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Freeform 1177"/>
          <p:cNvSpPr/>
          <p:nvPr/>
        </p:nvSpPr>
        <p:spPr>
          <a:xfrm>
            <a:off x="40640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Freeform 1178"/>
          <p:cNvSpPr/>
          <p:nvPr/>
        </p:nvSpPr>
        <p:spPr>
          <a:xfrm>
            <a:off x="40894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Freeform 1179"/>
          <p:cNvSpPr/>
          <p:nvPr/>
        </p:nvSpPr>
        <p:spPr>
          <a:xfrm>
            <a:off x="41275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Freeform 1180"/>
          <p:cNvSpPr/>
          <p:nvPr/>
        </p:nvSpPr>
        <p:spPr>
          <a:xfrm>
            <a:off x="41529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Freeform 1181"/>
          <p:cNvSpPr/>
          <p:nvPr/>
        </p:nvSpPr>
        <p:spPr>
          <a:xfrm>
            <a:off x="41910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Freeform 1182"/>
          <p:cNvSpPr/>
          <p:nvPr/>
        </p:nvSpPr>
        <p:spPr>
          <a:xfrm>
            <a:off x="4216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Freeform 1183"/>
          <p:cNvSpPr/>
          <p:nvPr/>
        </p:nvSpPr>
        <p:spPr>
          <a:xfrm>
            <a:off x="42418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Freeform 1184"/>
          <p:cNvSpPr/>
          <p:nvPr/>
        </p:nvSpPr>
        <p:spPr>
          <a:xfrm>
            <a:off x="4279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Freeform 1185"/>
          <p:cNvSpPr/>
          <p:nvPr/>
        </p:nvSpPr>
        <p:spPr>
          <a:xfrm>
            <a:off x="43053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Freeform 1186"/>
          <p:cNvSpPr/>
          <p:nvPr/>
        </p:nvSpPr>
        <p:spPr>
          <a:xfrm>
            <a:off x="34417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Freeform 1187"/>
          <p:cNvSpPr/>
          <p:nvPr/>
        </p:nvSpPr>
        <p:spPr>
          <a:xfrm>
            <a:off x="34671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Freeform 1188"/>
          <p:cNvSpPr/>
          <p:nvPr/>
        </p:nvSpPr>
        <p:spPr>
          <a:xfrm>
            <a:off x="35052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Freeform 1189"/>
          <p:cNvSpPr/>
          <p:nvPr/>
        </p:nvSpPr>
        <p:spPr>
          <a:xfrm>
            <a:off x="35306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Freeform 1190"/>
          <p:cNvSpPr/>
          <p:nvPr/>
        </p:nvSpPr>
        <p:spPr>
          <a:xfrm>
            <a:off x="3556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Freeform 1191"/>
          <p:cNvSpPr/>
          <p:nvPr/>
        </p:nvSpPr>
        <p:spPr>
          <a:xfrm>
            <a:off x="35941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Freeform 1192"/>
          <p:cNvSpPr/>
          <p:nvPr/>
        </p:nvSpPr>
        <p:spPr>
          <a:xfrm>
            <a:off x="36195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Freeform 1193"/>
          <p:cNvSpPr/>
          <p:nvPr/>
        </p:nvSpPr>
        <p:spPr>
          <a:xfrm>
            <a:off x="36576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Freeform 1194"/>
          <p:cNvSpPr/>
          <p:nvPr/>
        </p:nvSpPr>
        <p:spPr>
          <a:xfrm>
            <a:off x="36830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Freeform 1195"/>
          <p:cNvSpPr/>
          <p:nvPr/>
        </p:nvSpPr>
        <p:spPr>
          <a:xfrm>
            <a:off x="3708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Freeform 1196"/>
          <p:cNvSpPr/>
          <p:nvPr/>
        </p:nvSpPr>
        <p:spPr>
          <a:xfrm>
            <a:off x="3746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Freeform 1197"/>
          <p:cNvSpPr/>
          <p:nvPr/>
        </p:nvSpPr>
        <p:spPr>
          <a:xfrm>
            <a:off x="37719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Freeform 1198"/>
          <p:cNvSpPr/>
          <p:nvPr/>
        </p:nvSpPr>
        <p:spPr>
          <a:xfrm>
            <a:off x="38100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Freeform 1199"/>
          <p:cNvSpPr/>
          <p:nvPr/>
        </p:nvSpPr>
        <p:spPr>
          <a:xfrm>
            <a:off x="38354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Freeform 1200"/>
          <p:cNvSpPr/>
          <p:nvPr/>
        </p:nvSpPr>
        <p:spPr>
          <a:xfrm>
            <a:off x="38735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Freeform 1201"/>
          <p:cNvSpPr/>
          <p:nvPr/>
        </p:nvSpPr>
        <p:spPr>
          <a:xfrm>
            <a:off x="38989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Freeform 1202"/>
          <p:cNvSpPr/>
          <p:nvPr/>
        </p:nvSpPr>
        <p:spPr>
          <a:xfrm>
            <a:off x="39243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Freeform 1203"/>
          <p:cNvSpPr/>
          <p:nvPr/>
        </p:nvSpPr>
        <p:spPr>
          <a:xfrm>
            <a:off x="3962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Freeform 1204"/>
          <p:cNvSpPr/>
          <p:nvPr/>
        </p:nvSpPr>
        <p:spPr>
          <a:xfrm>
            <a:off x="39878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Freeform 1205"/>
          <p:cNvSpPr/>
          <p:nvPr/>
        </p:nvSpPr>
        <p:spPr>
          <a:xfrm>
            <a:off x="40259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Freeform 1206"/>
          <p:cNvSpPr/>
          <p:nvPr/>
        </p:nvSpPr>
        <p:spPr>
          <a:xfrm>
            <a:off x="40513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Freeform 1207"/>
          <p:cNvSpPr/>
          <p:nvPr/>
        </p:nvSpPr>
        <p:spPr>
          <a:xfrm>
            <a:off x="40767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Freeform 1208"/>
          <p:cNvSpPr/>
          <p:nvPr/>
        </p:nvSpPr>
        <p:spPr>
          <a:xfrm>
            <a:off x="41148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Freeform 1209"/>
          <p:cNvSpPr/>
          <p:nvPr/>
        </p:nvSpPr>
        <p:spPr>
          <a:xfrm>
            <a:off x="4140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Freeform 1210"/>
          <p:cNvSpPr/>
          <p:nvPr/>
        </p:nvSpPr>
        <p:spPr>
          <a:xfrm>
            <a:off x="41783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Freeform 1211"/>
          <p:cNvSpPr/>
          <p:nvPr/>
        </p:nvSpPr>
        <p:spPr>
          <a:xfrm>
            <a:off x="4203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Freeform 1212"/>
          <p:cNvSpPr/>
          <p:nvPr/>
        </p:nvSpPr>
        <p:spPr>
          <a:xfrm>
            <a:off x="42291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Freeform 1213"/>
          <p:cNvSpPr/>
          <p:nvPr/>
        </p:nvSpPr>
        <p:spPr>
          <a:xfrm>
            <a:off x="42672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Freeform 1214"/>
          <p:cNvSpPr/>
          <p:nvPr/>
        </p:nvSpPr>
        <p:spPr>
          <a:xfrm>
            <a:off x="42926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Freeform 1215"/>
          <p:cNvSpPr/>
          <p:nvPr/>
        </p:nvSpPr>
        <p:spPr>
          <a:xfrm>
            <a:off x="3429000" y="1612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Freeform 1216"/>
          <p:cNvSpPr/>
          <p:nvPr/>
        </p:nvSpPr>
        <p:spPr>
          <a:xfrm>
            <a:off x="3454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Freeform 1217"/>
          <p:cNvSpPr/>
          <p:nvPr/>
        </p:nvSpPr>
        <p:spPr>
          <a:xfrm>
            <a:off x="3492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Freeform 1218"/>
          <p:cNvSpPr/>
          <p:nvPr/>
        </p:nvSpPr>
        <p:spPr>
          <a:xfrm>
            <a:off x="3517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Freeform 1219"/>
          <p:cNvSpPr/>
          <p:nvPr/>
        </p:nvSpPr>
        <p:spPr>
          <a:xfrm>
            <a:off x="35560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Freeform 1220"/>
          <p:cNvSpPr/>
          <p:nvPr/>
        </p:nvSpPr>
        <p:spPr>
          <a:xfrm>
            <a:off x="35814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Freeform 1221"/>
          <p:cNvSpPr/>
          <p:nvPr/>
        </p:nvSpPr>
        <p:spPr>
          <a:xfrm>
            <a:off x="36068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Freeform 1222"/>
          <p:cNvSpPr/>
          <p:nvPr/>
        </p:nvSpPr>
        <p:spPr>
          <a:xfrm>
            <a:off x="3644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Freeform 1223"/>
          <p:cNvSpPr/>
          <p:nvPr/>
        </p:nvSpPr>
        <p:spPr>
          <a:xfrm>
            <a:off x="36703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Freeform 1224"/>
          <p:cNvSpPr/>
          <p:nvPr/>
        </p:nvSpPr>
        <p:spPr>
          <a:xfrm>
            <a:off x="3708400" y="158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Freeform 1225"/>
          <p:cNvSpPr/>
          <p:nvPr/>
        </p:nvSpPr>
        <p:spPr>
          <a:xfrm>
            <a:off x="37338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Freeform 1226"/>
          <p:cNvSpPr/>
          <p:nvPr/>
        </p:nvSpPr>
        <p:spPr>
          <a:xfrm>
            <a:off x="37592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Freeform 1227"/>
          <p:cNvSpPr/>
          <p:nvPr/>
        </p:nvSpPr>
        <p:spPr>
          <a:xfrm>
            <a:off x="37973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Freeform 1228"/>
          <p:cNvSpPr/>
          <p:nvPr/>
        </p:nvSpPr>
        <p:spPr>
          <a:xfrm>
            <a:off x="38227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Freeform 1229"/>
          <p:cNvSpPr/>
          <p:nvPr/>
        </p:nvSpPr>
        <p:spPr>
          <a:xfrm>
            <a:off x="38608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Freeform 1230"/>
          <p:cNvSpPr/>
          <p:nvPr/>
        </p:nvSpPr>
        <p:spPr>
          <a:xfrm>
            <a:off x="38862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Freeform 1231"/>
          <p:cNvSpPr/>
          <p:nvPr/>
        </p:nvSpPr>
        <p:spPr>
          <a:xfrm>
            <a:off x="39116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Freeform 1232"/>
          <p:cNvSpPr/>
          <p:nvPr/>
        </p:nvSpPr>
        <p:spPr>
          <a:xfrm>
            <a:off x="3949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Freeform 1233"/>
          <p:cNvSpPr/>
          <p:nvPr/>
        </p:nvSpPr>
        <p:spPr>
          <a:xfrm>
            <a:off x="39751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Freeform 1234"/>
          <p:cNvSpPr/>
          <p:nvPr/>
        </p:nvSpPr>
        <p:spPr>
          <a:xfrm>
            <a:off x="40132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Freeform 1235"/>
          <p:cNvSpPr/>
          <p:nvPr/>
        </p:nvSpPr>
        <p:spPr>
          <a:xfrm>
            <a:off x="40386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Freeform 1236"/>
          <p:cNvSpPr/>
          <p:nvPr/>
        </p:nvSpPr>
        <p:spPr>
          <a:xfrm>
            <a:off x="40767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Freeform 1237"/>
          <p:cNvSpPr/>
          <p:nvPr/>
        </p:nvSpPr>
        <p:spPr>
          <a:xfrm>
            <a:off x="41021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Freeform 1238"/>
          <p:cNvSpPr/>
          <p:nvPr/>
        </p:nvSpPr>
        <p:spPr>
          <a:xfrm>
            <a:off x="41275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Freeform 1239"/>
          <p:cNvSpPr/>
          <p:nvPr/>
        </p:nvSpPr>
        <p:spPr>
          <a:xfrm>
            <a:off x="4165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Freeform 1240"/>
          <p:cNvSpPr/>
          <p:nvPr/>
        </p:nvSpPr>
        <p:spPr>
          <a:xfrm>
            <a:off x="41910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Freeform 1241"/>
          <p:cNvSpPr/>
          <p:nvPr/>
        </p:nvSpPr>
        <p:spPr>
          <a:xfrm>
            <a:off x="42291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Freeform 1242"/>
          <p:cNvSpPr/>
          <p:nvPr/>
        </p:nvSpPr>
        <p:spPr>
          <a:xfrm>
            <a:off x="42545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Freeform 1243"/>
          <p:cNvSpPr/>
          <p:nvPr/>
        </p:nvSpPr>
        <p:spPr>
          <a:xfrm>
            <a:off x="42799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Freeform 1244"/>
          <p:cNvSpPr/>
          <p:nvPr/>
        </p:nvSpPr>
        <p:spPr>
          <a:xfrm>
            <a:off x="3416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Freeform 1245"/>
          <p:cNvSpPr/>
          <p:nvPr/>
        </p:nvSpPr>
        <p:spPr>
          <a:xfrm>
            <a:off x="3441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Freeform 1246"/>
          <p:cNvSpPr/>
          <p:nvPr/>
        </p:nvSpPr>
        <p:spPr>
          <a:xfrm>
            <a:off x="34798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Freeform 1247"/>
          <p:cNvSpPr/>
          <p:nvPr/>
        </p:nvSpPr>
        <p:spPr>
          <a:xfrm>
            <a:off x="35052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Freeform 1248"/>
          <p:cNvSpPr/>
          <p:nvPr/>
        </p:nvSpPr>
        <p:spPr>
          <a:xfrm>
            <a:off x="35433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Freeform 1249"/>
          <p:cNvSpPr/>
          <p:nvPr/>
        </p:nvSpPr>
        <p:spPr>
          <a:xfrm>
            <a:off x="35687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Freeform 1250"/>
          <p:cNvSpPr/>
          <p:nvPr/>
        </p:nvSpPr>
        <p:spPr>
          <a:xfrm>
            <a:off x="35941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Freeform 1251"/>
          <p:cNvSpPr/>
          <p:nvPr/>
        </p:nvSpPr>
        <p:spPr>
          <a:xfrm>
            <a:off x="3632200" y="158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Freeform 1252"/>
          <p:cNvSpPr/>
          <p:nvPr/>
        </p:nvSpPr>
        <p:spPr>
          <a:xfrm>
            <a:off x="3657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Freeform 1253"/>
          <p:cNvSpPr/>
          <p:nvPr/>
        </p:nvSpPr>
        <p:spPr>
          <a:xfrm>
            <a:off x="36957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Freeform 1254"/>
          <p:cNvSpPr/>
          <p:nvPr/>
        </p:nvSpPr>
        <p:spPr>
          <a:xfrm>
            <a:off x="37211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Freeform 1255"/>
          <p:cNvSpPr/>
          <p:nvPr/>
        </p:nvSpPr>
        <p:spPr>
          <a:xfrm>
            <a:off x="37592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Freeform 1256"/>
          <p:cNvSpPr/>
          <p:nvPr/>
        </p:nvSpPr>
        <p:spPr>
          <a:xfrm>
            <a:off x="37846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Freeform 1257"/>
          <p:cNvSpPr/>
          <p:nvPr/>
        </p:nvSpPr>
        <p:spPr>
          <a:xfrm>
            <a:off x="38100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Freeform 1258"/>
          <p:cNvSpPr/>
          <p:nvPr/>
        </p:nvSpPr>
        <p:spPr>
          <a:xfrm>
            <a:off x="38481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Freeform 1259"/>
          <p:cNvSpPr/>
          <p:nvPr/>
        </p:nvSpPr>
        <p:spPr>
          <a:xfrm>
            <a:off x="38735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Freeform 1260"/>
          <p:cNvSpPr/>
          <p:nvPr/>
        </p:nvSpPr>
        <p:spPr>
          <a:xfrm>
            <a:off x="3911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Freeform 1261"/>
          <p:cNvSpPr/>
          <p:nvPr/>
        </p:nvSpPr>
        <p:spPr>
          <a:xfrm>
            <a:off x="3937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Freeform 1262"/>
          <p:cNvSpPr/>
          <p:nvPr/>
        </p:nvSpPr>
        <p:spPr>
          <a:xfrm>
            <a:off x="39624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Freeform 1263"/>
          <p:cNvSpPr/>
          <p:nvPr/>
        </p:nvSpPr>
        <p:spPr>
          <a:xfrm>
            <a:off x="40005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Freeform 1264"/>
          <p:cNvSpPr/>
          <p:nvPr/>
        </p:nvSpPr>
        <p:spPr>
          <a:xfrm>
            <a:off x="40259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Freeform 1265"/>
          <p:cNvSpPr/>
          <p:nvPr/>
        </p:nvSpPr>
        <p:spPr>
          <a:xfrm>
            <a:off x="40640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Freeform 1266"/>
          <p:cNvSpPr/>
          <p:nvPr/>
        </p:nvSpPr>
        <p:spPr>
          <a:xfrm>
            <a:off x="4089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Freeform 1267"/>
          <p:cNvSpPr/>
          <p:nvPr/>
        </p:nvSpPr>
        <p:spPr>
          <a:xfrm>
            <a:off x="41148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Freeform 1268"/>
          <p:cNvSpPr/>
          <p:nvPr/>
        </p:nvSpPr>
        <p:spPr>
          <a:xfrm>
            <a:off x="41529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Freeform 1269"/>
          <p:cNvSpPr/>
          <p:nvPr/>
        </p:nvSpPr>
        <p:spPr>
          <a:xfrm>
            <a:off x="41783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Freeform 1270"/>
          <p:cNvSpPr/>
          <p:nvPr/>
        </p:nvSpPr>
        <p:spPr>
          <a:xfrm>
            <a:off x="4216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Freeform 1271"/>
          <p:cNvSpPr/>
          <p:nvPr/>
        </p:nvSpPr>
        <p:spPr>
          <a:xfrm>
            <a:off x="42418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Freeform 1272"/>
          <p:cNvSpPr/>
          <p:nvPr/>
        </p:nvSpPr>
        <p:spPr>
          <a:xfrm>
            <a:off x="42799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Freeform 1273"/>
          <p:cNvSpPr/>
          <p:nvPr/>
        </p:nvSpPr>
        <p:spPr>
          <a:xfrm>
            <a:off x="34036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Freeform 1274"/>
          <p:cNvSpPr/>
          <p:nvPr/>
        </p:nvSpPr>
        <p:spPr>
          <a:xfrm>
            <a:off x="34417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Freeform 1275"/>
          <p:cNvSpPr/>
          <p:nvPr/>
        </p:nvSpPr>
        <p:spPr>
          <a:xfrm>
            <a:off x="34671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Freeform 1276"/>
          <p:cNvSpPr/>
          <p:nvPr/>
        </p:nvSpPr>
        <p:spPr>
          <a:xfrm>
            <a:off x="3492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Freeform 1277"/>
          <p:cNvSpPr/>
          <p:nvPr/>
        </p:nvSpPr>
        <p:spPr>
          <a:xfrm>
            <a:off x="3530600" y="158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Freeform 1278"/>
          <p:cNvSpPr/>
          <p:nvPr/>
        </p:nvSpPr>
        <p:spPr>
          <a:xfrm>
            <a:off x="35560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Freeform 1279"/>
          <p:cNvSpPr/>
          <p:nvPr/>
        </p:nvSpPr>
        <p:spPr>
          <a:xfrm>
            <a:off x="35941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Freeform 1280"/>
          <p:cNvSpPr/>
          <p:nvPr/>
        </p:nvSpPr>
        <p:spPr>
          <a:xfrm>
            <a:off x="36195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Freeform 1281"/>
          <p:cNvSpPr/>
          <p:nvPr/>
        </p:nvSpPr>
        <p:spPr>
          <a:xfrm>
            <a:off x="36449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Freeform 1282"/>
          <p:cNvSpPr/>
          <p:nvPr/>
        </p:nvSpPr>
        <p:spPr>
          <a:xfrm>
            <a:off x="36830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Freeform 1283"/>
          <p:cNvSpPr/>
          <p:nvPr/>
        </p:nvSpPr>
        <p:spPr>
          <a:xfrm>
            <a:off x="37084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Freeform 1284"/>
          <p:cNvSpPr/>
          <p:nvPr/>
        </p:nvSpPr>
        <p:spPr>
          <a:xfrm>
            <a:off x="37465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Freeform 1285"/>
          <p:cNvSpPr/>
          <p:nvPr/>
        </p:nvSpPr>
        <p:spPr>
          <a:xfrm>
            <a:off x="3771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Freeform 1286"/>
          <p:cNvSpPr/>
          <p:nvPr/>
        </p:nvSpPr>
        <p:spPr>
          <a:xfrm>
            <a:off x="37973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Freeform 1287"/>
          <p:cNvSpPr/>
          <p:nvPr/>
        </p:nvSpPr>
        <p:spPr>
          <a:xfrm>
            <a:off x="38354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Freeform 1288"/>
          <p:cNvSpPr/>
          <p:nvPr/>
        </p:nvSpPr>
        <p:spPr>
          <a:xfrm>
            <a:off x="38608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Freeform 1289"/>
          <p:cNvSpPr/>
          <p:nvPr/>
        </p:nvSpPr>
        <p:spPr>
          <a:xfrm>
            <a:off x="38989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Freeform 1290"/>
          <p:cNvSpPr/>
          <p:nvPr/>
        </p:nvSpPr>
        <p:spPr>
          <a:xfrm>
            <a:off x="39243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Freeform 1291"/>
          <p:cNvSpPr/>
          <p:nvPr/>
        </p:nvSpPr>
        <p:spPr>
          <a:xfrm>
            <a:off x="3962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Freeform 1292"/>
          <p:cNvSpPr/>
          <p:nvPr/>
        </p:nvSpPr>
        <p:spPr>
          <a:xfrm>
            <a:off x="39878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Freeform 1293"/>
          <p:cNvSpPr/>
          <p:nvPr/>
        </p:nvSpPr>
        <p:spPr>
          <a:xfrm>
            <a:off x="4013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Freeform 1294"/>
          <p:cNvSpPr/>
          <p:nvPr/>
        </p:nvSpPr>
        <p:spPr>
          <a:xfrm>
            <a:off x="40513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Freeform 1295"/>
          <p:cNvSpPr/>
          <p:nvPr/>
        </p:nvSpPr>
        <p:spPr>
          <a:xfrm>
            <a:off x="40767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Freeform 1296"/>
          <p:cNvSpPr/>
          <p:nvPr/>
        </p:nvSpPr>
        <p:spPr>
          <a:xfrm>
            <a:off x="41148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Freeform 1297"/>
          <p:cNvSpPr/>
          <p:nvPr/>
        </p:nvSpPr>
        <p:spPr>
          <a:xfrm>
            <a:off x="4140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Freeform 1298"/>
          <p:cNvSpPr/>
          <p:nvPr/>
        </p:nvSpPr>
        <p:spPr>
          <a:xfrm>
            <a:off x="41656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Freeform 1299"/>
          <p:cNvSpPr/>
          <p:nvPr/>
        </p:nvSpPr>
        <p:spPr>
          <a:xfrm>
            <a:off x="42037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Freeform 1300"/>
          <p:cNvSpPr/>
          <p:nvPr/>
        </p:nvSpPr>
        <p:spPr>
          <a:xfrm>
            <a:off x="42291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Freeform 1301"/>
          <p:cNvSpPr/>
          <p:nvPr/>
        </p:nvSpPr>
        <p:spPr>
          <a:xfrm>
            <a:off x="4267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Freeform 1302"/>
          <p:cNvSpPr/>
          <p:nvPr/>
        </p:nvSpPr>
        <p:spPr>
          <a:xfrm>
            <a:off x="33909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Freeform 1303"/>
          <p:cNvSpPr/>
          <p:nvPr/>
        </p:nvSpPr>
        <p:spPr>
          <a:xfrm>
            <a:off x="3429000" y="158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Freeform 1304"/>
          <p:cNvSpPr/>
          <p:nvPr/>
        </p:nvSpPr>
        <p:spPr>
          <a:xfrm>
            <a:off x="3454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Freeform 1305"/>
          <p:cNvSpPr/>
          <p:nvPr/>
        </p:nvSpPr>
        <p:spPr>
          <a:xfrm>
            <a:off x="34798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Freeform 1306"/>
          <p:cNvSpPr/>
          <p:nvPr/>
        </p:nvSpPr>
        <p:spPr>
          <a:xfrm>
            <a:off x="35179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Freeform 1307"/>
          <p:cNvSpPr/>
          <p:nvPr/>
        </p:nvSpPr>
        <p:spPr>
          <a:xfrm>
            <a:off x="3543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Freeform 1308"/>
          <p:cNvSpPr/>
          <p:nvPr/>
        </p:nvSpPr>
        <p:spPr>
          <a:xfrm>
            <a:off x="3581400" y="1574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Freeform 1309"/>
          <p:cNvSpPr/>
          <p:nvPr/>
        </p:nvSpPr>
        <p:spPr>
          <a:xfrm>
            <a:off x="3606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Freeform 1310"/>
          <p:cNvSpPr/>
          <p:nvPr/>
        </p:nvSpPr>
        <p:spPr>
          <a:xfrm>
            <a:off x="36449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Freeform 1311"/>
          <p:cNvSpPr/>
          <p:nvPr/>
        </p:nvSpPr>
        <p:spPr>
          <a:xfrm>
            <a:off x="36703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Freeform 1312"/>
          <p:cNvSpPr/>
          <p:nvPr/>
        </p:nvSpPr>
        <p:spPr>
          <a:xfrm>
            <a:off x="3695700" y="156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Freeform 1313"/>
          <p:cNvSpPr/>
          <p:nvPr/>
        </p:nvSpPr>
        <p:spPr>
          <a:xfrm>
            <a:off x="37338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Freeform 1314"/>
          <p:cNvSpPr/>
          <p:nvPr/>
        </p:nvSpPr>
        <p:spPr>
          <a:xfrm>
            <a:off x="37592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Freeform 1315"/>
          <p:cNvSpPr/>
          <p:nvPr/>
        </p:nvSpPr>
        <p:spPr>
          <a:xfrm>
            <a:off x="37973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Freeform 1316"/>
          <p:cNvSpPr/>
          <p:nvPr/>
        </p:nvSpPr>
        <p:spPr>
          <a:xfrm>
            <a:off x="38227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Freeform 1317"/>
          <p:cNvSpPr/>
          <p:nvPr/>
        </p:nvSpPr>
        <p:spPr>
          <a:xfrm>
            <a:off x="38481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Freeform 1318"/>
          <p:cNvSpPr/>
          <p:nvPr/>
        </p:nvSpPr>
        <p:spPr>
          <a:xfrm>
            <a:off x="3886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Freeform 1319"/>
          <p:cNvSpPr/>
          <p:nvPr/>
        </p:nvSpPr>
        <p:spPr>
          <a:xfrm>
            <a:off x="39116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Freeform 1320"/>
          <p:cNvSpPr/>
          <p:nvPr/>
        </p:nvSpPr>
        <p:spPr>
          <a:xfrm>
            <a:off x="39497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Freeform 1321"/>
          <p:cNvSpPr/>
          <p:nvPr/>
        </p:nvSpPr>
        <p:spPr>
          <a:xfrm>
            <a:off x="39751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Freeform 1322"/>
          <p:cNvSpPr/>
          <p:nvPr/>
        </p:nvSpPr>
        <p:spPr>
          <a:xfrm>
            <a:off x="40005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Freeform 1323"/>
          <p:cNvSpPr/>
          <p:nvPr/>
        </p:nvSpPr>
        <p:spPr>
          <a:xfrm>
            <a:off x="4038600" y="1511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Freeform 1324"/>
          <p:cNvSpPr/>
          <p:nvPr/>
        </p:nvSpPr>
        <p:spPr>
          <a:xfrm>
            <a:off x="40640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Freeform 1325"/>
          <p:cNvSpPr/>
          <p:nvPr/>
        </p:nvSpPr>
        <p:spPr>
          <a:xfrm>
            <a:off x="41021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Freeform 1326"/>
          <p:cNvSpPr/>
          <p:nvPr/>
        </p:nvSpPr>
        <p:spPr>
          <a:xfrm>
            <a:off x="41275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Freeform 1327"/>
          <p:cNvSpPr/>
          <p:nvPr/>
        </p:nvSpPr>
        <p:spPr>
          <a:xfrm>
            <a:off x="41656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Freeform 1328"/>
          <p:cNvSpPr/>
          <p:nvPr/>
        </p:nvSpPr>
        <p:spPr>
          <a:xfrm>
            <a:off x="41910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Freeform 1329"/>
          <p:cNvSpPr/>
          <p:nvPr/>
        </p:nvSpPr>
        <p:spPr>
          <a:xfrm>
            <a:off x="42164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Freeform 1330"/>
          <p:cNvSpPr/>
          <p:nvPr/>
        </p:nvSpPr>
        <p:spPr>
          <a:xfrm>
            <a:off x="42545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Freeform 1331"/>
          <p:cNvSpPr/>
          <p:nvPr/>
        </p:nvSpPr>
        <p:spPr>
          <a:xfrm>
            <a:off x="33782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Freeform 1332"/>
          <p:cNvSpPr/>
          <p:nvPr/>
        </p:nvSpPr>
        <p:spPr>
          <a:xfrm>
            <a:off x="34163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Freeform 1333"/>
          <p:cNvSpPr/>
          <p:nvPr/>
        </p:nvSpPr>
        <p:spPr>
          <a:xfrm>
            <a:off x="34417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Freeform 1334"/>
          <p:cNvSpPr/>
          <p:nvPr/>
        </p:nvSpPr>
        <p:spPr>
          <a:xfrm>
            <a:off x="3479800" y="1574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Freeform 1335"/>
          <p:cNvSpPr/>
          <p:nvPr/>
        </p:nvSpPr>
        <p:spPr>
          <a:xfrm>
            <a:off x="35052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Freeform 1336"/>
          <p:cNvSpPr/>
          <p:nvPr/>
        </p:nvSpPr>
        <p:spPr>
          <a:xfrm>
            <a:off x="35306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Freeform 1337"/>
          <p:cNvSpPr/>
          <p:nvPr/>
        </p:nvSpPr>
        <p:spPr>
          <a:xfrm>
            <a:off x="35687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Freeform 1338"/>
          <p:cNvSpPr/>
          <p:nvPr/>
        </p:nvSpPr>
        <p:spPr>
          <a:xfrm>
            <a:off x="35941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Freeform 1339"/>
          <p:cNvSpPr/>
          <p:nvPr/>
        </p:nvSpPr>
        <p:spPr>
          <a:xfrm>
            <a:off x="3632200" y="1562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Freeform 1340"/>
          <p:cNvSpPr/>
          <p:nvPr/>
        </p:nvSpPr>
        <p:spPr>
          <a:xfrm>
            <a:off x="36576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Freeform 1341"/>
          <p:cNvSpPr/>
          <p:nvPr/>
        </p:nvSpPr>
        <p:spPr>
          <a:xfrm>
            <a:off x="36830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Freeform 1342"/>
          <p:cNvSpPr/>
          <p:nvPr/>
        </p:nvSpPr>
        <p:spPr>
          <a:xfrm>
            <a:off x="37211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Freeform 1343"/>
          <p:cNvSpPr/>
          <p:nvPr/>
        </p:nvSpPr>
        <p:spPr>
          <a:xfrm>
            <a:off x="37465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Freeform 1344"/>
          <p:cNvSpPr/>
          <p:nvPr/>
        </p:nvSpPr>
        <p:spPr>
          <a:xfrm>
            <a:off x="3784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Freeform 1345"/>
          <p:cNvSpPr/>
          <p:nvPr/>
        </p:nvSpPr>
        <p:spPr>
          <a:xfrm>
            <a:off x="38100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Freeform 1346"/>
          <p:cNvSpPr/>
          <p:nvPr/>
        </p:nvSpPr>
        <p:spPr>
          <a:xfrm>
            <a:off x="38481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Freeform 1347"/>
          <p:cNvSpPr/>
          <p:nvPr/>
        </p:nvSpPr>
        <p:spPr>
          <a:xfrm>
            <a:off x="38735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Freeform 1348"/>
          <p:cNvSpPr/>
          <p:nvPr/>
        </p:nvSpPr>
        <p:spPr>
          <a:xfrm>
            <a:off x="38989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Freeform 1349"/>
          <p:cNvSpPr/>
          <p:nvPr/>
        </p:nvSpPr>
        <p:spPr>
          <a:xfrm>
            <a:off x="39370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Freeform 1350"/>
          <p:cNvSpPr/>
          <p:nvPr/>
        </p:nvSpPr>
        <p:spPr>
          <a:xfrm>
            <a:off x="3962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Freeform 1351"/>
          <p:cNvSpPr/>
          <p:nvPr/>
        </p:nvSpPr>
        <p:spPr>
          <a:xfrm>
            <a:off x="40005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Freeform 1352"/>
          <p:cNvSpPr/>
          <p:nvPr/>
        </p:nvSpPr>
        <p:spPr>
          <a:xfrm>
            <a:off x="40259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Freeform 1353"/>
          <p:cNvSpPr/>
          <p:nvPr/>
        </p:nvSpPr>
        <p:spPr>
          <a:xfrm>
            <a:off x="40513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Freeform 1354"/>
          <p:cNvSpPr/>
          <p:nvPr/>
        </p:nvSpPr>
        <p:spPr>
          <a:xfrm>
            <a:off x="40894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Freeform 1355"/>
          <p:cNvSpPr/>
          <p:nvPr/>
        </p:nvSpPr>
        <p:spPr>
          <a:xfrm>
            <a:off x="41148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Freeform 1356"/>
          <p:cNvSpPr/>
          <p:nvPr/>
        </p:nvSpPr>
        <p:spPr>
          <a:xfrm>
            <a:off x="41529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Freeform 1357"/>
          <p:cNvSpPr/>
          <p:nvPr/>
        </p:nvSpPr>
        <p:spPr>
          <a:xfrm>
            <a:off x="41783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Freeform 1358"/>
          <p:cNvSpPr/>
          <p:nvPr/>
        </p:nvSpPr>
        <p:spPr>
          <a:xfrm>
            <a:off x="42037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Freeform 1359"/>
          <p:cNvSpPr/>
          <p:nvPr/>
        </p:nvSpPr>
        <p:spPr>
          <a:xfrm>
            <a:off x="42418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Freeform 1360"/>
          <p:cNvSpPr/>
          <p:nvPr/>
        </p:nvSpPr>
        <p:spPr>
          <a:xfrm>
            <a:off x="3378200" y="1574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Freeform 1361"/>
          <p:cNvSpPr/>
          <p:nvPr/>
        </p:nvSpPr>
        <p:spPr>
          <a:xfrm>
            <a:off x="34036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Freeform 1362"/>
          <p:cNvSpPr/>
          <p:nvPr/>
        </p:nvSpPr>
        <p:spPr>
          <a:xfrm>
            <a:off x="3429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Freeform 1363"/>
          <p:cNvSpPr/>
          <p:nvPr/>
        </p:nvSpPr>
        <p:spPr>
          <a:xfrm>
            <a:off x="3467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Freeform 1364"/>
          <p:cNvSpPr/>
          <p:nvPr/>
        </p:nvSpPr>
        <p:spPr>
          <a:xfrm>
            <a:off x="34925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Freeform 1365"/>
          <p:cNvSpPr/>
          <p:nvPr/>
        </p:nvSpPr>
        <p:spPr>
          <a:xfrm>
            <a:off x="3530600" y="1562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Freeform 1366"/>
          <p:cNvSpPr/>
          <p:nvPr/>
        </p:nvSpPr>
        <p:spPr>
          <a:xfrm>
            <a:off x="35560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Freeform 1367"/>
          <p:cNvSpPr/>
          <p:nvPr/>
        </p:nvSpPr>
        <p:spPr>
          <a:xfrm>
            <a:off x="35814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Freeform 1368"/>
          <p:cNvSpPr/>
          <p:nvPr/>
        </p:nvSpPr>
        <p:spPr>
          <a:xfrm>
            <a:off x="36195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Freeform 1369"/>
          <p:cNvSpPr/>
          <p:nvPr/>
        </p:nvSpPr>
        <p:spPr>
          <a:xfrm>
            <a:off x="3644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Freeform 1370"/>
          <p:cNvSpPr/>
          <p:nvPr/>
        </p:nvSpPr>
        <p:spPr>
          <a:xfrm>
            <a:off x="36830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Freeform 1371"/>
          <p:cNvSpPr/>
          <p:nvPr/>
        </p:nvSpPr>
        <p:spPr>
          <a:xfrm>
            <a:off x="37084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Freeform 1372"/>
          <p:cNvSpPr/>
          <p:nvPr/>
        </p:nvSpPr>
        <p:spPr>
          <a:xfrm>
            <a:off x="37338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Freeform 1373"/>
          <p:cNvSpPr/>
          <p:nvPr/>
        </p:nvSpPr>
        <p:spPr>
          <a:xfrm>
            <a:off x="3771900" y="1511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Freeform 1374"/>
          <p:cNvSpPr/>
          <p:nvPr/>
        </p:nvSpPr>
        <p:spPr>
          <a:xfrm>
            <a:off x="37973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Freeform 1375"/>
          <p:cNvSpPr/>
          <p:nvPr/>
        </p:nvSpPr>
        <p:spPr>
          <a:xfrm>
            <a:off x="38354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Freeform 1376"/>
          <p:cNvSpPr/>
          <p:nvPr/>
        </p:nvSpPr>
        <p:spPr>
          <a:xfrm>
            <a:off x="38608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Freeform 1377"/>
          <p:cNvSpPr/>
          <p:nvPr/>
        </p:nvSpPr>
        <p:spPr>
          <a:xfrm>
            <a:off x="38989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Freeform 1378"/>
          <p:cNvSpPr/>
          <p:nvPr/>
        </p:nvSpPr>
        <p:spPr>
          <a:xfrm>
            <a:off x="39243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Freeform 1379"/>
          <p:cNvSpPr/>
          <p:nvPr/>
        </p:nvSpPr>
        <p:spPr>
          <a:xfrm>
            <a:off x="39497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Freeform 1380"/>
          <p:cNvSpPr/>
          <p:nvPr/>
        </p:nvSpPr>
        <p:spPr>
          <a:xfrm>
            <a:off x="39878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Freeform 1381"/>
          <p:cNvSpPr/>
          <p:nvPr/>
        </p:nvSpPr>
        <p:spPr>
          <a:xfrm>
            <a:off x="40132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Freeform 1382"/>
          <p:cNvSpPr/>
          <p:nvPr/>
        </p:nvSpPr>
        <p:spPr>
          <a:xfrm>
            <a:off x="40513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Freeform 1383"/>
          <p:cNvSpPr/>
          <p:nvPr/>
        </p:nvSpPr>
        <p:spPr>
          <a:xfrm>
            <a:off x="40767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Freeform 1384"/>
          <p:cNvSpPr/>
          <p:nvPr/>
        </p:nvSpPr>
        <p:spPr>
          <a:xfrm>
            <a:off x="41021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Freeform 1385"/>
          <p:cNvSpPr/>
          <p:nvPr/>
        </p:nvSpPr>
        <p:spPr>
          <a:xfrm>
            <a:off x="41402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Freeform 1386"/>
          <p:cNvSpPr/>
          <p:nvPr/>
        </p:nvSpPr>
        <p:spPr>
          <a:xfrm>
            <a:off x="41656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Freeform 1387"/>
          <p:cNvSpPr/>
          <p:nvPr/>
        </p:nvSpPr>
        <p:spPr>
          <a:xfrm>
            <a:off x="42037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Freeform 1388"/>
          <p:cNvSpPr/>
          <p:nvPr/>
        </p:nvSpPr>
        <p:spPr>
          <a:xfrm>
            <a:off x="42291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Freeform 1389"/>
          <p:cNvSpPr/>
          <p:nvPr/>
        </p:nvSpPr>
        <p:spPr>
          <a:xfrm>
            <a:off x="33655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Freeform 1390"/>
          <p:cNvSpPr/>
          <p:nvPr/>
        </p:nvSpPr>
        <p:spPr>
          <a:xfrm>
            <a:off x="33909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Freeform 1391"/>
          <p:cNvSpPr/>
          <p:nvPr/>
        </p:nvSpPr>
        <p:spPr>
          <a:xfrm>
            <a:off x="34163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Freeform 1392"/>
          <p:cNvSpPr/>
          <p:nvPr/>
        </p:nvSpPr>
        <p:spPr>
          <a:xfrm>
            <a:off x="3454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Freeform 1393"/>
          <p:cNvSpPr/>
          <p:nvPr/>
        </p:nvSpPr>
        <p:spPr>
          <a:xfrm>
            <a:off x="34798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Freeform 1394"/>
          <p:cNvSpPr/>
          <p:nvPr/>
        </p:nvSpPr>
        <p:spPr>
          <a:xfrm>
            <a:off x="3517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Freeform 1395"/>
          <p:cNvSpPr/>
          <p:nvPr/>
        </p:nvSpPr>
        <p:spPr>
          <a:xfrm>
            <a:off x="35433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Freeform 1396"/>
          <p:cNvSpPr/>
          <p:nvPr/>
        </p:nvSpPr>
        <p:spPr>
          <a:xfrm>
            <a:off x="35814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Freeform 1397"/>
          <p:cNvSpPr/>
          <p:nvPr/>
        </p:nvSpPr>
        <p:spPr>
          <a:xfrm>
            <a:off x="36068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Freeform 1398"/>
          <p:cNvSpPr/>
          <p:nvPr/>
        </p:nvSpPr>
        <p:spPr>
          <a:xfrm>
            <a:off x="3632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Freeform 1399"/>
          <p:cNvSpPr/>
          <p:nvPr/>
        </p:nvSpPr>
        <p:spPr>
          <a:xfrm>
            <a:off x="36703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Freeform 1400"/>
          <p:cNvSpPr/>
          <p:nvPr/>
        </p:nvSpPr>
        <p:spPr>
          <a:xfrm>
            <a:off x="3695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Freeform 1401"/>
          <p:cNvSpPr/>
          <p:nvPr/>
        </p:nvSpPr>
        <p:spPr>
          <a:xfrm>
            <a:off x="37338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Freeform 1402"/>
          <p:cNvSpPr/>
          <p:nvPr/>
        </p:nvSpPr>
        <p:spPr>
          <a:xfrm>
            <a:off x="3759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Freeform 1403"/>
          <p:cNvSpPr/>
          <p:nvPr/>
        </p:nvSpPr>
        <p:spPr>
          <a:xfrm>
            <a:off x="3784600" y="147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Freeform 1404"/>
          <p:cNvSpPr/>
          <p:nvPr/>
        </p:nvSpPr>
        <p:spPr>
          <a:xfrm>
            <a:off x="38227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D6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Freeform 1405"/>
          <p:cNvSpPr/>
          <p:nvPr/>
        </p:nvSpPr>
        <p:spPr>
          <a:xfrm>
            <a:off x="38481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D5"/>
          </a:solidFill>
          <a:ln w="3175">
            <a:solidFill>
              <a:srgbClr val="000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Freeform 1406"/>
          <p:cNvSpPr/>
          <p:nvPr/>
        </p:nvSpPr>
        <p:spPr>
          <a:xfrm>
            <a:off x="38862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Freeform 1407"/>
          <p:cNvSpPr/>
          <p:nvPr/>
        </p:nvSpPr>
        <p:spPr>
          <a:xfrm>
            <a:off x="39116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8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Freeform 1408"/>
          <p:cNvSpPr/>
          <p:nvPr/>
        </p:nvSpPr>
        <p:spPr>
          <a:xfrm>
            <a:off x="39370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Freeform 1409"/>
          <p:cNvSpPr/>
          <p:nvPr/>
        </p:nvSpPr>
        <p:spPr>
          <a:xfrm>
            <a:off x="39751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5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Freeform 1410"/>
          <p:cNvSpPr/>
          <p:nvPr/>
        </p:nvSpPr>
        <p:spPr>
          <a:xfrm>
            <a:off x="4000500" y="147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4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Freeform 1411"/>
          <p:cNvSpPr/>
          <p:nvPr/>
        </p:nvSpPr>
        <p:spPr>
          <a:xfrm>
            <a:off x="40386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Freeform 1412"/>
          <p:cNvSpPr/>
          <p:nvPr/>
        </p:nvSpPr>
        <p:spPr>
          <a:xfrm>
            <a:off x="40640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Freeform 1413"/>
          <p:cNvSpPr/>
          <p:nvPr/>
        </p:nvSpPr>
        <p:spPr>
          <a:xfrm>
            <a:off x="41021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2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AC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Freeform 1414"/>
          <p:cNvSpPr/>
          <p:nvPr/>
        </p:nvSpPr>
        <p:spPr>
          <a:xfrm>
            <a:off x="4127500" y="1473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B"/>
          </a:solidFill>
          <a:ln w="3175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Freeform 1415"/>
          <p:cNvSpPr/>
          <p:nvPr/>
        </p:nvSpPr>
        <p:spPr>
          <a:xfrm>
            <a:off x="4152900" y="147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Freeform 1416"/>
          <p:cNvSpPr/>
          <p:nvPr/>
        </p:nvSpPr>
        <p:spPr>
          <a:xfrm>
            <a:off x="4191000" y="1473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Freeform 1417"/>
          <p:cNvSpPr/>
          <p:nvPr/>
        </p:nvSpPr>
        <p:spPr>
          <a:xfrm>
            <a:off x="42164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Freeform 1418"/>
          <p:cNvSpPr/>
          <p:nvPr/>
        </p:nvSpPr>
        <p:spPr>
          <a:xfrm>
            <a:off x="33528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Freeform 1419"/>
          <p:cNvSpPr/>
          <p:nvPr/>
        </p:nvSpPr>
        <p:spPr>
          <a:xfrm>
            <a:off x="33782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Freeform 1420"/>
          <p:cNvSpPr/>
          <p:nvPr/>
        </p:nvSpPr>
        <p:spPr>
          <a:xfrm>
            <a:off x="34163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Freeform 1421"/>
          <p:cNvSpPr/>
          <p:nvPr/>
        </p:nvSpPr>
        <p:spPr>
          <a:xfrm>
            <a:off x="3441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Freeform 1422"/>
          <p:cNvSpPr/>
          <p:nvPr/>
        </p:nvSpPr>
        <p:spPr>
          <a:xfrm>
            <a:off x="34671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Freeform 1423"/>
          <p:cNvSpPr/>
          <p:nvPr/>
        </p:nvSpPr>
        <p:spPr>
          <a:xfrm>
            <a:off x="35052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Freeform 1424"/>
          <p:cNvSpPr/>
          <p:nvPr/>
        </p:nvSpPr>
        <p:spPr>
          <a:xfrm>
            <a:off x="35306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Freeform 1425"/>
          <p:cNvSpPr/>
          <p:nvPr/>
        </p:nvSpPr>
        <p:spPr>
          <a:xfrm>
            <a:off x="35687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Freeform 1426"/>
          <p:cNvSpPr/>
          <p:nvPr/>
        </p:nvSpPr>
        <p:spPr>
          <a:xfrm>
            <a:off x="35941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Freeform 1427"/>
          <p:cNvSpPr/>
          <p:nvPr/>
        </p:nvSpPr>
        <p:spPr>
          <a:xfrm>
            <a:off x="36195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Freeform 1428"/>
          <p:cNvSpPr/>
          <p:nvPr/>
        </p:nvSpPr>
        <p:spPr>
          <a:xfrm>
            <a:off x="3657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Freeform 1429"/>
          <p:cNvSpPr/>
          <p:nvPr/>
        </p:nvSpPr>
        <p:spPr>
          <a:xfrm>
            <a:off x="36830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Freeform 1430"/>
          <p:cNvSpPr/>
          <p:nvPr/>
        </p:nvSpPr>
        <p:spPr>
          <a:xfrm>
            <a:off x="3721100" y="1511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Freeform 1431"/>
          <p:cNvSpPr/>
          <p:nvPr/>
        </p:nvSpPr>
        <p:spPr>
          <a:xfrm>
            <a:off x="37465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Freeform 1432"/>
          <p:cNvSpPr/>
          <p:nvPr/>
        </p:nvSpPr>
        <p:spPr>
          <a:xfrm>
            <a:off x="37846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Freeform 1433"/>
          <p:cNvSpPr/>
          <p:nvPr/>
        </p:nvSpPr>
        <p:spPr>
          <a:xfrm>
            <a:off x="3810000" y="140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00FF"/>
          </a:solidFill>
          <a:ln w="3175">
            <a:solidFill>
              <a:srgbClr val="000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Freeform 1434"/>
          <p:cNvSpPr/>
          <p:nvPr/>
        </p:nvSpPr>
        <p:spPr>
          <a:xfrm>
            <a:off x="3835400" y="140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Freeform 1435"/>
          <p:cNvSpPr/>
          <p:nvPr/>
        </p:nvSpPr>
        <p:spPr>
          <a:xfrm>
            <a:off x="3873500" y="1435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5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Freeform 1436"/>
          <p:cNvSpPr/>
          <p:nvPr/>
        </p:nvSpPr>
        <p:spPr>
          <a:xfrm>
            <a:off x="38989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B"/>
          </a:solidFill>
          <a:ln w="3175">
            <a:solidFill>
              <a:srgbClr val="0000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Freeform 1437"/>
          <p:cNvSpPr/>
          <p:nvPr/>
        </p:nvSpPr>
        <p:spPr>
          <a:xfrm>
            <a:off x="39370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Freeform 1438"/>
          <p:cNvSpPr/>
          <p:nvPr/>
        </p:nvSpPr>
        <p:spPr>
          <a:xfrm>
            <a:off x="39624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3"/>
          </a:solidFill>
          <a:ln w="3175">
            <a:solidFill>
              <a:srgbClr val="000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Freeform 1439"/>
          <p:cNvSpPr/>
          <p:nvPr/>
        </p:nvSpPr>
        <p:spPr>
          <a:xfrm>
            <a:off x="3987800" y="142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Freeform 1440"/>
          <p:cNvSpPr/>
          <p:nvPr/>
        </p:nvSpPr>
        <p:spPr>
          <a:xfrm>
            <a:off x="4025900" y="140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Freeform 1441"/>
          <p:cNvSpPr/>
          <p:nvPr/>
        </p:nvSpPr>
        <p:spPr>
          <a:xfrm>
            <a:off x="40513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FD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Freeform 1442"/>
          <p:cNvSpPr/>
          <p:nvPr/>
        </p:nvSpPr>
        <p:spPr>
          <a:xfrm>
            <a:off x="4089400" y="140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1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Freeform 1443"/>
          <p:cNvSpPr/>
          <p:nvPr/>
        </p:nvSpPr>
        <p:spPr>
          <a:xfrm>
            <a:off x="4114800" y="1422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A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Freeform 1444"/>
          <p:cNvSpPr/>
          <p:nvPr/>
        </p:nvSpPr>
        <p:spPr>
          <a:xfrm>
            <a:off x="4140200" y="140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Freeform 1445"/>
          <p:cNvSpPr/>
          <p:nvPr/>
        </p:nvSpPr>
        <p:spPr>
          <a:xfrm>
            <a:off x="4178300" y="140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Freeform 1446"/>
          <p:cNvSpPr/>
          <p:nvPr/>
        </p:nvSpPr>
        <p:spPr>
          <a:xfrm>
            <a:off x="4203700" y="140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Freeform 1447"/>
          <p:cNvSpPr/>
          <p:nvPr/>
        </p:nvSpPr>
        <p:spPr>
          <a:xfrm>
            <a:off x="33401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Freeform 1448"/>
          <p:cNvSpPr/>
          <p:nvPr/>
        </p:nvSpPr>
        <p:spPr>
          <a:xfrm>
            <a:off x="33655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Freeform 1449"/>
          <p:cNvSpPr/>
          <p:nvPr/>
        </p:nvSpPr>
        <p:spPr>
          <a:xfrm>
            <a:off x="34036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Freeform 1450"/>
          <p:cNvSpPr/>
          <p:nvPr/>
        </p:nvSpPr>
        <p:spPr>
          <a:xfrm>
            <a:off x="3429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Freeform 1451"/>
          <p:cNvSpPr/>
          <p:nvPr/>
        </p:nvSpPr>
        <p:spPr>
          <a:xfrm>
            <a:off x="3467100" y="1511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Freeform 1452"/>
          <p:cNvSpPr/>
          <p:nvPr/>
        </p:nvSpPr>
        <p:spPr>
          <a:xfrm>
            <a:off x="3492500" y="1511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Freeform 1453"/>
          <p:cNvSpPr/>
          <p:nvPr/>
        </p:nvSpPr>
        <p:spPr>
          <a:xfrm>
            <a:off x="35179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Freeform 1454"/>
          <p:cNvSpPr/>
          <p:nvPr/>
        </p:nvSpPr>
        <p:spPr>
          <a:xfrm>
            <a:off x="35560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Freeform 1455"/>
          <p:cNvSpPr/>
          <p:nvPr/>
        </p:nvSpPr>
        <p:spPr>
          <a:xfrm>
            <a:off x="35814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Freeform 1456"/>
          <p:cNvSpPr/>
          <p:nvPr/>
        </p:nvSpPr>
        <p:spPr>
          <a:xfrm>
            <a:off x="36195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Freeform 1457"/>
          <p:cNvSpPr/>
          <p:nvPr/>
        </p:nvSpPr>
        <p:spPr>
          <a:xfrm>
            <a:off x="36449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Freeform 1458"/>
          <p:cNvSpPr/>
          <p:nvPr/>
        </p:nvSpPr>
        <p:spPr>
          <a:xfrm>
            <a:off x="36703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Freeform 1459"/>
          <p:cNvSpPr/>
          <p:nvPr/>
        </p:nvSpPr>
        <p:spPr>
          <a:xfrm>
            <a:off x="37084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Freeform 1460"/>
          <p:cNvSpPr/>
          <p:nvPr/>
        </p:nvSpPr>
        <p:spPr>
          <a:xfrm>
            <a:off x="37338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Freeform 1461"/>
          <p:cNvSpPr/>
          <p:nvPr/>
        </p:nvSpPr>
        <p:spPr>
          <a:xfrm>
            <a:off x="37719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Freeform 1462"/>
          <p:cNvSpPr/>
          <p:nvPr/>
        </p:nvSpPr>
        <p:spPr>
          <a:xfrm>
            <a:off x="3797300" y="1397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Freeform 1463"/>
          <p:cNvSpPr/>
          <p:nvPr/>
        </p:nvSpPr>
        <p:spPr>
          <a:xfrm>
            <a:off x="3822700" y="139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Freeform 1464"/>
          <p:cNvSpPr/>
          <p:nvPr/>
        </p:nvSpPr>
        <p:spPr>
          <a:xfrm>
            <a:off x="38608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Freeform 1465"/>
          <p:cNvSpPr/>
          <p:nvPr/>
        </p:nvSpPr>
        <p:spPr>
          <a:xfrm>
            <a:off x="3886200" y="1422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B"/>
          </a:solidFill>
          <a:ln w="3175">
            <a:solidFill>
              <a:srgbClr val="000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Freeform 1466"/>
          <p:cNvSpPr/>
          <p:nvPr/>
        </p:nvSpPr>
        <p:spPr>
          <a:xfrm>
            <a:off x="39243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Freeform 1467"/>
          <p:cNvSpPr/>
          <p:nvPr/>
        </p:nvSpPr>
        <p:spPr>
          <a:xfrm>
            <a:off x="3949700" y="1409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1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Freeform 1468"/>
          <p:cNvSpPr/>
          <p:nvPr/>
        </p:nvSpPr>
        <p:spPr>
          <a:xfrm>
            <a:off x="3987800" y="1384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0" y="5"/>
                </a:lnTo>
                <a:close/>
              </a:path>
            </a:pathLst>
          </a:custGeom>
          <a:solidFill>
            <a:srgbClr val="001EFF"/>
          </a:solidFill>
          <a:ln w="3175">
            <a:solidFill>
              <a:srgbClr val="001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Freeform 1469"/>
          <p:cNvSpPr/>
          <p:nvPr/>
        </p:nvSpPr>
        <p:spPr>
          <a:xfrm>
            <a:off x="4013200" y="137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Freeform 1470"/>
          <p:cNvSpPr/>
          <p:nvPr/>
        </p:nvSpPr>
        <p:spPr>
          <a:xfrm>
            <a:off x="40386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49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Freeform 1471"/>
          <p:cNvSpPr/>
          <p:nvPr/>
        </p:nvSpPr>
        <p:spPr>
          <a:xfrm>
            <a:off x="4076700" y="137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Freeform 1472"/>
          <p:cNvSpPr/>
          <p:nvPr/>
        </p:nvSpPr>
        <p:spPr>
          <a:xfrm>
            <a:off x="4102100" y="137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Freeform 1473"/>
          <p:cNvSpPr/>
          <p:nvPr/>
        </p:nvSpPr>
        <p:spPr>
          <a:xfrm>
            <a:off x="4140200" y="1358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0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Freeform 1474"/>
          <p:cNvSpPr/>
          <p:nvPr/>
        </p:nvSpPr>
        <p:spPr>
          <a:xfrm>
            <a:off x="4165600" y="1358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Freeform 1475"/>
          <p:cNvSpPr/>
          <p:nvPr/>
        </p:nvSpPr>
        <p:spPr>
          <a:xfrm>
            <a:off x="4191000" y="135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Freeform 1476"/>
          <p:cNvSpPr/>
          <p:nvPr/>
        </p:nvSpPr>
        <p:spPr>
          <a:xfrm>
            <a:off x="33274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Freeform 1477"/>
          <p:cNvSpPr/>
          <p:nvPr/>
        </p:nvSpPr>
        <p:spPr>
          <a:xfrm>
            <a:off x="33528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Freeform 1478"/>
          <p:cNvSpPr/>
          <p:nvPr/>
        </p:nvSpPr>
        <p:spPr>
          <a:xfrm>
            <a:off x="33909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Freeform 1479"/>
          <p:cNvSpPr/>
          <p:nvPr/>
        </p:nvSpPr>
        <p:spPr>
          <a:xfrm>
            <a:off x="34163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Freeform 1480"/>
          <p:cNvSpPr/>
          <p:nvPr/>
        </p:nvSpPr>
        <p:spPr>
          <a:xfrm>
            <a:off x="34544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Freeform 1481"/>
          <p:cNvSpPr/>
          <p:nvPr/>
        </p:nvSpPr>
        <p:spPr>
          <a:xfrm>
            <a:off x="34798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Freeform 1482"/>
          <p:cNvSpPr/>
          <p:nvPr/>
        </p:nvSpPr>
        <p:spPr>
          <a:xfrm>
            <a:off x="35052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Freeform 1483"/>
          <p:cNvSpPr/>
          <p:nvPr/>
        </p:nvSpPr>
        <p:spPr>
          <a:xfrm>
            <a:off x="35433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Freeform 1484"/>
          <p:cNvSpPr/>
          <p:nvPr/>
        </p:nvSpPr>
        <p:spPr>
          <a:xfrm>
            <a:off x="35687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Freeform 1485"/>
          <p:cNvSpPr/>
          <p:nvPr/>
        </p:nvSpPr>
        <p:spPr>
          <a:xfrm>
            <a:off x="36068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Freeform 1486"/>
          <p:cNvSpPr/>
          <p:nvPr/>
        </p:nvSpPr>
        <p:spPr>
          <a:xfrm>
            <a:off x="36322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Freeform 1487"/>
          <p:cNvSpPr/>
          <p:nvPr/>
        </p:nvSpPr>
        <p:spPr>
          <a:xfrm>
            <a:off x="36703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Freeform 1488"/>
          <p:cNvSpPr/>
          <p:nvPr/>
        </p:nvSpPr>
        <p:spPr>
          <a:xfrm>
            <a:off x="36957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Freeform 1489"/>
          <p:cNvSpPr/>
          <p:nvPr/>
        </p:nvSpPr>
        <p:spPr>
          <a:xfrm>
            <a:off x="37211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Freeform 1490"/>
          <p:cNvSpPr/>
          <p:nvPr/>
        </p:nvSpPr>
        <p:spPr>
          <a:xfrm>
            <a:off x="37592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Freeform 1491"/>
          <p:cNvSpPr/>
          <p:nvPr/>
        </p:nvSpPr>
        <p:spPr>
          <a:xfrm>
            <a:off x="3784600" y="1397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18FF"/>
          </a:solidFill>
          <a:ln w="3175">
            <a:solidFill>
              <a:srgbClr val="001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Freeform 1492"/>
          <p:cNvSpPr/>
          <p:nvPr/>
        </p:nvSpPr>
        <p:spPr>
          <a:xfrm>
            <a:off x="3822700" y="139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43FF"/>
          </a:solidFill>
          <a:ln w="3175">
            <a:solidFill>
              <a:srgbClr val="003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Freeform 1493"/>
          <p:cNvSpPr/>
          <p:nvPr/>
        </p:nvSpPr>
        <p:spPr>
          <a:xfrm>
            <a:off x="38481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Freeform 1494"/>
          <p:cNvSpPr/>
          <p:nvPr/>
        </p:nvSpPr>
        <p:spPr>
          <a:xfrm>
            <a:off x="3873500" y="1397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Freeform 1495"/>
          <p:cNvSpPr/>
          <p:nvPr/>
        </p:nvSpPr>
        <p:spPr>
          <a:xfrm>
            <a:off x="39116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Freeform 1496"/>
          <p:cNvSpPr/>
          <p:nvPr/>
        </p:nvSpPr>
        <p:spPr>
          <a:xfrm>
            <a:off x="3937000" y="137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Freeform 1497"/>
          <p:cNvSpPr/>
          <p:nvPr/>
        </p:nvSpPr>
        <p:spPr>
          <a:xfrm>
            <a:off x="3975100" y="1358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Freeform 1498"/>
          <p:cNvSpPr/>
          <p:nvPr/>
        </p:nvSpPr>
        <p:spPr>
          <a:xfrm>
            <a:off x="4000500" y="1333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Freeform 1499"/>
          <p:cNvSpPr/>
          <p:nvPr/>
        </p:nvSpPr>
        <p:spPr>
          <a:xfrm>
            <a:off x="40259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7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Freeform 1500"/>
          <p:cNvSpPr/>
          <p:nvPr/>
        </p:nvSpPr>
        <p:spPr>
          <a:xfrm>
            <a:off x="4064000" y="1320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Freeform 1501"/>
          <p:cNvSpPr/>
          <p:nvPr/>
        </p:nvSpPr>
        <p:spPr>
          <a:xfrm>
            <a:off x="40894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Freeform 1502"/>
          <p:cNvSpPr/>
          <p:nvPr/>
        </p:nvSpPr>
        <p:spPr>
          <a:xfrm>
            <a:off x="4127500" y="1320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Freeform 1503"/>
          <p:cNvSpPr/>
          <p:nvPr/>
        </p:nvSpPr>
        <p:spPr>
          <a:xfrm>
            <a:off x="4152900" y="1308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Freeform 1504"/>
          <p:cNvSpPr/>
          <p:nvPr/>
        </p:nvSpPr>
        <p:spPr>
          <a:xfrm>
            <a:off x="4191000" y="1308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Freeform 1505"/>
          <p:cNvSpPr/>
          <p:nvPr/>
        </p:nvSpPr>
        <p:spPr>
          <a:xfrm>
            <a:off x="33147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Freeform 1506"/>
          <p:cNvSpPr/>
          <p:nvPr/>
        </p:nvSpPr>
        <p:spPr>
          <a:xfrm>
            <a:off x="33528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Freeform 1507"/>
          <p:cNvSpPr/>
          <p:nvPr/>
        </p:nvSpPr>
        <p:spPr>
          <a:xfrm>
            <a:off x="33782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Freeform 1508"/>
          <p:cNvSpPr/>
          <p:nvPr/>
        </p:nvSpPr>
        <p:spPr>
          <a:xfrm>
            <a:off x="3403600" y="1511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Freeform 1509"/>
          <p:cNvSpPr/>
          <p:nvPr/>
        </p:nvSpPr>
        <p:spPr>
          <a:xfrm>
            <a:off x="34417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Freeform 1510"/>
          <p:cNvSpPr/>
          <p:nvPr/>
        </p:nvSpPr>
        <p:spPr>
          <a:xfrm>
            <a:off x="34671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Freeform 1511"/>
          <p:cNvSpPr/>
          <p:nvPr/>
        </p:nvSpPr>
        <p:spPr>
          <a:xfrm>
            <a:off x="35052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Freeform 1512"/>
          <p:cNvSpPr/>
          <p:nvPr/>
        </p:nvSpPr>
        <p:spPr>
          <a:xfrm>
            <a:off x="35306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Freeform 1513"/>
          <p:cNvSpPr/>
          <p:nvPr/>
        </p:nvSpPr>
        <p:spPr>
          <a:xfrm>
            <a:off x="3556000" y="1498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Freeform 1514"/>
          <p:cNvSpPr/>
          <p:nvPr/>
        </p:nvSpPr>
        <p:spPr>
          <a:xfrm>
            <a:off x="35941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Freeform 1515"/>
          <p:cNvSpPr/>
          <p:nvPr/>
        </p:nvSpPr>
        <p:spPr>
          <a:xfrm>
            <a:off x="3619500" y="1498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Freeform 1516"/>
          <p:cNvSpPr/>
          <p:nvPr/>
        </p:nvSpPr>
        <p:spPr>
          <a:xfrm>
            <a:off x="36576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Freeform 1517"/>
          <p:cNvSpPr/>
          <p:nvPr/>
        </p:nvSpPr>
        <p:spPr>
          <a:xfrm>
            <a:off x="36830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Freeform 1518"/>
          <p:cNvSpPr/>
          <p:nvPr/>
        </p:nvSpPr>
        <p:spPr>
          <a:xfrm>
            <a:off x="37084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Freeform 1519"/>
          <p:cNvSpPr/>
          <p:nvPr/>
        </p:nvSpPr>
        <p:spPr>
          <a:xfrm>
            <a:off x="37465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Freeform 1520"/>
          <p:cNvSpPr/>
          <p:nvPr/>
        </p:nvSpPr>
        <p:spPr>
          <a:xfrm>
            <a:off x="37719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Freeform 1521"/>
          <p:cNvSpPr/>
          <p:nvPr/>
        </p:nvSpPr>
        <p:spPr>
          <a:xfrm>
            <a:off x="38100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Freeform 1522"/>
          <p:cNvSpPr/>
          <p:nvPr/>
        </p:nvSpPr>
        <p:spPr>
          <a:xfrm>
            <a:off x="38354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0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Freeform 1523"/>
          <p:cNvSpPr/>
          <p:nvPr/>
        </p:nvSpPr>
        <p:spPr>
          <a:xfrm>
            <a:off x="38735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Freeform 1524"/>
          <p:cNvSpPr/>
          <p:nvPr/>
        </p:nvSpPr>
        <p:spPr>
          <a:xfrm>
            <a:off x="38989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Freeform 1525"/>
          <p:cNvSpPr/>
          <p:nvPr/>
        </p:nvSpPr>
        <p:spPr>
          <a:xfrm>
            <a:off x="39243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EFF"/>
          </a:solidFill>
          <a:ln w="3175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Freeform 1526"/>
          <p:cNvSpPr/>
          <p:nvPr/>
        </p:nvSpPr>
        <p:spPr>
          <a:xfrm>
            <a:off x="3962400" y="1333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Freeform 1527"/>
          <p:cNvSpPr/>
          <p:nvPr/>
        </p:nvSpPr>
        <p:spPr>
          <a:xfrm>
            <a:off x="3987800" y="132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Freeform 1528"/>
          <p:cNvSpPr/>
          <p:nvPr/>
        </p:nvSpPr>
        <p:spPr>
          <a:xfrm>
            <a:off x="4025900" y="1282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3"/>
                </a:lnTo>
                <a:lnTo>
                  <a:pt x="0" y="4"/>
                </a:lnTo>
                <a:close/>
              </a:path>
            </a:pathLst>
          </a:custGeom>
          <a:solidFill>
            <a:srgbClr val="00B9FF"/>
          </a:solidFill>
          <a:ln w="3175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Freeform 1529"/>
          <p:cNvSpPr/>
          <p:nvPr/>
        </p:nvSpPr>
        <p:spPr>
          <a:xfrm>
            <a:off x="4051300" y="1257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Freeform 1530"/>
          <p:cNvSpPr/>
          <p:nvPr/>
        </p:nvSpPr>
        <p:spPr>
          <a:xfrm>
            <a:off x="4076700" y="1257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Freeform 1531"/>
          <p:cNvSpPr/>
          <p:nvPr/>
        </p:nvSpPr>
        <p:spPr>
          <a:xfrm>
            <a:off x="4114800" y="1257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Freeform 1532"/>
          <p:cNvSpPr/>
          <p:nvPr/>
        </p:nvSpPr>
        <p:spPr>
          <a:xfrm>
            <a:off x="4140200" y="1257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Freeform 1533"/>
          <p:cNvSpPr/>
          <p:nvPr/>
        </p:nvSpPr>
        <p:spPr>
          <a:xfrm>
            <a:off x="4178300" y="1257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Freeform 1534"/>
          <p:cNvSpPr/>
          <p:nvPr/>
        </p:nvSpPr>
        <p:spPr>
          <a:xfrm>
            <a:off x="33020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Freeform 1535"/>
          <p:cNvSpPr/>
          <p:nvPr/>
        </p:nvSpPr>
        <p:spPr>
          <a:xfrm>
            <a:off x="33401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Freeform 1536"/>
          <p:cNvSpPr/>
          <p:nvPr/>
        </p:nvSpPr>
        <p:spPr>
          <a:xfrm>
            <a:off x="33655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Freeform 1537"/>
          <p:cNvSpPr/>
          <p:nvPr/>
        </p:nvSpPr>
        <p:spPr>
          <a:xfrm>
            <a:off x="3390900" y="1511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Freeform 1538"/>
          <p:cNvSpPr/>
          <p:nvPr/>
        </p:nvSpPr>
        <p:spPr>
          <a:xfrm>
            <a:off x="34290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Freeform 1539"/>
          <p:cNvSpPr/>
          <p:nvPr/>
        </p:nvSpPr>
        <p:spPr>
          <a:xfrm>
            <a:off x="3454400" y="1511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Freeform 1540"/>
          <p:cNvSpPr/>
          <p:nvPr/>
        </p:nvSpPr>
        <p:spPr>
          <a:xfrm>
            <a:off x="3492500" y="151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Freeform 1541"/>
          <p:cNvSpPr/>
          <p:nvPr/>
        </p:nvSpPr>
        <p:spPr>
          <a:xfrm>
            <a:off x="3517900" y="149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Freeform 1542"/>
          <p:cNvSpPr/>
          <p:nvPr/>
        </p:nvSpPr>
        <p:spPr>
          <a:xfrm>
            <a:off x="35560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Freeform 1543"/>
          <p:cNvSpPr/>
          <p:nvPr/>
        </p:nvSpPr>
        <p:spPr>
          <a:xfrm>
            <a:off x="35814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Freeform 1544"/>
          <p:cNvSpPr/>
          <p:nvPr/>
        </p:nvSpPr>
        <p:spPr>
          <a:xfrm>
            <a:off x="3606800" y="1498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Freeform 1545"/>
          <p:cNvSpPr/>
          <p:nvPr/>
        </p:nvSpPr>
        <p:spPr>
          <a:xfrm>
            <a:off x="3644900" y="149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Freeform 1546"/>
          <p:cNvSpPr/>
          <p:nvPr/>
        </p:nvSpPr>
        <p:spPr>
          <a:xfrm>
            <a:off x="36703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Freeform 1547"/>
          <p:cNvSpPr/>
          <p:nvPr/>
        </p:nvSpPr>
        <p:spPr>
          <a:xfrm>
            <a:off x="3708400" y="147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Freeform 1548"/>
          <p:cNvSpPr/>
          <p:nvPr/>
        </p:nvSpPr>
        <p:spPr>
          <a:xfrm>
            <a:off x="37338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Freeform 1549"/>
          <p:cNvSpPr/>
          <p:nvPr/>
        </p:nvSpPr>
        <p:spPr>
          <a:xfrm>
            <a:off x="37592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1AFF"/>
          </a:solidFill>
          <a:ln w="3175">
            <a:solidFill>
              <a:srgbClr val="001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Freeform 1550"/>
          <p:cNvSpPr/>
          <p:nvPr/>
        </p:nvSpPr>
        <p:spPr>
          <a:xfrm>
            <a:off x="37973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Freeform 1551"/>
          <p:cNvSpPr/>
          <p:nvPr/>
        </p:nvSpPr>
        <p:spPr>
          <a:xfrm>
            <a:off x="38227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Freeform 1552"/>
          <p:cNvSpPr/>
          <p:nvPr/>
        </p:nvSpPr>
        <p:spPr>
          <a:xfrm>
            <a:off x="38608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A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Freeform 1553"/>
          <p:cNvSpPr/>
          <p:nvPr/>
        </p:nvSpPr>
        <p:spPr>
          <a:xfrm>
            <a:off x="38862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Freeform 1554"/>
          <p:cNvSpPr/>
          <p:nvPr/>
        </p:nvSpPr>
        <p:spPr>
          <a:xfrm>
            <a:off x="39116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Freeform 1555"/>
          <p:cNvSpPr/>
          <p:nvPr/>
        </p:nvSpPr>
        <p:spPr>
          <a:xfrm>
            <a:off x="3949700" y="132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8CFF"/>
          </a:solidFill>
          <a:ln w="3175">
            <a:solidFill>
              <a:srgbClr val="007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Freeform 1556"/>
          <p:cNvSpPr/>
          <p:nvPr/>
        </p:nvSpPr>
        <p:spPr>
          <a:xfrm>
            <a:off x="3975100" y="129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ADFF"/>
          </a:solidFill>
          <a:ln w="3175">
            <a:solidFill>
              <a:srgbClr val="008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Freeform 1557"/>
          <p:cNvSpPr/>
          <p:nvPr/>
        </p:nvSpPr>
        <p:spPr>
          <a:xfrm>
            <a:off x="4013200" y="1270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D6FF"/>
          </a:solidFill>
          <a:ln w="3175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Freeform 1558"/>
          <p:cNvSpPr/>
          <p:nvPr/>
        </p:nvSpPr>
        <p:spPr>
          <a:xfrm>
            <a:off x="4038600" y="1231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DFFF2"/>
          </a:solidFill>
          <a:ln w="3175">
            <a:solidFill>
              <a:srgbClr val="0AC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Freeform 1559"/>
          <p:cNvSpPr/>
          <p:nvPr/>
        </p:nvSpPr>
        <p:spPr>
          <a:xfrm>
            <a:off x="4076700" y="1181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6"/>
                </a:lnTo>
                <a:lnTo>
                  <a:pt x="2" y="0"/>
                </a:lnTo>
                <a:lnTo>
                  <a:pt x="0" y="4"/>
                </a:lnTo>
                <a:lnTo>
                  <a:pt x="0" y="6"/>
                </a:lnTo>
                <a:close/>
              </a:path>
            </a:pathLst>
          </a:custGeom>
          <a:solidFill>
            <a:srgbClr val="42FFBD"/>
          </a:solidFill>
          <a:ln w="3175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Freeform 1560"/>
          <p:cNvSpPr/>
          <p:nvPr/>
        </p:nvSpPr>
        <p:spPr>
          <a:xfrm>
            <a:off x="4102100" y="1181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Freeform 1561"/>
          <p:cNvSpPr/>
          <p:nvPr/>
        </p:nvSpPr>
        <p:spPr>
          <a:xfrm>
            <a:off x="4127500" y="11684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Freeform 1562"/>
          <p:cNvSpPr/>
          <p:nvPr/>
        </p:nvSpPr>
        <p:spPr>
          <a:xfrm>
            <a:off x="4165600" y="11684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Freeform 1563"/>
          <p:cNvSpPr/>
          <p:nvPr/>
        </p:nvSpPr>
        <p:spPr>
          <a:xfrm>
            <a:off x="32893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Freeform 1564"/>
          <p:cNvSpPr/>
          <p:nvPr/>
        </p:nvSpPr>
        <p:spPr>
          <a:xfrm>
            <a:off x="33274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Freeform 1565"/>
          <p:cNvSpPr/>
          <p:nvPr/>
        </p:nvSpPr>
        <p:spPr>
          <a:xfrm>
            <a:off x="33528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Freeform 1566"/>
          <p:cNvSpPr/>
          <p:nvPr/>
        </p:nvSpPr>
        <p:spPr>
          <a:xfrm>
            <a:off x="33909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Freeform 1567"/>
          <p:cNvSpPr/>
          <p:nvPr/>
        </p:nvSpPr>
        <p:spPr>
          <a:xfrm>
            <a:off x="34163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Freeform 1568"/>
          <p:cNvSpPr/>
          <p:nvPr/>
        </p:nvSpPr>
        <p:spPr>
          <a:xfrm>
            <a:off x="3441700" y="1485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Freeform 1569"/>
          <p:cNvSpPr/>
          <p:nvPr/>
        </p:nvSpPr>
        <p:spPr>
          <a:xfrm>
            <a:off x="3479800" y="148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Freeform 1570"/>
          <p:cNvSpPr/>
          <p:nvPr/>
        </p:nvSpPr>
        <p:spPr>
          <a:xfrm>
            <a:off x="3505200" y="147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Freeform 1571"/>
          <p:cNvSpPr/>
          <p:nvPr/>
        </p:nvSpPr>
        <p:spPr>
          <a:xfrm>
            <a:off x="3543300" y="1473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Freeform 1572"/>
          <p:cNvSpPr/>
          <p:nvPr/>
        </p:nvSpPr>
        <p:spPr>
          <a:xfrm>
            <a:off x="3568700" y="1473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Freeform 1573"/>
          <p:cNvSpPr/>
          <p:nvPr/>
        </p:nvSpPr>
        <p:spPr>
          <a:xfrm>
            <a:off x="3594100" y="147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Freeform 1574"/>
          <p:cNvSpPr/>
          <p:nvPr/>
        </p:nvSpPr>
        <p:spPr>
          <a:xfrm>
            <a:off x="3632200" y="1473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Freeform 1575"/>
          <p:cNvSpPr/>
          <p:nvPr/>
        </p:nvSpPr>
        <p:spPr>
          <a:xfrm>
            <a:off x="36576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Freeform 1576"/>
          <p:cNvSpPr/>
          <p:nvPr/>
        </p:nvSpPr>
        <p:spPr>
          <a:xfrm>
            <a:off x="36957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F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Freeform 1577"/>
          <p:cNvSpPr/>
          <p:nvPr/>
        </p:nvSpPr>
        <p:spPr>
          <a:xfrm>
            <a:off x="3721100" y="1333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8"/>
                </a:lnTo>
                <a:lnTo>
                  <a:pt x="3" y="0"/>
                </a:lnTo>
                <a:lnTo>
                  <a:pt x="0" y="9"/>
                </a:lnTo>
                <a:lnTo>
                  <a:pt x="1" y="11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Freeform 1578"/>
          <p:cNvSpPr/>
          <p:nvPr/>
        </p:nvSpPr>
        <p:spPr>
          <a:xfrm>
            <a:off x="3759200" y="12573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0" y="14"/>
                </a:moveTo>
                <a:lnTo>
                  <a:pt x="3" y="10"/>
                </a:lnTo>
                <a:lnTo>
                  <a:pt x="2" y="0"/>
                </a:lnTo>
                <a:lnTo>
                  <a:pt x="0" y="6"/>
                </a:lnTo>
                <a:lnTo>
                  <a:pt x="0" y="14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Freeform 1579"/>
          <p:cNvSpPr/>
          <p:nvPr/>
        </p:nvSpPr>
        <p:spPr>
          <a:xfrm>
            <a:off x="3784600" y="1257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8"/>
                </a:lnTo>
                <a:lnTo>
                  <a:pt x="2" y="1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C1FF"/>
          </a:solidFill>
          <a:ln w="3175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Freeform 1580"/>
          <p:cNvSpPr/>
          <p:nvPr/>
        </p:nvSpPr>
        <p:spPr>
          <a:xfrm>
            <a:off x="3810000" y="1270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Freeform 1581"/>
          <p:cNvSpPr/>
          <p:nvPr/>
        </p:nvSpPr>
        <p:spPr>
          <a:xfrm>
            <a:off x="3848100" y="1282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Freeform 1582"/>
          <p:cNvSpPr/>
          <p:nvPr/>
        </p:nvSpPr>
        <p:spPr>
          <a:xfrm>
            <a:off x="3873500" y="1282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B0FF"/>
          </a:solidFill>
          <a:ln w="3175">
            <a:solidFill>
              <a:srgbClr val="008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Freeform 1583"/>
          <p:cNvSpPr/>
          <p:nvPr/>
        </p:nvSpPr>
        <p:spPr>
          <a:xfrm>
            <a:off x="3911600" y="1282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Freeform 1584"/>
          <p:cNvSpPr/>
          <p:nvPr/>
        </p:nvSpPr>
        <p:spPr>
          <a:xfrm>
            <a:off x="3937000" y="1257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Freeform 1585"/>
          <p:cNvSpPr/>
          <p:nvPr/>
        </p:nvSpPr>
        <p:spPr>
          <a:xfrm>
            <a:off x="3962400" y="1231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E9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Freeform 1586"/>
          <p:cNvSpPr/>
          <p:nvPr/>
        </p:nvSpPr>
        <p:spPr>
          <a:xfrm>
            <a:off x="4000500" y="1206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16FFE9"/>
          </a:solidFill>
          <a:ln w="3175">
            <a:solidFill>
              <a:srgbClr val="12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Freeform 1587"/>
          <p:cNvSpPr/>
          <p:nvPr/>
        </p:nvSpPr>
        <p:spPr>
          <a:xfrm>
            <a:off x="4025900" y="1155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6"/>
                </a:lnTo>
                <a:lnTo>
                  <a:pt x="3" y="0"/>
                </a:lnTo>
                <a:lnTo>
                  <a:pt x="0" y="4"/>
                </a:lnTo>
                <a:lnTo>
                  <a:pt x="1" y="9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Freeform 1588"/>
          <p:cNvSpPr/>
          <p:nvPr/>
        </p:nvSpPr>
        <p:spPr>
          <a:xfrm>
            <a:off x="4064000" y="10795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8"/>
                </a:lnTo>
                <a:lnTo>
                  <a:pt x="2" y="0"/>
                </a:lnTo>
                <a:lnTo>
                  <a:pt x="0" y="6"/>
                </a:lnTo>
                <a:lnTo>
                  <a:pt x="1" y="12"/>
                </a:lnTo>
                <a:close/>
              </a:path>
            </a:pathLst>
          </a:custGeom>
          <a:solidFill>
            <a:srgbClr val="BDFF42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Freeform 1589"/>
          <p:cNvSpPr/>
          <p:nvPr/>
        </p:nvSpPr>
        <p:spPr>
          <a:xfrm>
            <a:off x="4089400" y="1066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FE00"/>
          </a:solidFill>
          <a:ln w="3175">
            <a:solidFill>
              <a:srgbClr val="CC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Freeform 1590"/>
          <p:cNvSpPr/>
          <p:nvPr/>
        </p:nvSpPr>
        <p:spPr>
          <a:xfrm>
            <a:off x="4114800" y="10668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Freeform 1591"/>
          <p:cNvSpPr/>
          <p:nvPr/>
        </p:nvSpPr>
        <p:spPr>
          <a:xfrm>
            <a:off x="4152900" y="10541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Freeform 1592"/>
          <p:cNvSpPr/>
          <p:nvPr/>
        </p:nvSpPr>
        <p:spPr>
          <a:xfrm>
            <a:off x="32766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Freeform 1593"/>
          <p:cNvSpPr/>
          <p:nvPr/>
        </p:nvSpPr>
        <p:spPr>
          <a:xfrm>
            <a:off x="33147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Freeform 1594"/>
          <p:cNvSpPr/>
          <p:nvPr/>
        </p:nvSpPr>
        <p:spPr>
          <a:xfrm>
            <a:off x="33401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Freeform 1595"/>
          <p:cNvSpPr/>
          <p:nvPr/>
        </p:nvSpPr>
        <p:spPr>
          <a:xfrm>
            <a:off x="3378200" y="1447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Freeform 1596"/>
          <p:cNvSpPr/>
          <p:nvPr/>
        </p:nvSpPr>
        <p:spPr>
          <a:xfrm>
            <a:off x="34036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Freeform 1597"/>
          <p:cNvSpPr/>
          <p:nvPr/>
        </p:nvSpPr>
        <p:spPr>
          <a:xfrm>
            <a:off x="34417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Freeform 1598"/>
          <p:cNvSpPr/>
          <p:nvPr/>
        </p:nvSpPr>
        <p:spPr>
          <a:xfrm>
            <a:off x="34671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Freeform 1599"/>
          <p:cNvSpPr/>
          <p:nvPr/>
        </p:nvSpPr>
        <p:spPr>
          <a:xfrm>
            <a:off x="3492500" y="143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Freeform 1600"/>
          <p:cNvSpPr/>
          <p:nvPr/>
        </p:nvSpPr>
        <p:spPr>
          <a:xfrm>
            <a:off x="35306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Freeform 1601"/>
          <p:cNvSpPr/>
          <p:nvPr/>
        </p:nvSpPr>
        <p:spPr>
          <a:xfrm>
            <a:off x="35560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Freeform 1602"/>
          <p:cNvSpPr/>
          <p:nvPr/>
        </p:nvSpPr>
        <p:spPr>
          <a:xfrm>
            <a:off x="35941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Freeform 1603"/>
          <p:cNvSpPr/>
          <p:nvPr/>
        </p:nvSpPr>
        <p:spPr>
          <a:xfrm>
            <a:off x="3619500" y="143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Freeform 1604"/>
          <p:cNvSpPr/>
          <p:nvPr/>
        </p:nvSpPr>
        <p:spPr>
          <a:xfrm>
            <a:off x="36449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9"/>
          </a:solidFill>
          <a:ln w="3175">
            <a:solidFill>
              <a:srgbClr val="0000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Freeform 1605"/>
          <p:cNvSpPr/>
          <p:nvPr/>
        </p:nvSpPr>
        <p:spPr>
          <a:xfrm>
            <a:off x="3683000" y="1409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Freeform 1606"/>
          <p:cNvSpPr/>
          <p:nvPr/>
        </p:nvSpPr>
        <p:spPr>
          <a:xfrm>
            <a:off x="3708400" y="13081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2"/>
                </a:lnTo>
                <a:lnTo>
                  <a:pt x="3" y="0"/>
                </a:lnTo>
                <a:lnTo>
                  <a:pt x="0" y="8"/>
                </a:lnTo>
                <a:lnTo>
                  <a:pt x="1" y="11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Freeform 1607"/>
          <p:cNvSpPr/>
          <p:nvPr/>
        </p:nvSpPr>
        <p:spPr>
          <a:xfrm>
            <a:off x="3746500" y="11684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7"/>
                </a:lnTo>
                <a:lnTo>
                  <a:pt x="2" y="0"/>
                </a:lnTo>
                <a:lnTo>
                  <a:pt x="0" y="11"/>
                </a:lnTo>
                <a:lnTo>
                  <a:pt x="1" y="13"/>
                </a:lnTo>
                <a:close/>
              </a:path>
            </a:pathLst>
          </a:custGeom>
          <a:solidFill>
            <a:srgbClr val="18FFE7"/>
          </a:solidFill>
          <a:ln w="3175">
            <a:solidFill>
              <a:srgbClr val="13CC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Freeform 1608"/>
          <p:cNvSpPr/>
          <p:nvPr/>
        </p:nvSpPr>
        <p:spPr>
          <a:xfrm>
            <a:off x="3771900" y="11684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7"/>
                </a:moveTo>
                <a:lnTo>
                  <a:pt x="3" y="8"/>
                </a:lnTo>
                <a:lnTo>
                  <a:pt x="2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72FF8D"/>
          </a:solidFill>
          <a:ln w="3175">
            <a:solidFill>
              <a:srgbClr val="5CC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Freeform 1609"/>
          <p:cNvSpPr/>
          <p:nvPr/>
        </p:nvSpPr>
        <p:spPr>
          <a:xfrm>
            <a:off x="3797300" y="1181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7"/>
                </a:moveTo>
                <a:lnTo>
                  <a:pt x="4" y="8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2FFAD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Freeform 1610"/>
          <p:cNvSpPr/>
          <p:nvPr/>
        </p:nvSpPr>
        <p:spPr>
          <a:xfrm>
            <a:off x="3835400" y="119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Freeform 1611"/>
          <p:cNvSpPr/>
          <p:nvPr/>
        </p:nvSpPr>
        <p:spPr>
          <a:xfrm>
            <a:off x="3860800" y="1206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33FFCC"/>
          </a:solidFill>
          <a:ln w="3175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Freeform 1612"/>
          <p:cNvSpPr/>
          <p:nvPr/>
        </p:nvSpPr>
        <p:spPr>
          <a:xfrm>
            <a:off x="3898900" y="119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32FFCD"/>
          </a:solidFill>
          <a:ln w="3175">
            <a:solidFill>
              <a:srgbClr val="28C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Freeform 1613"/>
          <p:cNvSpPr/>
          <p:nvPr/>
        </p:nvSpPr>
        <p:spPr>
          <a:xfrm>
            <a:off x="3924300" y="119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2FCC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Freeform 1614"/>
          <p:cNvSpPr/>
          <p:nvPr/>
        </p:nvSpPr>
        <p:spPr>
          <a:xfrm>
            <a:off x="3962400" y="11684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0" y="7"/>
                </a:lnTo>
                <a:close/>
              </a:path>
            </a:pathLst>
          </a:custGeom>
          <a:solidFill>
            <a:srgbClr val="55FFAA"/>
          </a:solidFill>
          <a:ln w="3175">
            <a:solidFill>
              <a:srgbClr val="44C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Freeform 1615"/>
          <p:cNvSpPr/>
          <p:nvPr/>
        </p:nvSpPr>
        <p:spPr>
          <a:xfrm>
            <a:off x="3987800" y="11430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83FF7C"/>
          </a:solidFill>
          <a:ln w="3175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Freeform 1616"/>
          <p:cNvSpPr/>
          <p:nvPr/>
        </p:nvSpPr>
        <p:spPr>
          <a:xfrm>
            <a:off x="4013200" y="10922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5"/>
                </a:lnTo>
                <a:lnTo>
                  <a:pt x="3" y="0"/>
                </a:lnTo>
                <a:lnTo>
                  <a:pt x="0" y="4"/>
                </a:lnTo>
                <a:lnTo>
                  <a:pt x="1" y="9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9FC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Freeform 1617"/>
          <p:cNvSpPr/>
          <p:nvPr/>
        </p:nvSpPr>
        <p:spPr>
          <a:xfrm>
            <a:off x="4051300" y="10160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5"/>
                </a:lnTo>
                <a:lnTo>
                  <a:pt x="2" y="0"/>
                </a:lnTo>
                <a:lnTo>
                  <a:pt x="0" y="6"/>
                </a:lnTo>
                <a:lnTo>
                  <a:pt x="1" y="11"/>
                </a:lnTo>
                <a:close/>
              </a:path>
            </a:pathLst>
          </a:custGeom>
          <a:solidFill>
            <a:srgbClr val="FFC000"/>
          </a:solidFill>
          <a:ln w="3175">
            <a:solidFill>
              <a:srgbClr val="CC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Freeform 1618"/>
          <p:cNvSpPr/>
          <p:nvPr/>
        </p:nvSpPr>
        <p:spPr>
          <a:xfrm>
            <a:off x="4076700" y="1003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Freeform 1619"/>
          <p:cNvSpPr/>
          <p:nvPr/>
        </p:nvSpPr>
        <p:spPr>
          <a:xfrm>
            <a:off x="4114800" y="1003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Freeform 1620"/>
          <p:cNvSpPr/>
          <p:nvPr/>
        </p:nvSpPr>
        <p:spPr>
          <a:xfrm>
            <a:off x="4140200" y="1003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Freeform 1621"/>
          <p:cNvSpPr/>
          <p:nvPr/>
        </p:nvSpPr>
        <p:spPr>
          <a:xfrm>
            <a:off x="32766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Freeform 1622"/>
          <p:cNvSpPr/>
          <p:nvPr/>
        </p:nvSpPr>
        <p:spPr>
          <a:xfrm>
            <a:off x="33020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Freeform 1623"/>
          <p:cNvSpPr/>
          <p:nvPr/>
        </p:nvSpPr>
        <p:spPr>
          <a:xfrm>
            <a:off x="3327400" y="1422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Freeform 1624"/>
          <p:cNvSpPr/>
          <p:nvPr/>
        </p:nvSpPr>
        <p:spPr>
          <a:xfrm>
            <a:off x="3365500" y="1409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Freeform 1625"/>
          <p:cNvSpPr/>
          <p:nvPr/>
        </p:nvSpPr>
        <p:spPr>
          <a:xfrm>
            <a:off x="33909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Freeform 1626"/>
          <p:cNvSpPr/>
          <p:nvPr/>
        </p:nvSpPr>
        <p:spPr>
          <a:xfrm>
            <a:off x="34290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Freeform 1627"/>
          <p:cNvSpPr/>
          <p:nvPr/>
        </p:nvSpPr>
        <p:spPr>
          <a:xfrm>
            <a:off x="34544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Freeform 1628"/>
          <p:cNvSpPr/>
          <p:nvPr/>
        </p:nvSpPr>
        <p:spPr>
          <a:xfrm>
            <a:off x="3479800" y="1397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Freeform 1629"/>
          <p:cNvSpPr/>
          <p:nvPr/>
        </p:nvSpPr>
        <p:spPr>
          <a:xfrm>
            <a:off x="35179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Freeform 1630"/>
          <p:cNvSpPr/>
          <p:nvPr/>
        </p:nvSpPr>
        <p:spPr>
          <a:xfrm>
            <a:off x="3543300" y="139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Freeform 1631"/>
          <p:cNvSpPr/>
          <p:nvPr/>
        </p:nvSpPr>
        <p:spPr>
          <a:xfrm>
            <a:off x="35814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Freeform 1632"/>
          <p:cNvSpPr/>
          <p:nvPr/>
        </p:nvSpPr>
        <p:spPr>
          <a:xfrm>
            <a:off x="36068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Freeform 1633"/>
          <p:cNvSpPr/>
          <p:nvPr/>
        </p:nvSpPr>
        <p:spPr>
          <a:xfrm>
            <a:off x="36449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Freeform 1634"/>
          <p:cNvSpPr/>
          <p:nvPr/>
        </p:nvSpPr>
        <p:spPr>
          <a:xfrm>
            <a:off x="36703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7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Freeform 1635"/>
          <p:cNvSpPr/>
          <p:nvPr/>
        </p:nvSpPr>
        <p:spPr>
          <a:xfrm>
            <a:off x="3695700" y="1295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9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Freeform 1636"/>
          <p:cNvSpPr/>
          <p:nvPr/>
        </p:nvSpPr>
        <p:spPr>
          <a:xfrm>
            <a:off x="3733800" y="11557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4BFFB4"/>
          </a:solidFill>
          <a:ln w="3175">
            <a:solidFill>
              <a:srgbClr val="3C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Freeform 1637"/>
          <p:cNvSpPr/>
          <p:nvPr/>
        </p:nvSpPr>
        <p:spPr>
          <a:xfrm>
            <a:off x="3759200" y="114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4FF2B"/>
          </a:solidFill>
          <a:ln w="3175">
            <a:solidFill>
              <a:srgbClr val="AACC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Freeform 1638"/>
          <p:cNvSpPr/>
          <p:nvPr/>
        </p:nvSpPr>
        <p:spPr>
          <a:xfrm>
            <a:off x="3797300" y="114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C2FF3D"/>
          </a:solidFill>
          <a:ln w="3175">
            <a:solidFill>
              <a:srgbClr val="9B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Freeform 1639"/>
          <p:cNvSpPr/>
          <p:nvPr/>
        </p:nvSpPr>
        <p:spPr>
          <a:xfrm>
            <a:off x="3822700" y="1143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AEFF51"/>
          </a:solidFill>
          <a:ln w="3175">
            <a:solidFill>
              <a:srgbClr val="8CCC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Freeform 1640"/>
          <p:cNvSpPr/>
          <p:nvPr/>
        </p:nvSpPr>
        <p:spPr>
          <a:xfrm>
            <a:off x="3848100" y="1143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Freeform 1641"/>
          <p:cNvSpPr/>
          <p:nvPr/>
        </p:nvSpPr>
        <p:spPr>
          <a:xfrm>
            <a:off x="3886200" y="1143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Freeform 1642"/>
          <p:cNvSpPr/>
          <p:nvPr/>
        </p:nvSpPr>
        <p:spPr>
          <a:xfrm>
            <a:off x="3911600" y="1143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ABFF54"/>
          </a:solidFill>
          <a:ln w="3175">
            <a:solidFill>
              <a:srgbClr val="89CC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Freeform 1643"/>
          <p:cNvSpPr/>
          <p:nvPr/>
        </p:nvSpPr>
        <p:spPr>
          <a:xfrm>
            <a:off x="3949700" y="1130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B6FF49"/>
          </a:solidFill>
          <a:ln w="3175">
            <a:solidFill>
              <a:srgbClr val="92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Freeform 1644"/>
          <p:cNvSpPr/>
          <p:nvPr/>
        </p:nvSpPr>
        <p:spPr>
          <a:xfrm>
            <a:off x="3975100" y="1104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DBFF24"/>
          </a:solidFill>
          <a:ln w="3175">
            <a:solidFill>
              <a:srgbClr val="AFCC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Freeform 1645"/>
          <p:cNvSpPr/>
          <p:nvPr/>
        </p:nvSpPr>
        <p:spPr>
          <a:xfrm>
            <a:off x="4000500" y="1054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3"/>
                </a:lnTo>
                <a:lnTo>
                  <a:pt x="3" y="0"/>
                </a:lnTo>
                <a:lnTo>
                  <a:pt x="0" y="4"/>
                </a:lnTo>
                <a:lnTo>
                  <a:pt x="1" y="7"/>
                </a:lnTo>
                <a:close/>
              </a:path>
            </a:pathLst>
          </a:custGeom>
          <a:solidFill>
            <a:srgbClr val="FFDE00"/>
          </a:solidFill>
          <a:ln w="3175">
            <a:solidFill>
              <a:srgbClr val="CCB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Freeform 1646"/>
          <p:cNvSpPr/>
          <p:nvPr/>
        </p:nvSpPr>
        <p:spPr>
          <a:xfrm>
            <a:off x="4038600" y="9779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3"/>
                </a:lnTo>
                <a:lnTo>
                  <a:pt x="2" y="0"/>
                </a:lnTo>
                <a:lnTo>
                  <a:pt x="0" y="6"/>
                </a:lnTo>
                <a:lnTo>
                  <a:pt x="1" y="9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Freeform 1647"/>
          <p:cNvSpPr/>
          <p:nvPr/>
        </p:nvSpPr>
        <p:spPr>
          <a:xfrm>
            <a:off x="4064000" y="965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FF1600"/>
          </a:solidFill>
          <a:ln w="3175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Freeform 1648"/>
          <p:cNvSpPr/>
          <p:nvPr/>
        </p:nvSpPr>
        <p:spPr>
          <a:xfrm>
            <a:off x="4102100" y="96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Freeform 1649"/>
          <p:cNvSpPr/>
          <p:nvPr/>
        </p:nvSpPr>
        <p:spPr>
          <a:xfrm>
            <a:off x="4127500" y="96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Freeform 1650"/>
          <p:cNvSpPr/>
          <p:nvPr/>
        </p:nvSpPr>
        <p:spPr>
          <a:xfrm>
            <a:off x="32639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Freeform 1651"/>
          <p:cNvSpPr/>
          <p:nvPr/>
        </p:nvSpPr>
        <p:spPr>
          <a:xfrm>
            <a:off x="32893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Freeform 1652"/>
          <p:cNvSpPr/>
          <p:nvPr/>
        </p:nvSpPr>
        <p:spPr>
          <a:xfrm>
            <a:off x="33274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Freeform 1653"/>
          <p:cNvSpPr/>
          <p:nvPr/>
        </p:nvSpPr>
        <p:spPr>
          <a:xfrm>
            <a:off x="33528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Freeform 1654"/>
          <p:cNvSpPr/>
          <p:nvPr/>
        </p:nvSpPr>
        <p:spPr>
          <a:xfrm>
            <a:off x="33782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Freeform 1655"/>
          <p:cNvSpPr/>
          <p:nvPr/>
        </p:nvSpPr>
        <p:spPr>
          <a:xfrm>
            <a:off x="34163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Freeform 1656"/>
          <p:cNvSpPr/>
          <p:nvPr/>
        </p:nvSpPr>
        <p:spPr>
          <a:xfrm>
            <a:off x="34417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Freeform 1657"/>
          <p:cNvSpPr/>
          <p:nvPr/>
        </p:nvSpPr>
        <p:spPr>
          <a:xfrm>
            <a:off x="34798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Freeform 1658"/>
          <p:cNvSpPr/>
          <p:nvPr/>
        </p:nvSpPr>
        <p:spPr>
          <a:xfrm>
            <a:off x="35052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Freeform 1659"/>
          <p:cNvSpPr/>
          <p:nvPr/>
        </p:nvSpPr>
        <p:spPr>
          <a:xfrm>
            <a:off x="35306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Freeform 1660"/>
          <p:cNvSpPr/>
          <p:nvPr/>
        </p:nvSpPr>
        <p:spPr>
          <a:xfrm>
            <a:off x="35687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Freeform 1661"/>
          <p:cNvSpPr/>
          <p:nvPr/>
        </p:nvSpPr>
        <p:spPr>
          <a:xfrm>
            <a:off x="35941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Freeform 1662"/>
          <p:cNvSpPr/>
          <p:nvPr/>
        </p:nvSpPr>
        <p:spPr>
          <a:xfrm>
            <a:off x="36322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Freeform 1663"/>
          <p:cNvSpPr/>
          <p:nvPr/>
        </p:nvSpPr>
        <p:spPr>
          <a:xfrm>
            <a:off x="36576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Freeform 1664"/>
          <p:cNvSpPr/>
          <p:nvPr/>
        </p:nvSpPr>
        <p:spPr>
          <a:xfrm>
            <a:off x="3683000" y="12827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Freeform 1665"/>
          <p:cNvSpPr/>
          <p:nvPr/>
        </p:nvSpPr>
        <p:spPr>
          <a:xfrm>
            <a:off x="3721100" y="11430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50FFAF"/>
          </a:solidFill>
          <a:ln w="3175">
            <a:solidFill>
              <a:srgbClr val="40C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Freeform 1666"/>
          <p:cNvSpPr/>
          <p:nvPr/>
        </p:nvSpPr>
        <p:spPr>
          <a:xfrm>
            <a:off x="3746500" y="111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EBFF14"/>
          </a:solidFill>
          <a:ln w="3175">
            <a:solidFill>
              <a:srgbClr val="BCC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Freeform 1667"/>
          <p:cNvSpPr/>
          <p:nvPr/>
        </p:nvSpPr>
        <p:spPr>
          <a:xfrm>
            <a:off x="3784600" y="109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FFF900"/>
          </a:solidFill>
          <a:ln w="3175">
            <a:solidFill>
              <a:srgbClr val="CCC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Freeform 1668"/>
          <p:cNvSpPr/>
          <p:nvPr/>
        </p:nvSpPr>
        <p:spPr>
          <a:xfrm>
            <a:off x="3810000" y="109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Freeform 1669"/>
          <p:cNvSpPr/>
          <p:nvPr/>
        </p:nvSpPr>
        <p:spPr>
          <a:xfrm>
            <a:off x="3848100" y="1092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0" y="4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Freeform 1670"/>
          <p:cNvSpPr/>
          <p:nvPr/>
        </p:nvSpPr>
        <p:spPr>
          <a:xfrm>
            <a:off x="3873500" y="1079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Freeform 1671"/>
          <p:cNvSpPr/>
          <p:nvPr/>
        </p:nvSpPr>
        <p:spPr>
          <a:xfrm>
            <a:off x="3898900" y="1079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Freeform 1672"/>
          <p:cNvSpPr/>
          <p:nvPr/>
        </p:nvSpPr>
        <p:spPr>
          <a:xfrm>
            <a:off x="3937000" y="1079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500"/>
          </a:solidFill>
          <a:ln w="3175">
            <a:solidFill>
              <a:srgbClr val="CC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Freeform 1673"/>
          <p:cNvSpPr/>
          <p:nvPr/>
        </p:nvSpPr>
        <p:spPr>
          <a:xfrm>
            <a:off x="3962400" y="1066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FFE500"/>
          </a:solidFill>
          <a:ln w="3175">
            <a:solidFill>
              <a:srgbClr val="CC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Freeform 1674"/>
          <p:cNvSpPr/>
          <p:nvPr/>
        </p:nvSpPr>
        <p:spPr>
          <a:xfrm>
            <a:off x="4000500" y="1028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2"/>
                </a:lnTo>
                <a:lnTo>
                  <a:pt x="2" y="0"/>
                </a:lnTo>
                <a:lnTo>
                  <a:pt x="0" y="3"/>
                </a:lnTo>
                <a:lnTo>
                  <a:pt x="0" y="6"/>
                </a:lnTo>
                <a:close/>
              </a:path>
            </a:pathLst>
          </a:custGeom>
          <a:solidFill>
            <a:srgbClr val="FFA7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Freeform 1675"/>
          <p:cNvSpPr/>
          <p:nvPr/>
        </p:nvSpPr>
        <p:spPr>
          <a:xfrm>
            <a:off x="4025900" y="952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2"/>
                </a:lnTo>
                <a:lnTo>
                  <a:pt x="2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FF3400"/>
          </a:solidFill>
          <a:ln w="3175">
            <a:solidFill>
              <a:srgbClr val="CC2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Freeform 1676"/>
          <p:cNvSpPr/>
          <p:nvPr/>
        </p:nvSpPr>
        <p:spPr>
          <a:xfrm>
            <a:off x="4051300" y="93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E10000"/>
          </a:solidFill>
          <a:ln w="3175">
            <a:solidFill>
              <a:srgbClr val="B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Freeform 1677"/>
          <p:cNvSpPr/>
          <p:nvPr/>
        </p:nvSpPr>
        <p:spPr>
          <a:xfrm>
            <a:off x="4089400" y="93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Freeform 1678"/>
          <p:cNvSpPr/>
          <p:nvPr/>
        </p:nvSpPr>
        <p:spPr>
          <a:xfrm>
            <a:off x="4114800" y="927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Freeform 1679"/>
          <p:cNvSpPr/>
          <p:nvPr/>
        </p:nvSpPr>
        <p:spPr>
          <a:xfrm>
            <a:off x="32512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Freeform 1680"/>
          <p:cNvSpPr/>
          <p:nvPr/>
        </p:nvSpPr>
        <p:spPr>
          <a:xfrm>
            <a:off x="32766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Freeform 1681"/>
          <p:cNvSpPr/>
          <p:nvPr/>
        </p:nvSpPr>
        <p:spPr>
          <a:xfrm>
            <a:off x="33147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Freeform 1682"/>
          <p:cNvSpPr/>
          <p:nvPr/>
        </p:nvSpPr>
        <p:spPr>
          <a:xfrm>
            <a:off x="33401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Freeform 1683"/>
          <p:cNvSpPr/>
          <p:nvPr/>
        </p:nvSpPr>
        <p:spPr>
          <a:xfrm>
            <a:off x="33655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Freeform 1684"/>
          <p:cNvSpPr/>
          <p:nvPr/>
        </p:nvSpPr>
        <p:spPr>
          <a:xfrm>
            <a:off x="34036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Freeform 1685"/>
          <p:cNvSpPr/>
          <p:nvPr/>
        </p:nvSpPr>
        <p:spPr>
          <a:xfrm>
            <a:off x="34290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Freeform 1686"/>
          <p:cNvSpPr/>
          <p:nvPr/>
        </p:nvSpPr>
        <p:spPr>
          <a:xfrm>
            <a:off x="34671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Freeform 1687"/>
          <p:cNvSpPr/>
          <p:nvPr/>
        </p:nvSpPr>
        <p:spPr>
          <a:xfrm>
            <a:off x="34925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Freeform 1688"/>
          <p:cNvSpPr/>
          <p:nvPr/>
        </p:nvSpPr>
        <p:spPr>
          <a:xfrm>
            <a:off x="35306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Freeform 1689"/>
          <p:cNvSpPr/>
          <p:nvPr/>
        </p:nvSpPr>
        <p:spPr>
          <a:xfrm>
            <a:off x="35560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Freeform 1690"/>
          <p:cNvSpPr/>
          <p:nvPr/>
        </p:nvSpPr>
        <p:spPr>
          <a:xfrm>
            <a:off x="35814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Freeform 1691"/>
          <p:cNvSpPr/>
          <p:nvPr/>
        </p:nvSpPr>
        <p:spPr>
          <a:xfrm>
            <a:off x="3619500" y="133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Freeform 1692"/>
          <p:cNvSpPr/>
          <p:nvPr/>
        </p:nvSpPr>
        <p:spPr>
          <a:xfrm>
            <a:off x="3644900" y="133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Freeform 1693"/>
          <p:cNvSpPr/>
          <p:nvPr/>
        </p:nvSpPr>
        <p:spPr>
          <a:xfrm>
            <a:off x="3683000" y="1257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2"/>
                </a:lnTo>
                <a:lnTo>
                  <a:pt x="2" y="0"/>
                </a:lnTo>
                <a:lnTo>
                  <a:pt x="0" y="6"/>
                </a:lnTo>
                <a:lnTo>
                  <a:pt x="0" y="8"/>
                </a:lnTo>
                <a:close/>
              </a:path>
            </a:pathLst>
          </a:custGeom>
          <a:solidFill>
            <a:srgbClr val="009BFF"/>
          </a:solidFill>
          <a:ln w="3175">
            <a:solidFill>
              <a:srgbClr val="007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Freeform 1694"/>
          <p:cNvSpPr/>
          <p:nvPr/>
        </p:nvSpPr>
        <p:spPr>
          <a:xfrm>
            <a:off x="3708400" y="11303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2"/>
                </a:lnTo>
                <a:close/>
              </a:path>
            </a:pathLst>
          </a:custGeom>
          <a:solidFill>
            <a:srgbClr val="60FF9F"/>
          </a:solidFill>
          <a:ln w="3175">
            <a:solidFill>
              <a:srgbClr val="4DC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Freeform 1695"/>
          <p:cNvSpPr/>
          <p:nvPr/>
        </p:nvSpPr>
        <p:spPr>
          <a:xfrm>
            <a:off x="3733800" y="1066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Freeform 1696"/>
          <p:cNvSpPr/>
          <p:nvPr/>
        </p:nvSpPr>
        <p:spPr>
          <a:xfrm>
            <a:off x="3771900" y="1041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FFAC00"/>
          </a:solidFill>
          <a:ln w="3175">
            <a:solidFill>
              <a:srgbClr val="CC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Freeform 1697"/>
          <p:cNvSpPr/>
          <p:nvPr/>
        </p:nvSpPr>
        <p:spPr>
          <a:xfrm>
            <a:off x="3797300" y="1028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9000"/>
          </a:solidFill>
          <a:ln w="3175">
            <a:solidFill>
              <a:srgbClr val="C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Freeform 1698"/>
          <p:cNvSpPr/>
          <p:nvPr/>
        </p:nvSpPr>
        <p:spPr>
          <a:xfrm>
            <a:off x="3835400" y="1016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Freeform 1699"/>
          <p:cNvSpPr/>
          <p:nvPr/>
        </p:nvSpPr>
        <p:spPr>
          <a:xfrm>
            <a:off x="3860800" y="1016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Freeform 1700"/>
          <p:cNvSpPr/>
          <p:nvPr/>
        </p:nvSpPr>
        <p:spPr>
          <a:xfrm>
            <a:off x="3886200" y="1016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8C00"/>
          </a:solidFill>
          <a:ln w="3175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Freeform 1701"/>
          <p:cNvSpPr/>
          <p:nvPr/>
        </p:nvSpPr>
        <p:spPr>
          <a:xfrm>
            <a:off x="3924300" y="1016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5"/>
                </a:moveTo>
                <a:lnTo>
                  <a:pt x="3" y="6"/>
                </a:lnTo>
                <a:lnTo>
                  <a:pt x="2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Freeform 1702"/>
          <p:cNvSpPr/>
          <p:nvPr/>
        </p:nvSpPr>
        <p:spPr>
          <a:xfrm>
            <a:off x="3949700" y="1016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Freeform 1703"/>
          <p:cNvSpPr/>
          <p:nvPr/>
        </p:nvSpPr>
        <p:spPr>
          <a:xfrm>
            <a:off x="3987800" y="1003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7300"/>
          </a:solidFill>
          <a:ln w="3175">
            <a:solidFill>
              <a:srgbClr val="CC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Freeform 1704"/>
          <p:cNvSpPr/>
          <p:nvPr/>
        </p:nvSpPr>
        <p:spPr>
          <a:xfrm>
            <a:off x="4013200" y="9271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2"/>
                </a:lnTo>
                <a:lnTo>
                  <a:pt x="3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FF0E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Freeform 1705"/>
          <p:cNvSpPr/>
          <p:nvPr/>
        </p:nvSpPr>
        <p:spPr>
          <a:xfrm>
            <a:off x="4051300" y="914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Freeform 1706"/>
          <p:cNvSpPr/>
          <p:nvPr/>
        </p:nvSpPr>
        <p:spPr>
          <a:xfrm>
            <a:off x="4076700" y="914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Freeform 1707"/>
          <p:cNvSpPr/>
          <p:nvPr/>
        </p:nvSpPr>
        <p:spPr>
          <a:xfrm>
            <a:off x="41021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Freeform 1708"/>
          <p:cNvSpPr/>
          <p:nvPr/>
        </p:nvSpPr>
        <p:spPr>
          <a:xfrm>
            <a:off x="32385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Freeform 1709"/>
          <p:cNvSpPr/>
          <p:nvPr/>
        </p:nvSpPr>
        <p:spPr>
          <a:xfrm>
            <a:off x="3263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Freeform 1710"/>
          <p:cNvSpPr/>
          <p:nvPr/>
        </p:nvSpPr>
        <p:spPr>
          <a:xfrm>
            <a:off x="33020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Freeform 1711"/>
          <p:cNvSpPr/>
          <p:nvPr/>
        </p:nvSpPr>
        <p:spPr>
          <a:xfrm>
            <a:off x="33274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Freeform 1712"/>
          <p:cNvSpPr/>
          <p:nvPr/>
        </p:nvSpPr>
        <p:spPr>
          <a:xfrm>
            <a:off x="33655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Freeform 1713"/>
          <p:cNvSpPr/>
          <p:nvPr/>
        </p:nvSpPr>
        <p:spPr>
          <a:xfrm>
            <a:off x="33909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Freeform 1714"/>
          <p:cNvSpPr/>
          <p:nvPr/>
        </p:nvSpPr>
        <p:spPr>
          <a:xfrm>
            <a:off x="34163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Freeform 1715"/>
          <p:cNvSpPr/>
          <p:nvPr/>
        </p:nvSpPr>
        <p:spPr>
          <a:xfrm>
            <a:off x="3454400" y="133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Freeform 1716"/>
          <p:cNvSpPr/>
          <p:nvPr/>
        </p:nvSpPr>
        <p:spPr>
          <a:xfrm>
            <a:off x="3479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Freeform 1717"/>
          <p:cNvSpPr/>
          <p:nvPr/>
        </p:nvSpPr>
        <p:spPr>
          <a:xfrm>
            <a:off x="35179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Freeform 1718"/>
          <p:cNvSpPr/>
          <p:nvPr/>
        </p:nvSpPr>
        <p:spPr>
          <a:xfrm>
            <a:off x="35433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Freeform 1719"/>
          <p:cNvSpPr/>
          <p:nvPr/>
        </p:nvSpPr>
        <p:spPr>
          <a:xfrm>
            <a:off x="3568700" y="1320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Freeform 1720"/>
          <p:cNvSpPr/>
          <p:nvPr/>
        </p:nvSpPr>
        <p:spPr>
          <a:xfrm>
            <a:off x="3606800" y="132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Freeform 1721"/>
          <p:cNvSpPr/>
          <p:nvPr/>
        </p:nvSpPr>
        <p:spPr>
          <a:xfrm>
            <a:off x="36322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Freeform 1722"/>
          <p:cNvSpPr/>
          <p:nvPr/>
        </p:nvSpPr>
        <p:spPr>
          <a:xfrm>
            <a:off x="3670300" y="1244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3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Freeform 1723"/>
          <p:cNvSpPr/>
          <p:nvPr/>
        </p:nvSpPr>
        <p:spPr>
          <a:xfrm>
            <a:off x="3695700" y="11049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2"/>
                </a:lnTo>
                <a:lnTo>
                  <a:pt x="3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Freeform 1724"/>
          <p:cNvSpPr/>
          <p:nvPr/>
        </p:nvSpPr>
        <p:spPr>
          <a:xfrm>
            <a:off x="3733800" y="9779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0" y="12"/>
                </a:moveTo>
                <a:lnTo>
                  <a:pt x="3" y="7"/>
                </a:lnTo>
                <a:lnTo>
                  <a:pt x="2" y="0"/>
                </a:lnTo>
                <a:lnTo>
                  <a:pt x="0" y="10"/>
                </a:lnTo>
                <a:lnTo>
                  <a:pt x="0" y="12"/>
                </a:lnTo>
                <a:close/>
              </a:path>
            </a:pathLst>
          </a:custGeom>
          <a:solidFill>
            <a:srgbClr val="FFA600"/>
          </a:solidFill>
          <a:ln w="3175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Freeform 1725"/>
          <p:cNvSpPr/>
          <p:nvPr/>
        </p:nvSpPr>
        <p:spPr>
          <a:xfrm>
            <a:off x="3759200" y="939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8"/>
                </a:lnTo>
                <a:lnTo>
                  <a:pt x="2" y="0"/>
                </a:lnTo>
                <a:lnTo>
                  <a:pt x="0" y="3"/>
                </a:lnTo>
                <a:lnTo>
                  <a:pt x="1" y="10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Freeform 1726"/>
          <p:cNvSpPr/>
          <p:nvPr/>
        </p:nvSpPr>
        <p:spPr>
          <a:xfrm>
            <a:off x="3784600" y="927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0700"/>
          </a:solidFill>
          <a:ln w="3175">
            <a:solidFill>
              <a:srgbClr val="CC0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Freeform 1727"/>
          <p:cNvSpPr/>
          <p:nvPr/>
        </p:nvSpPr>
        <p:spPr>
          <a:xfrm>
            <a:off x="3822700" y="9271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0000"/>
          </a:solidFill>
          <a:ln w="3175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Freeform 1728"/>
          <p:cNvSpPr/>
          <p:nvPr/>
        </p:nvSpPr>
        <p:spPr>
          <a:xfrm>
            <a:off x="3848100" y="927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E0000"/>
          </a:solidFill>
          <a:ln w="3175">
            <a:solidFill>
              <a:srgbClr val="C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Freeform 1729"/>
          <p:cNvSpPr/>
          <p:nvPr/>
        </p:nvSpPr>
        <p:spPr>
          <a:xfrm>
            <a:off x="3886200" y="927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Freeform 1730"/>
          <p:cNvSpPr/>
          <p:nvPr/>
        </p:nvSpPr>
        <p:spPr>
          <a:xfrm>
            <a:off x="3911600" y="9271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7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F0D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Freeform 1731"/>
          <p:cNvSpPr/>
          <p:nvPr/>
        </p:nvSpPr>
        <p:spPr>
          <a:xfrm>
            <a:off x="3937000" y="927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1000"/>
          </a:solidFill>
          <a:ln w="3175">
            <a:solidFill>
              <a:srgbClr val="CC0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Freeform 1732"/>
          <p:cNvSpPr/>
          <p:nvPr/>
        </p:nvSpPr>
        <p:spPr>
          <a:xfrm>
            <a:off x="3975100" y="9144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Freeform 1733"/>
          <p:cNvSpPr/>
          <p:nvPr/>
        </p:nvSpPr>
        <p:spPr>
          <a:xfrm>
            <a:off x="4000500" y="9017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D00000"/>
          </a:solidFill>
          <a:ln w="3175">
            <a:solidFill>
              <a:srgbClr val="A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Freeform 1734"/>
          <p:cNvSpPr/>
          <p:nvPr/>
        </p:nvSpPr>
        <p:spPr>
          <a:xfrm>
            <a:off x="40386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D0000"/>
          </a:solidFill>
          <a:ln w="3175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Freeform 1735"/>
          <p:cNvSpPr/>
          <p:nvPr/>
        </p:nvSpPr>
        <p:spPr>
          <a:xfrm>
            <a:off x="4064000" y="889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Freeform 1736"/>
          <p:cNvSpPr/>
          <p:nvPr/>
        </p:nvSpPr>
        <p:spPr>
          <a:xfrm>
            <a:off x="4089400" y="88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Freeform 1737"/>
          <p:cNvSpPr/>
          <p:nvPr/>
        </p:nvSpPr>
        <p:spPr>
          <a:xfrm>
            <a:off x="32258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Freeform 1738"/>
          <p:cNvSpPr/>
          <p:nvPr/>
        </p:nvSpPr>
        <p:spPr>
          <a:xfrm>
            <a:off x="32639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Freeform 1739"/>
          <p:cNvSpPr/>
          <p:nvPr/>
        </p:nvSpPr>
        <p:spPr>
          <a:xfrm>
            <a:off x="32893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Freeform 1740"/>
          <p:cNvSpPr/>
          <p:nvPr/>
        </p:nvSpPr>
        <p:spPr>
          <a:xfrm>
            <a:off x="3314700" y="1346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Freeform 1741"/>
          <p:cNvSpPr/>
          <p:nvPr/>
        </p:nvSpPr>
        <p:spPr>
          <a:xfrm>
            <a:off x="33528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Freeform 1742"/>
          <p:cNvSpPr/>
          <p:nvPr/>
        </p:nvSpPr>
        <p:spPr>
          <a:xfrm>
            <a:off x="33782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Freeform 1743"/>
          <p:cNvSpPr/>
          <p:nvPr/>
        </p:nvSpPr>
        <p:spPr>
          <a:xfrm>
            <a:off x="34163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Freeform 1744"/>
          <p:cNvSpPr/>
          <p:nvPr/>
        </p:nvSpPr>
        <p:spPr>
          <a:xfrm>
            <a:off x="34417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Freeform 1745"/>
          <p:cNvSpPr/>
          <p:nvPr/>
        </p:nvSpPr>
        <p:spPr>
          <a:xfrm>
            <a:off x="3467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Freeform 1746"/>
          <p:cNvSpPr/>
          <p:nvPr/>
        </p:nvSpPr>
        <p:spPr>
          <a:xfrm>
            <a:off x="35052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Freeform 1747"/>
          <p:cNvSpPr/>
          <p:nvPr/>
        </p:nvSpPr>
        <p:spPr>
          <a:xfrm>
            <a:off x="35306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Freeform 1748"/>
          <p:cNvSpPr/>
          <p:nvPr/>
        </p:nvSpPr>
        <p:spPr>
          <a:xfrm>
            <a:off x="35687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Freeform 1749"/>
          <p:cNvSpPr/>
          <p:nvPr/>
        </p:nvSpPr>
        <p:spPr>
          <a:xfrm>
            <a:off x="35941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Freeform 1750"/>
          <p:cNvSpPr/>
          <p:nvPr/>
        </p:nvSpPr>
        <p:spPr>
          <a:xfrm>
            <a:off x="3619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Freeform 1751"/>
          <p:cNvSpPr/>
          <p:nvPr/>
        </p:nvSpPr>
        <p:spPr>
          <a:xfrm>
            <a:off x="3657600" y="1231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Freeform 1752"/>
          <p:cNvSpPr/>
          <p:nvPr/>
        </p:nvSpPr>
        <p:spPr>
          <a:xfrm>
            <a:off x="3683000" y="11049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0"/>
                </a:lnTo>
                <a:lnTo>
                  <a:pt x="3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85FF7A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Freeform 1753"/>
          <p:cNvSpPr/>
          <p:nvPr/>
        </p:nvSpPr>
        <p:spPr>
          <a:xfrm>
            <a:off x="3721100" y="965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FF7900"/>
          </a:solidFill>
          <a:ln w="3175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Freeform 1754"/>
          <p:cNvSpPr/>
          <p:nvPr/>
        </p:nvSpPr>
        <p:spPr>
          <a:xfrm>
            <a:off x="3746500" y="901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3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Freeform 1755"/>
          <p:cNvSpPr/>
          <p:nvPr/>
        </p:nvSpPr>
        <p:spPr>
          <a:xfrm>
            <a:off x="3784600" y="90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99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Freeform 1756"/>
          <p:cNvSpPr/>
          <p:nvPr/>
        </p:nvSpPr>
        <p:spPr>
          <a:xfrm>
            <a:off x="3810000" y="90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Freeform 1757"/>
          <p:cNvSpPr/>
          <p:nvPr/>
        </p:nvSpPr>
        <p:spPr>
          <a:xfrm>
            <a:off x="3835400" y="90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Freeform 1758"/>
          <p:cNvSpPr/>
          <p:nvPr/>
        </p:nvSpPr>
        <p:spPr>
          <a:xfrm>
            <a:off x="38735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Freeform 1759"/>
          <p:cNvSpPr/>
          <p:nvPr/>
        </p:nvSpPr>
        <p:spPr>
          <a:xfrm>
            <a:off x="38989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A0000"/>
          </a:solidFill>
          <a:ln w="3175">
            <a:solidFill>
              <a:srgbClr val="7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Freeform 1760"/>
          <p:cNvSpPr/>
          <p:nvPr/>
        </p:nvSpPr>
        <p:spPr>
          <a:xfrm>
            <a:off x="39370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9B0000"/>
          </a:solidFill>
          <a:ln w="3175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Freeform 1761"/>
          <p:cNvSpPr/>
          <p:nvPr/>
        </p:nvSpPr>
        <p:spPr>
          <a:xfrm>
            <a:off x="39624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Freeform 1762"/>
          <p:cNvSpPr/>
          <p:nvPr/>
        </p:nvSpPr>
        <p:spPr>
          <a:xfrm>
            <a:off x="3987800" y="88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Freeform 1763"/>
          <p:cNvSpPr/>
          <p:nvPr/>
        </p:nvSpPr>
        <p:spPr>
          <a:xfrm>
            <a:off x="4025900" y="876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8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Freeform 1764"/>
          <p:cNvSpPr/>
          <p:nvPr/>
        </p:nvSpPr>
        <p:spPr>
          <a:xfrm>
            <a:off x="40513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Freeform 1765"/>
          <p:cNvSpPr/>
          <p:nvPr/>
        </p:nvSpPr>
        <p:spPr>
          <a:xfrm>
            <a:off x="40894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Freeform 1766"/>
          <p:cNvSpPr/>
          <p:nvPr/>
        </p:nvSpPr>
        <p:spPr>
          <a:xfrm>
            <a:off x="3213100" y="1346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Freeform 1767"/>
          <p:cNvSpPr/>
          <p:nvPr/>
        </p:nvSpPr>
        <p:spPr>
          <a:xfrm>
            <a:off x="32512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Freeform 1768"/>
          <p:cNvSpPr/>
          <p:nvPr/>
        </p:nvSpPr>
        <p:spPr>
          <a:xfrm>
            <a:off x="32766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Freeform 1769"/>
          <p:cNvSpPr/>
          <p:nvPr/>
        </p:nvSpPr>
        <p:spPr>
          <a:xfrm>
            <a:off x="33020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Freeform 1770"/>
          <p:cNvSpPr/>
          <p:nvPr/>
        </p:nvSpPr>
        <p:spPr>
          <a:xfrm>
            <a:off x="33401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Freeform 1771"/>
          <p:cNvSpPr/>
          <p:nvPr/>
        </p:nvSpPr>
        <p:spPr>
          <a:xfrm>
            <a:off x="3365500" y="133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Freeform 1772"/>
          <p:cNvSpPr/>
          <p:nvPr/>
        </p:nvSpPr>
        <p:spPr>
          <a:xfrm>
            <a:off x="34036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Freeform 1773"/>
          <p:cNvSpPr/>
          <p:nvPr/>
        </p:nvSpPr>
        <p:spPr>
          <a:xfrm>
            <a:off x="3429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Freeform 1774"/>
          <p:cNvSpPr/>
          <p:nvPr/>
        </p:nvSpPr>
        <p:spPr>
          <a:xfrm>
            <a:off x="34671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Freeform 1775"/>
          <p:cNvSpPr/>
          <p:nvPr/>
        </p:nvSpPr>
        <p:spPr>
          <a:xfrm>
            <a:off x="34925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Freeform 1776"/>
          <p:cNvSpPr/>
          <p:nvPr/>
        </p:nvSpPr>
        <p:spPr>
          <a:xfrm>
            <a:off x="35179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Freeform 1777"/>
          <p:cNvSpPr/>
          <p:nvPr/>
        </p:nvSpPr>
        <p:spPr>
          <a:xfrm>
            <a:off x="35560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Freeform 1778"/>
          <p:cNvSpPr/>
          <p:nvPr/>
        </p:nvSpPr>
        <p:spPr>
          <a:xfrm>
            <a:off x="3581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Freeform 1779"/>
          <p:cNvSpPr/>
          <p:nvPr/>
        </p:nvSpPr>
        <p:spPr>
          <a:xfrm>
            <a:off x="36195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Freeform 1780"/>
          <p:cNvSpPr/>
          <p:nvPr/>
        </p:nvSpPr>
        <p:spPr>
          <a:xfrm>
            <a:off x="3644900" y="1231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0"/>
                </a:lnTo>
                <a:lnTo>
                  <a:pt x="2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Freeform 1781"/>
          <p:cNvSpPr/>
          <p:nvPr/>
        </p:nvSpPr>
        <p:spPr>
          <a:xfrm>
            <a:off x="3670300" y="10922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"/>
                </a:lnTo>
                <a:lnTo>
                  <a:pt x="3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Freeform 1782"/>
          <p:cNvSpPr/>
          <p:nvPr/>
        </p:nvSpPr>
        <p:spPr>
          <a:xfrm>
            <a:off x="3708400" y="965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0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Freeform 1783"/>
          <p:cNvSpPr/>
          <p:nvPr/>
        </p:nvSpPr>
        <p:spPr>
          <a:xfrm>
            <a:off x="3733800" y="901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Freeform 1784"/>
          <p:cNvSpPr/>
          <p:nvPr/>
        </p:nvSpPr>
        <p:spPr>
          <a:xfrm>
            <a:off x="37719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Freeform 1785"/>
          <p:cNvSpPr/>
          <p:nvPr/>
        </p:nvSpPr>
        <p:spPr>
          <a:xfrm>
            <a:off x="37973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Freeform 1786"/>
          <p:cNvSpPr/>
          <p:nvPr/>
        </p:nvSpPr>
        <p:spPr>
          <a:xfrm>
            <a:off x="3822700" y="88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Freeform 1787"/>
          <p:cNvSpPr/>
          <p:nvPr/>
        </p:nvSpPr>
        <p:spPr>
          <a:xfrm>
            <a:off x="38608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Freeform 1788"/>
          <p:cNvSpPr/>
          <p:nvPr/>
        </p:nvSpPr>
        <p:spPr>
          <a:xfrm>
            <a:off x="3886200" y="88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Freeform 1789"/>
          <p:cNvSpPr/>
          <p:nvPr/>
        </p:nvSpPr>
        <p:spPr>
          <a:xfrm>
            <a:off x="39243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Freeform 1790"/>
          <p:cNvSpPr/>
          <p:nvPr/>
        </p:nvSpPr>
        <p:spPr>
          <a:xfrm>
            <a:off x="39497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Freeform 1791"/>
          <p:cNvSpPr/>
          <p:nvPr/>
        </p:nvSpPr>
        <p:spPr>
          <a:xfrm>
            <a:off x="39878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Freeform 1792"/>
          <p:cNvSpPr/>
          <p:nvPr/>
        </p:nvSpPr>
        <p:spPr>
          <a:xfrm>
            <a:off x="40132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Freeform 1793"/>
          <p:cNvSpPr/>
          <p:nvPr/>
        </p:nvSpPr>
        <p:spPr>
          <a:xfrm>
            <a:off x="4038600" y="87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Freeform 1794"/>
          <p:cNvSpPr/>
          <p:nvPr/>
        </p:nvSpPr>
        <p:spPr>
          <a:xfrm>
            <a:off x="40767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Freeform 1795"/>
          <p:cNvSpPr/>
          <p:nvPr/>
        </p:nvSpPr>
        <p:spPr>
          <a:xfrm>
            <a:off x="32004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Freeform 1796"/>
          <p:cNvSpPr/>
          <p:nvPr/>
        </p:nvSpPr>
        <p:spPr>
          <a:xfrm>
            <a:off x="32385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Freeform 1797"/>
          <p:cNvSpPr/>
          <p:nvPr/>
        </p:nvSpPr>
        <p:spPr>
          <a:xfrm>
            <a:off x="32639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Freeform 1798"/>
          <p:cNvSpPr/>
          <p:nvPr/>
        </p:nvSpPr>
        <p:spPr>
          <a:xfrm>
            <a:off x="3302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Freeform 1799"/>
          <p:cNvSpPr/>
          <p:nvPr/>
        </p:nvSpPr>
        <p:spPr>
          <a:xfrm>
            <a:off x="3327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Freeform 1800"/>
          <p:cNvSpPr/>
          <p:nvPr/>
        </p:nvSpPr>
        <p:spPr>
          <a:xfrm>
            <a:off x="33528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Freeform 1801"/>
          <p:cNvSpPr/>
          <p:nvPr/>
        </p:nvSpPr>
        <p:spPr>
          <a:xfrm>
            <a:off x="33909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Freeform 1802"/>
          <p:cNvSpPr/>
          <p:nvPr/>
        </p:nvSpPr>
        <p:spPr>
          <a:xfrm>
            <a:off x="34163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Freeform 1803"/>
          <p:cNvSpPr/>
          <p:nvPr/>
        </p:nvSpPr>
        <p:spPr>
          <a:xfrm>
            <a:off x="3454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Freeform 1804"/>
          <p:cNvSpPr/>
          <p:nvPr/>
        </p:nvSpPr>
        <p:spPr>
          <a:xfrm>
            <a:off x="34798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Freeform 1805"/>
          <p:cNvSpPr/>
          <p:nvPr/>
        </p:nvSpPr>
        <p:spPr>
          <a:xfrm>
            <a:off x="35052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Freeform 1806"/>
          <p:cNvSpPr/>
          <p:nvPr/>
        </p:nvSpPr>
        <p:spPr>
          <a:xfrm>
            <a:off x="35433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8" name="Freeform 1807"/>
          <p:cNvSpPr/>
          <p:nvPr/>
        </p:nvSpPr>
        <p:spPr>
          <a:xfrm>
            <a:off x="35687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Freeform 1808"/>
          <p:cNvSpPr/>
          <p:nvPr/>
        </p:nvSpPr>
        <p:spPr>
          <a:xfrm>
            <a:off x="36068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Freeform 1809"/>
          <p:cNvSpPr/>
          <p:nvPr/>
        </p:nvSpPr>
        <p:spPr>
          <a:xfrm>
            <a:off x="3632200" y="1219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1" name="Freeform 1810"/>
          <p:cNvSpPr/>
          <p:nvPr/>
        </p:nvSpPr>
        <p:spPr>
          <a:xfrm>
            <a:off x="3670300" y="1092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0" y="11"/>
                </a:moveTo>
                <a:lnTo>
                  <a:pt x="3" y="0"/>
                </a:lnTo>
                <a:lnTo>
                  <a:pt x="2" y="0"/>
                </a:lnTo>
                <a:lnTo>
                  <a:pt x="0" y="10"/>
                </a:lnTo>
                <a:lnTo>
                  <a:pt x="0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Freeform 1811"/>
          <p:cNvSpPr/>
          <p:nvPr/>
        </p:nvSpPr>
        <p:spPr>
          <a:xfrm>
            <a:off x="3695700" y="952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Freeform 1812"/>
          <p:cNvSpPr/>
          <p:nvPr/>
        </p:nvSpPr>
        <p:spPr>
          <a:xfrm>
            <a:off x="3721100" y="889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4" name="Freeform 1813"/>
          <p:cNvSpPr/>
          <p:nvPr/>
        </p:nvSpPr>
        <p:spPr>
          <a:xfrm>
            <a:off x="3759200" y="88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Freeform 1814"/>
          <p:cNvSpPr/>
          <p:nvPr/>
        </p:nvSpPr>
        <p:spPr>
          <a:xfrm>
            <a:off x="3784600" y="889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Freeform 1815"/>
          <p:cNvSpPr/>
          <p:nvPr/>
        </p:nvSpPr>
        <p:spPr>
          <a:xfrm>
            <a:off x="38227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7" name="Freeform 1816"/>
          <p:cNvSpPr/>
          <p:nvPr/>
        </p:nvSpPr>
        <p:spPr>
          <a:xfrm>
            <a:off x="38481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Freeform 1817"/>
          <p:cNvSpPr/>
          <p:nvPr/>
        </p:nvSpPr>
        <p:spPr>
          <a:xfrm>
            <a:off x="3873500" y="87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Freeform 1818"/>
          <p:cNvSpPr/>
          <p:nvPr/>
        </p:nvSpPr>
        <p:spPr>
          <a:xfrm>
            <a:off x="39116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0" name="Freeform 1819"/>
          <p:cNvSpPr/>
          <p:nvPr/>
        </p:nvSpPr>
        <p:spPr>
          <a:xfrm>
            <a:off x="3937000" y="87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Freeform 1820"/>
          <p:cNvSpPr/>
          <p:nvPr/>
        </p:nvSpPr>
        <p:spPr>
          <a:xfrm>
            <a:off x="39751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Freeform 1821"/>
          <p:cNvSpPr/>
          <p:nvPr/>
        </p:nvSpPr>
        <p:spPr>
          <a:xfrm>
            <a:off x="40005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3" name="Freeform 1822"/>
          <p:cNvSpPr/>
          <p:nvPr/>
        </p:nvSpPr>
        <p:spPr>
          <a:xfrm>
            <a:off x="40259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Freeform 1823"/>
          <p:cNvSpPr/>
          <p:nvPr/>
        </p:nvSpPr>
        <p:spPr>
          <a:xfrm>
            <a:off x="40640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Freeform 1824"/>
          <p:cNvSpPr/>
          <p:nvPr/>
        </p:nvSpPr>
        <p:spPr>
          <a:xfrm>
            <a:off x="31877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6" name="Freeform 1825"/>
          <p:cNvSpPr/>
          <p:nvPr/>
        </p:nvSpPr>
        <p:spPr>
          <a:xfrm>
            <a:off x="32258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Freeform 1826"/>
          <p:cNvSpPr/>
          <p:nvPr/>
        </p:nvSpPr>
        <p:spPr>
          <a:xfrm>
            <a:off x="32512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Freeform 1827"/>
          <p:cNvSpPr/>
          <p:nvPr/>
        </p:nvSpPr>
        <p:spPr>
          <a:xfrm>
            <a:off x="32893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9" name="Freeform 1828"/>
          <p:cNvSpPr/>
          <p:nvPr/>
        </p:nvSpPr>
        <p:spPr>
          <a:xfrm>
            <a:off x="33147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Freeform 1829"/>
          <p:cNvSpPr/>
          <p:nvPr/>
        </p:nvSpPr>
        <p:spPr>
          <a:xfrm>
            <a:off x="33528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Freeform 1830"/>
          <p:cNvSpPr/>
          <p:nvPr/>
        </p:nvSpPr>
        <p:spPr>
          <a:xfrm>
            <a:off x="33782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2" name="Freeform 1831"/>
          <p:cNvSpPr/>
          <p:nvPr/>
        </p:nvSpPr>
        <p:spPr>
          <a:xfrm>
            <a:off x="34036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Freeform 1832"/>
          <p:cNvSpPr/>
          <p:nvPr/>
        </p:nvSpPr>
        <p:spPr>
          <a:xfrm>
            <a:off x="3441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Freeform 1833"/>
          <p:cNvSpPr/>
          <p:nvPr/>
        </p:nvSpPr>
        <p:spPr>
          <a:xfrm>
            <a:off x="34671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5" name="Freeform 1834"/>
          <p:cNvSpPr/>
          <p:nvPr/>
        </p:nvSpPr>
        <p:spPr>
          <a:xfrm>
            <a:off x="35052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Freeform 1835"/>
          <p:cNvSpPr/>
          <p:nvPr/>
        </p:nvSpPr>
        <p:spPr>
          <a:xfrm>
            <a:off x="35306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Freeform 1836"/>
          <p:cNvSpPr/>
          <p:nvPr/>
        </p:nvSpPr>
        <p:spPr>
          <a:xfrm>
            <a:off x="35560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8" name="Freeform 1837"/>
          <p:cNvSpPr/>
          <p:nvPr/>
        </p:nvSpPr>
        <p:spPr>
          <a:xfrm>
            <a:off x="35941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Freeform 1838"/>
          <p:cNvSpPr/>
          <p:nvPr/>
        </p:nvSpPr>
        <p:spPr>
          <a:xfrm>
            <a:off x="3619500" y="1219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Freeform 1839"/>
          <p:cNvSpPr/>
          <p:nvPr/>
        </p:nvSpPr>
        <p:spPr>
          <a:xfrm>
            <a:off x="3657600" y="1079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1" name="Freeform 1840"/>
          <p:cNvSpPr/>
          <p:nvPr/>
        </p:nvSpPr>
        <p:spPr>
          <a:xfrm>
            <a:off x="3683000" y="9398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2" name="Freeform 1841"/>
          <p:cNvSpPr/>
          <p:nvPr/>
        </p:nvSpPr>
        <p:spPr>
          <a:xfrm>
            <a:off x="3708400" y="876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Freeform 1842"/>
          <p:cNvSpPr/>
          <p:nvPr/>
        </p:nvSpPr>
        <p:spPr>
          <a:xfrm>
            <a:off x="37465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4" name="Freeform 1843"/>
          <p:cNvSpPr/>
          <p:nvPr/>
        </p:nvSpPr>
        <p:spPr>
          <a:xfrm>
            <a:off x="3771900" y="87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5" name="Freeform 1844"/>
          <p:cNvSpPr/>
          <p:nvPr/>
        </p:nvSpPr>
        <p:spPr>
          <a:xfrm>
            <a:off x="3810000" y="87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Freeform 1845"/>
          <p:cNvSpPr/>
          <p:nvPr/>
        </p:nvSpPr>
        <p:spPr>
          <a:xfrm>
            <a:off x="3835400" y="876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7" name="Freeform 1846"/>
          <p:cNvSpPr/>
          <p:nvPr/>
        </p:nvSpPr>
        <p:spPr>
          <a:xfrm>
            <a:off x="38735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8" name="Freeform 1847"/>
          <p:cNvSpPr/>
          <p:nvPr/>
        </p:nvSpPr>
        <p:spPr>
          <a:xfrm>
            <a:off x="38989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Freeform 1848"/>
          <p:cNvSpPr/>
          <p:nvPr/>
        </p:nvSpPr>
        <p:spPr>
          <a:xfrm>
            <a:off x="39243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0" name="Freeform 1849"/>
          <p:cNvSpPr/>
          <p:nvPr/>
        </p:nvSpPr>
        <p:spPr>
          <a:xfrm>
            <a:off x="39624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1" name="Freeform 1850"/>
          <p:cNvSpPr/>
          <p:nvPr/>
        </p:nvSpPr>
        <p:spPr>
          <a:xfrm>
            <a:off x="3987800" y="863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Freeform 1851"/>
          <p:cNvSpPr/>
          <p:nvPr/>
        </p:nvSpPr>
        <p:spPr>
          <a:xfrm>
            <a:off x="40259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3" name="Freeform 1852"/>
          <p:cNvSpPr/>
          <p:nvPr/>
        </p:nvSpPr>
        <p:spPr>
          <a:xfrm>
            <a:off x="40513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Freeform 1853"/>
          <p:cNvSpPr/>
          <p:nvPr/>
        </p:nvSpPr>
        <p:spPr>
          <a:xfrm>
            <a:off x="31877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Freeform 1854"/>
          <p:cNvSpPr/>
          <p:nvPr/>
        </p:nvSpPr>
        <p:spPr>
          <a:xfrm>
            <a:off x="32131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6" name="Freeform 1855"/>
          <p:cNvSpPr/>
          <p:nvPr/>
        </p:nvSpPr>
        <p:spPr>
          <a:xfrm>
            <a:off x="3238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7" name="Freeform 1856"/>
          <p:cNvSpPr/>
          <p:nvPr/>
        </p:nvSpPr>
        <p:spPr>
          <a:xfrm>
            <a:off x="32766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Freeform 1857"/>
          <p:cNvSpPr/>
          <p:nvPr/>
        </p:nvSpPr>
        <p:spPr>
          <a:xfrm>
            <a:off x="33020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Freeform 1858"/>
          <p:cNvSpPr/>
          <p:nvPr/>
        </p:nvSpPr>
        <p:spPr>
          <a:xfrm>
            <a:off x="33401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Freeform 1859"/>
          <p:cNvSpPr/>
          <p:nvPr/>
        </p:nvSpPr>
        <p:spPr>
          <a:xfrm>
            <a:off x="33655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Freeform 1860"/>
          <p:cNvSpPr/>
          <p:nvPr/>
        </p:nvSpPr>
        <p:spPr>
          <a:xfrm>
            <a:off x="33909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Freeform 1861"/>
          <p:cNvSpPr/>
          <p:nvPr/>
        </p:nvSpPr>
        <p:spPr>
          <a:xfrm>
            <a:off x="3429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3" name="Freeform 1862"/>
          <p:cNvSpPr/>
          <p:nvPr/>
        </p:nvSpPr>
        <p:spPr>
          <a:xfrm>
            <a:off x="34544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4" name="Freeform 1863"/>
          <p:cNvSpPr/>
          <p:nvPr/>
        </p:nvSpPr>
        <p:spPr>
          <a:xfrm>
            <a:off x="34925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Freeform 1864"/>
          <p:cNvSpPr/>
          <p:nvPr/>
        </p:nvSpPr>
        <p:spPr>
          <a:xfrm>
            <a:off x="35179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6" name="Freeform 1865"/>
          <p:cNvSpPr/>
          <p:nvPr/>
        </p:nvSpPr>
        <p:spPr>
          <a:xfrm>
            <a:off x="35560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7" name="Freeform 1866"/>
          <p:cNvSpPr/>
          <p:nvPr/>
        </p:nvSpPr>
        <p:spPr>
          <a:xfrm>
            <a:off x="35814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Freeform 1867"/>
          <p:cNvSpPr/>
          <p:nvPr/>
        </p:nvSpPr>
        <p:spPr>
          <a:xfrm>
            <a:off x="3606800" y="1206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9" name="Freeform 1868"/>
          <p:cNvSpPr/>
          <p:nvPr/>
        </p:nvSpPr>
        <p:spPr>
          <a:xfrm>
            <a:off x="3644900" y="10668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"/>
                </a:lnTo>
                <a:lnTo>
                  <a:pt x="2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0" name="Freeform 1869"/>
          <p:cNvSpPr/>
          <p:nvPr/>
        </p:nvSpPr>
        <p:spPr>
          <a:xfrm>
            <a:off x="3670300" y="939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0"/>
                </a:lnTo>
                <a:lnTo>
                  <a:pt x="3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Freeform 1870"/>
          <p:cNvSpPr/>
          <p:nvPr/>
        </p:nvSpPr>
        <p:spPr>
          <a:xfrm>
            <a:off x="3708400" y="876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0" y="5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Freeform 1871"/>
          <p:cNvSpPr/>
          <p:nvPr/>
        </p:nvSpPr>
        <p:spPr>
          <a:xfrm>
            <a:off x="3733800" y="876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3" name="Freeform 1872"/>
          <p:cNvSpPr/>
          <p:nvPr/>
        </p:nvSpPr>
        <p:spPr>
          <a:xfrm>
            <a:off x="37592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Freeform 1873"/>
          <p:cNvSpPr/>
          <p:nvPr/>
        </p:nvSpPr>
        <p:spPr>
          <a:xfrm>
            <a:off x="37973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5" name="Freeform 1874"/>
          <p:cNvSpPr/>
          <p:nvPr/>
        </p:nvSpPr>
        <p:spPr>
          <a:xfrm>
            <a:off x="38227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6" name="Freeform 1875"/>
          <p:cNvSpPr/>
          <p:nvPr/>
        </p:nvSpPr>
        <p:spPr>
          <a:xfrm>
            <a:off x="38608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7" name="Freeform 1876"/>
          <p:cNvSpPr/>
          <p:nvPr/>
        </p:nvSpPr>
        <p:spPr>
          <a:xfrm>
            <a:off x="3886200" y="863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Freeform 1877"/>
          <p:cNvSpPr/>
          <p:nvPr/>
        </p:nvSpPr>
        <p:spPr>
          <a:xfrm>
            <a:off x="39116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9" name="Freeform 1878"/>
          <p:cNvSpPr/>
          <p:nvPr/>
        </p:nvSpPr>
        <p:spPr>
          <a:xfrm>
            <a:off x="39497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Freeform 1879"/>
          <p:cNvSpPr/>
          <p:nvPr/>
        </p:nvSpPr>
        <p:spPr>
          <a:xfrm>
            <a:off x="39751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1" name="Freeform 1880"/>
          <p:cNvSpPr/>
          <p:nvPr/>
        </p:nvSpPr>
        <p:spPr>
          <a:xfrm>
            <a:off x="40132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2" name="Freeform 1881"/>
          <p:cNvSpPr/>
          <p:nvPr/>
        </p:nvSpPr>
        <p:spPr>
          <a:xfrm>
            <a:off x="4038600" y="850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3" name="Freeform 1882"/>
          <p:cNvSpPr/>
          <p:nvPr/>
        </p:nvSpPr>
        <p:spPr>
          <a:xfrm>
            <a:off x="31750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Freeform 1883"/>
          <p:cNvSpPr/>
          <p:nvPr/>
        </p:nvSpPr>
        <p:spPr>
          <a:xfrm>
            <a:off x="3200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5" name="Freeform 1884"/>
          <p:cNvSpPr/>
          <p:nvPr/>
        </p:nvSpPr>
        <p:spPr>
          <a:xfrm>
            <a:off x="32385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Freeform 1885"/>
          <p:cNvSpPr/>
          <p:nvPr/>
        </p:nvSpPr>
        <p:spPr>
          <a:xfrm>
            <a:off x="32639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7" name="Freeform 1886"/>
          <p:cNvSpPr/>
          <p:nvPr/>
        </p:nvSpPr>
        <p:spPr>
          <a:xfrm>
            <a:off x="32893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8" name="Freeform 1887"/>
          <p:cNvSpPr/>
          <p:nvPr/>
        </p:nvSpPr>
        <p:spPr>
          <a:xfrm>
            <a:off x="33274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Freeform 1888"/>
          <p:cNvSpPr/>
          <p:nvPr/>
        </p:nvSpPr>
        <p:spPr>
          <a:xfrm>
            <a:off x="33528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0" name="Freeform 1889"/>
          <p:cNvSpPr/>
          <p:nvPr/>
        </p:nvSpPr>
        <p:spPr>
          <a:xfrm>
            <a:off x="33909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1" name="Freeform 1890"/>
          <p:cNvSpPr/>
          <p:nvPr/>
        </p:nvSpPr>
        <p:spPr>
          <a:xfrm>
            <a:off x="34163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Freeform 1891"/>
          <p:cNvSpPr/>
          <p:nvPr/>
        </p:nvSpPr>
        <p:spPr>
          <a:xfrm>
            <a:off x="34417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3" name="Freeform 1892"/>
          <p:cNvSpPr/>
          <p:nvPr/>
        </p:nvSpPr>
        <p:spPr>
          <a:xfrm>
            <a:off x="34798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4" name="Freeform 1893"/>
          <p:cNvSpPr/>
          <p:nvPr/>
        </p:nvSpPr>
        <p:spPr>
          <a:xfrm>
            <a:off x="35052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5" name="Freeform 1894"/>
          <p:cNvSpPr/>
          <p:nvPr/>
        </p:nvSpPr>
        <p:spPr>
          <a:xfrm>
            <a:off x="35433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Freeform 1895"/>
          <p:cNvSpPr/>
          <p:nvPr/>
        </p:nvSpPr>
        <p:spPr>
          <a:xfrm>
            <a:off x="3568700" y="1270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7" name="Freeform 1896"/>
          <p:cNvSpPr/>
          <p:nvPr/>
        </p:nvSpPr>
        <p:spPr>
          <a:xfrm>
            <a:off x="3594100" y="1193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Freeform 1897"/>
          <p:cNvSpPr/>
          <p:nvPr/>
        </p:nvSpPr>
        <p:spPr>
          <a:xfrm>
            <a:off x="3632200" y="1066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0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9" name="Freeform 1898"/>
          <p:cNvSpPr/>
          <p:nvPr/>
        </p:nvSpPr>
        <p:spPr>
          <a:xfrm>
            <a:off x="3657600" y="9271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"/>
                </a:lnTo>
                <a:lnTo>
                  <a:pt x="3" y="0"/>
                </a:lnTo>
                <a:lnTo>
                  <a:pt x="0" y="11"/>
                </a:lnTo>
                <a:lnTo>
                  <a:pt x="1" y="11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0" name="Freeform 1899"/>
          <p:cNvSpPr/>
          <p:nvPr/>
        </p:nvSpPr>
        <p:spPr>
          <a:xfrm>
            <a:off x="3695700" y="863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1" name="Freeform 1900"/>
          <p:cNvSpPr/>
          <p:nvPr/>
        </p:nvSpPr>
        <p:spPr>
          <a:xfrm>
            <a:off x="37211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Freeform 1901"/>
          <p:cNvSpPr/>
          <p:nvPr/>
        </p:nvSpPr>
        <p:spPr>
          <a:xfrm>
            <a:off x="37592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3" name="Freeform 1902"/>
          <p:cNvSpPr/>
          <p:nvPr/>
        </p:nvSpPr>
        <p:spPr>
          <a:xfrm>
            <a:off x="3784600" y="863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4" name="Freeform 1903"/>
          <p:cNvSpPr/>
          <p:nvPr/>
        </p:nvSpPr>
        <p:spPr>
          <a:xfrm>
            <a:off x="38100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Freeform 1904"/>
          <p:cNvSpPr/>
          <p:nvPr/>
        </p:nvSpPr>
        <p:spPr>
          <a:xfrm>
            <a:off x="38481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6" name="Freeform 1905"/>
          <p:cNvSpPr/>
          <p:nvPr/>
        </p:nvSpPr>
        <p:spPr>
          <a:xfrm>
            <a:off x="38735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7" name="Freeform 1906"/>
          <p:cNvSpPr/>
          <p:nvPr/>
        </p:nvSpPr>
        <p:spPr>
          <a:xfrm>
            <a:off x="39116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Freeform 1907"/>
          <p:cNvSpPr/>
          <p:nvPr/>
        </p:nvSpPr>
        <p:spPr>
          <a:xfrm>
            <a:off x="3937000" y="850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9" name="Freeform 1908"/>
          <p:cNvSpPr/>
          <p:nvPr/>
        </p:nvSpPr>
        <p:spPr>
          <a:xfrm>
            <a:off x="39624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0" name="Freeform 1909"/>
          <p:cNvSpPr/>
          <p:nvPr/>
        </p:nvSpPr>
        <p:spPr>
          <a:xfrm>
            <a:off x="40005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Freeform 1910"/>
          <p:cNvSpPr/>
          <p:nvPr/>
        </p:nvSpPr>
        <p:spPr>
          <a:xfrm>
            <a:off x="40259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2" name="Connector 1911"/>
          <p:cNvCxnSpPr/>
          <p:nvPr/>
        </p:nvCxnSpPr>
        <p:spPr>
          <a:xfrm flipH="1">
            <a:off x="2695090" y="2790738"/>
            <a:ext cx="888278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3" name="Connector 1912"/>
          <p:cNvCxnSpPr/>
          <p:nvPr/>
        </p:nvCxnSpPr>
        <p:spPr>
          <a:xfrm flipH="1">
            <a:off x="2533437" y="2683019"/>
            <a:ext cx="888277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4" name="Connector 1913"/>
          <p:cNvCxnSpPr/>
          <p:nvPr/>
        </p:nvCxnSpPr>
        <p:spPr>
          <a:xfrm flipH="1">
            <a:off x="2371783" y="2575300"/>
            <a:ext cx="888278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5" name="Connector 1914"/>
          <p:cNvCxnSpPr/>
          <p:nvPr/>
        </p:nvCxnSpPr>
        <p:spPr>
          <a:xfrm flipH="1" flipV="1">
            <a:off x="3260061" y="2575300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6" name="Connector 1915"/>
          <p:cNvCxnSpPr/>
          <p:nvPr/>
        </p:nvCxnSpPr>
        <p:spPr>
          <a:xfrm flipH="1" flipV="1">
            <a:off x="3082405" y="2590982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7" name="Connector 1916"/>
          <p:cNvCxnSpPr/>
          <p:nvPr/>
        </p:nvCxnSpPr>
        <p:spPr>
          <a:xfrm flipH="1" flipV="1">
            <a:off x="2904750" y="2606663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8" name="Connector 1917"/>
          <p:cNvCxnSpPr/>
          <p:nvPr/>
        </p:nvCxnSpPr>
        <p:spPr>
          <a:xfrm flipH="1" flipV="1">
            <a:off x="2727094" y="2622345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9" name="Connector 1918"/>
          <p:cNvCxnSpPr/>
          <p:nvPr/>
        </p:nvCxnSpPr>
        <p:spPr>
          <a:xfrm flipH="1" flipV="1">
            <a:off x="2549439" y="2638026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0" name="Connector 1919"/>
          <p:cNvCxnSpPr/>
          <p:nvPr/>
        </p:nvCxnSpPr>
        <p:spPr>
          <a:xfrm flipH="1" flipV="1">
            <a:off x="2371783" y="2653708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1" name="Connector 1920"/>
          <p:cNvCxnSpPr/>
          <p:nvPr/>
        </p:nvCxnSpPr>
        <p:spPr>
          <a:xfrm flipH="1">
            <a:off x="3561850" y="2790738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2" name="Connector 1921"/>
          <p:cNvCxnSpPr/>
          <p:nvPr/>
        </p:nvCxnSpPr>
        <p:spPr>
          <a:xfrm flipH="1">
            <a:off x="3400196" y="268301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3" name="Connector 1922"/>
          <p:cNvCxnSpPr/>
          <p:nvPr/>
        </p:nvCxnSpPr>
        <p:spPr>
          <a:xfrm flipH="1">
            <a:off x="3238543" y="2575300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4" name="Connector 1923"/>
          <p:cNvCxnSpPr/>
          <p:nvPr/>
        </p:nvCxnSpPr>
        <p:spPr>
          <a:xfrm flipV="1">
            <a:off x="2695090" y="2867246"/>
            <a:ext cx="21519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5" name="Connector 1924"/>
          <p:cNvCxnSpPr/>
          <p:nvPr/>
        </p:nvCxnSpPr>
        <p:spPr>
          <a:xfrm flipV="1">
            <a:off x="2533437" y="2759527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6" name="Connector 1925"/>
          <p:cNvCxnSpPr/>
          <p:nvPr/>
        </p:nvCxnSpPr>
        <p:spPr>
          <a:xfrm flipV="1">
            <a:off x="2371783" y="2651808"/>
            <a:ext cx="21519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7" name="Connector 1926"/>
          <p:cNvCxnSpPr/>
          <p:nvPr/>
        </p:nvCxnSpPr>
        <p:spPr>
          <a:xfrm flipH="1" flipV="1">
            <a:off x="3565394" y="2778761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8" name="Connector 1927"/>
          <p:cNvCxnSpPr/>
          <p:nvPr/>
        </p:nvCxnSpPr>
        <p:spPr>
          <a:xfrm flipH="1" flipV="1">
            <a:off x="3387738" y="2794442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9" name="Connector 1928"/>
          <p:cNvCxnSpPr/>
          <p:nvPr/>
        </p:nvCxnSpPr>
        <p:spPr>
          <a:xfrm flipH="1" flipV="1">
            <a:off x="3210083" y="281012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0" name="Connector 1929"/>
          <p:cNvCxnSpPr/>
          <p:nvPr/>
        </p:nvCxnSpPr>
        <p:spPr>
          <a:xfrm flipH="1" flipV="1">
            <a:off x="3032427" y="2825805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1" name="Connector 1930"/>
          <p:cNvCxnSpPr/>
          <p:nvPr/>
        </p:nvCxnSpPr>
        <p:spPr>
          <a:xfrm flipH="1" flipV="1">
            <a:off x="2854772" y="284148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2" name="Connector 1931"/>
          <p:cNvCxnSpPr/>
          <p:nvPr/>
        </p:nvCxnSpPr>
        <p:spPr>
          <a:xfrm flipH="1" flipV="1">
            <a:off x="2677116" y="285716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3" name="Connector 1932"/>
          <p:cNvCxnSpPr/>
          <p:nvPr/>
        </p:nvCxnSpPr>
        <p:spPr>
          <a:xfrm>
            <a:off x="3260061" y="2575300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4" name="Connector 1933"/>
          <p:cNvCxnSpPr/>
          <p:nvPr/>
        </p:nvCxnSpPr>
        <p:spPr>
          <a:xfrm>
            <a:off x="3082405" y="2590982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5" name="Connector 1934"/>
          <p:cNvCxnSpPr/>
          <p:nvPr/>
        </p:nvCxnSpPr>
        <p:spPr>
          <a:xfrm>
            <a:off x="2904750" y="260666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6" name="Connector 1935"/>
          <p:cNvCxnSpPr/>
          <p:nvPr/>
        </p:nvCxnSpPr>
        <p:spPr>
          <a:xfrm>
            <a:off x="2727094" y="2622345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7" name="Connector 1936"/>
          <p:cNvCxnSpPr/>
          <p:nvPr/>
        </p:nvCxnSpPr>
        <p:spPr>
          <a:xfrm>
            <a:off x="2549439" y="2638026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8" name="Connector 1937"/>
          <p:cNvCxnSpPr/>
          <p:nvPr/>
        </p:nvCxnSpPr>
        <p:spPr>
          <a:xfrm>
            <a:off x="2371783" y="2653708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9" name="Connector 1938"/>
          <p:cNvCxnSpPr/>
          <p:nvPr/>
        </p:nvCxnSpPr>
        <p:spPr>
          <a:xfrm flipH="1" flipV="1">
            <a:off x="3260061" y="2575300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0" name="Connector 1939"/>
          <p:cNvCxnSpPr/>
          <p:nvPr/>
        </p:nvCxnSpPr>
        <p:spPr>
          <a:xfrm flipH="1" flipV="1">
            <a:off x="2371783" y="2653708"/>
            <a:ext cx="323307" cy="21543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1" name="Connector 1940"/>
          <p:cNvCxnSpPr/>
          <p:nvPr/>
        </p:nvCxnSpPr>
        <p:spPr>
          <a:xfrm flipH="1">
            <a:off x="2695090" y="2790738"/>
            <a:ext cx="888278" cy="7840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2" name="Connector 1941"/>
          <p:cNvCxnSpPr/>
          <p:nvPr/>
        </p:nvCxnSpPr>
        <p:spPr>
          <a:xfrm flipH="1">
            <a:off x="2371783" y="2575300"/>
            <a:ext cx="888278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3" name="Connector 1942"/>
          <p:cNvCxnSpPr/>
          <p:nvPr/>
        </p:nvCxnSpPr>
        <p:spPr>
          <a:xfrm flipH="1">
            <a:off x="3561850" y="216174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4" name="Connector 1943"/>
          <p:cNvCxnSpPr/>
          <p:nvPr/>
        </p:nvCxnSpPr>
        <p:spPr>
          <a:xfrm flipH="1">
            <a:off x="3400196" y="2054030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5" name="Connector 1944"/>
          <p:cNvCxnSpPr/>
          <p:nvPr/>
        </p:nvCxnSpPr>
        <p:spPr>
          <a:xfrm flipH="1">
            <a:off x="3238543" y="1946311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6" name="Connector 1945"/>
          <p:cNvCxnSpPr/>
          <p:nvPr/>
        </p:nvCxnSpPr>
        <p:spPr>
          <a:xfrm>
            <a:off x="3260061" y="1946311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7" name="Connector 1946"/>
          <p:cNvCxnSpPr/>
          <p:nvPr/>
        </p:nvCxnSpPr>
        <p:spPr>
          <a:xfrm>
            <a:off x="3082405" y="1961993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8" name="Connector 1947"/>
          <p:cNvCxnSpPr/>
          <p:nvPr/>
        </p:nvCxnSpPr>
        <p:spPr>
          <a:xfrm>
            <a:off x="2904750" y="1977674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9" name="Connector 1948"/>
          <p:cNvCxnSpPr/>
          <p:nvPr/>
        </p:nvCxnSpPr>
        <p:spPr>
          <a:xfrm>
            <a:off x="2727094" y="1993356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0" name="Connector 1949"/>
          <p:cNvCxnSpPr/>
          <p:nvPr/>
        </p:nvCxnSpPr>
        <p:spPr>
          <a:xfrm>
            <a:off x="2549439" y="200903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1" name="Connector 1950"/>
          <p:cNvCxnSpPr/>
          <p:nvPr/>
        </p:nvCxnSpPr>
        <p:spPr>
          <a:xfrm>
            <a:off x="2371783" y="2024719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2" name="Connector 1951"/>
          <p:cNvCxnSpPr/>
          <p:nvPr/>
        </p:nvCxnSpPr>
        <p:spPr>
          <a:xfrm flipH="1" flipV="1">
            <a:off x="3260061" y="1946311"/>
            <a:ext cx="323307" cy="21543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3" name="Connector 1952"/>
          <p:cNvCxnSpPr/>
          <p:nvPr/>
        </p:nvCxnSpPr>
        <p:spPr>
          <a:xfrm flipH="1">
            <a:off x="2371783" y="1946311"/>
            <a:ext cx="888278" cy="784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4" name="Connector 1953"/>
          <p:cNvCxnSpPr/>
          <p:nvPr/>
        </p:nvCxnSpPr>
        <p:spPr>
          <a:xfrm flipV="1">
            <a:off x="3583368" y="276913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5" name="Connector 1954"/>
          <p:cNvCxnSpPr/>
          <p:nvPr/>
        </p:nvCxnSpPr>
        <p:spPr>
          <a:xfrm flipV="1">
            <a:off x="3405712" y="2784819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6" name="Connector 1955"/>
          <p:cNvCxnSpPr/>
          <p:nvPr/>
        </p:nvCxnSpPr>
        <p:spPr>
          <a:xfrm flipV="1">
            <a:off x="3228057" y="2800500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7" name="Connector 1956"/>
          <p:cNvCxnSpPr/>
          <p:nvPr/>
        </p:nvCxnSpPr>
        <p:spPr>
          <a:xfrm flipV="1">
            <a:off x="3050401" y="2816182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8" name="Connector 1957"/>
          <p:cNvCxnSpPr/>
          <p:nvPr/>
        </p:nvCxnSpPr>
        <p:spPr>
          <a:xfrm flipV="1">
            <a:off x="2872746" y="2831864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9" name="Connector 1958"/>
          <p:cNvCxnSpPr/>
          <p:nvPr/>
        </p:nvCxnSpPr>
        <p:spPr>
          <a:xfrm flipV="1">
            <a:off x="2695090" y="284754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0" name="Connector 1959"/>
          <p:cNvCxnSpPr/>
          <p:nvPr/>
        </p:nvCxnSpPr>
        <p:spPr>
          <a:xfrm flipH="1">
            <a:off x="3561850" y="2632485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1" name="Connector 1960"/>
          <p:cNvCxnSpPr/>
          <p:nvPr/>
        </p:nvCxnSpPr>
        <p:spPr>
          <a:xfrm flipH="1">
            <a:off x="3561850" y="2353606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2" name="Connector 1961"/>
          <p:cNvCxnSpPr/>
          <p:nvPr/>
        </p:nvCxnSpPr>
        <p:spPr>
          <a:xfrm flipV="1">
            <a:off x="3583368" y="2161749"/>
            <a:ext cx="0" cy="6289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3" name="Connector 1962"/>
          <p:cNvCxnSpPr/>
          <p:nvPr/>
        </p:nvCxnSpPr>
        <p:spPr>
          <a:xfrm flipV="1">
            <a:off x="3260061" y="1946311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4" name="Connector 1963"/>
          <p:cNvCxnSpPr/>
          <p:nvPr/>
        </p:nvCxnSpPr>
        <p:spPr>
          <a:xfrm flipV="1">
            <a:off x="3082405" y="1961993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5" name="Connector 1964"/>
          <p:cNvCxnSpPr/>
          <p:nvPr/>
        </p:nvCxnSpPr>
        <p:spPr>
          <a:xfrm flipV="1">
            <a:off x="2904750" y="1977674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6" name="Connector 1965"/>
          <p:cNvCxnSpPr/>
          <p:nvPr/>
        </p:nvCxnSpPr>
        <p:spPr>
          <a:xfrm flipV="1">
            <a:off x="2727094" y="1993356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7" name="Connector 1966"/>
          <p:cNvCxnSpPr/>
          <p:nvPr/>
        </p:nvCxnSpPr>
        <p:spPr>
          <a:xfrm flipV="1">
            <a:off x="2549439" y="2009037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8" name="Connector 1967"/>
          <p:cNvCxnSpPr/>
          <p:nvPr/>
        </p:nvCxnSpPr>
        <p:spPr>
          <a:xfrm flipV="1">
            <a:off x="2371783" y="2024719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9" name="Connector 1968"/>
          <p:cNvCxnSpPr/>
          <p:nvPr/>
        </p:nvCxnSpPr>
        <p:spPr>
          <a:xfrm flipV="1">
            <a:off x="3260061" y="255370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0" name="Connector 1969"/>
          <p:cNvCxnSpPr/>
          <p:nvPr/>
        </p:nvCxnSpPr>
        <p:spPr>
          <a:xfrm flipV="1">
            <a:off x="3082405" y="2569381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1" name="Connector 1970"/>
          <p:cNvCxnSpPr/>
          <p:nvPr/>
        </p:nvCxnSpPr>
        <p:spPr>
          <a:xfrm flipV="1">
            <a:off x="2904750" y="258506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2" name="Connector 1971"/>
          <p:cNvCxnSpPr/>
          <p:nvPr/>
        </p:nvCxnSpPr>
        <p:spPr>
          <a:xfrm flipV="1">
            <a:off x="2727094" y="260074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3" name="Connector 1972"/>
          <p:cNvCxnSpPr/>
          <p:nvPr/>
        </p:nvCxnSpPr>
        <p:spPr>
          <a:xfrm flipV="1">
            <a:off x="2549439" y="261642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4" name="Connector 1973"/>
          <p:cNvCxnSpPr/>
          <p:nvPr/>
        </p:nvCxnSpPr>
        <p:spPr>
          <a:xfrm flipV="1">
            <a:off x="2371783" y="263210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5" name="Connector 1974"/>
          <p:cNvCxnSpPr/>
          <p:nvPr/>
        </p:nvCxnSpPr>
        <p:spPr>
          <a:xfrm>
            <a:off x="3260061" y="1946311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6" name="Connector 1975"/>
          <p:cNvCxnSpPr/>
          <p:nvPr/>
        </p:nvCxnSpPr>
        <p:spPr>
          <a:xfrm>
            <a:off x="3082405" y="1961993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7" name="Connector 1976"/>
          <p:cNvCxnSpPr/>
          <p:nvPr/>
        </p:nvCxnSpPr>
        <p:spPr>
          <a:xfrm>
            <a:off x="2904750" y="1977674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8" name="Connector 1977"/>
          <p:cNvCxnSpPr/>
          <p:nvPr/>
        </p:nvCxnSpPr>
        <p:spPr>
          <a:xfrm>
            <a:off x="2727094" y="199335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9" name="Connector 1978"/>
          <p:cNvCxnSpPr/>
          <p:nvPr/>
        </p:nvCxnSpPr>
        <p:spPr>
          <a:xfrm>
            <a:off x="2549439" y="2009037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0" name="Connector 1979"/>
          <p:cNvCxnSpPr/>
          <p:nvPr/>
        </p:nvCxnSpPr>
        <p:spPr>
          <a:xfrm>
            <a:off x="2371783" y="2024719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1" name="Connector 1980"/>
          <p:cNvCxnSpPr/>
          <p:nvPr/>
        </p:nvCxnSpPr>
        <p:spPr>
          <a:xfrm flipH="1">
            <a:off x="2371783" y="2417047"/>
            <a:ext cx="888278" cy="784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2" name="Connector 1981"/>
          <p:cNvCxnSpPr/>
          <p:nvPr/>
        </p:nvCxnSpPr>
        <p:spPr>
          <a:xfrm flipH="1">
            <a:off x="2371783" y="2138169"/>
            <a:ext cx="888278" cy="7840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3" name="Connector 1982"/>
          <p:cNvCxnSpPr/>
          <p:nvPr/>
        </p:nvCxnSpPr>
        <p:spPr>
          <a:xfrm flipH="1">
            <a:off x="3238543" y="2417047"/>
            <a:ext cx="21518" cy="19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4" name="Connector 1983"/>
          <p:cNvCxnSpPr/>
          <p:nvPr/>
        </p:nvCxnSpPr>
        <p:spPr>
          <a:xfrm flipH="1">
            <a:off x="3238543" y="2138169"/>
            <a:ext cx="21518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5" name="Connector 1984"/>
          <p:cNvCxnSpPr/>
          <p:nvPr/>
        </p:nvCxnSpPr>
        <p:spPr>
          <a:xfrm flipV="1">
            <a:off x="2371783" y="2493556"/>
            <a:ext cx="21519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6" name="Connector 1985"/>
          <p:cNvCxnSpPr/>
          <p:nvPr/>
        </p:nvCxnSpPr>
        <p:spPr>
          <a:xfrm flipV="1">
            <a:off x="2371783" y="2214677"/>
            <a:ext cx="21519" cy="18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7" name="Connector 1986"/>
          <p:cNvCxnSpPr/>
          <p:nvPr/>
        </p:nvCxnSpPr>
        <p:spPr>
          <a:xfrm flipV="1">
            <a:off x="3260061" y="1946311"/>
            <a:ext cx="0" cy="6289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8" name="Connector 1987"/>
          <p:cNvCxnSpPr/>
          <p:nvPr/>
        </p:nvCxnSpPr>
        <p:spPr>
          <a:xfrm flipV="1">
            <a:off x="2371783" y="2024719"/>
            <a:ext cx="0" cy="62898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9" name="Connector 1988"/>
          <p:cNvCxnSpPr/>
          <p:nvPr/>
        </p:nvCxnSpPr>
        <p:spPr>
          <a:xfrm flipV="1">
            <a:off x="3583368" y="2161749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0" name="Connector 1989"/>
          <p:cNvCxnSpPr/>
          <p:nvPr/>
        </p:nvCxnSpPr>
        <p:spPr>
          <a:xfrm flipV="1">
            <a:off x="3421714" y="2054030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1" name="Connector 1990"/>
          <p:cNvCxnSpPr/>
          <p:nvPr/>
        </p:nvCxnSpPr>
        <p:spPr>
          <a:xfrm flipV="1">
            <a:off x="3260061" y="1946311"/>
            <a:ext cx="0" cy="62898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2" name="Connector 1991"/>
          <p:cNvCxnSpPr/>
          <p:nvPr/>
        </p:nvCxnSpPr>
        <p:spPr>
          <a:xfrm flipV="1">
            <a:off x="3583368" y="2769137"/>
            <a:ext cx="0" cy="216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3" name="Connector 1992"/>
          <p:cNvCxnSpPr/>
          <p:nvPr/>
        </p:nvCxnSpPr>
        <p:spPr>
          <a:xfrm flipV="1">
            <a:off x="3421714" y="2661419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4" name="Connector 1993"/>
          <p:cNvCxnSpPr/>
          <p:nvPr/>
        </p:nvCxnSpPr>
        <p:spPr>
          <a:xfrm flipV="1">
            <a:off x="3260061" y="255370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5" name="Connector 1994"/>
          <p:cNvCxnSpPr/>
          <p:nvPr/>
        </p:nvCxnSpPr>
        <p:spPr>
          <a:xfrm>
            <a:off x="3583368" y="2161749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6" name="Connector 1995"/>
          <p:cNvCxnSpPr/>
          <p:nvPr/>
        </p:nvCxnSpPr>
        <p:spPr>
          <a:xfrm>
            <a:off x="3421714" y="2054030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7" name="Connector 1996"/>
          <p:cNvCxnSpPr/>
          <p:nvPr/>
        </p:nvCxnSpPr>
        <p:spPr>
          <a:xfrm>
            <a:off x="3260061" y="1946311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8" name="Connector 1997"/>
          <p:cNvCxnSpPr/>
          <p:nvPr/>
        </p:nvCxnSpPr>
        <p:spPr>
          <a:xfrm flipH="1" flipV="1">
            <a:off x="3260061" y="2417047"/>
            <a:ext cx="323307" cy="21543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9" name="Connector 1998"/>
          <p:cNvCxnSpPr/>
          <p:nvPr/>
        </p:nvCxnSpPr>
        <p:spPr>
          <a:xfrm flipH="1" flipV="1">
            <a:off x="3260061" y="2138169"/>
            <a:ext cx="323307" cy="21543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0" name="Connector 1999"/>
          <p:cNvCxnSpPr/>
          <p:nvPr/>
        </p:nvCxnSpPr>
        <p:spPr>
          <a:xfrm flipH="1" flipV="1">
            <a:off x="3565394" y="2620508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1" name="Connector 2000"/>
          <p:cNvCxnSpPr/>
          <p:nvPr/>
        </p:nvCxnSpPr>
        <p:spPr>
          <a:xfrm flipH="1" flipV="1">
            <a:off x="3565394" y="2341629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2" name="Connector 2001"/>
          <p:cNvCxnSpPr/>
          <p:nvPr/>
        </p:nvCxnSpPr>
        <p:spPr>
          <a:xfrm>
            <a:off x="3260061" y="2417047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3" name="Connector 2002"/>
          <p:cNvCxnSpPr/>
          <p:nvPr/>
        </p:nvCxnSpPr>
        <p:spPr>
          <a:xfrm>
            <a:off x="3260061" y="2138169"/>
            <a:ext cx="17974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4" name="Connector 2003"/>
          <p:cNvCxnSpPr/>
          <p:nvPr/>
        </p:nvCxnSpPr>
        <p:spPr>
          <a:xfrm flipV="1">
            <a:off x="2695090" y="2847545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5" name="Connector 2004"/>
          <p:cNvCxnSpPr/>
          <p:nvPr/>
        </p:nvCxnSpPr>
        <p:spPr>
          <a:xfrm flipV="1">
            <a:off x="2533437" y="2739826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6" name="Connector 2005"/>
          <p:cNvCxnSpPr/>
          <p:nvPr/>
        </p:nvCxnSpPr>
        <p:spPr>
          <a:xfrm flipV="1">
            <a:off x="2371783" y="2632108"/>
            <a:ext cx="0" cy="216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7" name="Connector 2006"/>
          <p:cNvCxnSpPr/>
          <p:nvPr/>
        </p:nvCxnSpPr>
        <p:spPr>
          <a:xfrm>
            <a:off x="2371783" y="2495455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8" name="Connector 2007"/>
          <p:cNvCxnSpPr/>
          <p:nvPr/>
        </p:nvCxnSpPr>
        <p:spPr>
          <a:xfrm>
            <a:off x="2371783" y="2216576"/>
            <a:ext cx="17975" cy="1197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9" name="Freeform 2008"/>
          <p:cNvSpPr/>
          <p:nvPr/>
        </p:nvSpPr>
        <p:spPr>
          <a:xfrm>
            <a:off x="2679700" y="280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0" name="Freeform 2009"/>
          <p:cNvSpPr/>
          <p:nvPr/>
        </p:nvSpPr>
        <p:spPr>
          <a:xfrm>
            <a:off x="2717800" y="280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1" name="Freeform 2010"/>
          <p:cNvSpPr/>
          <p:nvPr/>
        </p:nvSpPr>
        <p:spPr>
          <a:xfrm>
            <a:off x="2743200" y="280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Freeform 2011"/>
          <p:cNvSpPr/>
          <p:nvPr/>
        </p:nvSpPr>
        <p:spPr>
          <a:xfrm>
            <a:off x="2781300" y="279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3" name="Freeform 2012"/>
          <p:cNvSpPr/>
          <p:nvPr/>
        </p:nvSpPr>
        <p:spPr>
          <a:xfrm>
            <a:off x="2806700" y="279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4" name="Freeform 2013"/>
          <p:cNvSpPr/>
          <p:nvPr/>
        </p:nvSpPr>
        <p:spPr>
          <a:xfrm>
            <a:off x="2832100" y="279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5" name="Freeform 2014"/>
          <p:cNvSpPr/>
          <p:nvPr/>
        </p:nvSpPr>
        <p:spPr>
          <a:xfrm>
            <a:off x="2870200" y="279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6" name="Freeform 2015"/>
          <p:cNvSpPr/>
          <p:nvPr/>
        </p:nvSpPr>
        <p:spPr>
          <a:xfrm>
            <a:off x="2895600" y="279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7" name="Freeform 2016"/>
          <p:cNvSpPr/>
          <p:nvPr/>
        </p:nvSpPr>
        <p:spPr>
          <a:xfrm>
            <a:off x="2933700" y="278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8" name="Freeform 2017"/>
          <p:cNvSpPr/>
          <p:nvPr/>
        </p:nvSpPr>
        <p:spPr>
          <a:xfrm>
            <a:off x="2959100" y="276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9" name="Freeform 2018"/>
          <p:cNvSpPr/>
          <p:nvPr/>
        </p:nvSpPr>
        <p:spPr>
          <a:xfrm>
            <a:off x="2984500" y="276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0" name="Freeform 2019"/>
          <p:cNvSpPr/>
          <p:nvPr/>
        </p:nvSpPr>
        <p:spPr>
          <a:xfrm>
            <a:off x="3022600" y="276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1" name="Freeform 2020"/>
          <p:cNvSpPr/>
          <p:nvPr/>
        </p:nvSpPr>
        <p:spPr>
          <a:xfrm>
            <a:off x="3048000" y="276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2" name="Freeform 2021"/>
          <p:cNvSpPr/>
          <p:nvPr/>
        </p:nvSpPr>
        <p:spPr>
          <a:xfrm>
            <a:off x="3086100" y="276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3" name="Freeform 2022"/>
          <p:cNvSpPr/>
          <p:nvPr/>
        </p:nvSpPr>
        <p:spPr>
          <a:xfrm>
            <a:off x="3111500" y="276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4" name="Freeform 2023"/>
          <p:cNvSpPr/>
          <p:nvPr/>
        </p:nvSpPr>
        <p:spPr>
          <a:xfrm>
            <a:off x="3149600" y="276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5" name="Freeform 2024"/>
          <p:cNvSpPr/>
          <p:nvPr/>
        </p:nvSpPr>
        <p:spPr>
          <a:xfrm>
            <a:off x="3175000" y="276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6" name="Freeform 2025"/>
          <p:cNvSpPr/>
          <p:nvPr/>
        </p:nvSpPr>
        <p:spPr>
          <a:xfrm>
            <a:off x="3200400" y="275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7" name="Freeform 2026"/>
          <p:cNvSpPr/>
          <p:nvPr/>
        </p:nvSpPr>
        <p:spPr>
          <a:xfrm>
            <a:off x="32385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8" name="Freeform 2027"/>
          <p:cNvSpPr/>
          <p:nvPr/>
        </p:nvSpPr>
        <p:spPr>
          <a:xfrm>
            <a:off x="32639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9" name="Freeform 2028"/>
          <p:cNvSpPr/>
          <p:nvPr/>
        </p:nvSpPr>
        <p:spPr>
          <a:xfrm>
            <a:off x="3302000" y="273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0" name="Freeform 2029"/>
          <p:cNvSpPr/>
          <p:nvPr/>
        </p:nvSpPr>
        <p:spPr>
          <a:xfrm>
            <a:off x="33274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1" name="Freeform 2030"/>
          <p:cNvSpPr/>
          <p:nvPr/>
        </p:nvSpPr>
        <p:spPr>
          <a:xfrm>
            <a:off x="3352800" y="274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2" name="Freeform 2031"/>
          <p:cNvSpPr/>
          <p:nvPr/>
        </p:nvSpPr>
        <p:spPr>
          <a:xfrm>
            <a:off x="33909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3" name="Freeform 2032"/>
          <p:cNvSpPr/>
          <p:nvPr/>
        </p:nvSpPr>
        <p:spPr>
          <a:xfrm>
            <a:off x="3416300" y="274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4" name="Freeform 2033"/>
          <p:cNvSpPr/>
          <p:nvPr/>
        </p:nvSpPr>
        <p:spPr>
          <a:xfrm>
            <a:off x="3454400" y="2743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5" name="Freeform 2034"/>
          <p:cNvSpPr/>
          <p:nvPr/>
        </p:nvSpPr>
        <p:spPr>
          <a:xfrm>
            <a:off x="34798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6" name="Freeform 2035"/>
          <p:cNvSpPr/>
          <p:nvPr/>
        </p:nvSpPr>
        <p:spPr>
          <a:xfrm>
            <a:off x="3505200" y="273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7" name="Freeform 2036"/>
          <p:cNvSpPr/>
          <p:nvPr/>
        </p:nvSpPr>
        <p:spPr>
          <a:xfrm>
            <a:off x="35433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8" name="Freeform 2037"/>
          <p:cNvSpPr/>
          <p:nvPr/>
        </p:nvSpPr>
        <p:spPr>
          <a:xfrm>
            <a:off x="2667000" y="279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9" name="Freeform 2038"/>
          <p:cNvSpPr/>
          <p:nvPr/>
        </p:nvSpPr>
        <p:spPr>
          <a:xfrm>
            <a:off x="2705100" y="279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0" name="Freeform 2039"/>
          <p:cNvSpPr/>
          <p:nvPr/>
        </p:nvSpPr>
        <p:spPr>
          <a:xfrm>
            <a:off x="2730500" y="279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1" name="Freeform 2040"/>
          <p:cNvSpPr/>
          <p:nvPr/>
        </p:nvSpPr>
        <p:spPr>
          <a:xfrm>
            <a:off x="2768600" y="279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2" name="Freeform 2041"/>
          <p:cNvSpPr/>
          <p:nvPr/>
        </p:nvSpPr>
        <p:spPr>
          <a:xfrm>
            <a:off x="2794000" y="279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3" name="Freeform 2042"/>
          <p:cNvSpPr/>
          <p:nvPr/>
        </p:nvSpPr>
        <p:spPr>
          <a:xfrm>
            <a:off x="2832100" y="278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" name="Freeform 2043"/>
          <p:cNvSpPr/>
          <p:nvPr/>
        </p:nvSpPr>
        <p:spPr>
          <a:xfrm>
            <a:off x="2857500" y="278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5" name="Freeform 2044"/>
          <p:cNvSpPr/>
          <p:nvPr/>
        </p:nvSpPr>
        <p:spPr>
          <a:xfrm>
            <a:off x="2882900" y="278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6" name="Freeform 2045"/>
          <p:cNvSpPr/>
          <p:nvPr/>
        </p:nvSpPr>
        <p:spPr>
          <a:xfrm>
            <a:off x="2921000" y="276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7" name="Freeform 2046"/>
          <p:cNvSpPr/>
          <p:nvPr/>
        </p:nvSpPr>
        <p:spPr>
          <a:xfrm>
            <a:off x="2946400" y="275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8" name="Freeform 2047"/>
          <p:cNvSpPr/>
          <p:nvPr/>
        </p:nvSpPr>
        <p:spPr>
          <a:xfrm>
            <a:off x="29845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9" name="Freeform 2048"/>
          <p:cNvSpPr/>
          <p:nvPr/>
        </p:nvSpPr>
        <p:spPr>
          <a:xfrm>
            <a:off x="3009900" y="276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0" name="Freeform 2049"/>
          <p:cNvSpPr/>
          <p:nvPr/>
        </p:nvSpPr>
        <p:spPr>
          <a:xfrm>
            <a:off x="3035300" y="276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1" name="Freeform 2050"/>
          <p:cNvSpPr/>
          <p:nvPr/>
        </p:nvSpPr>
        <p:spPr>
          <a:xfrm>
            <a:off x="3073400" y="276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2" name="Freeform 2051"/>
          <p:cNvSpPr/>
          <p:nvPr/>
        </p:nvSpPr>
        <p:spPr>
          <a:xfrm>
            <a:off x="3098800" y="275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3" name="Freeform 2052"/>
          <p:cNvSpPr/>
          <p:nvPr/>
        </p:nvSpPr>
        <p:spPr>
          <a:xfrm>
            <a:off x="31369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4" name="Freeform 2053"/>
          <p:cNvSpPr/>
          <p:nvPr/>
        </p:nvSpPr>
        <p:spPr>
          <a:xfrm>
            <a:off x="31623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5" name="Freeform 2054"/>
          <p:cNvSpPr/>
          <p:nvPr/>
        </p:nvSpPr>
        <p:spPr>
          <a:xfrm>
            <a:off x="3187700" y="274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6" name="Freeform 2055"/>
          <p:cNvSpPr/>
          <p:nvPr/>
        </p:nvSpPr>
        <p:spPr>
          <a:xfrm>
            <a:off x="3225800" y="273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7" name="Freeform 2056"/>
          <p:cNvSpPr/>
          <p:nvPr/>
        </p:nvSpPr>
        <p:spPr>
          <a:xfrm>
            <a:off x="3251200" y="273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8" name="Freeform 2057"/>
          <p:cNvSpPr/>
          <p:nvPr/>
        </p:nvSpPr>
        <p:spPr>
          <a:xfrm>
            <a:off x="32893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Freeform 2058"/>
          <p:cNvSpPr/>
          <p:nvPr/>
        </p:nvSpPr>
        <p:spPr>
          <a:xfrm>
            <a:off x="33147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0" name="Freeform 2059"/>
          <p:cNvSpPr/>
          <p:nvPr/>
        </p:nvSpPr>
        <p:spPr>
          <a:xfrm>
            <a:off x="33528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1" name="Freeform 2060"/>
          <p:cNvSpPr/>
          <p:nvPr/>
        </p:nvSpPr>
        <p:spPr>
          <a:xfrm>
            <a:off x="3378200" y="2743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Freeform 2061"/>
          <p:cNvSpPr/>
          <p:nvPr/>
        </p:nvSpPr>
        <p:spPr>
          <a:xfrm>
            <a:off x="3403600" y="273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3" name="Freeform 2062"/>
          <p:cNvSpPr/>
          <p:nvPr/>
        </p:nvSpPr>
        <p:spPr>
          <a:xfrm>
            <a:off x="34417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4" name="Freeform 2063"/>
          <p:cNvSpPr/>
          <p:nvPr/>
        </p:nvSpPr>
        <p:spPr>
          <a:xfrm>
            <a:off x="34671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Freeform 2064"/>
          <p:cNvSpPr/>
          <p:nvPr/>
        </p:nvSpPr>
        <p:spPr>
          <a:xfrm>
            <a:off x="3505200" y="2730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6" name="Freeform 2065"/>
          <p:cNvSpPr/>
          <p:nvPr/>
        </p:nvSpPr>
        <p:spPr>
          <a:xfrm>
            <a:off x="35306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7" name="Freeform 2066"/>
          <p:cNvSpPr/>
          <p:nvPr/>
        </p:nvSpPr>
        <p:spPr>
          <a:xfrm>
            <a:off x="2667000" y="279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Freeform 2067"/>
          <p:cNvSpPr/>
          <p:nvPr/>
        </p:nvSpPr>
        <p:spPr>
          <a:xfrm>
            <a:off x="2692400" y="279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9" name="Freeform 2068"/>
          <p:cNvSpPr/>
          <p:nvPr/>
        </p:nvSpPr>
        <p:spPr>
          <a:xfrm>
            <a:off x="2717800" y="278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0" name="Freeform 2069"/>
          <p:cNvSpPr/>
          <p:nvPr/>
        </p:nvSpPr>
        <p:spPr>
          <a:xfrm>
            <a:off x="2755900" y="278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1" name="Freeform 2070"/>
          <p:cNvSpPr/>
          <p:nvPr/>
        </p:nvSpPr>
        <p:spPr>
          <a:xfrm>
            <a:off x="2781300" y="278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2" name="Freeform 2071"/>
          <p:cNvSpPr/>
          <p:nvPr/>
        </p:nvSpPr>
        <p:spPr>
          <a:xfrm>
            <a:off x="2819400" y="278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3" name="Freeform 2072"/>
          <p:cNvSpPr/>
          <p:nvPr/>
        </p:nvSpPr>
        <p:spPr>
          <a:xfrm>
            <a:off x="2844800" y="278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4" name="Freeform 2073"/>
          <p:cNvSpPr/>
          <p:nvPr/>
        </p:nvSpPr>
        <p:spPr>
          <a:xfrm>
            <a:off x="2870200" y="276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5" name="Freeform 2074"/>
          <p:cNvSpPr/>
          <p:nvPr/>
        </p:nvSpPr>
        <p:spPr>
          <a:xfrm>
            <a:off x="2908300" y="276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6" name="Freeform 2075"/>
          <p:cNvSpPr/>
          <p:nvPr/>
        </p:nvSpPr>
        <p:spPr>
          <a:xfrm>
            <a:off x="2933700" y="275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7" name="Freeform 2076"/>
          <p:cNvSpPr/>
          <p:nvPr/>
        </p:nvSpPr>
        <p:spPr>
          <a:xfrm>
            <a:off x="29718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8" name="Freeform 2077"/>
          <p:cNvSpPr/>
          <p:nvPr/>
        </p:nvSpPr>
        <p:spPr>
          <a:xfrm>
            <a:off x="29972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9" name="Freeform 2078"/>
          <p:cNvSpPr/>
          <p:nvPr/>
        </p:nvSpPr>
        <p:spPr>
          <a:xfrm>
            <a:off x="30353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0" name="Freeform 2079"/>
          <p:cNvSpPr/>
          <p:nvPr/>
        </p:nvSpPr>
        <p:spPr>
          <a:xfrm>
            <a:off x="30607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1" name="Freeform 2080"/>
          <p:cNvSpPr/>
          <p:nvPr/>
        </p:nvSpPr>
        <p:spPr>
          <a:xfrm>
            <a:off x="3086100" y="275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2" name="Freeform 2081"/>
          <p:cNvSpPr/>
          <p:nvPr/>
        </p:nvSpPr>
        <p:spPr>
          <a:xfrm>
            <a:off x="3124200" y="2755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3" name="Freeform 2082"/>
          <p:cNvSpPr/>
          <p:nvPr/>
        </p:nvSpPr>
        <p:spPr>
          <a:xfrm>
            <a:off x="31496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" name="Freeform 2083"/>
          <p:cNvSpPr/>
          <p:nvPr/>
        </p:nvSpPr>
        <p:spPr>
          <a:xfrm>
            <a:off x="31877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5" name="Freeform 2084"/>
          <p:cNvSpPr/>
          <p:nvPr/>
        </p:nvSpPr>
        <p:spPr>
          <a:xfrm>
            <a:off x="32131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6" name="Freeform 2085"/>
          <p:cNvSpPr/>
          <p:nvPr/>
        </p:nvSpPr>
        <p:spPr>
          <a:xfrm>
            <a:off x="3238500" y="271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7" name="Freeform 2086"/>
          <p:cNvSpPr/>
          <p:nvPr/>
        </p:nvSpPr>
        <p:spPr>
          <a:xfrm>
            <a:off x="3276600" y="2717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8" name="Freeform 2087"/>
          <p:cNvSpPr/>
          <p:nvPr/>
        </p:nvSpPr>
        <p:spPr>
          <a:xfrm>
            <a:off x="3302000" y="273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9" name="Freeform 2088"/>
          <p:cNvSpPr/>
          <p:nvPr/>
        </p:nvSpPr>
        <p:spPr>
          <a:xfrm>
            <a:off x="33401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0" name="Freeform 2089"/>
          <p:cNvSpPr/>
          <p:nvPr/>
        </p:nvSpPr>
        <p:spPr>
          <a:xfrm>
            <a:off x="33655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1" name="Freeform 2090"/>
          <p:cNvSpPr/>
          <p:nvPr/>
        </p:nvSpPr>
        <p:spPr>
          <a:xfrm>
            <a:off x="3390900" y="273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2" name="Freeform 2091"/>
          <p:cNvSpPr/>
          <p:nvPr/>
        </p:nvSpPr>
        <p:spPr>
          <a:xfrm>
            <a:off x="3429000" y="2730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3" name="Freeform 2092"/>
          <p:cNvSpPr/>
          <p:nvPr/>
        </p:nvSpPr>
        <p:spPr>
          <a:xfrm>
            <a:off x="3454400" y="271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4" name="Freeform 2093"/>
          <p:cNvSpPr/>
          <p:nvPr/>
        </p:nvSpPr>
        <p:spPr>
          <a:xfrm>
            <a:off x="34925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5" name="Freeform 2094"/>
          <p:cNvSpPr/>
          <p:nvPr/>
        </p:nvSpPr>
        <p:spPr>
          <a:xfrm>
            <a:off x="35179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6" name="Freeform 2095"/>
          <p:cNvSpPr/>
          <p:nvPr/>
        </p:nvSpPr>
        <p:spPr>
          <a:xfrm>
            <a:off x="2654300" y="278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" name="Freeform 2096"/>
          <p:cNvSpPr/>
          <p:nvPr/>
        </p:nvSpPr>
        <p:spPr>
          <a:xfrm>
            <a:off x="2679700" y="278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8" name="Freeform 2097"/>
          <p:cNvSpPr/>
          <p:nvPr/>
        </p:nvSpPr>
        <p:spPr>
          <a:xfrm>
            <a:off x="2717800" y="278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9" name="Freeform 2098"/>
          <p:cNvSpPr/>
          <p:nvPr/>
        </p:nvSpPr>
        <p:spPr>
          <a:xfrm>
            <a:off x="2743200" y="278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0" name="Freeform 2099"/>
          <p:cNvSpPr/>
          <p:nvPr/>
        </p:nvSpPr>
        <p:spPr>
          <a:xfrm>
            <a:off x="2768600" y="276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1" name="Freeform 2100"/>
          <p:cNvSpPr/>
          <p:nvPr/>
        </p:nvSpPr>
        <p:spPr>
          <a:xfrm>
            <a:off x="2806700" y="276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2" name="Freeform 2101"/>
          <p:cNvSpPr/>
          <p:nvPr/>
        </p:nvSpPr>
        <p:spPr>
          <a:xfrm>
            <a:off x="2832100" y="276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" name="Freeform 2102"/>
          <p:cNvSpPr/>
          <p:nvPr/>
        </p:nvSpPr>
        <p:spPr>
          <a:xfrm>
            <a:off x="2870200" y="276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" name="Freeform 2103"/>
          <p:cNvSpPr/>
          <p:nvPr/>
        </p:nvSpPr>
        <p:spPr>
          <a:xfrm>
            <a:off x="28956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Freeform 2104"/>
          <p:cNvSpPr/>
          <p:nvPr/>
        </p:nvSpPr>
        <p:spPr>
          <a:xfrm>
            <a:off x="2921000" y="274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6" name="Freeform 2105"/>
          <p:cNvSpPr/>
          <p:nvPr/>
        </p:nvSpPr>
        <p:spPr>
          <a:xfrm>
            <a:off x="29591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7" name="Freeform 2106"/>
          <p:cNvSpPr/>
          <p:nvPr/>
        </p:nvSpPr>
        <p:spPr>
          <a:xfrm>
            <a:off x="2984500" y="2755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Freeform 2107"/>
          <p:cNvSpPr/>
          <p:nvPr/>
        </p:nvSpPr>
        <p:spPr>
          <a:xfrm>
            <a:off x="3022600" y="2755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9" name="Freeform 2108"/>
          <p:cNvSpPr/>
          <p:nvPr/>
        </p:nvSpPr>
        <p:spPr>
          <a:xfrm>
            <a:off x="30480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0" name="Freeform 2109"/>
          <p:cNvSpPr/>
          <p:nvPr/>
        </p:nvSpPr>
        <p:spPr>
          <a:xfrm>
            <a:off x="3073400" y="274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Freeform 2110"/>
          <p:cNvSpPr/>
          <p:nvPr/>
        </p:nvSpPr>
        <p:spPr>
          <a:xfrm>
            <a:off x="31115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2" name="Freeform 2111"/>
          <p:cNvSpPr/>
          <p:nvPr/>
        </p:nvSpPr>
        <p:spPr>
          <a:xfrm>
            <a:off x="3136900" y="274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3" name="Freeform 2112"/>
          <p:cNvSpPr/>
          <p:nvPr/>
        </p:nvSpPr>
        <p:spPr>
          <a:xfrm>
            <a:off x="31750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Freeform 2113"/>
          <p:cNvSpPr/>
          <p:nvPr/>
        </p:nvSpPr>
        <p:spPr>
          <a:xfrm>
            <a:off x="3200400" y="2717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5" name="Freeform 2114"/>
          <p:cNvSpPr/>
          <p:nvPr/>
        </p:nvSpPr>
        <p:spPr>
          <a:xfrm>
            <a:off x="32385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" name="Freeform 2115"/>
          <p:cNvSpPr/>
          <p:nvPr/>
        </p:nvSpPr>
        <p:spPr>
          <a:xfrm>
            <a:off x="32639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7" name="Freeform 2116"/>
          <p:cNvSpPr/>
          <p:nvPr/>
        </p:nvSpPr>
        <p:spPr>
          <a:xfrm>
            <a:off x="3289300" y="271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8" name="Freeform 2117"/>
          <p:cNvSpPr/>
          <p:nvPr/>
        </p:nvSpPr>
        <p:spPr>
          <a:xfrm>
            <a:off x="3327400" y="2730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9" name="Freeform 2118"/>
          <p:cNvSpPr/>
          <p:nvPr/>
        </p:nvSpPr>
        <p:spPr>
          <a:xfrm>
            <a:off x="33528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0" name="Freeform 2119"/>
          <p:cNvSpPr/>
          <p:nvPr/>
        </p:nvSpPr>
        <p:spPr>
          <a:xfrm>
            <a:off x="33909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1" name="Freeform 2120"/>
          <p:cNvSpPr/>
          <p:nvPr/>
        </p:nvSpPr>
        <p:spPr>
          <a:xfrm>
            <a:off x="34163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2" name="Freeform 2121"/>
          <p:cNvSpPr/>
          <p:nvPr/>
        </p:nvSpPr>
        <p:spPr>
          <a:xfrm>
            <a:off x="3441700" y="271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3" name="Freeform 2122"/>
          <p:cNvSpPr/>
          <p:nvPr/>
        </p:nvSpPr>
        <p:spPr>
          <a:xfrm>
            <a:off x="34798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4" name="Freeform 2123"/>
          <p:cNvSpPr/>
          <p:nvPr/>
        </p:nvSpPr>
        <p:spPr>
          <a:xfrm>
            <a:off x="3505200" y="270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5" name="Freeform 2124"/>
          <p:cNvSpPr/>
          <p:nvPr/>
        </p:nvSpPr>
        <p:spPr>
          <a:xfrm>
            <a:off x="2641600" y="2781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6" name="Freeform 2125"/>
          <p:cNvSpPr/>
          <p:nvPr/>
        </p:nvSpPr>
        <p:spPr>
          <a:xfrm>
            <a:off x="2667000" y="276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7" name="Freeform 2126"/>
          <p:cNvSpPr/>
          <p:nvPr/>
        </p:nvSpPr>
        <p:spPr>
          <a:xfrm>
            <a:off x="2705100" y="276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8" name="Freeform 2127"/>
          <p:cNvSpPr/>
          <p:nvPr/>
        </p:nvSpPr>
        <p:spPr>
          <a:xfrm>
            <a:off x="2730500" y="276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9" name="Freeform 2128"/>
          <p:cNvSpPr/>
          <p:nvPr/>
        </p:nvSpPr>
        <p:spPr>
          <a:xfrm>
            <a:off x="2755900" y="276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" name="Freeform 2129"/>
          <p:cNvSpPr/>
          <p:nvPr/>
        </p:nvSpPr>
        <p:spPr>
          <a:xfrm>
            <a:off x="2794000" y="276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1" name="Freeform 2130"/>
          <p:cNvSpPr/>
          <p:nvPr/>
        </p:nvSpPr>
        <p:spPr>
          <a:xfrm>
            <a:off x="2819400" y="275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2" name="Freeform 2131"/>
          <p:cNvSpPr/>
          <p:nvPr/>
        </p:nvSpPr>
        <p:spPr>
          <a:xfrm>
            <a:off x="28575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3" name="Freeform 2132"/>
          <p:cNvSpPr/>
          <p:nvPr/>
        </p:nvSpPr>
        <p:spPr>
          <a:xfrm>
            <a:off x="28829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4" name="Freeform 2133"/>
          <p:cNvSpPr/>
          <p:nvPr/>
        </p:nvSpPr>
        <p:spPr>
          <a:xfrm>
            <a:off x="29210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5" name="Freeform 2134"/>
          <p:cNvSpPr/>
          <p:nvPr/>
        </p:nvSpPr>
        <p:spPr>
          <a:xfrm>
            <a:off x="29464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6" name="Freeform 2135"/>
          <p:cNvSpPr/>
          <p:nvPr/>
        </p:nvSpPr>
        <p:spPr>
          <a:xfrm>
            <a:off x="2971800" y="274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7" name="Freeform 2136"/>
          <p:cNvSpPr/>
          <p:nvPr/>
        </p:nvSpPr>
        <p:spPr>
          <a:xfrm>
            <a:off x="30099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8" name="Freeform 2137"/>
          <p:cNvSpPr/>
          <p:nvPr/>
        </p:nvSpPr>
        <p:spPr>
          <a:xfrm>
            <a:off x="30353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9" name="Freeform 2138"/>
          <p:cNvSpPr/>
          <p:nvPr/>
        </p:nvSpPr>
        <p:spPr>
          <a:xfrm>
            <a:off x="3073400" y="2743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" name="Freeform 2139"/>
          <p:cNvSpPr/>
          <p:nvPr/>
        </p:nvSpPr>
        <p:spPr>
          <a:xfrm>
            <a:off x="30988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1" name="Freeform 2140"/>
          <p:cNvSpPr/>
          <p:nvPr/>
        </p:nvSpPr>
        <p:spPr>
          <a:xfrm>
            <a:off x="3124200" y="273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" name="Freeform 2141"/>
          <p:cNvSpPr/>
          <p:nvPr/>
        </p:nvSpPr>
        <p:spPr>
          <a:xfrm>
            <a:off x="31623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" name="Freeform 2142"/>
          <p:cNvSpPr/>
          <p:nvPr/>
        </p:nvSpPr>
        <p:spPr>
          <a:xfrm>
            <a:off x="3187700" y="270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" name="Freeform 2143"/>
          <p:cNvSpPr/>
          <p:nvPr/>
        </p:nvSpPr>
        <p:spPr>
          <a:xfrm>
            <a:off x="32258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5" name="Freeform 2144"/>
          <p:cNvSpPr/>
          <p:nvPr/>
        </p:nvSpPr>
        <p:spPr>
          <a:xfrm>
            <a:off x="32512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6" name="Freeform 2145"/>
          <p:cNvSpPr/>
          <p:nvPr/>
        </p:nvSpPr>
        <p:spPr>
          <a:xfrm>
            <a:off x="3276600" y="271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" name="Freeform 2146"/>
          <p:cNvSpPr/>
          <p:nvPr/>
        </p:nvSpPr>
        <p:spPr>
          <a:xfrm>
            <a:off x="33147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8" name="Freeform 2147"/>
          <p:cNvSpPr/>
          <p:nvPr/>
        </p:nvSpPr>
        <p:spPr>
          <a:xfrm>
            <a:off x="3340100" y="271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9" name="Freeform 2148"/>
          <p:cNvSpPr/>
          <p:nvPr/>
        </p:nvSpPr>
        <p:spPr>
          <a:xfrm>
            <a:off x="3378200" y="2717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0" name="Freeform 2149"/>
          <p:cNvSpPr/>
          <p:nvPr/>
        </p:nvSpPr>
        <p:spPr>
          <a:xfrm>
            <a:off x="34036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1" name="Freeform 2150"/>
          <p:cNvSpPr/>
          <p:nvPr/>
        </p:nvSpPr>
        <p:spPr>
          <a:xfrm>
            <a:off x="34417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2" name="Freeform 2151"/>
          <p:cNvSpPr/>
          <p:nvPr/>
        </p:nvSpPr>
        <p:spPr>
          <a:xfrm>
            <a:off x="34671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3" name="Freeform 2152"/>
          <p:cNvSpPr/>
          <p:nvPr/>
        </p:nvSpPr>
        <p:spPr>
          <a:xfrm>
            <a:off x="3492500" y="2705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4" name="Freeform 2153"/>
          <p:cNvSpPr/>
          <p:nvPr/>
        </p:nvSpPr>
        <p:spPr>
          <a:xfrm>
            <a:off x="2628900" y="276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5" name="Freeform 2154"/>
          <p:cNvSpPr/>
          <p:nvPr/>
        </p:nvSpPr>
        <p:spPr>
          <a:xfrm>
            <a:off x="2654300" y="276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6" name="Freeform 2155"/>
          <p:cNvSpPr/>
          <p:nvPr/>
        </p:nvSpPr>
        <p:spPr>
          <a:xfrm>
            <a:off x="2692400" y="2768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7" name="Freeform 2156"/>
          <p:cNvSpPr/>
          <p:nvPr/>
        </p:nvSpPr>
        <p:spPr>
          <a:xfrm>
            <a:off x="27178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8" name="Freeform 2157"/>
          <p:cNvSpPr/>
          <p:nvPr/>
        </p:nvSpPr>
        <p:spPr>
          <a:xfrm>
            <a:off x="27559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9" name="Freeform 2158"/>
          <p:cNvSpPr/>
          <p:nvPr/>
        </p:nvSpPr>
        <p:spPr>
          <a:xfrm>
            <a:off x="27813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0" name="Freeform 2159"/>
          <p:cNvSpPr/>
          <p:nvPr/>
        </p:nvSpPr>
        <p:spPr>
          <a:xfrm>
            <a:off x="2806700" y="275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1" name="Freeform 2160"/>
          <p:cNvSpPr/>
          <p:nvPr/>
        </p:nvSpPr>
        <p:spPr>
          <a:xfrm>
            <a:off x="2844800" y="2755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2" name="Freeform 2161"/>
          <p:cNvSpPr/>
          <p:nvPr/>
        </p:nvSpPr>
        <p:spPr>
          <a:xfrm>
            <a:off x="2870200" y="274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3" name="Freeform 2162"/>
          <p:cNvSpPr/>
          <p:nvPr/>
        </p:nvSpPr>
        <p:spPr>
          <a:xfrm>
            <a:off x="2908300" y="273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" name="Freeform 2163"/>
          <p:cNvSpPr/>
          <p:nvPr/>
        </p:nvSpPr>
        <p:spPr>
          <a:xfrm>
            <a:off x="29337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5" name="Freeform 2164"/>
          <p:cNvSpPr/>
          <p:nvPr/>
        </p:nvSpPr>
        <p:spPr>
          <a:xfrm>
            <a:off x="2959100" y="273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6" name="Freeform 2165"/>
          <p:cNvSpPr/>
          <p:nvPr/>
        </p:nvSpPr>
        <p:spPr>
          <a:xfrm>
            <a:off x="2997200" y="2743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7" name="Freeform 2166"/>
          <p:cNvSpPr/>
          <p:nvPr/>
        </p:nvSpPr>
        <p:spPr>
          <a:xfrm>
            <a:off x="3022600" y="273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8" name="Freeform 2167"/>
          <p:cNvSpPr/>
          <p:nvPr/>
        </p:nvSpPr>
        <p:spPr>
          <a:xfrm>
            <a:off x="30607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9" name="Freeform 2168"/>
          <p:cNvSpPr/>
          <p:nvPr/>
        </p:nvSpPr>
        <p:spPr>
          <a:xfrm>
            <a:off x="30861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0" name="Freeform 2169"/>
          <p:cNvSpPr/>
          <p:nvPr/>
        </p:nvSpPr>
        <p:spPr>
          <a:xfrm>
            <a:off x="3124200" y="2730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1" name="Freeform 2170"/>
          <p:cNvSpPr/>
          <p:nvPr/>
        </p:nvSpPr>
        <p:spPr>
          <a:xfrm>
            <a:off x="31496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2" name="Freeform 2171"/>
          <p:cNvSpPr/>
          <p:nvPr/>
        </p:nvSpPr>
        <p:spPr>
          <a:xfrm>
            <a:off x="3175000" y="270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3" name="Freeform 2172"/>
          <p:cNvSpPr/>
          <p:nvPr/>
        </p:nvSpPr>
        <p:spPr>
          <a:xfrm>
            <a:off x="3213100" y="2705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4" name="Freeform 2173"/>
          <p:cNvSpPr/>
          <p:nvPr/>
        </p:nvSpPr>
        <p:spPr>
          <a:xfrm>
            <a:off x="32385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5" name="Freeform 2174"/>
          <p:cNvSpPr/>
          <p:nvPr/>
        </p:nvSpPr>
        <p:spPr>
          <a:xfrm>
            <a:off x="32766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6" name="Freeform 2175"/>
          <p:cNvSpPr/>
          <p:nvPr/>
        </p:nvSpPr>
        <p:spPr>
          <a:xfrm>
            <a:off x="33020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7" name="Freeform 2176"/>
          <p:cNvSpPr/>
          <p:nvPr/>
        </p:nvSpPr>
        <p:spPr>
          <a:xfrm>
            <a:off x="3327400" y="270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8" name="Freeform 2177"/>
          <p:cNvSpPr/>
          <p:nvPr/>
        </p:nvSpPr>
        <p:spPr>
          <a:xfrm>
            <a:off x="33655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9" name="Freeform 2178"/>
          <p:cNvSpPr/>
          <p:nvPr/>
        </p:nvSpPr>
        <p:spPr>
          <a:xfrm>
            <a:off x="3390900" y="270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0" name="Freeform 2179"/>
          <p:cNvSpPr/>
          <p:nvPr/>
        </p:nvSpPr>
        <p:spPr>
          <a:xfrm>
            <a:off x="3429000" y="2705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1" name="Freeform 2180"/>
          <p:cNvSpPr/>
          <p:nvPr/>
        </p:nvSpPr>
        <p:spPr>
          <a:xfrm>
            <a:off x="34544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2" name="Freeform 2181"/>
          <p:cNvSpPr/>
          <p:nvPr/>
        </p:nvSpPr>
        <p:spPr>
          <a:xfrm>
            <a:off x="3479800" y="269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3" name="Freeform 2182"/>
          <p:cNvSpPr/>
          <p:nvPr/>
        </p:nvSpPr>
        <p:spPr>
          <a:xfrm>
            <a:off x="26162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4" name="Freeform 2183"/>
          <p:cNvSpPr/>
          <p:nvPr/>
        </p:nvSpPr>
        <p:spPr>
          <a:xfrm>
            <a:off x="2641600" y="275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5" name="Freeform 2184"/>
          <p:cNvSpPr/>
          <p:nvPr/>
        </p:nvSpPr>
        <p:spPr>
          <a:xfrm>
            <a:off x="26797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6" name="Freeform 2185"/>
          <p:cNvSpPr/>
          <p:nvPr/>
        </p:nvSpPr>
        <p:spPr>
          <a:xfrm>
            <a:off x="2705100" y="275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7" name="Freeform 2186"/>
          <p:cNvSpPr/>
          <p:nvPr/>
        </p:nvSpPr>
        <p:spPr>
          <a:xfrm>
            <a:off x="2743200" y="2755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8" name="Freeform 2187"/>
          <p:cNvSpPr/>
          <p:nvPr/>
        </p:nvSpPr>
        <p:spPr>
          <a:xfrm>
            <a:off x="27686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9" name="Freeform 2188"/>
          <p:cNvSpPr/>
          <p:nvPr/>
        </p:nvSpPr>
        <p:spPr>
          <a:xfrm>
            <a:off x="28067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0" name="Freeform 2189"/>
          <p:cNvSpPr/>
          <p:nvPr/>
        </p:nvSpPr>
        <p:spPr>
          <a:xfrm>
            <a:off x="28321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1" name="Freeform 2190"/>
          <p:cNvSpPr/>
          <p:nvPr/>
        </p:nvSpPr>
        <p:spPr>
          <a:xfrm>
            <a:off x="2857500" y="274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2" name="Freeform 2191"/>
          <p:cNvSpPr/>
          <p:nvPr/>
        </p:nvSpPr>
        <p:spPr>
          <a:xfrm>
            <a:off x="2895600" y="2717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3" name="Freeform 2192"/>
          <p:cNvSpPr/>
          <p:nvPr/>
        </p:nvSpPr>
        <p:spPr>
          <a:xfrm>
            <a:off x="29210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4" name="Freeform 2193"/>
          <p:cNvSpPr/>
          <p:nvPr/>
        </p:nvSpPr>
        <p:spPr>
          <a:xfrm>
            <a:off x="29591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5" name="Freeform 2194"/>
          <p:cNvSpPr/>
          <p:nvPr/>
        </p:nvSpPr>
        <p:spPr>
          <a:xfrm>
            <a:off x="29845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6" name="Freeform 2195"/>
          <p:cNvSpPr/>
          <p:nvPr/>
        </p:nvSpPr>
        <p:spPr>
          <a:xfrm>
            <a:off x="3009900" y="273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7" name="Freeform 2196"/>
          <p:cNvSpPr/>
          <p:nvPr/>
        </p:nvSpPr>
        <p:spPr>
          <a:xfrm>
            <a:off x="3048000" y="2730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8" name="Freeform 2197"/>
          <p:cNvSpPr/>
          <p:nvPr/>
        </p:nvSpPr>
        <p:spPr>
          <a:xfrm>
            <a:off x="3073400" y="271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9" name="Freeform 2198"/>
          <p:cNvSpPr/>
          <p:nvPr/>
        </p:nvSpPr>
        <p:spPr>
          <a:xfrm>
            <a:off x="31115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0" name="Freeform 2199"/>
          <p:cNvSpPr/>
          <p:nvPr/>
        </p:nvSpPr>
        <p:spPr>
          <a:xfrm>
            <a:off x="3136900" y="2705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1" name="Freeform 2200"/>
          <p:cNvSpPr/>
          <p:nvPr/>
        </p:nvSpPr>
        <p:spPr>
          <a:xfrm>
            <a:off x="3162300" y="2692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2" name="Freeform 2201"/>
          <p:cNvSpPr/>
          <p:nvPr/>
        </p:nvSpPr>
        <p:spPr>
          <a:xfrm>
            <a:off x="32004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3" name="Freeform 2202"/>
          <p:cNvSpPr/>
          <p:nvPr/>
        </p:nvSpPr>
        <p:spPr>
          <a:xfrm>
            <a:off x="3225800" y="269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4" name="Freeform 2203"/>
          <p:cNvSpPr/>
          <p:nvPr/>
        </p:nvSpPr>
        <p:spPr>
          <a:xfrm>
            <a:off x="32639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5" name="Freeform 2204"/>
          <p:cNvSpPr/>
          <p:nvPr/>
        </p:nvSpPr>
        <p:spPr>
          <a:xfrm>
            <a:off x="32893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6" name="Freeform 2205"/>
          <p:cNvSpPr/>
          <p:nvPr/>
        </p:nvSpPr>
        <p:spPr>
          <a:xfrm>
            <a:off x="3327400" y="2705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7" name="Freeform 2206"/>
          <p:cNvSpPr/>
          <p:nvPr/>
        </p:nvSpPr>
        <p:spPr>
          <a:xfrm>
            <a:off x="33528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8" name="Freeform 2207"/>
          <p:cNvSpPr/>
          <p:nvPr/>
        </p:nvSpPr>
        <p:spPr>
          <a:xfrm>
            <a:off x="3378200" y="269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9" name="Freeform 2208"/>
          <p:cNvSpPr/>
          <p:nvPr/>
        </p:nvSpPr>
        <p:spPr>
          <a:xfrm>
            <a:off x="34163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0" name="Freeform 2209"/>
          <p:cNvSpPr/>
          <p:nvPr/>
        </p:nvSpPr>
        <p:spPr>
          <a:xfrm>
            <a:off x="34417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1" name="Freeform 2210"/>
          <p:cNvSpPr/>
          <p:nvPr/>
        </p:nvSpPr>
        <p:spPr>
          <a:xfrm>
            <a:off x="3479800" y="2692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2" name="Freeform 2211"/>
          <p:cNvSpPr/>
          <p:nvPr/>
        </p:nvSpPr>
        <p:spPr>
          <a:xfrm>
            <a:off x="2603500" y="275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3" name="Freeform 2212"/>
          <p:cNvSpPr/>
          <p:nvPr/>
        </p:nvSpPr>
        <p:spPr>
          <a:xfrm>
            <a:off x="2641600" y="2755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4" name="Freeform 2213"/>
          <p:cNvSpPr/>
          <p:nvPr/>
        </p:nvSpPr>
        <p:spPr>
          <a:xfrm>
            <a:off x="26670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5" name="Freeform 2214"/>
          <p:cNvSpPr/>
          <p:nvPr/>
        </p:nvSpPr>
        <p:spPr>
          <a:xfrm>
            <a:off x="2692400" y="274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6" name="Freeform 2215"/>
          <p:cNvSpPr/>
          <p:nvPr/>
        </p:nvSpPr>
        <p:spPr>
          <a:xfrm>
            <a:off x="27305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7" name="Freeform 2216"/>
          <p:cNvSpPr/>
          <p:nvPr/>
        </p:nvSpPr>
        <p:spPr>
          <a:xfrm>
            <a:off x="2755900" y="274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8" name="Freeform 2217"/>
          <p:cNvSpPr/>
          <p:nvPr/>
        </p:nvSpPr>
        <p:spPr>
          <a:xfrm>
            <a:off x="2794000" y="2743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9" name="Freeform 2218"/>
          <p:cNvSpPr/>
          <p:nvPr/>
        </p:nvSpPr>
        <p:spPr>
          <a:xfrm>
            <a:off x="28194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0" name="Freeform 2219"/>
          <p:cNvSpPr/>
          <p:nvPr/>
        </p:nvSpPr>
        <p:spPr>
          <a:xfrm>
            <a:off x="2844800" y="273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1" name="Freeform 2220"/>
          <p:cNvSpPr/>
          <p:nvPr/>
        </p:nvSpPr>
        <p:spPr>
          <a:xfrm>
            <a:off x="2882900" y="2717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2" name="Freeform 2221"/>
          <p:cNvSpPr/>
          <p:nvPr/>
        </p:nvSpPr>
        <p:spPr>
          <a:xfrm>
            <a:off x="2908300" y="271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3" name="Freeform 2222"/>
          <p:cNvSpPr/>
          <p:nvPr/>
        </p:nvSpPr>
        <p:spPr>
          <a:xfrm>
            <a:off x="29464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4" name="Freeform 2223"/>
          <p:cNvSpPr/>
          <p:nvPr/>
        </p:nvSpPr>
        <p:spPr>
          <a:xfrm>
            <a:off x="29718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5" name="Freeform 2224"/>
          <p:cNvSpPr/>
          <p:nvPr/>
        </p:nvSpPr>
        <p:spPr>
          <a:xfrm>
            <a:off x="30099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6" name="Freeform 2225"/>
          <p:cNvSpPr/>
          <p:nvPr/>
        </p:nvSpPr>
        <p:spPr>
          <a:xfrm>
            <a:off x="30353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7" name="Freeform 2226"/>
          <p:cNvSpPr/>
          <p:nvPr/>
        </p:nvSpPr>
        <p:spPr>
          <a:xfrm>
            <a:off x="3060700" y="271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8" name="Freeform 2227"/>
          <p:cNvSpPr/>
          <p:nvPr/>
        </p:nvSpPr>
        <p:spPr>
          <a:xfrm>
            <a:off x="30988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9" name="Freeform 2228"/>
          <p:cNvSpPr/>
          <p:nvPr/>
        </p:nvSpPr>
        <p:spPr>
          <a:xfrm>
            <a:off x="31242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0" name="Freeform 2229"/>
          <p:cNvSpPr/>
          <p:nvPr/>
        </p:nvSpPr>
        <p:spPr>
          <a:xfrm>
            <a:off x="31623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1" name="Freeform 2230"/>
          <p:cNvSpPr/>
          <p:nvPr/>
        </p:nvSpPr>
        <p:spPr>
          <a:xfrm>
            <a:off x="31877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2" name="Freeform 2231"/>
          <p:cNvSpPr/>
          <p:nvPr/>
        </p:nvSpPr>
        <p:spPr>
          <a:xfrm>
            <a:off x="3213100" y="267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3" name="Freeform 2232"/>
          <p:cNvSpPr/>
          <p:nvPr/>
        </p:nvSpPr>
        <p:spPr>
          <a:xfrm>
            <a:off x="32512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4" name="Freeform 2233"/>
          <p:cNvSpPr/>
          <p:nvPr/>
        </p:nvSpPr>
        <p:spPr>
          <a:xfrm>
            <a:off x="3276600" y="269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5" name="Freeform 2234"/>
          <p:cNvSpPr/>
          <p:nvPr/>
        </p:nvSpPr>
        <p:spPr>
          <a:xfrm>
            <a:off x="33147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6" name="Freeform 2235"/>
          <p:cNvSpPr/>
          <p:nvPr/>
        </p:nvSpPr>
        <p:spPr>
          <a:xfrm>
            <a:off x="33401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7" name="Freeform 2236"/>
          <p:cNvSpPr/>
          <p:nvPr/>
        </p:nvSpPr>
        <p:spPr>
          <a:xfrm>
            <a:off x="3365500" y="2692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8" name="Freeform 2237"/>
          <p:cNvSpPr/>
          <p:nvPr/>
        </p:nvSpPr>
        <p:spPr>
          <a:xfrm>
            <a:off x="34036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9" name="Freeform 2238"/>
          <p:cNvSpPr/>
          <p:nvPr/>
        </p:nvSpPr>
        <p:spPr>
          <a:xfrm>
            <a:off x="3429000" y="267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0" name="Freeform 2239"/>
          <p:cNvSpPr/>
          <p:nvPr/>
        </p:nvSpPr>
        <p:spPr>
          <a:xfrm>
            <a:off x="34671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1" name="Freeform 2240"/>
          <p:cNvSpPr/>
          <p:nvPr/>
        </p:nvSpPr>
        <p:spPr>
          <a:xfrm>
            <a:off x="2590800" y="274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2" name="Freeform 2241"/>
          <p:cNvSpPr/>
          <p:nvPr/>
        </p:nvSpPr>
        <p:spPr>
          <a:xfrm>
            <a:off x="26289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3" name="Freeform 2242"/>
          <p:cNvSpPr/>
          <p:nvPr/>
        </p:nvSpPr>
        <p:spPr>
          <a:xfrm>
            <a:off x="2654300" y="274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4" name="Freeform 2243"/>
          <p:cNvSpPr/>
          <p:nvPr/>
        </p:nvSpPr>
        <p:spPr>
          <a:xfrm>
            <a:off x="2692400" y="2743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5" name="Freeform 2244"/>
          <p:cNvSpPr/>
          <p:nvPr/>
        </p:nvSpPr>
        <p:spPr>
          <a:xfrm>
            <a:off x="27178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6" name="Freeform 2245"/>
          <p:cNvSpPr/>
          <p:nvPr/>
        </p:nvSpPr>
        <p:spPr>
          <a:xfrm>
            <a:off x="2743200" y="273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7" name="Freeform 2246"/>
          <p:cNvSpPr/>
          <p:nvPr/>
        </p:nvSpPr>
        <p:spPr>
          <a:xfrm>
            <a:off x="27813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8" name="Freeform 2247"/>
          <p:cNvSpPr/>
          <p:nvPr/>
        </p:nvSpPr>
        <p:spPr>
          <a:xfrm>
            <a:off x="28067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9" name="Freeform 2248"/>
          <p:cNvSpPr/>
          <p:nvPr/>
        </p:nvSpPr>
        <p:spPr>
          <a:xfrm>
            <a:off x="28448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0" name="Freeform 2249"/>
          <p:cNvSpPr/>
          <p:nvPr/>
        </p:nvSpPr>
        <p:spPr>
          <a:xfrm>
            <a:off x="2870200" y="2705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1" name="Freeform 2250"/>
          <p:cNvSpPr/>
          <p:nvPr/>
        </p:nvSpPr>
        <p:spPr>
          <a:xfrm>
            <a:off x="2895600" y="270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2" name="Freeform 2251"/>
          <p:cNvSpPr/>
          <p:nvPr/>
        </p:nvSpPr>
        <p:spPr>
          <a:xfrm>
            <a:off x="29337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3" name="Freeform 2252"/>
          <p:cNvSpPr/>
          <p:nvPr/>
        </p:nvSpPr>
        <p:spPr>
          <a:xfrm>
            <a:off x="2959100" y="271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4" name="Freeform 2253"/>
          <p:cNvSpPr/>
          <p:nvPr/>
        </p:nvSpPr>
        <p:spPr>
          <a:xfrm>
            <a:off x="2997200" y="2717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5" name="Freeform 2254"/>
          <p:cNvSpPr/>
          <p:nvPr/>
        </p:nvSpPr>
        <p:spPr>
          <a:xfrm>
            <a:off x="30226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6" name="Freeform 2255"/>
          <p:cNvSpPr/>
          <p:nvPr/>
        </p:nvSpPr>
        <p:spPr>
          <a:xfrm>
            <a:off x="3048000" y="270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7" name="Freeform 2256"/>
          <p:cNvSpPr/>
          <p:nvPr/>
        </p:nvSpPr>
        <p:spPr>
          <a:xfrm>
            <a:off x="30861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8" name="Freeform 2257"/>
          <p:cNvSpPr/>
          <p:nvPr/>
        </p:nvSpPr>
        <p:spPr>
          <a:xfrm>
            <a:off x="3111500" y="269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9" name="Freeform 2258"/>
          <p:cNvSpPr/>
          <p:nvPr/>
        </p:nvSpPr>
        <p:spPr>
          <a:xfrm>
            <a:off x="3149600" y="2679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0" name="Freeform 2259"/>
          <p:cNvSpPr/>
          <p:nvPr/>
        </p:nvSpPr>
        <p:spPr>
          <a:xfrm>
            <a:off x="31750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1" name="Freeform 2260"/>
          <p:cNvSpPr/>
          <p:nvPr/>
        </p:nvSpPr>
        <p:spPr>
          <a:xfrm>
            <a:off x="32131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2" name="Freeform 2261"/>
          <p:cNvSpPr/>
          <p:nvPr/>
        </p:nvSpPr>
        <p:spPr>
          <a:xfrm>
            <a:off x="32385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3" name="Freeform 2262"/>
          <p:cNvSpPr/>
          <p:nvPr/>
        </p:nvSpPr>
        <p:spPr>
          <a:xfrm>
            <a:off x="3263900" y="2692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4" name="Freeform 2263"/>
          <p:cNvSpPr/>
          <p:nvPr/>
        </p:nvSpPr>
        <p:spPr>
          <a:xfrm>
            <a:off x="33020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5" name="Freeform 2264"/>
          <p:cNvSpPr/>
          <p:nvPr/>
        </p:nvSpPr>
        <p:spPr>
          <a:xfrm>
            <a:off x="33274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6" name="Freeform 2265"/>
          <p:cNvSpPr/>
          <p:nvPr/>
        </p:nvSpPr>
        <p:spPr>
          <a:xfrm>
            <a:off x="33655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7" name="Freeform 2266"/>
          <p:cNvSpPr/>
          <p:nvPr/>
        </p:nvSpPr>
        <p:spPr>
          <a:xfrm>
            <a:off x="33909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8" name="Freeform 2267"/>
          <p:cNvSpPr/>
          <p:nvPr/>
        </p:nvSpPr>
        <p:spPr>
          <a:xfrm>
            <a:off x="3416300" y="2679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9" name="Freeform 2268"/>
          <p:cNvSpPr/>
          <p:nvPr/>
        </p:nvSpPr>
        <p:spPr>
          <a:xfrm>
            <a:off x="34544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0" name="Freeform 2269"/>
          <p:cNvSpPr/>
          <p:nvPr/>
        </p:nvSpPr>
        <p:spPr>
          <a:xfrm>
            <a:off x="2578100" y="274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1" name="Freeform 2270"/>
          <p:cNvSpPr/>
          <p:nvPr/>
        </p:nvSpPr>
        <p:spPr>
          <a:xfrm>
            <a:off x="2616200" y="2743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2" name="Freeform 2271"/>
          <p:cNvSpPr/>
          <p:nvPr/>
        </p:nvSpPr>
        <p:spPr>
          <a:xfrm>
            <a:off x="2641600" y="273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3" name="Freeform 2272"/>
          <p:cNvSpPr/>
          <p:nvPr/>
        </p:nvSpPr>
        <p:spPr>
          <a:xfrm>
            <a:off x="26797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4" name="Freeform 2273"/>
          <p:cNvSpPr/>
          <p:nvPr/>
        </p:nvSpPr>
        <p:spPr>
          <a:xfrm>
            <a:off x="27051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5" name="Freeform 2274"/>
          <p:cNvSpPr/>
          <p:nvPr/>
        </p:nvSpPr>
        <p:spPr>
          <a:xfrm>
            <a:off x="2730500" y="2730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6" name="Freeform 2275"/>
          <p:cNvSpPr/>
          <p:nvPr/>
        </p:nvSpPr>
        <p:spPr>
          <a:xfrm>
            <a:off x="27686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7" name="Freeform 2276"/>
          <p:cNvSpPr/>
          <p:nvPr/>
        </p:nvSpPr>
        <p:spPr>
          <a:xfrm>
            <a:off x="2794000" y="271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8" name="Freeform 2277"/>
          <p:cNvSpPr/>
          <p:nvPr/>
        </p:nvSpPr>
        <p:spPr>
          <a:xfrm>
            <a:off x="28321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9" name="Freeform 2278"/>
          <p:cNvSpPr/>
          <p:nvPr/>
        </p:nvSpPr>
        <p:spPr>
          <a:xfrm>
            <a:off x="28575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0" name="Freeform 2279"/>
          <p:cNvSpPr/>
          <p:nvPr/>
        </p:nvSpPr>
        <p:spPr>
          <a:xfrm>
            <a:off x="28956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1" name="Freeform 2280"/>
          <p:cNvSpPr/>
          <p:nvPr/>
        </p:nvSpPr>
        <p:spPr>
          <a:xfrm>
            <a:off x="29210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2" name="Freeform 2281"/>
          <p:cNvSpPr/>
          <p:nvPr/>
        </p:nvSpPr>
        <p:spPr>
          <a:xfrm>
            <a:off x="2946400" y="270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3" name="Freeform 2282"/>
          <p:cNvSpPr/>
          <p:nvPr/>
        </p:nvSpPr>
        <p:spPr>
          <a:xfrm>
            <a:off x="29845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4" name="Freeform 2283"/>
          <p:cNvSpPr/>
          <p:nvPr/>
        </p:nvSpPr>
        <p:spPr>
          <a:xfrm>
            <a:off x="30099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5" name="Freeform 2284"/>
          <p:cNvSpPr/>
          <p:nvPr/>
        </p:nvSpPr>
        <p:spPr>
          <a:xfrm>
            <a:off x="3048000" y="2705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6" name="Freeform 2285"/>
          <p:cNvSpPr/>
          <p:nvPr/>
        </p:nvSpPr>
        <p:spPr>
          <a:xfrm>
            <a:off x="30734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7" name="Freeform 2286"/>
          <p:cNvSpPr/>
          <p:nvPr/>
        </p:nvSpPr>
        <p:spPr>
          <a:xfrm>
            <a:off x="3098800" y="269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8" name="Freeform 2287"/>
          <p:cNvSpPr/>
          <p:nvPr/>
        </p:nvSpPr>
        <p:spPr>
          <a:xfrm>
            <a:off x="31369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9" name="Freeform 2288"/>
          <p:cNvSpPr/>
          <p:nvPr/>
        </p:nvSpPr>
        <p:spPr>
          <a:xfrm>
            <a:off x="3162300" y="266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0" name="Freeform 2289"/>
          <p:cNvSpPr/>
          <p:nvPr/>
        </p:nvSpPr>
        <p:spPr>
          <a:xfrm>
            <a:off x="32004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1" name="Freeform 2290"/>
          <p:cNvSpPr/>
          <p:nvPr/>
        </p:nvSpPr>
        <p:spPr>
          <a:xfrm>
            <a:off x="32258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2" name="Freeform 2291"/>
          <p:cNvSpPr/>
          <p:nvPr/>
        </p:nvSpPr>
        <p:spPr>
          <a:xfrm>
            <a:off x="3251200" y="267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3" name="Freeform 2292"/>
          <p:cNvSpPr/>
          <p:nvPr/>
        </p:nvSpPr>
        <p:spPr>
          <a:xfrm>
            <a:off x="32893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4" name="Freeform 2293"/>
          <p:cNvSpPr/>
          <p:nvPr/>
        </p:nvSpPr>
        <p:spPr>
          <a:xfrm>
            <a:off x="3314700" y="2679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5" name="Freeform 2294"/>
          <p:cNvSpPr/>
          <p:nvPr/>
        </p:nvSpPr>
        <p:spPr>
          <a:xfrm>
            <a:off x="33528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6" name="Freeform 2295"/>
          <p:cNvSpPr/>
          <p:nvPr/>
        </p:nvSpPr>
        <p:spPr>
          <a:xfrm>
            <a:off x="33782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7" name="Freeform 2296"/>
          <p:cNvSpPr/>
          <p:nvPr/>
        </p:nvSpPr>
        <p:spPr>
          <a:xfrm>
            <a:off x="34163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8" name="Freeform 2297"/>
          <p:cNvSpPr/>
          <p:nvPr/>
        </p:nvSpPr>
        <p:spPr>
          <a:xfrm>
            <a:off x="34417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9" name="Freeform 2298"/>
          <p:cNvSpPr/>
          <p:nvPr/>
        </p:nvSpPr>
        <p:spPr>
          <a:xfrm>
            <a:off x="25781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0" name="Freeform 2299"/>
          <p:cNvSpPr/>
          <p:nvPr/>
        </p:nvSpPr>
        <p:spPr>
          <a:xfrm>
            <a:off x="2603500" y="273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1" name="Freeform 2300"/>
          <p:cNvSpPr/>
          <p:nvPr/>
        </p:nvSpPr>
        <p:spPr>
          <a:xfrm>
            <a:off x="2628900" y="273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2" name="Freeform 2301"/>
          <p:cNvSpPr/>
          <p:nvPr/>
        </p:nvSpPr>
        <p:spPr>
          <a:xfrm>
            <a:off x="2667000" y="2730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3" name="Freeform 2302"/>
          <p:cNvSpPr/>
          <p:nvPr/>
        </p:nvSpPr>
        <p:spPr>
          <a:xfrm>
            <a:off x="26924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4" name="Freeform 2303"/>
          <p:cNvSpPr/>
          <p:nvPr/>
        </p:nvSpPr>
        <p:spPr>
          <a:xfrm>
            <a:off x="27305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5" name="Freeform 2304"/>
          <p:cNvSpPr/>
          <p:nvPr/>
        </p:nvSpPr>
        <p:spPr>
          <a:xfrm>
            <a:off x="2755900" y="271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6" name="Freeform 2305"/>
          <p:cNvSpPr/>
          <p:nvPr/>
        </p:nvSpPr>
        <p:spPr>
          <a:xfrm>
            <a:off x="2781300" y="2717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7" name="Freeform 2306"/>
          <p:cNvSpPr/>
          <p:nvPr/>
        </p:nvSpPr>
        <p:spPr>
          <a:xfrm>
            <a:off x="2819400" y="270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8" name="Freeform 2307"/>
          <p:cNvSpPr/>
          <p:nvPr/>
        </p:nvSpPr>
        <p:spPr>
          <a:xfrm>
            <a:off x="2844800" y="2692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9" name="Freeform 2308"/>
          <p:cNvSpPr/>
          <p:nvPr/>
        </p:nvSpPr>
        <p:spPr>
          <a:xfrm>
            <a:off x="28829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0" name="Freeform 2309"/>
          <p:cNvSpPr/>
          <p:nvPr/>
        </p:nvSpPr>
        <p:spPr>
          <a:xfrm>
            <a:off x="2908300" y="2705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1" name="Freeform 2310"/>
          <p:cNvSpPr/>
          <p:nvPr/>
        </p:nvSpPr>
        <p:spPr>
          <a:xfrm>
            <a:off x="2933700" y="2705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2" name="Freeform 2311"/>
          <p:cNvSpPr/>
          <p:nvPr/>
        </p:nvSpPr>
        <p:spPr>
          <a:xfrm>
            <a:off x="29718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3" name="Freeform 2312"/>
          <p:cNvSpPr/>
          <p:nvPr/>
        </p:nvSpPr>
        <p:spPr>
          <a:xfrm>
            <a:off x="2997200" y="269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4" name="Freeform 2313"/>
          <p:cNvSpPr/>
          <p:nvPr/>
        </p:nvSpPr>
        <p:spPr>
          <a:xfrm>
            <a:off x="30353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5" name="Freeform 2314"/>
          <p:cNvSpPr/>
          <p:nvPr/>
        </p:nvSpPr>
        <p:spPr>
          <a:xfrm>
            <a:off x="30607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6" name="Freeform 2315"/>
          <p:cNvSpPr/>
          <p:nvPr/>
        </p:nvSpPr>
        <p:spPr>
          <a:xfrm>
            <a:off x="30988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7" name="Freeform 2316"/>
          <p:cNvSpPr/>
          <p:nvPr/>
        </p:nvSpPr>
        <p:spPr>
          <a:xfrm>
            <a:off x="3124200" y="266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8" name="Freeform 2317"/>
          <p:cNvSpPr/>
          <p:nvPr/>
        </p:nvSpPr>
        <p:spPr>
          <a:xfrm>
            <a:off x="3149600" y="266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9" name="Freeform 2318"/>
          <p:cNvSpPr/>
          <p:nvPr/>
        </p:nvSpPr>
        <p:spPr>
          <a:xfrm>
            <a:off x="31877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0" name="Freeform 2319"/>
          <p:cNvSpPr/>
          <p:nvPr/>
        </p:nvSpPr>
        <p:spPr>
          <a:xfrm>
            <a:off x="32131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1" name="Freeform 2320"/>
          <p:cNvSpPr/>
          <p:nvPr/>
        </p:nvSpPr>
        <p:spPr>
          <a:xfrm>
            <a:off x="32512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2" name="Freeform 2321"/>
          <p:cNvSpPr/>
          <p:nvPr/>
        </p:nvSpPr>
        <p:spPr>
          <a:xfrm>
            <a:off x="32766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3" name="Freeform 2322"/>
          <p:cNvSpPr/>
          <p:nvPr/>
        </p:nvSpPr>
        <p:spPr>
          <a:xfrm>
            <a:off x="3302000" y="266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4" name="Freeform 2323"/>
          <p:cNvSpPr/>
          <p:nvPr/>
        </p:nvSpPr>
        <p:spPr>
          <a:xfrm>
            <a:off x="33401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5" name="Freeform 2324"/>
          <p:cNvSpPr/>
          <p:nvPr/>
        </p:nvSpPr>
        <p:spPr>
          <a:xfrm>
            <a:off x="3365500" y="2667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6" name="Freeform 2325"/>
          <p:cNvSpPr/>
          <p:nvPr/>
        </p:nvSpPr>
        <p:spPr>
          <a:xfrm>
            <a:off x="34036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7" name="Freeform 2326"/>
          <p:cNvSpPr/>
          <p:nvPr/>
        </p:nvSpPr>
        <p:spPr>
          <a:xfrm>
            <a:off x="34290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8" name="Freeform 2327"/>
          <p:cNvSpPr/>
          <p:nvPr/>
        </p:nvSpPr>
        <p:spPr>
          <a:xfrm>
            <a:off x="2565400" y="2705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9" name="Freeform 2328"/>
          <p:cNvSpPr/>
          <p:nvPr/>
        </p:nvSpPr>
        <p:spPr>
          <a:xfrm>
            <a:off x="2590800" y="2705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0" name="Freeform 2329"/>
          <p:cNvSpPr/>
          <p:nvPr/>
        </p:nvSpPr>
        <p:spPr>
          <a:xfrm>
            <a:off x="2628900" y="2705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1" name="Freeform 2330"/>
          <p:cNvSpPr/>
          <p:nvPr/>
        </p:nvSpPr>
        <p:spPr>
          <a:xfrm>
            <a:off x="2654300" y="2705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2" name="Freeform 2331"/>
          <p:cNvSpPr/>
          <p:nvPr/>
        </p:nvSpPr>
        <p:spPr>
          <a:xfrm>
            <a:off x="2679700" y="2692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3" name="Freeform 2332"/>
          <p:cNvSpPr/>
          <p:nvPr/>
        </p:nvSpPr>
        <p:spPr>
          <a:xfrm>
            <a:off x="2717800" y="2692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4" name="Freeform 2333"/>
          <p:cNvSpPr/>
          <p:nvPr/>
        </p:nvSpPr>
        <p:spPr>
          <a:xfrm>
            <a:off x="2743200" y="2692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5" name="Freeform 2334"/>
          <p:cNvSpPr/>
          <p:nvPr/>
        </p:nvSpPr>
        <p:spPr>
          <a:xfrm>
            <a:off x="2781300" y="2692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6" name="Freeform 2335"/>
          <p:cNvSpPr/>
          <p:nvPr/>
        </p:nvSpPr>
        <p:spPr>
          <a:xfrm>
            <a:off x="2806700" y="267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7" name="Freeform 2336"/>
          <p:cNvSpPr/>
          <p:nvPr/>
        </p:nvSpPr>
        <p:spPr>
          <a:xfrm>
            <a:off x="2832100" y="266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4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8" name="Freeform 2337"/>
          <p:cNvSpPr/>
          <p:nvPr/>
        </p:nvSpPr>
        <p:spPr>
          <a:xfrm>
            <a:off x="2870200" y="266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8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9" name="Freeform 2338"/>
          <p:cNvSpPr/>
          <p:nvPr/>
        </p:nvSpPr>
        <p:spPr>
          <a:xfrm>
            <a:off x="2895600" y="266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0" name="Freeform 2339"/>
          <p:cNvSpPr/>
          <p:nvPr/>
        </p:nvSpPr>
        <p:spPr>
          <a:xfrm>
            <a:off x="29337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1" name="Freeform 2340"/>
          <p:cNvSpPr/>
          <p:nvPr/>
        </p:nvSpPr>
        <p:spPr>
          <a:xfrm>
            <a:off x="2959100" y="269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2" name="Freeform 2341"/>
          <p:cNvSpPr/>
          <p:nvPr/>
        </p:nvSpPr>
        <p:spPr>
          <a:xfrm>
            <a:off x="2984500" y="2692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3" name="Freeform 2342"/>
          <p:cNvSpPr/>
          <p:nvPr/>
        </p:nvSpPr>
        <p:spPr>
          <a:xfrm>
            <a:off x="30226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4" name="Freeform 2343"/>
          <p:cNvSpPr/>
          <p:nvPr/>
        </p:nvSpPr>
        <p:spPr>
          <a:xfrm>
            <a:off x="3048000" y="267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5" name="Freeform 2344"/>
          <p:cNvSpPr/>
          <p:nvPr/>
        </p:nvSpPr>
        <p:spPr>
          <a:xfrm>
            <a:off x="3086100" y="266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6" name="Freeform 2345"/>
          <p:cNvSpPr/>
          <p:nvPr/>
        </p:nvSpPr>
        <p:spPr>
          <a:xfrm>
            <a:off x="3111500" y="265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7" name="Freeform 2346"/>
          <p:cNvSpPr/>
          <p:nvPr/>
        </p:nvSpPr>
        <p:spPr>
          <a:xfrm>
            <a:off x="31496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8" name="Freeform 2347"/>
          <p:cNvSpPr/>
          <p:nvPr/>
        </p:nvSpPr>
        <p:spPr>
          <a:xfrm>
            <a:off x="31750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9" name="Freeform 2348"/>
          <p:cNvSpPr/>
          <p:nvPr/>
        </p:nvSpPr>
        <p:spPr>
          <a:xfrm>
            <a:off x="3200400" y="266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0" name="Freeform 2349"/>
          <p:cNvSpPr/>
          <p:nvPr/>
        </p:nvSpPr>
        <p:spPr>
          <a:xfrm>
            <a:off x="32385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1" name="Freeform 2350"/>
          <p:cNvSpPr/>
          <p:nvPr/>
        </p:nvSpPr>
        <p:spPr>
          <a:xfrm>
            <a:off x="3263900" y="266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2" name="Freeform 2351"/>
          <p:cNvSpPr/>
          <p:nvPr/>
        </p:nvSpPr>
        <p:spPr>
          <a:xfrm>
            <a:off x="33020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3" name="Freeform 2352"/>
          <p:cNvSpPr/>
          <p:nvPr/>
        </p:nvSpPr>
        <p:spPr>
          <a:xfrm>
            <a:off x="33274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4" name="Freeform 2353"/>
          <p:cNvSpPr/>
          <p:nvPr/>
        </p:nvSpPr>
        <p:spPr>
          <a:xfrm>
            <a:off x="3352800" y="265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5" name="Freeform 2354"/>
          <p:cNvSpPr/>
          <p:nvPr/>
        </p:nvSpPr>
        <p:spPr>
          <a:xfrm>
            <a:off x="33909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6" name="Freeform 2355"/>
          <p:cNvSpPr/>
          <p:nvPr/>
        </p:nvSpPr>
        <p:spPr>
          <a:xfrm>
            <a:off x="3416300" y="265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7" name="Freeform 2356"/>
          <p:cNvSpPr/>
          <p:nvPr/>
        </p:nvSpPr>
        <p:spPr>
          <a:xfrm>
            <a:off x="2552700" y="266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8" name="Freeform 2357"/>
          <p:cNvSpPr/>
          <p:nvPr/>
        </p:nvSpPr>
        <p:spPr>
          <a:xfrm>
            <a:off x="2578100" y="266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9" name="Freeform 2358"/>
          <p:cNvSpPr/>
          <p:nvPr/>
        </p:nvSpPr>
        <p:spPr>
          <a:xfrm>
            <a:off x="2616200" y="266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0" name="Freeform 2359"/>
          <p:cNvSpPr/>
          <p:nvPr/>
        </p:nvSpPr>
        <p:spPr>
          <a:xfrm>
            <a:off x="2641600" y="266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1" name="Freeform 2360"/>
          <p:cNvSpPr/>
          <p:nvPr/>
        </p:nvSpPr>
        <p:spPr>
          <a:xfrm>
            <a:off x="2667000" y="266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2" name="Freeform 2361"/>
          <p:cNvSpPr/>
          <p:nvPr/>
        </p:nvSpPr>
        <p:spPr>
          <a:xfrm>
            <a:off x="2705100" y="265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3" name="Freeform 2362"/>
          <p:cNvSpPr/>
          <p:nvPr/>
        </p:nvSpPr>
        <p:spPr>
          <a:xfrm>
            <a:off x="2730500" y="265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4" name="Freeform 2363"/>
          <p:cNvSpPr/>
          <p:nvPr/>
        </p:nvSpPr>
        <p:spPr>
          <a:xfrm>
            <a:off x="2768600" y="265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5" name="Freeform 2364"/>
          <p:cNvSpPr/>
          <p:nvPr/>
        </p:nvSpPr>
        <p:spPr>
          <a:xfrm>
            <a:off x="2794000" y="264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F"/>
          </a:solidFill>
          <a:ln w="3175">
            <a:solidFill>
              <a:srgbClr val="0000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6" name="Freeform 2365"/>
          <p:cNvSpPr/>
          <p:nvPr/>
        </p:nvSpPr>
        <p:spPr>
          <a:xfrm>
            <a:off x="2832100" y="2616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0" y="5"/>
                </a:lnTo>
                <a:close/>
              </a:path>
            </a:pathLst>
          </a:custGeom>
          <a:solidFill>
            <a:srgbClr val="0000DA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7" name="Freeform 2366"/>
          <p:cNvSpPr/>
          <p:nvPr/>
        </p:nvSpPr>
        <p:spPr>
          <a:xfrm>
            <a:off x="2857500" y="2616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4"/>
          </a:solidFill>
          <a:ln w="3175">
            <a:solidFill>
              <a:srgbClr val="000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8" name="Freeform 2367"/>
          <p:cNvSpPr/>
          <p:nvPr/>
        </p:nvSpPr>
        <p:spPr>
          <a:xfrm>
            <a:off x="2882900" y="265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9" name="Freeform 2368"/>
          <p:cNvSpPr/>
          <p:nvPr/>
        </p:nvSpPr>
        <p:spPr>
          <a:xfrm>
            <a:off x="29210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0" name="Freeform 2369"/>
          <p:cNvSpPr/>
          <p:nvPr/>
        </p:nvSpPr>
        <p:spPr>
          <a:xfrm>
            <a:off x="29464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1" name="Freeform 2370"/>
          <p:cNvSpPr/>
          <p:nvPr/>
        </p:nvSpPr>
        <p:spPr>
          <a:xfrm>
            <a:off x="29845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2" name="Freeform 2371"/>
          <p:cNvSpPr/>
          <p:nvPr/>
        </p:nvSpPr>
        <p:spPr>
          <a:xfrm>
            <a:off x="30099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3" name="Freeform 2372"/>
          <p:cNvSpPr/>
          <p:nvPr/>
        </p:nvSpPr>
        <p:spPr>
          <a:xfrm>
            <a:off x="3035300" y="2679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4" name="Freeform 2373"/>
          <p:cNvSpPr/>
          <p:nvPr/>
        </p:nvSpPr>
        <p:spPr>
          <a:xfrm>
            <a:off x="30734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5" name="Freeform 2374"/>
          <p:cNvSpPr/>
          <p:nvPr/>
        </p:nvSpPr>
        <p:spPr>
          <a:xfrm>
            <a:off x="3098800" y="265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6" name="Freeform 2375"/>
          <p:cNvSpPr/>
          <p:nvPr/>
        </p:nvSpPr>
        <p:spPr>
          <a:xfrm>
            <a:off x="3136900" y="264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7" name="Freeform 2376"/>
          <p:cNvSpPr/>
          <p:nvPr/>
        </p:nvSpPr>
        <p:spPr>
          <a:xfrm>
            <a:off x="3162300" y="264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8" name="Freeform 2377"/>
          <p:cNvSpPr/>
          <p:nvPr/>
        </p:nvSpPr>
        <p:spPr>
          <a:xfrm>
            <a:off x="3187700" y="265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9" name="Freeform 2378"/>
          <p:cNvSpPr/>
          <p:nvPr/>
        </p:nvSpPr>
        <p:spPr>
          <a:xfrm>
            <a:off x="32258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0" name="Freeform 2379"/>
          <p:cNvSpPr/>
          <p:nvPr/>
        </p:nvSpPr>
        <p:spPr>
          <a:xfrm>
            <a:off x="3251200" y="265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1" name="Freeform 2380"/>
          <p:cNvSpPr/>
          <p:nvPr/>
        </p:nvSpPr>
        <p:spPr>
          <a:xfrm>
            <a:off x="32893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2" name="Freeform 2381"/>
          <p:cNvSpPr/>
          <p:nvPr/>
        </p:nvSpPr>
        <p:spPr>
          <a:xfrm>
            <a:off x="3314700" y="265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3" name="Freeform 2382"/>
          <p:cNvSpPr/>
          <p:nvPr/>
        </p:nvSpPr>
        <p:spPr>
          <a:xfrm>
            <a:off x="3352800" y="264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4" name="Freeform 2383"/>
          <p:cNvSpPr/>
          <p:nvPr/>
        </p:nvSpPr>
        <p:spPr>
          <a:xfrm>
            <a:off x="3378200" y="264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5" name="Freeform 2384"/>
          <p:cNvSpPr/>
          <p:nvPr/>
        </p:nvSpPr>
        <p:spPr>
          <a:xfrm>
            <a:off x="3403600" y="264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6" name="Freeform 2385"/>
          <p:cNvSpPr/>
          <p:nvPr/>
        </p:nvSpPr>
        <p:spPr>
          <a:xfrm>
            <a:off x="2540000" y="264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7" name="Freeform 2386"/>
          <p:cNvSpPr/>
          <p:nvPr/>
        </p:nvSpPr>
        <p:spPr>
          <a:xfrm>
            <a:off x="2565400" y="264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8" name="Freeform 2387"/>
          <p:cNvSpPr/>
          <p:nvPr/>
        </p:nvSpPr>
        <p:spPr>
          <a:xfrm>
            <a:off x="2603500" y="264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9" name="Freeform 2388"/>
          <p:cNvSpPr/>
          <p:nvPr/>
        </p:nvSpPr>
        <p:spPr>
          <a:xfrm>
            <a:off x="2628900" y="264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0" name="Freeform 2389"/>
          <p:cNvSpPr/>
          <p:nvPr/>
        </p:nvSpPr>
        <p:spPr>
          <a:xfrm>
            <a:off x="2667000" y="264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1" name="Freeform 2390"/>
          <p:cNvSpPr/>
          <p:nvPr/>
        </p:nvSpPr>
        <p:spPr>
          <a:xfrm>
            <a:off x="2692400" y="262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2" name="Freeform 2391"/>
          <p:cNvSpPr/>
          <p:nvPr/>
        </p:nvSpPr>
        <p:spPr>
          <a:xfrm>
            <a:off x="2717800" y="262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3" name="Freeform 2392"/>
          <p:cNvSpPr/>
          <p:nvPr/>
        </p:nvSpPr>
        <p:spPr>
          <a:xfrm>
            <a:off x="2755900" y="262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4" name="Freeform 2393"/>
          <p:cNvSpPr/>
          <p:nvPr/>
        </p:nvSpPr>
        <p:spPr>
          <a:xfrm>
            <a:off x="2781300" y="261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5" name="Freeform 2394"/>
          <p:cNvSpPr/>
          <p:nvPr/>
        </p:nvSpPr>
        <p:spPr>
          <a:xfrm>
            <a:off x="2819400" y="2603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6" name="Freeform 2395"/>
          <p:cNvSpPr/>
          <p:nvPr/>
        </p:nvSpPr>
        <p:spPr>
          <a:xfrm>
            <a:off x="2844800" y="2603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EE"/>
          </a:solidFill>
          <a:ln w="3175">
            <a:solidFill>
              <a:srgbClr val="0000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7" name="Freeform 2396"/>
          <p:cNvSpPr/>
          <p:nvPr/>
        </p:nvSpPr>
        <p:spPr>
          <a:xfrm>
            <a:off x="2870200" y="265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8" name="Freeform 2397"/>
          <p:cNvSpPr/>
          <p:nvPr/>
        </p:nvSpPr>
        <p:spPr>
          <a:xfrm>
            <a:off x="2908300" y="267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9" name="Freeform 2398"/>
          <p:cNvSpPr/>
          <p:nvPr/>
        </p:nvSpPr>
        <p:spPr>
          <a:xfrm>
            <a:off x="2933700" y="2679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0" name="Freeform 2399"/>
          <p:cNvSpPr/>
          <p:nvPr/>
        </p:nvSpPr>
        <p:spPr>
          <a:xfrm>
            <a:off x="29718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1" name="Freeform 2400"/>
          <p:cNvSpPr/>
          <p:nvPr/>
        </p:nvSpPr>
        <p:spPr>
          <a:xfrm>
            <a:off x="29972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2" name="Freeform 2401"/>
          <p:cNvSpPr/>
          <p:nvPr/>
        </p:nvSpPr>
        <p:spPr>
          <a:xfrm>
            <a:off x="30353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3" name="Freeform 2402"/>
          <p:cNvSpPr/>
          <p:nvPr/>
        </p:nvSpPr>
        <p:spPr>
          <a:xfrm>
            <a:off x="3060700" y="265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4" name="Freeform 2403"/>
          <p:cNvSpPr/>
          <p:nvPr/>
        </p:nvSpPr>
        <p:spPr>
          <a:xfrm>
            <a:off x="3086100" y="264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5" name="Freeform 2404"/>
          <p:cNvSpPr/>
          <p:nvPr/>
        </p:nvSpPr>
        <p:spPr>
          <a:xfrm>
            <a:off x="3124200" y="264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6" name="Freeform 2405"/>
          <p:cNvSpPr/>
          <p:nvPr/>
        </p:nvSpPr>
        <p:spPr>
          <a:xfrm>
            <a:off x="3149600" y="264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7" name="Freeform 2406"/>
          <p:cNvSpPr/>
          <p:nvPr/>
        </p:nvSpPr>
        <p:spPr>
          <a:xfrm>
            <a:off x="31877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8" name="Freeform 2407"/>
          <p:cNvSpPr/>
          <p:nvPr/>
        </p:nvSpPr>
        <p:spPr>
          <a:xfrm>
            <a:off x="32131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9" name="Freeform 2408"/>
          <p:cNvSpPr/>
          <p:nvPr/>
        </p:nvSpPr>
        <p:spPr>
          <a:xfrm>
            <a:off x="3238500" y="264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0" name="Freeform 2409"/>
          <p:cNvSpPr/>
          <p:nvPr/>
        </p:nvSpPr>
        <p:spPr>
          <a:xfrm>
            <a:off x="3276600" y="264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1" name="Freeform 2410"/>
          <p:cNvSpPr/>
          <p:nvPr/>
        </p:nvSpPr>
        <p:spPr>
          <a:xfrm>
            <a:off x="3302000" y="264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2" name="Freeform 2411"/>
          <p:cNvSpPr/>
          <p:nvPr/>
        </p:nvSpPr>
        <p:spPr>
          <a:xfrm>
            <a:off x="3340100" y="264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3" name="Freeform 2412"/>
          <p:cNvSpPr/>
          <p:nvPr/>
        </p:nvSpPr>
        <p:spPr>
          <a:xfrm>
            <a:off x="3365500" y="264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4" name="Freeform 2413"/>
          <p:cNvSpPr/>
          <p:nvPr/>
        </p:nvSpPr>
        <p:spPr>
          <a:xfrm>
            <a:off x="3390900" y="262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5" name="Freeform 2414"/>
          <p:cNvSpPr/>
          <p:nvPr/>
        </p:nvSpPr>
        <p:spPr>
          <a:xfrm>
            <a:off x="2527300" y="262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6" name="Freeform 2415"/>
          <p:cNvSpPr/>
          <p:nvPr/>
        </p:nvSpPr>
        <p:spPr>
          <a:xfrm>
            <a:off x="2552700" y="261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7" name="Freeform 2416"/>
          <p:cNvSpPr/>
          <p:nvPr/>
        </p:nvSpPr>
        <p:spPr>
          <a:xfrm>
            <a:off x="2590800" y="261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8" name="Freeform 2417"/>
          <p:cNvSpPr/>
          <p:nvPr/>
        </p:nvSpPr>
        <p:spPr>
          <a:xfrm>
            <a:off x="2616200" y="261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9" name="Freeform 2418"/>
          <p:cNvSpPr/>
          <p:nvPr/>
        </p:nvSpPr>
        <p:spPr>
          <a:xfrm>
            <a:off x="2654300" y="261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0" name="Freeform 2419"/>
          <p:cNvSpPr/>
          <p:nvPr/>
        </p:nvSpPr>
        <p:spPr>
          <a:xfrm>
            <a:off x="2679700" y="261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1" name="Freeform 2420"/>
          <p:cNvSpPr/>
          <p:nvPr/>
        </p:nvSpPr>
        <p:spPr>
          <a:xfrm>
            <a:off x="2717800" y="260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2" name="Freeform 2421"/>
          <p:cNvSpPr/>
          <p:nvPr/>
        </p:nvSpPr>
        <p:spPr>
          <a:xfrm>
            <a:off x="2743200" y="260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3" name="Freeform 2422"/>
          <p:cNvSpPr/>
          <p:nvPr/>
        </p:nvSpPr>
        <p:spPr>
          <a:xfrm>
            <a:off x="2768600" y="2603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C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4" name="Freeform 2423"/>
          <p:cNvSpPr/>
          <p:nvPr/>
        </p:nvSpPr>
        <p:spPr>
          <a:xfrm>
            <a:off x="2806700" y="259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5" name="Freeform 2424"/>
          <p:cNvSpPr/>
          <p:nvPr/>
        </p:nvSpPr>
        <p:spPr>
          <a:xfrm>
            <a:off x="2832100" y="2590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F0"/>
          </a:solidFill>
          <a:ln w="3175">
            <a:solidFill>
              <a:srgbClr val="000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6" name="Freeform 2425"/>
          <p:cNvSpPr/>
          <p:nvPr/>
        </p:nvSpPr>
        <p:spPr>
          <a:xfrm>
            <a:off x="2870200" y="264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7" name="Freeform 2426"/>
          <p:cNvSpPr/>
          <p:nvPr/>
        </p:nvSpPr>
        <p:spPr>
          <a:xfrm>
            <a:off x="28956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8" name="Freeform 2427"/>
          <p:cNvSpPr/>
          <p:nvPr/>
        </p:nvSpPr>
        <p:spPr>
          <a:xfrm>
            <a:off x="2921000" y="266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9" name="Freeform 2428"/>
          <p:cNvSpPr/>
          <p:nvPr/>
        </p:nvSpPr>
        <p:spPr>
          <a:xfrm>
            <a:off x="2959100" y="266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0" name="Freeform 2429"/>
          <p:cNvSpPr/>
          <p:nvPr/>
        </p:nvSpPr>
        <p:spPr>
          <a:xfrm>
            <a:off x="2984500" y="2667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1" name="Freeform 2430"/>
          <p:cNvSpPr/>
          <p:nvPr/>
        </p:nvSpPr>
        <p:spPr>
          <a:xfrm>
            <a:off x="30226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2" name="Freeform 2431"/>
          <p:cNvSpPr/>
          <p:nvPr/>
        </p:nvSpPr>
        <p:spPr>
          <a:xfrm>
            <a:off x="30480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3" name="Freeform 2432"/>
          <p:cNvSpPr/>
          <p:nvPr/>
        </p:nvSpPr>
        <p:spPr>
          <a:xfrm>
            <a:off x="3073400" y="264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4" name="Freeform 2433"/>
          <p:cNvSpPr/>
          <p:nvPr/>
        </p:nvSpPr>
        <p:spPr>
          <a:xfrm>
            <a:off x="3111500" y="262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5" name="Freeform 2434"/>
          <p:cNvSpPr/>
          <p:nvPr/>
        </p:nvSpPr>
        <p:spPr>
          <a:xfrm>
            <a:off x="3136900" y="262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6" name="Freeform 2435"/>
          <p:cNvSpPr/>
          <p:nvPr/>
        </p:nvSpPr>
        <p:spPr>
          <a:xfrm>
            <a:off x="3175000" y="264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7" name="Freeform 2436"/>
          <p:cNvSpPr/>
          <p:nvPr/>
        </p:nvSpPr>
        <p:spPr>
          <a:xfrm>
            <a:off x="3200400" y="264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Freeform 2437"/>
          <p:cNvSpPr/>
          <p:nvPr/>
        </p:nvSpPr>
        <p:spPr>
          <a:xfrm>
            <a:off x="3238500" y="264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9" name="Freeform 2438"/>
          <p:cNvSpPr/>
          <p:nvPr/>
        </p:nvSpPr>
        <p:spPr>
          <a:xfrm>
            <a:off x="3263900" y="264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0" name="Freeform 2439"/>
          <p:cNvSpPr/>
          <p:nvPr/>
        </p:nvSpPr>
        <p:spPr>
          <a:xfrm>
            <a:off x="3289300" y="262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1" name="Freeform 2440"/>
          <p:cNvSpPr/>
          <p:nvPr/>
        </p:nvSpPr>
        <p:spPr>
          <a:xfrm>
            <a:off x="3327400" y="262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2" name="Freeform 2441"/>
          <p:cNvSpPr/>
          <p:nvPr/>
        </p:nvSpPr>
        <p:spPr>
          <a:xfrm>
            <a:off x="3352800" y="262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3" name="Freeform 2442"/>
          <p:cNvSpPr/>
          <p:nvPr/>
        </p:nvSpPr>
        <p:spPr>
          <a:xfrm>
            <a:off x="3390900" y="262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4" name="Freeform 2443"/>
          <p:cNvSpPr/>
          <p:nvPr/>
        </p:nvSpPr>
        <p:spPr>
          <a:xfrm>
            <a:off x="2514600" y="260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5" name="Freeform 2444"/>
          <p:cNvSpPr/>
          <p:nvPr/>
        </p:nvSpPr>
        <p:spPr>
          <a:xfrm>
            <a:off x="2552700" y="2603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6" name="Freeform 2445"/>
          <p:cNvSpPr/>
          <p:nvPr/>
        </p:nvSpPr>
        <p:spPr>
          <a:xfrm>
            <a:off x="2578100" y="259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7" name="Freeform 2446"/>
          <p:cNvSpPr/>
          <p:nvPr/>
        </p:nvSpPr>
        <p:spPr>
          <a:xfrm>
            <a:off x="2603500" y="2590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8" name="Freeform 2447"/>
          <p:cNvSpPr/>
          <p:nvPr/>
        </p:nvSpPr>
        <p:spPr>
          <a:xfrm>
            <a:off x="2641600" y="259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9" name="Freeform 2448"/>
          <p:cNvSpPr/>
          <p:nvPr/>
        </p:nvSpPr>
        <p:spPr>
          <a:xfrm>
            <a:off x="2667000" y="2590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0" name="Freeform 2449"/>
          <p:cNvSpPr/>
          <p:nvPr/>
        </p:nvSpPr>
        <p:spPr>
          <a:xfrm>
            <a:off x="2705100" y="259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1" name="Freeform 2450"/>
          <p:cNvSpPr/>
          <p:nvPr/>
        </p:nvSpPr>
        <p:spPr>
          <a:xfrm>
            <a:off x="2730500" y="257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2" name="Freeform 2451"/>
          <p:cNvSpPr/>
          <p:nvPr/>
        </p:nvSpPr>
        <p:spPr>
          <a:xfrm>
            <a:off x="2755900" y="2578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7FF"/>
          </a:solidFill>
          <a:ln w="3175">
            <a:solidFill>
              <a:srgbClr val="001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3" name="Freeform 2452"/>
          <p:cNvSpPr/>
          <p:nvPr/>
        </p:nvSpPr>
        <p:spPr>
          <a:xfrm>
            <a:off x="2794000" y="257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6FF"/>
          </a:solidFill>
          <a:ln w="3175">
            <a:solidFill>
              <a:srgbClr val="001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4" name="Freeform 2453"/>
          <p:cNvSpPr/>
          <p:nvPr/>
        </p:nvSpPr>
        <p:spPr>
          <a:xfrm>
            <a:off x="2819400" y="2578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5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F2"/>
          </a:solidFill>
          <a:ln w="3175">
            <a:solidFill>
              <a:srgbClr val="000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5" name="Freeform 2454"/>
          <p:cNvSpPr/>
          <p:nvPr/>
        </p:nvSpPr>
        <p:spPr>
          <a:xfrm>
            <a:off x="2857500" y="264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6" name="Freeform 2455"/>
          <p:cNvSpPr/>
          <p:nvPr/>
        </p:nvSpPr>
        <p:spPr>
          <a:xfrm>
            <a:off x="2882900" y="266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7" name="Freeform 2456"/>
          <p:cNvSpPr/>
          <p:nvPr/>
        </p:nvSpPr>
        <p:spPr>
          <a:xfrm>
            <a:off x="29210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8" name="Freeform 2457"/>
          <p:cNvSpPr/>
          <p:nvPr/>
        </p:nvSpPr>
        <p:spPr>
          <a:xfrm>
            <a:off x="29464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9" name="Freeform 2458"/>
          <p:cNvSpPr/>
          <p:nvPr/>
        </p:nvSpPr>
        <p:spPr>
          <a:xfrm>
            <a:off x="2971800" y="265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0" name="Freeform 2459"/>
          <p:cNvSpPr/>
          <p:nvPr/>
        </p:nvSpPr>
        <p:spPr>
          <a:xfrm>
            <a:off x="30099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1" name="Freeform 2460"/>
          <p:cNvSpPr/>
          <p:nvPr/>
        </p:nvSpPr>
        <p:spPr>
          <a:xfrm>
            <a:off x="3035300" y="264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2" name="Freeform 2461"/>
          <p:cNvSpPr/>
          <p:nvPr/>
        </p:nvSpPr>
        <p:spPr>
          <a:xfrm>
            <a:off x="3073400" y="262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3" name="Freeform 2462"/>
          <p:cNvSpPr/>
          <p:nvPr/>
        </p:nvSpPr>
        <p:spPr>
          <a:xfrm>
            <a:off x="3098800" y="262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4" name="Freeform 2463"/>
          <p:cNvSpPr/>
          <p:nvPr/>
        </p:nvSpPr>
        <p:spPr>
          <a:xfrm>
            <a:off x="3124200" y="262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5" name="Freeform 2464"/>
          <p:cNvSpPr/>
          <p:nvPr/>
        </p:nvSpPr>
        <p:spPr>
          <a:xfrm>
            <a:off x="3162300" y="262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6" name="Freeform 2465"/>
          <p:cNvSpPr/>
          <p:nvPr/>
        </p:nvSpPr>
        <p:spPr>
          <a:xfrm>
            <a:off x="3187700" y="2641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7" name="Freeform 2466"/>
          <p:cNvSpPr/>
          <p:nvPr/>
        </p:nvSpPr>
        <p:spPr>
          <a:xfrm>
            <a:off x="3225800" y="262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8" name="Freeform 2467"/>
          <p:cNvSpPr/>
          <p:nvPr/>
        </p:nvSpPr>
        <p:spPr>
          <a:xfrm>
            <a:off x="3251200" y="262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9" name="Freeform 2468"/>
          <p:cNvSpPr/>
          <p:nvPr/>
        </p:nvSpPr>
        <p:spPr>
          <a:xfrm>
            <a:off x="3276600" y="262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0" name="Freeform 2469"/>
          <p:cNvSpPr/>
          <p:nvPr/>
        </p:nvSpPr>
        <p:spPr>
          <a:xfrm>
            <a:off x="3314700" y="262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1" name="Freeform 2470"/>
          <p:cNvSpPr/>
          <p:nvPr/>
        </p:nvSpPr>
        <p:spPr>
          <a:xfrm>
            <a:off x="3340100" y="261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2" name="Freeform 2471"/>
          <p:cNvSpPr/>
          <p:nvPr/>
        </p:nvSpPr>
        <p:spPr>
          <a:xfrm>
            <a:off x="3378200" y="261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3" name="Freeform 2472"/>
          <p:cNvSpPr/>
          <p:nvPr/>
        </p:nvSpPr>
        <p:spPr>
          <a:xfrm>
            <a:off x="2501900" y="2578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4" name="Freeform 2473"/>
          <p:cNvSpPr/>
          <p:nvPr/>
        </p:nvSpPr>
        <p:spPr>
          <a:xfrm>
            <a:off x="2540000" y="257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5" name="Freeform 2474"/>
          <p:cNvSpPr/>
          <p:nvPr/>
        </p:nvSpPr>
        <p:spPr>
          <a:xfrm>
            <a:off x="2565400" y="257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6" name="Freeform 2475"/>
          <p:cNvSpPr/>
          <p:nvPr/>
        </p:nvSpPr>
        <p:spPr>
          <a:xfrm>
            <a:off x="2603500" y="257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7" name="Freeform 2476"/>
          <p:cNvSpPr/>
          <p:nvPr/>
        </p:nvSpPr>
        <p:spPr>
          <a:xfrm>
            <a:off x="2628900" y="257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8" name="Freeform 2477"/>
          <p:cNvSpPr/>
          <p:nvPr/>
        </p:nvSpPr>
        <p:spPr>
          <a:xfrm>
            <a:off x="2654300" y="2565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9" name="Freeform 2478"/>
          <p:cNvSpPr/>
          <p:nvPr/>
        </p:nvSpPr>
        <p:spPr>
          <a:xfrm>
            <a:off x="2692400" y="256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0" name="Freeform 2479"/>
          <p:cNvSpPr/>
          <p:nvPr/>
        </p:nvSpPr>
        <p:spPr>
          <a:xfrm>
            <a:off x="2717800" y="256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1" name="Freeform 2480"/>
          <p:cNvSpPr/>
          <p:nvPr/>
        </p:nvSpPr>
        <p:spPr>
          <a:xfrm>
            <a:off x="2755900" y="256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2" name="Freeform 2481"/>
          <p:cNvSpPr/>
          <p:nvPr/>
        </p:nvSpPr>
        <p:spPr>
          <a:xfrm>
            <a:off x="2781300" y="256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3" name="Freeform 2482"/>
          <p:cNvSpPr/>
          <p:nvPr/>
        </p:nvSpPr>
        <p:spPr>
          <a:xfrm>
            <a:off x="2806700" y="2578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0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F6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4" name="Freeform 2483"/>
          <p:cNvSpPr/>
          <p:nvPr/>
        </p:nvSpPr>
        <p:spPr>
          <a:xfrm>
            <a:off x="2844800" y="262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5" name="Freeform 2484"/>
          <p:cNvSpPr/>
          <p:nvPr/>
        </p:nvSpPr>
        <p:spPr>
          <a:xfrm>
            <a:off x="2870200" y="265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6" name="Freeform 2485"/>
          <p:cNvSpPr/>
          <p:nvPr/>
        </p:nvSpPr>
        <p:spPr>
          <a:xfrm>
            <a:off x="2908300" y="265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7" name="Freeform 2486"/>
          <p:cNvSpPr/>
          <p:nvPr/>
        </p:nvSpPr>
        <p:spPr>
          <a:xfrm>
            <a:off x="2933700" y="265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8" name="Freeform 2487"/>
          <p:cNvSpPr/>
          <p:nvPr/>
        </p:nvSpPr>
        <p:spPr>
          <a:xfrm>
            <a:off x="2959100" y="264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9" name="Freeform 2488"/>
          <p:cNvSpPr/>
          <p:nvPr/>
        </p:nvSpPr>
        <p:spPr>
          <a:xfrm>
            <a:off x="2997200" y="264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0" name="Freeform 2489"/>
          <p:cNvSpPr/>
          <p:nvPr/>
        </p:nvSpPr>
        <p:spPr>
          <a:xfrm>
            <a:off x="3022600" y="264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6"/>
          </a:solidFill>
          <a:ln w="3175">
            <a:solidFill>
              <a:srgbClr val="000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1" name="Freeform 2490"/>
          <p:cNvSpPr/>
          <p:nvPr/>
        </p:nvSpPr>
        <p:spPr>
          <a:xfrm>
            <a:off x="3060700" y="261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2" name="Freeform 2491"/>
          <p:cNvSpPr/>
          <p:nvPr/>
        </p:nvSpPr>
        <p:spPr>
          <a:xfrm>
            <a:off x="3086100" y="261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3" name="Freeform 2492"/>
          <p:cNvSpPr/>
          <p:nvPr/>
        </p:nvSpPr>
        <p:spPr>
          <a:xfrm>
            <a:off x="3124200" y="261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A"/>
          </a:solidFill>
          <a:ln w="3175">
            <a:solidFill>
              <a:srgbClr val="0000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4" name="Freeform 2493"/>
          <p:cNvSpPr/>
          <p:nvPr/>
        </p:nvSpPr>
        <p:spPr>
          <a:xfrm>
            <a:off x="3149600" y="262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5" name="Freeform 2494"/>
          <p:cNvSpPr/>
          <p:nvPr/>
        </p:nvSpPr>
        <p:spPr>
          <a:xfrm>
            <a:off x="3175000" y="262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6" name="Freeform 2495"/>
          <p:cNvSpPr/>
          <p:nvPr/>
        </p:nvSpPr>
        <p:spPr>
          <a:xfrm>
            <a:off x="3213100" y="262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7" name="Freeform 2496"/>
          <p:cNvSpPr/>
          <p:nvPr/>
        </p:nvSpPr>
        <p:spPr>
          <a:xfrm>
            <a:off x="3238500" y="262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8" name="Freeform 2497"/>
          <p:cNvSpPr/>
          <p:nvPr/>
        </p:nvSpPr>
        <p:spPr>
          <a:xfrm>
            <a:off x="3276600" y="261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9" name="Freeform 2498"/>
          <p:cNvSpPr/>
          <p:nvPr/>
        </p:nvSpPr>
        <p:spPr>
          <a:xfrm>
            <a:off x="3302000" y="261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0" name="Freeform 2499"/>
          <p:cNvSpPr/>
          <p:nvPr/>
        </p:nvSpPr>
        <p:spPr>
          <a:xfrm>
            <a:off x="3327400" y="261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1" name="Freeform 2500"/>
          <p:cNvSpPr/>
          <p:nvPr/>
        </p:nvSpPr>
        <p:spPr>
          <a:xfrm>
            <a:off x="3365500" y="261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2" name="Freeform 2501"/>
          <p:cNvSpPr/>
          <p:nvPr/>
        </p:nvSpPr>
        <p:spPr>
          <a:xfrm>
            <a:off x="2489200" y="2565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3" name="Freeform 2502"/>
          <p:cNvSpPr/>
          <p:nvPr/>
        </p:nvSpPr>
        <p:spPr>
          <a:xfrm>
            <a:off x="2527300" y="256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4" name="Freeform 2503"/>
          <p:cNvSpPr/>
          <p:nvPr/>
        </p:nvSpPr>
        <p:spPr>
          <a:xfrm>
            <a:off x="2552700" y="2552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5" name="Freeform 2504"/>
          <p:cNvSpPr/>
          <p:nvPr/>
        </p:nvSpPr>
        <p:spPr>
          <a:xfrm>
            <a:off x="2590800" y="255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6" name="Freeform 2505"/>
          <p:cNvSpPr/>
          <p:nvPr/>
        </p:nvSpPr>
        <p:spPr>
          <a:xfrm>
            <a:off x="2616200" y="255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7" name="Freeform 2506"/>
          <p:cNvSpPr/>
          <p:nvPr/>
        </p:nvSpPr>
        <p:spPr>
          <a:xfrm>
            <a:off x="2641600" y="2552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8" name="Freeform 2507"/>
          <p:cNvSpPr/>
          <p:nvPr/>
        </p:nvSpPr>
        <p:spPr>
          <a:xfrm>
            <a:off x="2679700" y="255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9" name="Freeform 2508"/>
          <p:cNvSpPr/>
          <p:nvPr/>
        </p:nvSpPr>
        <p:spPr>
          <a:xfrm>
            <a:off x="2705100" y="2540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0" name="Freeform 2509"/>
          <p:cNvSpPr/>
          <p:nvPr/>
        </p:nvSpPr>
        <p:spPr>
          <a:xfrm>
            <a:off x="2743200" y="254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1" name="Freeform 2510"/>
          <p:cNvSpPr/>
          <p:nvPr/>
        </p:nvSpPr>
        <p:spPr>
          <a:xfrm>
            <a:off x="2768600" y="254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BFF"/>
          </a:solidFill>
          <a:ln w="3175">
            <a:solidFill>
              <a:srgbClr val="003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2" name="Freeform 2511"/>
          <p:cNvSpPr/>
          <p:nvPr/>
        </p:nvSpPr>
        <p:spPr>
          <a:xfrm>
            <a:off x="2806700" y="2552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2"/>
                </a:moveTo>
                <a:lnTo>
                  <a:pt x="3" y="6"/>
                </a:lnTo>
                <a:lnTo>
                  <a:pt x="2" y="4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8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3" name="Freeform 2512"/>
          <p:cNvSpPr/>
          <p:nvPr/>
        </p:nvSpPr>
        <p:spPr>
          <a:xfrm>
            <a:off x="2832100" y="2603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B3"/>
          </a:solidFill>
          <a:ln w="3175">
            <a:solidFill>
              <a:srgbClr val="0000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4" name="Freeform 2513"/>
          <p:cNvSpPr/>
          <p:nvPr/>
        </p:nvSpPr>
        <p:spPr>
          <a:xfrm>
            <a:off x="2857500" y="262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5" name="Freeform 2514"/>
          <p:cNvSpPr/>
          <p:nvPr/>
        </p:nvSpPr>
        <p:spPr>
          <a:xfrm>
            <a:off x="2895600" y="262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6" name="Freeform 2515"/>
          <p:cNvSpPr/>
          <p:nvPr/>
        </p:nvSpPr>
        <p:spPr>
          <a:xfrm>
            <a:off x="29210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7" name="Freeform 2516"/>
          <p:cNvSpPr/>
          <p:nvPr/>
        </p:nvSpPr>
        <p:spPr>
          <a:xfrm>
            <a:off x="29591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8" name="Freeform 2517"/>
          <p:cNvSpPr/>
          <p:nvPr/>
        </p:nvSpPr>
        <p:spPr>
          <a:xfrm>
            <a:off x="2984500" y="261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9" name="Freeform 2518"/>
          <p:cNvSpPr/>
          <p:nvPr/>
        </p:nvSpPr>
        <p:spPr>
          <a:xfrm>
            <a:off x="3009900" y="260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0" name="Freeform 2519"/>
          <p:cNvSpPr/>
          <p:nvPr/>
        </p:nvSpPr>
        <p:spPr>
          <a:xfrm>
            <a:off x="3048000" y="25273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7"/>
                </a:lnTo>
                <a:lnTo>
                  <a:pt x="2" y="0"/>
                </a:lnTo>
                <a:lnTo>
                  <a:pt x="0" y="6"/>
                </a:lnTo>
                <a:lnTo>
                  <a:pt x="1" y="9"/>
                </a:lnTo>
                <a:close/>
              </a:path>
            </a:pathLst>
          </a:custGeom>
          <a:solidFill>
            <a:srgbClr val="0000CF"/>
          </a:solidFill>
          <a:ln w="3175">
            <a:solidFill>
              <a:srgbClr val="0000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1" name="Freeform 2520"/>
          <p:cNvSpPr/>
          <p:nvPr/>
        </p:nvSpPr>
        <p:spPr>
          <a:xfrm>
            <a:off x="3073400" y="24003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1" y="17"/>
                </a:moveTo>
                <a:lnTo>
                  <a:pt x="4" y="17"/>
                </a:lnTo>
                <a:lnTo>
                  <a:pt x="3" y="0"/>
                </a:lnTo>
                <a:lnTo>
                  <a:pt x="0" y="10"/>
                </a:lnTo>
                <a:lnTo>
                  <a:pt x="1" y="17"/>
                </a:lnTo>
                <a:close/>
              </a:path>
            </a:pathLst>
          </a:custGeom>
          <a:solidFill>
            <a:srgbClr val="0034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2" name="Freeform 2521"/>
          <p:cNvSpPr/>
          <p:nvPr/>
        </p:nvSpPr>
        <p:spPr>
          <a:xfrm>
            <a:off x="3111500" y="2400300"/>
            <a:ext cx="38100" cy="228600"/>
          </a:xfrm>
          <a:custGeom>
            <a:avLst/>
            <a:gdLst/>
            <a:ahLst/>
            <a:cxnLst/>
            <a:rect l="l" t="t" r="r" b="b"/>
            <a:pathLst>
              <a:path w="3" h="18">
                <a:moveTo>
                  <a:pt x="1" y="17"/>
                </a:moveTo>
                <a:lnTo>
                  <a:pt x="3" y="18"/>
                </a:lnTo>
                <a:lnTo>
                  <a:pt x="2" y="6"/>
                </a:lnTo>
                <a:lnTo>
                  <a:pt x="0" y="0"/>
                </a:lnTo>
                <a:lnTo>
                  <a:pt x="1" y="17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3" name="Freeform 2522"/>
          <p:cNvSpPr/>
          <p:nvPr/>
        </p:nvSpPr>
        <p:spPr>
          <a:xfrm>
            <a:off x="3136900" y="24765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2"/>
                </a:lnTo>
                <a:lnTo>
                  <a:pt x="2" y="2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4" name="Freeform 2523"/>
          <p:cNvSpPr/>
          <p:nvPr/>
        </p:nvSpPr>
        <p:spPr>
          <a:xfrm>
            <a:off x="3162300" y="25019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5" name="Freeform 2524"/>
          <p:cNvSpPr/>
          <p:nvPr/>
        </p:nvSpPr>
        <p:spPr>
          <a:xfrm>
            <a:off x="3200400" y="2489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6" name="Freeform 2525"/>
          <p:cNvSpPr/>
          <p:nvPr/>
        </p:nvSpPr>
        <p:spPr>
          <a:xfrm>
            <a:off x="3225800" y="24892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1"/>
                </a:lnTo>
                <a:lnTo>
                  <a:pt x="3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7" name="Freeform 2526"/>
          <p:cNvSpPr/>
          <p:nvPr/>
        </p:nvSpPr>
        <p:spPr>
          <a:xfrm>
            <a:off x="3263900" y="2489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8" name="Freeform 2527"/>
          <p:cNvSpPr/>
          <p:nvPr/>
        </p:nvSpPr>
        <p:spPr>
          <a:xfrm>
            <a:off x="3289300" y="24892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9" name="Freeform 2528"/>
          <p:cNvSpPr/>
          <p:nvPr/>
        </p:nvSpPr>
        <p:spPr>
          <a:xfrm>
            <a:off x="3327400" y="24892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0" name="Freeform 2529"/>
          <p:cNvSpPr/>
          <p:nvPr/>
        </p:nvSpPr>
        <p:spPr>
          <a:xfrm>
            <a:off x="3352800" y="2476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1" name="Freeform 2530"/>
          <p:cNvSpPr/>
          <p:nvPr/>
        </p:nvSpPr>
        <p:spPr>
          <a:xfrm>
            <a:off x="2489200" y="254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2" name="Freeform 2531"/>
          <p:cNvSpPr/>
          <p:nvPr/>
        </p:nvSpPr>
        <p:spPr>
          <a:xfrm>
            <a:off x="2514600" y="254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3" name="Freeform 2532"/>
          <p:cNvSpPr/>
          <p:nvPr/>
        </p:nvSpPr>
        <p:spPr>
          <a:xfrm>
            <a:off x="2540000" y="252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4" name="Freeform 2533"/>
          <p:cNvSpPr/>
          <p:nvPr/>
        </p:nvSpPr>
        <p:spPr>
          <a:xfrm>
            <a:off x="2578100" y="252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5" name="Freeform 2534"/>
          <p:cNvSpPr/>
          <p:nvPr/>
        </p:nvSpPr>
        <p:spPr>
          <a:xfrm>
            <a:off x="2603500" y="252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6" name="Freeform 2535"/>
          <p:cNvSpPr/>
          <p:nvPr/>
        </p:nvSpPr>
        <p:spPr>
          <a:xfrm>
            <a:off x="2641600" y="252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7" name="Freeform 2536"/>
          <p:cNvSpPr/>
          <p:nvPr/>
        </p:nvSpPr>
        <p:spPr>
          <a:xfrm>
            <a:off x="2667000" y="252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8" name="Freeform 2537"/>
          <p:cNvSpPr/>
          <p:nvPr/>
        </p:nvSpPr>
        <p:spPr>
          <a:xfrm>
            <a:off x="2692400" y="251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9" name="Freeform 2538"/>
          <p:cNvSpPr/>
          <p:nvPr/>
        </p:nvSpPr>
        <p:spPr>
          <a:xfrm>
            <a:off x="2730500" y="251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0" name="Freeform 2539"/>
          <p:cNvSpPr/>
          <p:nvPr/>
        </p:nvSpPr>
        <p:spPr>
          <a:xfrm>
            <a:off x="2755900" y="251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1FF"/>
          </a:solidFill>
          <a:ln w="3175">
            <a:solidFill>
              <a:srgbClr val="005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1" name="Freeform 2540"/>
          <p:cNvSpPr/>
          <p:nvPr/>
        </p:nvSpPr>
        <p:spPr>
          <a:xfrm>
            <a:off x="2794000" y="2514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3"/>
                </a:moveTo>
                <a:lnTo>
                  <a:pt x="3" y="7"/>
                </a:lnTo>
                <a:lnTo>
                  <a:pt x="2" y="4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2" name="Freeform 2541"/>
          <p:cNvSpPr/>
          <p:nvPr/>
        </p:nvSpPr>
        <p:spPr>
          <a:xfrm>
            <a:off x="2819400" y="2565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3"/>
                </a:moveTo>
                <a:lnTo>
                  <a:pt x="3" y="5"/>
                </a:lnTo>
                <a:lnTo>
                  <a:pt x="2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0"/>
          </a:solidFill>
          <a:ln w="3175">
            <a:solidFill>
              <a:srgbClr val="000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3" name="Freeform 2542"/>
          <p:cNvSpPr/>
          <p:nvPr/>
        </p:nvSpPr>
        <p:spPr>
          <a:xfrm>
            <a:off x="2844800" y="259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4" name="Freeform 2543"/>
          <p:cNvSpPr/>
          <p:nvPr/>
        </p:nvSpPr>
        <p:spPr>
          <a:xfrm>
            <a:off x="2882900" y="259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5" name="Freeform 2544"/>
          <p:cNvSpPr/>
          <p:nvPr/>
        </p:nvSpPr>
        <p:spPr>
          <a:xfrm>
            <a:off x="2908300" y="259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6" name="Freeform 2545"/>
          <p:cNvSpPr/>
          <p:nvPr/>
        </p:nvSpPr>
        <p:spPr>
          <a:xfrm>
            <a:off x="2946400" y="257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7" name="Freeform 2546"/>
          <p:cNvSpPr/>
          <p:nvPr/>
        </p:nvSpPr>
        <p:spPr>
          <a:xfrm>
            <a:off x="2971800" y="257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8" name="Freeform 2547"/>
          <p:cNvSpPr/>
          <p:nvPr/>
        </p:nvSpPr>
        <p:spPr>
          <a:xfrm>
            <a:off x="3009900" y="256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0000D1"/>
          </a:solidFill>
          <a:ln w="3175">
            <a:solidFill>
              <a:srgbClr val="0000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9" name="Freeform 2548"/>
          <p:cNvSpPr/>
          <p:nvPr/>
        </p:nvSpPr>
        <p:spPr>
          <a:xfrm>
            <a:off x="3035300" y="25019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2"/>
                </a:lnTo>
                <a:lnTo>
                  <a:pt x="2" y="0"/>
                </a:lnTo>
                <a:lnTo>
                  <a:pt x="0" y="5"/>
                </a:lnTo>
                <a:lnTo>
                  <a:pt x="1" y="8"/>
                </a:lnTo>
                <a:close/>
              </a:path>
            </a:pathLst>
          </a:custGeom>
          <a:solidFill>
            <a:srgbClr val="0021FF"/>
          </a:solidFill>
          <a:ln w="3175">
            <a:solidFill>
              <a:srgbClr val="001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0" name="Freeform 2549"/>
          <p:cNvSpPr/>
          <p:nvPr/>
        </p:nvSpPr>
        <p:spPr>
          <a:xfrm>
            <a:off x="3060700" y="23241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6"/>
                </a:lnTo>
                <a:lnTo>
                  <a:pt x="3" y="0"/>
                </a:lnTo>
                <a:lnTo>
                  <a:pt x="0" y="14"/>
                </a:lnTo>
                <a:lnTo>
                  <a:pt x="1" y="16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1" name="Freeform 2550"/>
          <p:cNvSpPr/>
          <p:nvPr/>
        </p:nvSpPr>
        <p:spPr>
          <a:xfrm>
            <a:off x="3098800" y="23241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6"/>
                </a:moveTo>
                <a:lnTo>
                  <a:pt x="3" y="12"/>
                </a:lnTo>
                <a:lnTo>
                  <a:pt x="2" y="3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4BFFB4"/>
          </a:solidFill>
          <a:ln w="3175">
            <a:solidFill>
              <a:srgbClr val="3C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2" name="Freeform 2551"/>
          <p:cNvSpPr/>
          <p:nvPr/>
        </p:nvSpPr>
        <p:spPr>
          <a:xfrm>
            <a:off x="3124200" y="2362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9"/>
                </a:moveTo>
                <a:lnTo>
                  <a:pt x="3" y="11"/>
                </a:lnTo>
                <a:lnTo>
                  <a:pt x="3" y="2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3" name="Freeform 2552"/>
          <p:cNvSpPr/>
          <p:nvPr/>
        </p:nvSpPr>
        <p:spPr>
          <a:xfrm>
            <a:off x="3162300" y="23876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0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0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4" name="Freeform 2553"/>
          <p:cNvSpPr/>
          <p:nvPr/>
        </p:nvSpPr>
        <p:spPr>
          <a:xfrm>
            <a:off x="3187700" y="23876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5" name="Freeform 2554"/>
          <p:cNvSpPr/>
          <p:nvPr/>
        </p:nvSpPr>
        <p:spPr>
          <a:xfrm>
            <a:off x="3213100" y="2387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6" name="Freeform 2555"/>
          <p:cNvSpPr/>
          <p:nvPr/>
        </p:nvSpPr>
        <p:spPr>
          <a:xfrm>
            <a:off x="3251200" y="23876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7" name="Freeform 2556"/>
          <p:cNvSpPr/>
          <p:nvPr/>
        </p:nvSpPr>
        <p:spPr>
          <a:xfrm>
            <a:off x="3276600" y="23749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8" name="Freeform 2557"/>
          <p:cNvSpPr/>
          <p:nvPr/>
        </p:nvSpPr>
        <p:spPr>
          <a:xfrm>
            <a:off x="3314700" y="23749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9" name="Freeform 2558"/>
          <p:cNvSpPr/>
          <p:nvPr/>
        </p:nvSpPr>
        <p:spPr>
          <a:xfrm>
            <a:off x="3340100" y="23749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0" name="Freeform 2559"/>
          <p:cNvSpPr/>
          <p:nvPr/>
        </p:nvSpPr>
        <p:spPr>
          <a:xfrm>
            <a:off x="2476500" y="251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1" name="Freeform 2560"/>
          <p:cNvSpPr/>
          <p:nvPr/>
        </p:nvSpPr>
        <p:spPr>
          <a:xfrm>
            <a:off x="2501900" y="251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2" name="Freeform 2561"/>
          <p:cNvSpPr/>
          <p:nvPr/>
        </p:nvSpPr>
        <p:spPr>
          <a:xfrm>
            <a:off x="2527300" y="250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3" name="Freeform 2562"/>
          <p:cNvSpPr/>
          <p:nvPr/>
        </p:nvSpPr>
        <p:spPr>
          <a:xfrm>
            <a:off x="2565400" y="250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4" name="Freeform 2563"/>
          <p:cNvSpPr/>
          <p:nvPr/>
        </p:nvSpPr>
        <p:spPr>
          <a:xfrm>
            <a:off x="2590800" y="2501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5" name="Freeform 2564"/>
          <p:cNvSpPr/>
          <p:nvPr/>
        </p:nvSpPr>
        <p:spPr>
          <a:xfrm>
            <a:off x="2628900" y="250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6" name="Freeform 2565"/>
          <p:cNvSpPr/>
          <p:nvPr/>
        </p:nvSpPr>
        <p:spPr>
          <a:xfrm>
            <a:off x="2654300" y="250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7" name="Freeform 2566"/>
          <p:cNvSpPr/>
          <p:nvPr/>
        </p:nvSpPr>
        <p:spPr>
          <a:xfrm>
            <a:off x="2692400" y="248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8" name="Freeform 2567"/>
          <p:cNvSpPr/>
          <p:nvPr/>
        </p:nvSpPr>
        <p:spPr>
          <a:xfrm>
            <a:off x="2717800" y="248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AFF"/>
          </a:solidFill>
          <a:ln w="3175">
            <a:solidFill>
              <a:srgbClr val="007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9" name="Freeform 2568"/>
          <p:cNvSpPr/>
          <p:nvPr/>
        </p:nvSpPr>
        <p:spPr>
          <a:xfrm>
            <a:off x="2743200" y="2489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0" name="Freeform 2569"/>
          <p:cNvSpPr/>
          <p:nvPr/>
        </p:nvSpPr>
        <p:spPr>
          <a:xfrm>
            <a:off x="2781300" y="2501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1" name="Freeform 2570"/>
          <p:cNvSpPr/>
          <p:nvPr/>
        </p:nvSpPr>
        <p:spPr>
          <a:xfrm>
            <a:off x="2806700" y="255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9FF"/>
          </a:solidFill>
          <a:ln w="3175">
            <a:solidFill>
              <a:srgbClr val="000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Freeform 2571"/>
          <p:cNvSpPr/>
          <p:nvPr/>
        </p:nvSpPr>
        <p:spPr>
          <a:xfrm>
            <a:off x="2844800" y="256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3" name="Freeform 2572"/>
          <p:cNvSpPr/>
          <p:nvPr/>
        </p:nvSpPr>
        <p:spPr>
          <a:xfrm>
            <a:off x="2870200" y="256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4" name="Freeform 2573"/>
          <p:cNvSpPr/>
          <p:nvPr/>
        </p:nvSpPr>
        <p:spPr>
          <a:xfrm>
            <a:off x="2895600" y="2565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5" name="Freeform 2574"/>
          <p:cNvSpPr/>
          <p:nvPr/>
        </p:nvSpPr>
        <p:spPr>
          <a:xfrm>
            <a:off x="2933700" y="256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6" name="Freeform 2575"/>
          <p:cNvSpPr/>
          <p:nvPr/>
        </p:nvSpPr>
        <p:spPr>
          <a:xfrm>
            <a:off x="2959100" y="2552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7" name="Freeform 2576"/>
          <p:cNvSpPr/>
          <p:nvPr/>
        </p:nvSpPr>
        <p:spPr>
          <a:xfrm>
            <a:off x="2997200" y="254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FA"/>
          </a:solidFill>
          <a:ln w="3175">
            <a:solidFill>
              <a:srgbClr val="000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8" name="Freeform 2577"/>
          <p:cNvSpPr/>
          <p:nvPr/>
        </p:nvSpPr>
        <p:spPr>
          <a:xfrm>
            <a:off x="3022600" y="24892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9" name="Freeform 2578"/>
          <p:cNvSpPr/>
          <p:nvPr/>
        </p:nvSpPr>
        <p:spPr>
          <a:xfrm>
            <a:off x="3048000" y="2311400"/>
            <a:ext cx="50800" cy="190500"/>
          </a:xfrm>
          <a:custGeom>
            <a:avLst/>
            <a:gdLst/>
            <a:ahLst/>
            <a:cxnLst/>
            <a:rect l="l" t="t" r="r" b="b"/>
            <a:pathLst>
              <a:path w="4" h="15">
                <a:moveTo>
                  <a:pt x="1" y="15"/>
                </a:moveTo>
                <a:lnTo>
                  <a:pt x="4" y="1"/>
                </a:lnTo>
                <a:lnTo>
                  <a:pt x="3" y="0"/>
                </a:lnTo>
                <a:lnTo>
                  <a:pt x="0" y="14"/>
                </a:lnTo>
                <a:lnTo>
                  <a:pt x="1" y="15"/>
                </a:lnTo>
                <a:close/>
              </a:path>
            </a:pathLst>
          </a:custGeom>
          <a:solidFill>
            <a:srgbClr val="23FFDC"/>
          </a:solidFill>
          <a:ln w="3175">
            <a:solidFill>
              <a:srgbClr val="1CC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0" name="Freeform 2579"/>
          <p:cNvSpPr/>
          <p:nvPr/>
        </p:nvSpPr>
        <p:spPr>
          <a:xfrm>
            <a:off x="3086100" y="2311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1" name="Freeform 2580"/>
          <p:cNvSpPr/>
          <p:nvPr/>
        </p:nvSpPr>
        <p:spPr>
          <a:xfrm>
            <a:off x="3111500" y="2324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3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7FFF80"/>
          </a:solidFill>
          <a:ln w="3175">
            <a:solidFill>
              <a:srgbClr val="66CC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2" name="Freeform 2581"/>
          <p:cNvSpPr/>
          <p:nvPr/>
        </p:nvSpPr>
        <p:spPr>
          <a:xfrm>
            <a:off x="3149600" y="2336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3" name="Freeform 2582"/>
          <p:cNvSpPr/>
          <p:nvPr/>
        </p:nvSpPr>
        <p:spPr>
          <a:xfrm>
            <a:off x="3175000" y="2324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4" name="Freeform 2583"/>
          <p:cNvSpPr/>
          <p:nvPr/>
        </p:nvSpPr>
        <p:spPr>
          <a:xfrm>
            <a:off x="3213100" y="2324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5" name="Freeform 2584"/>
          <p:cNvSpPr/>
          <p:nvPr/>
        </p:nvSpPr>
        <p:spPr>
          <a:xfrm>
            <a:off x="3238500" y="2324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6" name="Freeform 2585"/>
          <p:cNvSpPr/>
          <p:nvPr/>
        </p:nvSpPr>
        <p:spPr>
          <a:xfrm>
            <a:off x="3263900" y="2324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7" name="Freeform 2586"/>
          <p:cNvSpPr/>
          <p:nvPr/>
        </p:nvSpPr>
        <p:spPr>
          <a:xfrm>
            <a:off x="3302000" y="2324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8" name="Freeform 2587"/>
          <p:cNvSpPr/>
          <p:nvPr/>
        </p:nvSpPr>
        <p:spPr>
          <a:xfrm>
            <a:off x="3327400" y="2311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9" name="Freeform 2588"/>
          <p:cNvSpPr/>
          <p:nvPr/>
        </p:nvSpPr>
        <p:spPr>
          <a:xfrm>
            <a:off x="2463800" y="248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0" name="Freeform 2589"/>
          <p:cNvSpPr/>
          <p:nvPr/>
        </p:nvSpPr>
        <p:spPr>
          <a:xfrm>
            <a:off x="2489200" y="248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1" name="Freeform 2590"/>
          <p:cNvSpPr/>
          <p:nvPr/>
        </p:nvSpPr>
        <p:spPr>
          <a:xfrm>
            <a:off x="2527300" y="248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2" name="Freeform 2591"/>
          <p:cNvSpPr/>
          <p:nvPr/>
        </p:nvSpPr>
        <p:spPr>
          <a:xfrm>
            <a:off x="2552700" y="248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3" name="Freeform 2592"/>
          <p:cNvSpPr/>
          <p:nvPr/>
        </p:nvSpPr>
        <p:spPr>
          <a:xfrm>
            <a:off x="2578100" y="247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4" name="Freeform 2593"/>
          <p:cNvSpPr/>
          <p:nvPr/>
        </p:nvSpPr>
        <p:spPr>
          <a:xfrm>
            <a:off x="2616200" y="247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5" name="Freeform 2594"/>
          <p:cNvSpPr/>
          <p:nvPr/>
        </p:nvSpPr>
        <p:spPr>
          <a:xfrm>
            <a:off x="2641600" y="247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6" name="Freeform 2595"/>
          <p:cNvSpPr/>
          <p:nvPr/>
        </p:nvSpPr>
        <p:spPr>
          <a:xfrm>
            <a:off x="2679700" y="247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7" name="Freeform 2596"/>
          <p:cNvSpPr/>
          <p:nvPr/>
        </p:nvSpPr>
        <p:spPr>
          <a:xfrm>
            <a:off x="2705100" y="247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B5FF"/>
          </a:solidFill>
          <a:ln w="3175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8" name="Freeform 2597"/>
          <p:cNvSpPr/>
          <p:nvPr/>
        </p:nvSpPr>
        <p:spPr>
          <a:xfrm>
            <a:off x="2730500" y="247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CFF"/>
          </a:solidFill>
          <a:ln w="3175">
            <a:solidFill>
              <a:srgbClr val="007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9" name="Freeform 2598"/>
          <p:cNvSpPr/>
          <p:nvPr/>
        </p:nvSpPr>
        <p:spPr>
          <a:xfrm>
            <a:off x="2768600" y="2501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0" name="Freeform 2599"/>
          <p:cNvSpPr/>
          <p:nvPr/>
        </p:nvSpPr>
        <p:spPr>
          <a:xfrm>
            <a:off x="2794000" y="2540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1FFF"/>
          </a:solidFill>
          <a:ln w="3175">
            <a:solidFill>
              <a:srgbClr val="001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1" name="Freeform 2600"/>
          <p:cNvSpPr/>
          <p:nvPr/>
        </p:nvSpPr>
        <p:spPr>
          <a:xfrm>
            <a:off x="2832100" y="254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2" name="Freeform 2601"/>
          <p:cNvSpPr/>
          <p:nvPr/>
        </p:nvSpPr>
        <p:spPr>
          <a:xfrm>
            <a:off x="2857500" y="254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3" name="Freeform 2602"/>
          <p:cNvSpPr/>
          <p:nvPr/>
        </p:nvSpPr>
        <p:spPr>
          <a:xfrm>
            <a:off x="2895600" y="254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4" name="Freeform 2603"/>
          <p:cNvSpPr/>
          <p:nvPr/>
        </p:nvSpPr>
        <p:spPr>
          <a:xfrm>
            <a:off x="2921000" y="254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5" name="Freeform 2604"/>
          <p:cNvSpPr/>
          <p:nvPr/>
        </p:nvSpPr>
        <p:spPr>
          <a:xfrm>
            <a:off x="2946400" y="252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6" name="Freeform 2605"/>
          <p:cNvSpPr/>
          <p:nvPr/>
        </p:nvSpPr>
        <p:spPr>
          <a:xfrm>
            <a:off x="2984500" y="252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7" name="Freeform 2606"/>
          <p:cNvSpPr/>
          <p:nvPr/>
        </p:nvSpPr>
        <p:spPr>
          <a:xfrm>
            <a:off x="3009900" y="2476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8" name="Freeform 2607"/>
          <p:cNvSpPr/>
          <p:nvPr/>
        </p:nvSpPr>
        <p:spPr>
          <a:xfrm>
            <a:off x="3048000" y="23114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0" y="14"/>
                </a:moveTo>
                <a:lnTo>
                  <a:pt x="3" y="0"/>
                </a:lnTo>
                <a:lnTo>
                  <a:pt x="2" y="0"/>
                </a:lnTo>
                <a:lnTo>
                  <a:pt x="0" y="13"/>
                </a:lnTo>
                <a:lnTo>
                  <a:pt x="0" y="14"/>
                </a:lnTo>
                <a:close/>
              </a:path>
            </a:pathLst>
          </a:custGeom>
          <a:solidFill>
            <a:srgbClr val="23FFDC"/>
          </a:solidFill>
          <a:ln w="3175">
            <a:solidFill>
              <a:srgbClr val="1CC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9" name="Freeform 2608"/>
          <p:cNvSpPr/>
          <p:nvPr/>
        </p:nvSpPr>
        <p:spPr>
          <a:xfrm>
            <a:off x="3073400" y="231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C1FF3E"/>
          </a:solidFill>
          <a:ln w="3175">
            <a:solidFill>
              <a:srgbClr val="9BCC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0" name="Freeform 2609"/>
          <p:cNvSpPr/>
          <p:nvPr/>
        </p:nvSpPr>
        <p:spPr>
          <a:xfrm>
            <a:off x="30988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BFF44"/>
          </a:solidFill>
          <a:ln w="3175">
            <a:solidFill>
              <a:srgbClr val="96C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1" name="Freeform 2610"/>
          <p:cNvSpPr/>
          <p:nvPr/>
        </p:nvSpPr>
        <p:spPr>
          <a:xfrm>
            <a:off x="3136900" y="2286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2" name="Freeform 2611"/>
          <p:cNvSpPr/>
          <p:nvPr/>
        </p:nvSpPr>
        <p:spPr>
          <a:xfrm>
            <a:off x="3162300" y="228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3" name="Freeform 2612"/>
          <p:cNvSpPr/>
          <p:nvPr/>
        </p:nvSpPr>
        <p:spPr>
          <a:xfrm>
            <a:off x="3200400" y="2273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4" name="Freeform 2613"/>
          <p:cNvSpPr/>
          <p:nvPr/>
        </p:nvSpPr>
        <p:spPr>
          <a:xfrm>
            <a:off x="3225800" y="2273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5" name="Freeform 2614"/>
          <p:cNvSpPr/>
          <p:nvPr/>
        </p:nvSpPr>
        <p:spPr>
          <a:xfrm>
            <a:off x="3251200" y="227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6" name="Freeform 2615"/>
          <p:cNvSpPr/>
          <p:nvPr/>
        </p:nvSpPr>
        <p:spPr>
          <a:xfrm>
            <a:off x="3289300" y="2273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7" name="Freeform 2616"/>
          <p:cNvSpPr/>
          <p:nvPr/>
        </p:nvSpPr>
        <p:spPr>
          <a:xfrm>
            <a:off x="3314700" y="2260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8" name="Freeform 2617"/>
          <p:cNvSpPr/>
          <p:nvPr/>
        </p:nvSpPr>
        <p:spPr>
          <a:xfrm>
            <a:off x="2451100" y="245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9" name="Freeform 2618"/>
          <p:cNvSpPr/>
          <p:nvPr/>
        </p:nvSpPr>
        <p:spPr>
          <a:xfrm>
            <a:off x="2476500" y="245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0" name="Freeform 2619"/>
          <p:cNvSpPr/>
          <p:nvPr/>
        </p:nvSpPr>
        <p:spPr>
          <a:xfrm>
            <a:off x="2514600" y="245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1" name="Freeform 2620"/>
          <p:cNvSpPr/>
          <p:nvPr/>
        </p:nvSpPr>
        <p:spPr>
          <a:xfrm>
            <a:off x="2540000" y="243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2" name="Freeform 2621"/>
          <p:cNvSpPr/>
          <p:nvPr/>
        </p:nvSpPr>
        <p:spPr>
          <a:xfrm>
            <a:off x="2578100" y="243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3" name="Freeform 2622"/>
          <p:cNvSpPr/>
          <p:nvPr/>
        </p:nvSpPr>
        <p:spPr>
          <a:xfrm>
            <a:off x="2603500" y="243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4" name="Freeform 2623"/>
          <p:cNvSpPr/>
          <p:nvPr/>
        </p:nvSpPr>
        <p:spPr>
          <a:xfrm>
            <a:off x="2628900" y="243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5" name="Freeform 2624"/>
          <p:cNvSpPr/>
          <p:nvPr/>
        </p:nvSpPr>
        <p:spPr>
          <a:xfrm>
            <a:off x="2667000" y="243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6" name="Freeform 2625"/>
          <p:cNvSpPr/>
          <p:nvPr/>
        </p:nvSpPr>
        <p:spPr>
          <a:xfrm>
            <a:off x="2692400" y="243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DDFF"/>
          </a:solidFill>
          <a:ln w="3175">
            <a:solidFill>
              <a:srgbClr val="00B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7" name="Freeform 2626"/>
          <p:cNvSpPr/>
          <p:nvPr/>
        </p:nvSpPr>
        <p:spPr>
          <a:xfrm>
            <a:off x="2730500" y="2438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3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B3FF"/>
          </a:solidFill>
          <a:ln w="3175">
            <a:solidFill>
              <a:srgbClr val="008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8" name="Freeform 2627"/>
          <p:cNvSpPr/>
          <p:nvPr/>
        </p:nvSpPr>
        <p:spPr>
          <a:xfrm>
            <a:off x="2755900" y="24765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2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9" name="Freeform 2628"/>
          <p:cNvSpPr/>
          <p:nvPr/>
        </p:nvSpPr>
        <p:spPr>
          <a:xfrm>
            <a:off x="2781300" y="251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0" name="Freeform 2629"/>
          <p:cNvSpPr/>
          <p:nvPr/>
        </p:nvSpPr>
        <p:spPr>
          <a:xfrm>
            <a:off x="2819400" y="252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1" name="Freeform 2630"/>
          <p:cNvSpPr/>
          <p:nvPr/>
        </p:nvSpPr>
        <p:spPr>
          <a:xfrm>
            <a:off x="2844800" y="2514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2" name="Freeform 2631"/>
          <p:cNvSpPr/>
          <p:nvPr/>
        </p:nvSpPr>
        <p:spPr>
          <a:xfrm>
            <a:off x="2882900" y="251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3" name="Freeform 2632"/>
          <p:cNvSpPr/>
          <p:nvPr/>
        </p:nvSpPr>
        <p:spPr>
          <a:xfrm>
            <a:off x="2908300" y="251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4" name="Freeform 2633"/>
          <p:cNvSpPr/>
          <p:nvPr/>
        </p:nvSpPr>
        <p:spPr>
          <a:xfrm>
            <a:off x="2933700" y="2514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5" name="Freeform 2634"/>
          <p:cNvSpPr/>
          <p:nvPr/>
        </p:nvSpPr>
        <p:spPr>
          <a:xfrm>
            <a:off x="2971800" y="251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2B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6" name="Freeform 2635"/>
          <p:cNvSpPr/>
          <p:nvPr/>
        </p:nvSpPr>
        <p:spPr>
          <a:xfrm>
            <a:off x="2997200" y="2476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7" name="Freeform 2636"/>
          <p:cNvSpPr/>
          <p:nvPr/>
        </p:nvSpPr>
        <p:spPr>
          <a:xfrm>
            <a:off x="3035300" y="22987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1"/>
                </a:lnTo>
                <a:lnTo>
                  <a:pt x="2" y="0"/>
                </a:lnTo>
                <a:lnTo>
                  <a:pt x="0" y="14"/>
                </a:lnTo>
                <a:lnTo>
                  <a:pt x="1" y="14"/>
                </a:lnTo>
                <a:close/>
              </a:path>
            </a:pathLst>
          </a:custGeom>
          <a:solidFill>
            <a:srgbClr val="24FFDB"/>
          </a:solidFill>
          <a:ln w="3175">
            <a:solidFill>
              <a:srgbClr val="1DCC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8" name="Freeform 2637"/>
          <p:cNvSpPr/>
          <p:nvPr/>
        </p:nvSpPr>
        <p:spPr>
          <a:xfrm>
            <a:off x="3060700" y="22352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9" name="Freeform 2638"/>
          <p:cNvSpPr/>
          <p:nvPr/>
        </p:nvSpPr>
        <p:spPr>
          <a:xfrm>
            <a:off x="3098800" y="22098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6"/>
                </a:lnTo>
                <a:lnTo>
                  <a:pt x="2" y="0"/>
                </a:lnTo>
                <a:lnTo>
                  <a:pt x="0" y="2"/>
                </a:lnTo>
                <a:lnTo>
                  <a:pt x="0" y="8"/>
                </a:lnTo>
                <a:close/>
              </a:path>
            </a:pathLst>
          </a:custGeom>
          <a:solidFill>
            <a:srgbClr val="FFED00"/>
          </a:solidFill>
          <a:ln w="3175">
            <a:solidFill>
              <a:srgbClr val="CCB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0" name="Freeform 2639"/>
          <p:cNvSpPr/>
          <p:nvPr/>
        </p:nvSpPr>
        <p:spPr>
          <a:xfrm>
            <a:off x="3124200" y="2209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1" name="Freeform 2640"/>
          <p:cNvSpPr/>
          <p:nvPr/>
        </p:nvSpPr>
        <p:spPr>
          <a:xfrm>
            <a:off x="3149600" y="2209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2" name="Freeform 2641"/>
          <p:cNvSpPr/>
          <p:nvPr/>
        </p:nvSpPr>
        <p:spPr>
          <a:xfrm>
            <a:off x="3187700" y="2209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3" name="Freeform 2642"/>
          <p:cNvSpPr/>
          <p:nvPr/>
        </p:nvSpPr>
        <p:spPr>
          <a:xfrm>
            <a:off x="3213100" y="2197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4" name="Freeform 2643"/>
          <p:cNvSpPr/>
          <p:nvPr/>
        </p:nvSpPr>
        <p:spPr>
          <a:xfrm>
            <a:off x="3251200" y="2197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0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5" name="Freeform 2644"/>
          <p:cNvSpPr/>
          <p:nvPr/>
        </p:nvSpPr>
        <p:spPr>
          <a:xfrm>
            <a:off x="3276600" y="2197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6" name="Freeform 2645"/>
          <p:cNvSpPr/>
          <p:nvPr/>
        </p:nvSpPr>
        <p:spPr>
          <a:xfrm>
            <a:off x="3302000" y="2197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7" name="Freeform 2646"/>
          <p:cNvSpPr/>
          <p:nvPr/>
        </p:nvSpPr>
        <p:spPr>
          <a:xfrm>
            <a:off x="2438400" y="2362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8" name="Freeform 2647"/>
          <p:cNvSpPr/>
          <p:nvPr/>
        </p:nvSpPr>
        <p:spPr>
          <a:xfrm>
            <a:off x="2463800" y="2362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9" name="Freeform 2648"/>
          <p:cNvSpPr/>
          <p:nvPr/>
        </p:nvSpPr>
        <p:spPr>
          <a:xfrm>
            <a:off x="2501900" y="2349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0" name="Freeform 2649"/>
          <p:cNvSpPr/>
          <p:nvPr/>
        </p:nvSpPr>
        <p:spPr>
          <a:xfrm>
            <a:off x="2527300" y="2349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1" name="Freeform 2650"/>
          <p:cNvSpPr/>
          <p:nvPr/>
        </p:nvSpPr>
        <p:spPr>
          <a:xfrm>
            <a:off x="2565400" y="2349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2" name="Freeform 2651"/>
          <p:cNvSpPr/>
          <p:nvPr/>
        </p:nvSpPr>
        <p:spPr>
          <a:xfrm>
            <a:off x="2590800" y="2349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3" name="Freeform 2652"/>
          <p:cNvSpPr/>
          <p:nvPr/>
        </p:nvSpPr>
        <p:spPr>
          <a:xfrm>
            <a:off x="2616200" y="2349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4" name="Freeform 2653"/>
          <p:cNvSpPr/>
          <p:nvPr/>
        </p:nvSpPr>
        <p:spPr>
          <a:xfrm>
            <a:off x="2654300" y="23368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5" name="Freeform 2654"/>
          <p:cNvSpPr/>
          <p:nvPr/>
        </p:nvSpPr>
        <p:spPr>
          <a:xfrm>
            <a:off x="2679700" y="2336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2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4AFFB5"/>
          </a:solidFill>
          <a:ln w="3175">
            <a:solidFill>
              <a:srgbClr val="3BCC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6" name="Freeform 2655"/>
          <p:cNvSpPr/>
          <p:nvPr/>
        </p:nvSpPr>
        <p:spPr>
          <a:xfrm>
            <a:off x="2717800" y="2362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6"/>
                </a:moveTo>
                <a:lnTo>
                  <a:pt x="3" y="9"/>
                </a:lnTo>
                <a:lnTo>
                  <a:pt x="2" y="8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7" name="Freeform 2656"/>
          <p:cNvSpPr/>
          <p:nvPr/>
        </p:nvSpPr>
        <p:spPr>
          <a:xfrm>
            <a:off x="2743200" y="246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8" name="Freeform 2657"/>
          <p:cNvSpPr/>
          <p:nvPr/>
        </p:nvSpPr>
        <p:spPr>
          <a:xfrm>
            <a:off x="2781300" y="250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51FF"/>
          </a:solidFill>
          <a:ln w="3175">
            <a:solidFill>
              <a:srgbClr val="004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9" name="Freeform 2658"/>
          <p:cNvSpPr/>
          <p:nvPr/>
        </p:nvSpPr>
        <p:spPr>
          <a:xfrm>
            <a:off x="2806700" y="250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0" name="Freeform 2659"/>
          <p:cNvSpPr/>
          <p:nvPr/>
        </p:nvSpPr>
        <p:spPr>
          <a:xfrm>
            <a:off x="2832100" y="2501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1" name="Freeform 2660"/>
          <p:cNvSpPr/>
          <p:nvPr/>
        </p:nvSpPr>
        <p:spPr>
          <a:xfrm>
            <a:off x="2870200" y="250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2" name="Freeform 2661"/>
          <p:cNvSpPr/>
          <p:nvPr/>
        </p:nvSpPr>
        <p:spPr>
          <a:xfrm>
            <a:off x="2895600" y="250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3" name="Freeform 2662"/>
          <p:cNvSpPr/>
          <p:nvPr/>
        </p:nvSpPr>
        <p:spPr>
          <a:xfrm>
            <a:off x="2933700" y="248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4" name="Freeform 2663"/>
          <p:cNvSpPr/>
          <p:nvPr/>
        </p:nvSpPr>
        <p:spPr>
          <a:xfrm>
            <a:off x="2959100" y="248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4FF"/>
          </a:solidFill>
          <a:ln w="3175">
            <a:solidFill>
              <a:srgbClr val="003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5" name="Freeform 2664"/>
          <p:cNvSpPr/>
          <p:nvPr/>
        </p:nvSpPr>
        <p:spPr>
          <a:xfrm>
            <a:off x="2984500" y="2451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6" name="Freeform 2665"/>
          <p:cNvSpPr/>
          <p:nvPr/>
        </p:nvSpPr>
        <p:spPr>
          <a:xfrm>
            <a:off x="3022600" y="2159000"/>
            <a:ext cx="38100" cy="317500"/>
          </a:xfrm>
          <a:custGeom>
            <a:avLst/>
            <a:gdLst/>
            <a:ahLst/>
            <a:cxnLst/>
            <a:rect l="l" t="t" r="r" b="b"/>
            <a:pathLst>
              <a:path w="3" h="25">
                <a:moveTo>
                  <a:pt x="1" y="25"/>
                </a:moveTo>
                <a:lnTo>
                  <a:pt x="3" y="11"/>
                </a:lnTo>
                <a:lnTo>
                  <a:pt x="2" y="0"/>
                </a:lnTo>
                <a:lnTo>
                  <a:pt x="0" y="23"/>
                </a:lnTo>
                <a:lnTo>
                  <a:pt x="1" y="25"/>
                </a:lnTo>
                <a:close/>
              </a:path>
            </a:pathLst>
          </a:custGeom>
          <a:solidFill>
            <a:srgbClr val="6FFF90"/>
          </a:solidFill>
          <a:ln w="3175">
            <a:solidFill>
              <a:srgbClr val="59CC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7" name="Freeform 2666"/>
          <p:cNvSpPr/>
          <p:nvPr/>
        </p:nvSpPr>
        <p:spPr>
          <a:xfrm>
            <a:off x="3048000" y="2108200"/>
            <a:ext cx="50800" cy="190500"/>
          </a:xfrm>
          <a:custGeom>
            <a:avLst/>
            <a:gdLst/>
            <a:ahLst/>
            <a:cxnLst/>
            <a:rect l="l" t="t" r="r" b="b"/>
            <a:pathLst>
              <a:path w="4" h="15">
                <a:moveTo>
                  <a:pt x="1" y="15"/>
                </a:moveTo>
                <a:lnTo>
                  <a:pt x="4" y="10"/>
                </a:lnTo>
                <a:lnTo>
                  <a:pt x="3" y="0"/>
                </a:lnTo>
                <a:lnTo>
                  <a:pt x="0" y="4"/>
                </a:lnTo>
                <a:lnTo>
                  <a:pt x="1" y="15"/>
                </a:lnTo>
                <a:close/>
              </a:path>
            </a:pathLst>
          </a:custGeom>
          <a:solidFill>
            <a:srgbClr val="FF7C00"/>
          </a:solidFill>
          <a:ln w="3175">
            <a:solidFill>
              <a:srgbClr val="CC6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8" name="Freeform 2667"/>
          <p:cNvSpPr/>
          <p:nvPr/>
        </p:nvSpPr>
        <p:spPr>
          <a:xfrm>
            <a:off x="3086100" y="20955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3900"/>
          </a:solidFill>
          <a:ln w="3175">
            <a:solidFill>
              <a:srgbClr val="CC2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9" name="Freeform 2668"/>
          <p:cNvSpPr/>
          <p:nvPr/>
        </p:nvSpPr>
        <p:spPr>
          <a:xfrm>
            <a:off x="3111500" y="20955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0" name="Freeform 2669"/>
          <p:cNvSpPr/>
          <p:nvPr/>
        </p:nvSpPr>
        <p:spPr>
          <a:xfrm>
            <a:off x="3136900" y="20828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1" name="Freeform 2670"/>
          <p:cNvSpPr/>
          <p:nvPr/>
        </p:nvSpPr>
        <p:spPr>
          <a:xfrm>
            <a:off x="3175000" y="2082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2" name="Freeform 2671"/>
          <p:cNvSpPr/>
          <p:nvPr/>
        </p:nvSpPr>
        <p:spPr>
          <a:xfrm>
            <a:off x="3200400" y="20828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3" name="Freeform 2672"/>
          <p:cNvSpPr/>
          <p:nvPr/>
        </p:nvSpPr>
        <p:spPr>
          <a:xfrm>
            <a:off x="3238500" y="2082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4" name="Freeform 2673"/>
          <p:cNvSpPr/>
          <p:nvPr/>
        </p:nvSpPr>
        <p:spPr>
          <a:xfrm>
            <a:off x="3263900" y="2082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5" name="Freeform 2674"/>
          <p:cNvSpPr/>
          <p:nvPr/>
        </p:nvSpPr>
        <p:spPr>
          <a:xfrm>
            <a:off x="3302000" y="20701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1"/>
                </a:lnTo>
                <a:lnTo>
                  <a:pt x="0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6" name="Freeform 2675"/>
          <p:cNvSpPr/>
          <p:nvPr/>
        </p:nvSpPr>
        <p:spPr>
          <a:xfrm>
            <a:off x="2425700" y="232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7" name="Freeform 2676"/>
          <p:cNvSpPr/>
          <p:nvPr/>
        </p:nvSpPr>
        <p:spPr>
          <a:xfrm>
            <a:off x="2463800" y="232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8" name="Freeform 2677"/>
          <p:cNvSpPr/>
          <p:nvPr/>
        </p:nvSpPr>
        <p:spPr>
          <a:xfrm>
            <a:off x="2489200" y="2311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9" name="Freeform 2678"/>
          <p:cNvSpPr/>
          <p:nvPr/>
        </p:nvSpPr>
        <p:spPr>
          <a:xfrm>
            <a:off x="2514600" y="231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0" name="Freeform 2679"/>
          <p:cNvSpPr/>
          <p:nvPr/>
        </p:nvSpPr>
        <p:spPr>
          <a:xfrm>
            <a:off x="2552700" y="231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1" name="Freeform 2680"/>
          <p:cNvSpPr/>
          <p:nvPr/>
        </p:nvSpPr>
        <p:spPr>
          <a:xfrm>
            <a:off x="2578100" y="231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2" name="Freeform 2681"/>
          <p:cNvSpPr/>
          <p:nvPr/>
        </p:nvSpPr>
        <p:spPr>
          <a:xfrm>
            <a:off x="2616200" y="2298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3" name="Freeform 2682"/>
          <p:cNvSpPr/>
          <p:nvPr/>
        </p:nvSpPr>
        <p:spPr>
          <a:xfrm>
            <a:off x="2641600" y="2298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4" name="Freeform 2683"/>
          <p:cNvSpPr/>
          <p:nvPr/>
        </p:nvSpPr>
        <p:spPr>
          <a:xfrm>
            <a:off x="2667000" y="2298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3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A7FF58"/>
          </a:solidFill>
          <a:ln w="3175">
            <a:solidFill>
              <a:srgbClr val="86CC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5" name="Freeform 2684"/>
          <p:cNvSpPr/>
          <p:nvPr/>
        </p:nvSpPr>
        <p:spPr>
          <a:xfrm>
            <a:off x="2705100" y="23495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1"/>
                </a:moveTo>
                <a:lnTo>
                  <a:pt x="3" y="9"/>
                </a:lnTo>
                <a:lnTo>
                  <a:pt x="2" y="8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0FFDF"/>
          </a:solidFill>
          <a:ln w="3175">
            <a:solidFill>
              <a:srgbClr val="1ACC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6" name="Freeform 2685"/>
          <p:cNvSpPr/>
          <p:nvPr/>
        </p:nvSpPr>
        <p:spPr>
          <a:xfrm>
            <a:off x="2730500" y="245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7" name="Freeform 2686"/>
          <p:cNvSpPr/>
          <p:nvPr/>
        </p:nvSpPr>
        <p:spPr>
          <a:xfrm>
            <a:off x="2768600" y="2489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8" name="Freeform 2687"/>
          <p:cNvSpPr/>
          <p:nvPr/>
        </p:nvSpPr>
        <p:spPr>
          <a:xfrm>
            <a:off x="2794000" y="250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9" name="Freeform 2688"/>
          <p:cNvSpPr/>
          <p:nvPr/>
        </p:nvSpPr>
        <p:spPr>
          <a:xfrm>
            <a:off x="2819400" y="248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0" name="Freeform 2689"/>
          <p:cNvSpPr/>
          <p:nvPr/>
        </p:nvSpPr>
        <p:spPr>
          <a:xfrm>
            <a:off x="2857500" y="248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1" name="Freeform 2690"/>
          <p:cNvSpPr/>
          <p:nvPr/>
        </p:nvSpPr>
        <p:spPr>
          <a:xfrm>
            <a:off x="2882900" y="248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2" name="Freeform 2691"/>
          <p:cNvSpPr/>
          <p:nvPr/>
        </p:nvSpPr>
        <p:spPr>
          <a:xfrm>
            <a:off x="2921000" y="248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3" name="Freeform 2692"/>
          <p:cNvSpPr/>
          <p:nvPr/>
        </p:nvSpPr>
        <p:spPr>
          <a:xfrm>
            <a:off x="2946400" y="2489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4" name="Freeform 2693"/>
          <p:cNvSpPr/>
          <p:nvPr/>
        </p:nvSpPr>
        <p:spPr>
          <a:xfrm>
            <a:off x="2984500" y="243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5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5" name="Freeform 2694"/>
          <p:cNvSpPr/>
          <p:nvPr/>
        </p:nvSpPr>
        <p:spPr>
          <a:xfrm>
            <a:off x="3009900" y="2146300"/>
            <a:ext cx="38100" cy="304800"/>
          </a:xfrm>
          <a:custGeom>
            <a:avLst/>
            <a:gdLst/>
            <a:ahLst/>
            <a:cxnLst/>
            <a:rect l="l" t="t" r="r" b="b"/>
            <a:pathLst>
              <a:path w="3" h="24">
                <a:moveTo>
                  <a:pt x="1" y="24"/>
                </a:moveTo>
                <a:lnTo>
                  <a:pt x="3" y="1"/>
                </a:lnTo>
                <a:lnTo>
                  <a:pt x="2" y="0"/>
                </a:lnTo>
                <a:lnTo>
                  <a:pt x="0" y="23"/>
                </a:lnTo>
                <a:lnTo>
                  <a:pt x="1" y="24"/>
                </a:lnTo>
                <a:close/>
              </a:path>
            </a:pathLst>
          </a:custGeom>
          <a:solidFill>
            <a:srgbClr val="BBFF44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6" name="Freeform 2695"/>
          <p:cNvSpPr/>
          <p:nvPr/>
        </p:nvSpPr>
        <p:spPr>
          <a:xfrm>
            <a:off x="3035300" y="2057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4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E80000"/>
          </a:solidFill>
          <a:ln w="3175">
            <a:solidFill>
              <a:srgbClr val="B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7" name="Freeform 2696"/>
          <p:cNvSpPr/>
          <p:nvPr/>
        </p:nvSpPr>
        <p:spPr>
          <a:xfrm>
            <a:off x="3073400" y="2057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A30000"/>
          </a:solidFill>
          <a:ln w="3175">
            <a:solidFill>
              <a:srgbClr val="8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8" name="Freeform 2697"/>
          <p:cNvSpPr/>
          <p:nvPr/>
        </p:nvSpPr>
        <p:spPr>
          <a:xfrm>
            <a:off x="3098800" y="2057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9" name="Freeform 2698"/>
          <p:cNvSpPr/>
          <p:nvPr/>
        </p:nvSpPr>
        <p:spPr>
          <a:xfrm>
            <a:off x="3136900" y="2044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0" name="Freeform 2699"/>
          <p:cNvSpPr/>
          <p:nvPr/>
        </p:nvSpPr>
        <p:spPr>
          <a:xfrm>
            <a:off x="3162300" y="2044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1" name="Freeform 2700"/>
          <p:cNvSpPr/>
          <p:nvPr/>
        </p:nvSpPr>
        <p:spPr>
          <a:xfrm>
            <a:off x="3187700" y="2044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2" name="Freeform 2701"/>
          <p:cNvSpPr/>
          <p:nvPr/>
        </p:nvSpPr>
        <p:spPr>
          <a:xfrm>
            <a:off x="3225800" y="2044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3" name="Freeform 2702"/>
          <p:cNvSpPr/>
          <p:nvPr/>
        </p:nvSpPr>
        <p:spPr>
          <a:xfrm>
            <a:off x="3251200" y="2044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4" name="Freeform 2703"/>
          <p:cNvSpPr/>
          <p:nvPr/>
        </p:nvSpPr>
        <p:spPr>
          <a:xfrm>
            <a:off x="3289300" y="2032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5" name="Freeform 2704"/>
          <p:cNvSpPr/>
          <p:nvPr/>
        </p:nvSpPr>
        <p:spPr>
          <a:xfrm>
            <a:off x="2413000" y="231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6" name="Freeform 2705"/>
          <p:cNvSpPr/>
          <p:nvPr/>
        </p:nvSpPr>
        <p:spPr>
          <a:xfrm>
            <a:off x="2451100" y="231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7" name="Freeform 2706"/>
          <p:cNvSpPr/>
          <p:nvPr/>
        </p:nvSpPr>
        <p:spPr>
          <a:xfrm>
            <a:off x="2476500" y="231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8" name="Freeform 2707"/>
          <p:cNvSpPr/>
          <p:nvPr/>
        </p:nvSpPr>
        <p:spPr>
          <a:xfrm>
            <a:off x="2501900" y="2311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9" name="Freeform 2708"/>
          <p:cNvSpPr/>
          <p:nvPr/>
        </p:nvSpPr>
        <p:spPr>
          <a:xfrm>
            <a:off x="2540000" y="229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0" name="Freeform 2709"/>
          <p:cNvSpPr/>
          <p:nvPr/>
        </p:nvSpPr>
        <p:spPr>
          <a:xfrm>
            <a:off x="2565400" y="229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1" name="Freeform 2710"/>
          <p:cNvSpPr/>
          <p:nvPr/>
        </p:nvSpPr>
        <p:spPr>
          <a:xfrm>
            <a:off x="2603500" y="229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2" name="Freeform 2711"/>
          <p:cNvSpPr/>
          <p:nvPr/>
        </p:nvSpPr>
        <p:spPr>
          <a:xfrm>
            <a:off x="2628900" y="2298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3" name="Freeform 2712"/>
          <p:cNvSpPr/>
          <p:nvPr/>
        </p:nvSpPr>
        <p:spPr>
          <a:xfrm>
            <a:off x="2667000" y="2298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0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4" name="Freeform 2713"/>
          <p:cNvSpPr/>
          <p:nvPr/>
        </p:nvSpPr>
        <p:spPr>
          <a:xfrm>
            <a:off x="2692400" y="2336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1"/>
                </a:moveTo>
                <a:lnTo>
                  <a:pt x="3" y="9"/>
                </a:lnTo>
                <a:lnTo>
                  <a:pt x="2" y="8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5" name="Freeform 2714"/>
          <p:cNvSpPr/>
          <p:nvPr/>
        </p:nvSpPr>
        <p:spPr>
          <a:xfrm>
            <a:off x="2717800" y="243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6" name="Freeform 2715"/>
          <p:cNvSpPr/>
          <p:nvPr/>
        </p:nvSpPr>
        <p:spPr>
          <a:xfrm>
            <a:off x="2755900" y="2476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7" name="Freeform 2716"/>
          <p:cNvSpPr/>
          <p:nvPr/>
        </p:nvSpPr>
        <p:spPr>
          <a:xfrm>
            <a:off x="2781300" y="248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8" name="Freeform 2717"/>
          <p:cNvSpPr/>
          <p:nvPr/>
        </p:nvSpPr>
        <p:spPr>
          <a:xfrm>
            <a:off x="2819400" y="248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9" name="Freeform 2718"/>
          <p:cNvSpPr/>
          <p:nvPr/>
        </p:nvSpPr>
        <p:spPr>
          <a:xfrm>
            <a:off x="2844800" y="2489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0" name="Freeform 2719"/>
          <p:cNvSpPr/>
          <p:nvPr/>
        </p:nvSpPr>
        <p:spPr>
          <a:xfrm>
            <a:off x="2870200" y="247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1" name="Freeform 2720"/>
          <p:cNvSpPr/>
          <p:nvPr/>
        </p:nvSpPr>
        <p:spPr>
          <a:xfrm>
            <a:off x="2908300" y="247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2" name="Freeform 2721"/>
          <p:cNvSpPr/>
          <p:nvPr/>
        </p:nvSpPr>
        <p:spPr>
          <a:xfrm>
            <a:off x="2933700" y="247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3" name="Freeform 2722"/>
          <p:cNvSpPr/>
          <p:nvPr/>
        </p:nvSpPr>
        <p:spPr>
          <a:xfrm>
            <a:off x="2971800" y="2425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4" name="Freeform 2723"/>
          <p:cNvSpPr/>
          <p:nvPr/>
        </p:nvSpPr>
        <p:spPr>
          <a:xfrm>
            <a:off x="2997200" y="2133600"/>
            <a:ext cx="38100" cy="304800"/>
          </a:xfrm>
          <a:custGeom>
            <a:avLst/>
            <a:gdLst/>
            <a:ahLst/>
            <a:cxnLst/>
            <a:rect l="l" t="t" r="r" b="b"/>
            <a:pathLst>
              <a:path w="3" h="24">
                <a:moveTo>
                  <a:pt x="1" y="24"/>
                </a:moveTo>
                <a:lnTo>
                  <a:pt x="3" y="1"/>
                </a:lnTo>
                <a:lnTo>
                  <a:pt x="3" y="0"/>
                </a:lnTo>
                <a:lnTo>
                  <a:pt x="0" y="23"/>
                </a:lnTo>
                <a:lnTo>
                  <a:pt x="1" y="24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5" name="Freeform 2724"/>
          <p:cNvSpPr/>
          <p:nvPr/>
        </p:nvSpPr>
        <p:spPr>
          <a:xfrm>
            <a:off x="3035300" y="2044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0" y="8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0" y="8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6" name="Freeform 2725"/>
          <p:cNvSpPr/>
          <p:nvPr/>
        </p:nvSpPr>
        <p:spPr>
          <a:xfrm>
            <a:off x="3060700" y="2044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7" name="Freeform 2726"/>
          <p:cNvSpPr/>
          <p:nvPr/>
        </p:nvSpPr>
        <p:spPr>
          <a:xfrm>
            <a:off x="3086100" y="2044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8" name="Freeform 2727"/>
          <p:cNvSpPr/>
          <p:nvPr/>
        </p:nvSpPr>
        <p:spPr>
          <a:xfrm>
            <a:off x="3124200" y="2044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9" name="Freeform 2728"/>
          <p:cNvSpPr/>
          <p:nvPr/>
        </p:nvSpPr>
        <p:spPr>
          <a:xfrm>
            <a:off x="3149600" y="2044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0" name="Freeform 2729"/>
          <p:cNvSpPr/>
          <p:nvPr/>
        </p:nvSpPr>
        <p:spPr>
          <a:xfrm>
            <a:off x="3187700" y="2032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1" name="Freeform 2730"/>
          <p:cNvSpPr/>
          <p:nvPr/>
        </p:nvSpPr>
        <p:spPr>
          <a:xfrm>
            <a:off x="3213100" y="2032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2" name="Freeform 2731"/>
          <p:cNvSpPr/>
          <p:nvPr/>
        </p:nvSpPr>
        <p:spPr>
          <a:xfrm>
            <a:off x="3238500" y="203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3" name="Freeform 2732"/>
          <p:cNvSpPr/>
          <p:nvPr/>
        </p:nvSpPr>
        <p:spPr>
          <a:xfrm>
            <a:off x="3276600" y="2032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4" name="Freeform 2733"/>
          <p:cNvSpPr/>
          <p:nvPr/>
        </p:nvSpPr>
        <p:spPr>
          <a:xfrm>
            <a:off x="2400300" y="2311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5" name="Freeform 2734"/>
          <p:cNvSpPr/>
          <p:nvPr/>
        </p:nvSpPr>
        <p:spPr>
          <a:xfrm>
            <a:off x="2438400" y="229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6" name="Freeform 2735"/>
          <p:cNvSpPr/>
          <p:nvPr/>
        </p:nvSpPr>
        <p:spPr>
          <a:xfrm>
            <a:off x="2463800" y="229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7" name="Freeform 2736"/>
          <p:cNvSpPr/>
          <p:nvPr/>
        </p:nvSpPr>
        <p:spPr>
          <a:xfrm>
            <a:off x="2501900" y="229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8" name="Freeform 2737"/>
          <p:cNvSpPr/>
          <p:nvPr/>
        </p:nvSpPr>
        <p:spPr>
          <a:xfrm>
            <a:off x="2527300" y="229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9" name="Freeform 2738"/>
          <p:cNvSpPr/>
          <p:nvPr/>
        </p:nvSpPr>
        <p:spPr>
          <a:xfrm>
            <a:off x="2552700" y="2298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0" name="Freeform 2739"/>
          <p:cNvSpPr/>
          <p:nvPr/>
        </p:nvSpPr>
        <p:spPr>
          <a:xfrm>
            <a:off x="2590800" y="228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1" name="Freeform 2740"/>
          <p:cNvSpPr/>
          <p:nvPr/>
        </p:nvSpPr>
        <p:spPr>
          <a:xfrm>
            <a:off x="2616200" y="228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2" name="Freeform 2741"/>
          <p:cNvSpPr/>
          <p:nvPr/>
        </p:nvSpPr>
        <p:spPr>
          <a:xfrm>
            <a:off x="2654300" y="2286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3" name="Freeform 2742"/>
          <p:cNvSpPr/>
          <p:nvPr/>
        </p:nvSpPr>
        <p:spPr>
          <a:xfrm>
            <a:off x="2679700" y="23368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0"/>
                </a:moveTo>
                <a:lnTo>
                  <a:pt x="3" y="8"/>
                </a:lnTo>
                <a:lnTo>
                  <a:pt x="3" y="8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4" name="Freeform 2743"/>
          <p:cNvSpPr/>
          <p:nvPr/>
        </p:nvSpPr>
        <p:spPr>
          <a:xfrm>
            <a:off x="2717800" y="243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0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5" name="Freeform 2744"/>
          <p:cNvSpPr/>
          <p:nvPr/>
        </p:nvSpPr>
        <p:spPr>
          <a:xfrm>
            <a:off x="2743200" y="247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6" name="Freeform 2745"/>
          <p:cNvSpPr/>
          <p:nvPr/>
        </p:nvSpPr>
        <p:spPr>
          <a:xfrm>
            <a:off x="2768600" y="247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7" name="Freeform 2746"/>
          <p:cNvSpPr/>
          <p:nvPr/>
        </p:nvSpPr>
        <p:spPr>
          <a:xfrm>
            <a:off x="2806700" y="247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8" name="Freeform 2747"/>
          <p:cNvSpPr/>
          <p:nvPr/>
        </p:nvSpPr>
        <p:spPr>
          <a:xfrm>
            <a:off x="2832100" y="247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9" name="Freeform 2748"/>
          <p:cNvSpPr/>
          <p:nvPr/>
        </p:nvSpPr>
        <p:spPr>
          <a:xfrm>
            <a:off x="2870200" y="247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0" name="Freeform 2749"/>
          <p:cNvSpPr/>
          <p:nvPr/>
        </p:nvSpPr>
        <p:spPr>
          <a:xfrm>
            <a:off x="2895600" y="2476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1" name="Freeform 2750"/>
          <p:cNvSpPr/>
          <p:nvPr/>
        </p:nvSpPr>
        <p:spPr>
          <a:xfrm>
            <a:off x="2921000" y="246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2" name="Freeform 2751"/>
          <p:cNvSpPr/>
          <p:nvPr/>
        </p:nvSpPr>
        <p:spPr>
          <a:xfrm>
            <a:off x="2959100" y="242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3" name="Freeform 2752"/>
          <p:cNvSpPr/>
          <p:nvPr/>
        </p:nvSpPr>
        <p:spPr>
          <a:xfrm>
            <a:off x="2984500" y="2133600"/>
            <a:ext cx="50800" cy="292100"/>
          </a:xfrm>
          <a:custGeom>
            <a:avLst/>
            <a:gdLst/>
            <a:ahLst/>
            <a:cxnLst/>
            <a:rect l="l" t="t" r="r" b="b"/>
            <a:pathLst>
              <a:path w="4" h="23">
                <a:moveTo>
                  <a:pt x="1" y="23"/>
                </a:moveTo>
                <a:lnTo>
                  <a:pt x="4" y="0"/>
                </a:lnTo>
                <a:lnTo>
                  <a:pt x="3" y="0"/>
                </a:lnTo>
                <a:lnTo>
                  <a:pt x="0" y="23"/>
                </a:lnTo>
                <a:lnTo>
                  <a:pt x="1" y="23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4" name="Freeform 2753"/>
          <p:cNvSpPr/>
          <p:nvPr/>
        </p:nvSpPr>
        <p:spPr>
          <a:xfrm>
            <a:off x="3022600" y="20447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5" name="Freeform 2754"/>
          <p:cNvSpPr/>
          <p:nvPr/>
        </p:nvSpPr>
        <p:spPr>
          <a:xfrm>
            <a:off x="3048000" y="2044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6" name="Freeform 2755"/>
          <p:cNvSpPr/>
          <p:nvPr/>
        </p:nvSpPr>
        <p:spPr>
          <a:xfrm>
            <a:off x="3073400" y="203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7" name="Freeform 2756"/>
          <p:cNvSpPr/>
          <p:nvPr/>
        </p:nvSpPr>
        <p:spPr>
          <a:xfrm>
            <a:off x="3111500" y="2032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8" name="Freeform 2757"/>
          <p:cNvSpPr/>
          <p:nvPr/>
        </p:nvSpPr>
        <p:spPr>
          <a:xfrm>
            <a:off x="3136900" y="2032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9" name="Freeform 2758"/>
          <p:cNvSpPr/>
          <p:nvPr/>
        </p:nvSpPr>
        <p:spPr>
          <a:xfrm>
            <a:off x="3175000" y="2032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0" name="Freeform 2759"/>
          <p:cNvSpPr/>
          <p:nvPr/>
        </p:nvSpPr>
        <p:spPr>
          <a:xfrm>
            <a:off x="3200400" y="2032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1" name="Freeform 2760"/>
          <p:cNvSpPr/>
          <p:nvPr/>
        </p:nvSpPr>
        <p:spPr>
          <a:xfrm>
            <a:off x="3238500" y="2019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2" name="Freeform 2761"/>
          <p:cNvSpPr/>
          <p:nvPr/>
        </p:nvSpPr>
        <p:spPr>
          <a:xfrm>
            <a:off x="3263900" y="2019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3" name="Freeform 2762"/>
          <p:cNvSpPr/>
          <p:nvPr/>
        </p:nvSpPr>
        <p:spPr>
          <a:xfrm>
            <a:off x="2400300" y="229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4" name="Freeform 2763"/>
          <p:cNvSpPr/>
          <p:nvPr/>
        </p:nvSpPr>
        <p:spPr>
          <a:xfrm>
            <a:off x="2425700" y="229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5" name="Freeform 2764"/>
          <p:cNvSpPr/>
          <p:nvPr/>
        </p:nvSpPr>
        <p:spPr>
          <a:xfrm>
            <a:off x="2451100" y="2298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6" name="Freeform 2765"/>
          <p:cNvSpPr/>
          <p:nvPr/>
        </p:nvSpPr>
        <p:spPr>
          <a:xfrm>
            <a:off x="2489200" y="228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7" name="Freeform 2766"/>
          <p:cNvSpPr/>
          <p:nvPr/>
        </p:nvSpPr>
        <p:spPr>
          <a:xfrm>
            <a:off x="2514600" y="228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8" name="Freeform 2767"/>
          <p:cNvSpPr/>
          <p:nvPr/>
        </p:nvSpPr>
        <p:spPr>
          <a:xfrm>
            <a:off x="2552700" y="228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9" name="Freeform 2768"/>
          <p:cNvSpPr/>
          <p:nvPr/>
        </p:nvSpPr>
        <p:spPr>
          <a:xfrm>
            <a:off x="2578100" y="228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0" name="Freeform 2769"/>
          <p:cNvSpPr/>
          <p:nvPr/>
        </p:nvSpPr>
        <p:spPr>
          <a:xfrm>
            <a:off x="2603500" y="227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1" name="Freeform 2770"/>
          <p:cNvSpPr/>
          <p:nvPr/>
        </p:nvSpPr>
        <p:spPr>
          <a:xfrm>
            <a:off x="2641600" y="2273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2" name="Freeform 2771"/>
          <p:cNvSpPr/>
          <p:nvPr/>
        </p:nvSpPr>
        <p:spPr>
          <a:xfrm>
            <a:off x="2667000" y="2324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1"/>
                </a:moveTo>
                <a:lnTo>
                  <a:pt x="4" y="9"/>
                </a:lnTo>
                <a:lnTo>
                  <a:pt x="3" y="8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3" name="Freeform 2772"/>
          <p:cNvSpPr/>
          <p:nvPr/>
        </p:nvSpPr>
        <p:spPr>
          <a:xfrm>
            <a:off x="2705100" y="242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4" name="Freeform 2773"/>
          <p:cNvSpPr/>
          <p:nvPr/>
        </p:nvSpPr>
        <p:spPr>
          <a:xfrm>
            <a:off x="2730500" y="246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5" name="Freeform 2774"/>
          <p:cNvSpPr/>
          <p:nvPr/>
        </p:nvSpPr>
        <p:spPr>
          <a:xfrm>
            <a:off x="2755900" y="247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6" name="Freeform 2775"/>
          <p:cNvSpPr/>
          <p:nvPr/>
        </p:nvSpPr>
        <p:spPr>
          <a:xfrm>
            <a:off x="2794000" y="2476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7" name="Freeform 2776"/>
          <p:cNvSpPr/>
          <p:nvPr/>
        </p:nvSpPr>
        <p:spPr>
          <a:xfrm>
            <a:off x="2819400" y="246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8" name="Freeform 2777"/>
          <p:cNvSpPr/>
          <p:nvPr/>
        </p:nvSpPr>
        <p:spPr>
          <a:xfrm>
            <a:off x="2857500" y="246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9" name="Freeform 2778"/>
          <p:cNvSpPr/>
          <p:nvPr/>
        </p:nvSpPr>
        <p:spPr>
          <a:xfrm>
            <a:off x="2882900" y="246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0" name="Freeform 2779"/>
          <p:cNvSpPr/>
          <p:nvPr/>
        </p:nvSpPr>
        <p:spPr>
          <a:xfrm>
            <a:off x="2921000" y="246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1" name="Freeform 2780"/>
          <p:cNvSpPr/>
          <p:nvPr/>
        </p:nvSpPr>
        <p:spPr>
          <a:xfrm>
            <a:off x="2946400" y="241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2" name="Freeform 2781"/>
          <p:cNvSpPr/>
          <p:nvPr/>
        </p:nvSpPr>
        <p:spPr>
          <a:xfrm>
            <a:off x="2971800" y="2120900"/>
            <a:ext cx="50800" cy="304800"/>
          </a:xfrm>
          <a:custGeom>
            <a:avLst/>
            <a:gdLst/>
            <a:ahLst/>
            <a:cxnLst/>
            <a:rect l="l" t="t" r="r" b="b"/>
            <a:pathLst>
              <a:path w="4" h="24">
                <a:moveTo>
                  <a:pt x="1" y="24"/>
                </a:moveTo>
                <a:lnTo>
                  <a:pt x="4" y="1"/>
                </a:lnTo>
                <a:lnTo>
                  <a:pt x="3" y="0"/>
                </a:lnTo>
                <a:lnTo>
                  <a:pt x="0" y="23"/>
                </a:lnTo>
                <a:lnTo>
                  <a:pt x="1" y="24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3" name="Freeform 2782"/>
          <p:cNvSpPr/>
          <p:nvPr/>
        </p:nvSpPr>
        <p:spPr>
          <a:xfrm>
            <a:off x="3009900" y="20320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4" name="Freeform 2783"/>
          <p:cNvSpPr/>
          <p:nvPr/>
        </p:nvSpPr>
        <p:spPr>
          <a:xfrm>
            <a:off x="3035300" y="2032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5" name="Freeform 2784"/>
          <p:cNvSpPr/>
          <p:nvPr/>
        </p:nvSpPr>
        <p:spPr>
          <a:xfrm>
            <a:off x="3073400" y="2032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6" name="Freeform 2785"/>
          <p:cNvSpPr/>
          <p:nvPr/>
        </p:nvSpPr>
        <p:spPr>
          <a:xfrm>
            <a:off x="3098800" y="2032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7" name="Freeform 2786"/>
          <p:cNvSpPr/>
          <p:nvPr/>
        </p:nvSpPr>
        <p:spPr>
          <a:xfrm>
            <a:off x="3124200" y="201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8" name="Freeform 2787"/>
          <p:cNvSpPr/>
          <p:nvPr/>
        </p:nvSpPr>
        <p:spPr>
          <a:xfrm>
            <a:off x="3162300" y="2019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9" name="Freeform 2788"/>
          <p:cNvSpPr/>
          <p:nvPr/>
        </p:nvSpPr>
        <p:spPr>
          <a:xfrm>
            <a:off x="3187700" y="201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0" name="Freeform 2789"/>
          <p:cNvSpPr/>
          <p:nvPr/>
        </p:nvSpPr>
        <p:spPr>
          <a:xfrm>
            <a:off x="3225800" y="2019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1" name="Freeform 2790"/>
          <p:cNvSpPr/>
          <p:nvPr/>
        </p:nvSpPr>
        <p:spPr>
          <a:xfrm>
            <a:off x="3251200" y="2019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2" name="Freeform 2791"/>
          <p:cNvSpPr/>
          <p:nvPr/>
        </p:nvSpPr>
        <p:spPr>
          <a:xfrm>
            <a:off x="2387600" y="228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3" name="Freeform 2792"/>
          <p:cNvSpPr/>
          <p:nvPr/>
        </p:nvSpPr>
        <p:spPr>
          <a:xfrm>
            <a:off x="2413000" y="228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4" name="Freeform 2793"/>
          <p:cNvSpPr/>
          <p:nvPr/>
        </p:nvSpPr>
        <p:spPr>
          <a:xfrm>
            <a:off x="2438400" y="228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5" name="Freeform 2794"/>
          <p:cNvSpPr/>
          <p:nvPr/>
        </p:nvSpPr>
        <p:spPr>
          <a:xfrm>
            <a:off x="2476500" y="228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6" name="Freeform 2795"/>
          <p:cNvSpPr/>
          <p:nvPr/>
        </p:nvSpPr>
        <p:spPr>
          <a:xfrm>
            <a:off x="2501900" y="228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7" name="Freeform 2796"/>
          <p:cNvSpPr/>
          <p:nvPr/>
        </p:nvSpPr>
        <p:spPr>
          <a:xfrm>
            <a:off x="2540000" y="227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8" name="Freeform 2797"/>
          <p:cNvSpPr/>
          <p:nvPr/>
        </p:nvSpPr>
        <p:spPr>
          <a:xfrm>
            <a:off x="2565400" y="227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9" name="Freeform 2798"/>
          <p:cNvSpPr/>
          <p:nvPr/>
        </p:nvSpPr>
        <p:spPr>
          <a:xfrm>
            <a:off x="2603500" y="227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0" name="Freeform 2799"/>
          <p:cNvSpPr/>
          <p:nvPr/>
        </p:nvSpPr>
        <p:spPr>
          <a:xfrm>
            <a:off x="2628900" y="2273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0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1" name="Freeform 2800"/>
          <p:cNvSpPr/>
          <p:nvPr/>
        </p:nvSpPr>
        <p:spPr>
          <a:xfrm>
            <a:off x="2654300" y="2311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1"/>
                </a:moveTo>
                <a:lnTo>
                  <a:pt x="4" y="9"/>
                </a:lnTo>
                <a:lnTo>
                  <a:pt x="3" y="9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2" name="Freeform 2801"/>
          <p:cNvSpPr/>
          <p:nvPr/>
        </p:nvSpPr>
        <p:spPr>
          <a:xfrm>
            <a:off x="2692400" y="242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3" name="Freeform 2802"/>
          <p:cNvSpPr/>
          <p:nvPr/>
        </p:nvSpPr>
        <p:spPr>
          <a:xfrm>
            <a:off x="2717800" y="246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4" name="Freeform 2803"/>
          <p:cNvSpPr/>
          <p:nvPr/>
        </p:nvSpPr>
        <p:spPr>
          <a:xfrm>
            <a:off x="2755900" y="246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5" name="Freeform 2804"/>
          <p:cNvSpPr/>
          <p:nvPr/>
        </p:nvSpPr>
        <p:spPr>
          <a:xfrm>
            <a:off x="2781300" y="246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6" name="Freeform 2805"/>
          <p:cNvSpPr/>
          <p:nvPr/>
        </p:nvSpPr>
        <p:spPr>
          <a:xfrm>
            <a:off x="2806700" y="246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7" name="Freeform 2806"/>
          <p:cNvSpPr/>
          <p:nvPr/>
        </p:nvSpPr>
        <p:spPr>
          <a:xfrm>
            <a:off x="2844800" y="2463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8" name="Freeform 2807"/>
          <p:cNvSpPr/>
          <p:nvPr/>
        </p:nvSpPr>
        <p:spPr>
          <a:xfrm>
            <a:off x="2870200" y="245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9" name="Freeform 2808"/>
          <p:cNvSpPr/>
          <p:nvPr/>
        </p:nvSpPr>
        <p:spPr>
          <a:xfrm>
            <a:off x="2908300" y="245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0" name="Freeform 2809"/>
          <p:cNvSpPr/>
          <p:nvPr/>
        </p:nvSpPr>
        <p:spPr>
          <a:xfrm>
            <a:off x="2933700" y="241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1" name="Freeform 2810"/>
          <p:cNvSpPr/>
          <p:nvPr/>
        </p:nvSpPr>
        <p:spPr>
          <a:xfrm>
            <a:off x="2959100" y="2120900"/>
            <a:ext cx="50800" cy="292100"/>
          </a:xfrm>
          <a:custGeom>
            <a:avLst/>
            <a:gdLst/>
            <a:ahLst/>
            <a:cxnLst/>
            <a:rect l="l" t="t" r="r" b="b"/>
            <a:pathLst>
              <a:path w="4" h="23">
                <a:moveTo>
                  <a:pt x="1" y="23"/>
                </a:moveTo>
                <a:lnTo>
                  <a:pt x="4" y="0"/>
                </a:lnTo>
                <a:lnTo>
                  <a:pt x="3" y="0"/>
                </a:lnTo>
                <a:lnTo>
                  <a:pt x="0" y="23"/>
                </a:lnTo>
                <a:lnTo>
                  <a:pt x="1" y="23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2" name="Freeform 2811"/>
          <p:cNvSpPr/>
          <p:nvPr/>
        </p:nvSpPr>
        <p:spPr>
          <a:xfrm>
            <a:off x="2997200" y="20320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0"/>
                </a:lnTo>
                <a:lnTo>
                  <a:pt x="2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3" name="Freeform 2812"/>
          <p:cNvSpPr/>
          <p:nvPr/>
        </p:nvSpPr>
        <p:spPr>
          <a:xfrm>
            <a:off x="3022600" y="201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4" name="Freeform 2813"/>
          <p:cNvSpPr/>
          <p:nvPr/>
        </p:nvSpPr>
        <p:spPr>
          <a:xfrm>
            <a:off x="3060700" y="2019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5" name="Freeform 2814"/>
          <p:cNvSpPr/>
          <p:nvPr/>
        </p:nvSpPr>
        <p:spPr>
          <a:xfrm>
            <a:off x="3086100" y="2019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6" name="Freeform 2815"/>
          <p:cNvSpPr/>
          <p:nvPr/>
        </p:nvSpPr>
        <p:spPr>
          <a:xfrm>
            <a:off x="3124200" y="2019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7" name="Freeform 2816"/>
          <p:cNvSpPr/>
          <p:nvPr/>
        </p:nvSpPr>
        <p:spPr>
          <a:xfrm>
            <a:off x="3149600" y="2019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8" name="Freeform 2817"/>
          <p:cNvSpPr/>
          <p:nvPr/>
        </p:nvSpPr>
        <p:spPr>
          <a:xfrm>
            <a:off x="3175000" y="200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9" name="Freeform 2818"/>
          <p:cNvSpPr/>
          <p:nvPr/>
        </p:nvSpPr>
        <p:spPr>
          <a:xfrm>
            <a:off x="3213100" y="2006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0" name="Freeform 2819"/>
          <p:cNvSpPr/>
          <p:nvPr/>
        </p:nvSpPr>
        <p:spPr>
          <a:xfrm>
            <a:off x="3238500" y="2006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1" name="Freeform 2820"/>
          <p:cNvSpPr/>
          <p:nvPr/>
        </p:nvSpPr>
        <p:spPr>
          <a:xfrm>
            <a:off x="2374900" y="228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2" name="Freeform 2821"/>
          <p:cNvSpPr/>
          <p:nvPr/>
        </p:nvSpPr>
        <p:spPr>
          <a:xfrm>
            <a:off x="2400300" y="228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3" name="Freeform 2822"/>
          <p:cNvSpPr/>
          <p:nvPr/>
        </p:nvSpPr>
        <p:spPr>
          <a:xfrm>
            <a:off x="2438400" y="227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4" name="Freeform 2823"/>
          <p:cNvSpPr/>
          <p:nvPr/>
        </p:nvSpPr>
        <p:spPr>
          <a:xfrm>
            <a:off x="2463800" y="227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5" name="Freeform 2824"/>
          <p:cNvSpPr/>
          <p:nvPr/>
        </p:nvSpPr>
        <p:spPr>
          <a:xfrm>
            <a:off x="2489200" y="227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6" name="Freeform 2825"/>
          <p:cNvSpPr/>
          <p:nvPr/>
        </p:nvSpPr>
        <p:spPr>
          <a:xfrm>
            <a:off x="2527300" y="227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7" name="Freeform 2826"/>
          <p:cNvSpPr/>
          <p:nvPr/>
        </p:nvSpPr>
        <p:spPr>
          <a:xfrm>
            <a:off x="2552700" y="227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8" name="Freeform 2827"/>
          <p:cNvSpPr/>
          <p:nvPr/>
        </p:nvSpPr>
        <p:spPr>
          <a:xfrm>
            <a:off x="2590800" y="226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9" name="Freeform 2828"/>
          <p:cNvSpPr/>
          <p:nvPr/>
        </p:nvSpPr>
        <p:spPr>
          <a:xfrm>
            <a:off x="2616200" y="2260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7FF48"/>
          </a:solidFill>
          <a:ln w="3175">
            <a:solidFill>
              <a:srgbClr val="93CC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0" name="Freeform 2829"/>
          <p:cNvSpPr/>
          <p:nvPr/>
        </p:nvSpPr>
        <p:spPr>
          <a:xfrm>
            <a:off x="2641600" y="2311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0"/>
                </a:moveTo>
                <a:lnTo>
                  <a:pt x="4" y="9"/>
                </a:lnTo>
                <a:lnTo>
                  <a:pt x="3" y="8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22FFDD"/>
          </a:solidFill>
          <a:ln w="3175">
            <a:solidFill>
              <a:srgbClr val="1BCC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1" name="Freeform 2830"/>
          <p:cNvSpPr/>
          <p:nvPr/>
        </p:nvSpPr>
        <p:spPr>
          <a:xfrm>
            <a:off x="2679700" y="241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1FF"/>
          </a:solidFill>
          <a:ln w="3175">
            <a:solidFill>
              <a:srgbClr val="007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2" name="Freeform 2831"/>
          <p:cNvSpPr/>
          <p:nvPr/>
        </p:nvSpPr>
        <p:spPr>
          <a:xfrm>
            <a:off x="2705100" y="245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3" name="Freeform 2832"/>
          <p:cNvSpPr/>
          <p:nvPr/>
        </p:nvSpPr>
        <p:spPr>
          <a:xfrm>
            <a:off x="2743200" y="246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4" name="Freeform 2833"/>
          <p:cNvSpPr/>
          <p:nvPr/>
        </p:nvSpPr>
        <p:spPr>
          <a:xfrm>
            <a:off x="2768600" y="2463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5" name="Freeform 2834"/>
          <p:cNvSpPr/>
          <p:nvPr/>
        </p:nvSpPr>
        <p:spPr>
          <a:xfrm>
            <a:off x="2806700" y="245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6" name="Freeform 2835"/>
          <p:cNvSpPr/>
          <p:nvPr/>
        </p:nvSpPr>
        <p:spPr>
          <a:xfrm>
            <a:off x="2832100" y="245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7" name="Freeform 2836"/>
          <p:cNvSpPr/>
          <p:nvPr/>
        </p:nvSpPr>
        <p:spPr>
          <a:xfrm>
            <a:off x="2857500" y="245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8" name="Freeform 2837"/>
          <p:cNvSpPr/>
          <p:nvPr/>
        </p:nvSpPr>
        <p:spPr>
          <a:xfrm>
            <a:off x="2895600" y="2451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9" name="Freeform 2838"/>
          <p:cNvSpPr/>
          <p:nvPr/>
        </p:nvSpPr>
        <p:spPr>
          <a:xfrm>
            <a:off x="2921000" y="2400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78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0" name="Freeform 2839"/>
          <p:cNvSpPr/>
          <p:nvPr/>
        </p:nvSpPr>
        <p:spPr>
          <a:xfrm>
            <a:off x="2959100" y="2108200"/>
            <a:ext cx="38100" cy="304800"/>
          </a:xfrm>
          <a:custGeom>
            <a:avLst/>
            <a:gdLst/>
            <a:ahLst/>
            <a:cxnLst/>
            <a:rect l="l" t="t" r="r" b="b"/>
            <a:pathLst>
              <a:path w="3" h="24">
                <a:moveTo>
                  <a:pt x="0" y="24"/>
                </a:moveTo>
                <a:lnTo>
                  <a:pt x="3" y="1"/>
                </a:lnTo>
                <a:lnTo>
                  <a:pt x="2" y="0"/>
                </a:lnTo>
                <a:lnTo>
                  <a:pt x="0" y="23"/>
                </a:lnTo>
                <a:lnTo>
                  <a:pt x="0" y="24"/>
                </a:lnTo>
                <a:close/>
              </a:path>
            </a:pathLst>
          </a:custGeom>
          <a:solidFill>
            <a:srgbClr val="BCFF43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1" name="Freeform 2840"/>
          <p:cNvSpPr/>
          <p:nvPr/>
        </p:nvSpPr>
        <p:spPr>
          <a:xfrm>
            <a:off x="2984500" y="2019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1"/>
                </a:lnTo>
                <a:lnTo>
                  <a:pt x="2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D40000"/>
          </a:solidFill>
          <a:ln w="3175">
            <a:solidFill>
              <a:srgbClr val="A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2" name="Freeform 2841"/>
          <p:cNvSpPr/>
          <p:nvPr/>
        </p:nvSpPr>
        <p:spPr>
          <a:xfrm>
            <a:off x="3009900" y="2019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3" name="Freeform 2842"/>
          <p:cNvSpPr/>
          <p:nvPr/>
        </p:nvSpPr>
        <p:spPr>
          <a:xfrm>
            <a:off x="3048000" y="2019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4" name="Freeform 2843"/>
          <p:cNvSpPr/>
          <p:nvPr/>
        </p:nvSpPr>
        <p:spPr>
          <a:xfrm>
            <a:off x="3073400" y="200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5" name="Freeform 2844"/>
          <p:cNvSpPr/>
          <p:nvPr/>
        </p:nvSpPr>
        <p:spPr>
          <a:xfrm>
            <a:off x="3111500" y="2006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6" name="Freeform 2845"/>
          <p:cNvSpPr/>
          <p:nvPr/>
        </p:nvSpPr>
        <p:spPr>
          <a:xfrm>
            <a:off x="3136900" y="2006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7" name="Freeform 2846"/>
          <p:cNvSpPr/>
          <p:nvPr/>
        </p:nvSpPr>
        <p:spPr>
          <a:xfrm>
            <a:off x="3162300" y="2006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8" name="Freeform 2847"/>
          <p:cNvSpPr/>
          <p:nvPr/>
        </p:nvSpPr>
        <p:spPr>
          <a:xfrm>
            <a:off x="3200400" y="2006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9" name="Freeform 2848"/>
          <p:cNvSpPr/>
          <p:nvPr/>
        </p:nvSpPr>
        <p:spPr>
          <a:xfrm>
            <a:off x="3225800" y="1993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0" name="Rectangle 284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1" name="Rectangle 2850"/>
          <p:cNvSpPr/>
          <p:nvPr/>
        </p:nvSpPr>
        <p:spPr>
          <a:xfrm>
            <a:off x="2879991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52" name="Picture 28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853" name="Picture 28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854" name="TextBox 28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2855" name="TextBox 2854"/>
          <p:cNvSpPr txBox="1"/>
          <p:nvPr/>
        </p:nvSpPr>
        <p:spPr>
          <a:xfrm>
            <a:off x="359993" y="555247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Evaluate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tune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2856" name="TextBox 2855"/>
          <p:cNvSpPr txBox="1"/>
          <p:nvPr/>
        </p:nvSpPr>
        <p:spPr>
          <a:xfrm>
            <a:off x="1877486" y="1716504"/>
            <a:ext cx="390790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57" name="TextBox 2856"/>
          <p:cNvSpPr txBox="1"/>
          <p:nvPr/>
        </p:nvSpPr>
        <p:spPr>
          <a:xfrm>
            <a:off x="1688693" y="1616936"/>
            <a:ext cx="409670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858" name="TextBox 2857"/>
          <p:cNvSpPr txBox="1"/>
          <p:nvPr/>
        </p:nvSpPr>
        <p:spPr>
          <a:xfrm>
            <a:off x="1554184" y="1501071"/>
            <a:ext cx="423121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59" name="TextBox 2858"/>
          <p:cNvSpPr txBox="1"/>
          <p:nvPr/>
        </p:nvSpPr>
        <p:spPr>
          <a:xfrm>
            <a:off x="2815614" y="1639450"/>
            <a:ext cx="296978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60" name="TextBox 2859"/>
          <p:cNvSpPr txBox="1"/>
          <p:nvPr/>
        </p:nvSpPr>
        <p:spPr>
          <a:xfrm>
            <a:off x="2619166" y="1656788"/>
            <a:ext cx="316622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61" name="TextBox 2860"/>
          <p:cNvSpPr txBox="1"/>
          <p:nvPr/>
        </p:nvSpPr>
        <p:spPr>
          <a:xfrm>
            <a:off x="2441513" y="1672470"/>
            <a:ext cx="334388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62" name="TextBox 2861"/>
          <p:cNvSpPr txBox="1"/>
          <p:nvPr/>
        </p:nvSpPr>
        <p:spPr>
          <a:xfrm>
            <a:off x="2263860" y="1688152"/>
            <a:ext cx="352153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863" name="TextBox 2862"/>
          <p:cNvSpPr txBox="1"/>
          <p:nvPr/>
        </p:nvSpPr>
        <p:spPr>
          <a:xfrm>
            <a:off x="2086208" y="1703834"/>
            <a:ext cx="369918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864" name="TextBox 2863"/>
          <p:cNvSpPr txBox="1"/>
          <p:nvPr/>
        </p:nvSpPr>
        <p:spPr>
          <a:xfrm>
            <a:off x="1927351" y="1717855"/>
            <a:ext cx="385804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65" name="TextBox 2864"/>
          <p:cNvSpPr txBox="1"/>
          <p:nvPr/>
        </p:nvSpPr>
        <p:spPr>
          <a:xfrm>
            <a:off x="1515302" y="1225187"/>
            <a:ext cx="427009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66" name="TextBox 2865"/>
          <p:cNvSpPr txBox="1"/>
          <p:nvPr/>
        </p:nvSpPr>
        <p:spPr>
          <a:xfrm>
            <a:off x="1515302" y="992472"/>
            <a:ext cx="427009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867" name="TextBox 2866"/>
          <p:cNvSpPr txBox="1"/>
          <p:nvPr/>
        </p:nvSpPr>
        <p:spPr>
          <a:xfrm>
            <a:off x="1345737" y="1783235"/>
            <a:ext cx="443965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servers,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2868" name="TextBox 2867"/>
          <p:cNvSpPr txBox="1"/>
          <p:nvPr/>
        </p:nvSpPr>
        <p:spPr>
          <a:xfrm>
            <a:off x="2276134" y="1778516"/>
            <a:ext cx="350926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2869" name="TextBox 2868"/>
          <p:cNvSpPr txBox="1"/>
          <p:nvPr/>
        </p:nvSpPr>
        <p:spPr>
          <a:xfrm>
            <a:off x="1425634" y="916391"/>
            <a:ext cx="435976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spares,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870" name="TextBox 2869"/>
          <p:cNvSpPr txBox="1"/>
          <p:nvPr/>
        </p:nvSpPr>
        <p:spPr>
          <a:xfrm>
            <a:off x="3450847" y="1717759"/>
            <a:ext cx="233454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71" name="TextBox 2870"/>
          <p:cNvSpPr txBox="1"/>
          <p:nvPr/>
        </p:nvSpPr>
        <p:spPr>
          <a:xfrm>
            <a:off x="3262053" y="1618186"/>
            <a:ext cx="252334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872" name="TextBox 2871"/>
          <p:cNvSpPr txBox="1"/>
          <p:nvPr/>
        </p:nvSpPr>
        <p:spPr>
          <a:xfrm>
            <a:off x="3127545" y="1502322"/>
            <a:ext cx="265785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73" name="TextBox 2872"/>
          <p:cNvSpPr txBox="1"/>
          <p:nvPr/>
        </p:nvSpPr>
        <p:spPr>
          <a:xfrm>
            <a:off x="4388975" y="1640701"/>
            <a:ext cx="139642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74" name="TextBox 2873"/>
          <p:cNvSpPr txBox="1"/>
          <p:nvPr/>
        </p:nvSpPr>
        <p:spPr>
          <a:xfrm>
            <a:off x="4192527" y="1658039"/>
            <a:ext cx="159286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75" name="TextBox 2874"/>
          <p:cNvSpPr txBox="1"/>
          <p:nvPr/>
        </p:nvSpPr>
        <p:spPr>
          <a:xfrm>
            <a:off x="4014874" y="1673721"/>
            <a:ext cx="177052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76" name="TextBox 2875"/>
          <p:cNvSpPr txBox="1"/>
          <p:nvPr/>
        </p:nvSpPr>
        <p:spPr>
          <a:xfrm>
            <a:off x="3837221" y="1689403"/>
            <a:ext cx="194817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877" name="TextBox 2876"/>
          <p:cNvSpPr txBox="1"/>
          <p:nvPr/>
        </p:nvSpPr>
        <p:spPr>
          <a:xfrm>
            <a:off x="3659569" y="1705085"/>
            <a:ext cx="212582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878" name="TextBox 2877"/>
          <p:cNvSpPr txBox="1"/>
          <p:nvPr/>
        </p:nvSpPr>
        <p:spPr>
          <a:xfrm>
            <a:off x="3500712" y="1719105"/>
            <a:ext cx="228468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79" name="TextBox 2878"/>
          <p:cNvSpPr txBox="1"/>
          <p:nvPr/>
        </p:nvSpPr>
        <p:spPr>
          <a:xfrm>
            <a:off x="3088663" y="1278035"/>
            <a:ext cx="269673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80" name="TextBox 2879"/>
          <p:cNvSpPr txBox="1"/>
          <p:nvPr/>
        </p:nvSpPr>
        <p:spPr>
          <a:xfrm>
            <a:off x="3088663" y="1012625"/>
            <a:ext cx="269673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81" name="TextBox 2880"/>
          <p:cNvSpPr txBox="1"/>
          <p:nvPr/>
        </p:nvSpPr>
        <p:spPr>
          <a:xfrm>
            <a:off x="2944553" y="1775829"/>
            <a:ext cx="284084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2882" name="TextBox 2881"/>
          <p:cNvSpPr txBox="1"/>
          <p:nvPr/>
        </p:nvSpPr>
        <p:spPr>
          <a:xfrm>
            <a:off x="3849495" y="1779771"/>
            <a:ext cx="193590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2883" name="TextBox 2882"/>
          <p:cNvSpPr txBox="1"/>
          <p:nvPr/>
        </p:nvSpPr>
        <p:spPr>
          <a:xfrm>
            <a:off x="2998995" y="919039"/>
            <a:ext cx="278640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spares,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884" name="TextBox 2883"/>
          <p:cNvSpPr txBox="1"/>
          <p:nvPr/>
        </p:nvSpPr>
        <p:spPr>
          <a:xfrm>
            <a:off x="2651436" y="2879766"/>
            <a:ext cx="313395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85" name="TextBox 2884"/>
          <p:cNvSpPr txBox="1"/>
          <p:nvPr/>
        </p:nvSpPr>
        <p:spPr>
          <a:xfrm>
            <a:off x="2462643" y="2780193"/>
            <a:ext cx="332275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886" name="TextBox 2885"/>
          <p:cNvSpPr txBox="1"/>
          <p:nvPr/>
        </p:nvSpPr>
        <p:spPr>
          <a:xfrm>
            <a:off x="2328130" y="2664334"/>
            <a:ext cx="345726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87" name="TextBox 2886"/>
          <p:cNvSpPr txBox="1"/>
          <p:nvPr/>
        </p:nvSpPr>
        <p:spPr>
          <a:xfrm>
            <a:off x="3589565" y="2802708"/>
            <a:ext cx="219583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88" name="TextBox 2887"/>
          <p:cNvSpPr txBox="1"/>
          <p:nvPr/>
        </p:nvSpPr>
        <p:spPr>
          <a:xfrm>
            <a:off x="3393116" y="2820051"/>
            <a:ext cx="239227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89" name="TextBox 2888"/>
          <p:cNvSpPr txBox="1"/>
          <p:nvPr/>
        </p:nvSpPr>
        <p:spPr>
          <a:xfrm>
            <a:off x="3215464" y="2835733"/>
            <a:ext cx="256993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90" name="TextBox 2889"/>
          <p:cNvSpPr txBox="1"/>
          <p:nvPr/>
        </p:nvSpPr>
        <p:spPr>
          <a:xfrm>
            <a:off x="3037811" y="2851410"/>
            <a:ext cx="274758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891" name="TextBox 2890"/>
          <p:cNvSpPr txBox="1"/>
          <p:nvPr/>
        </p:nvSpPr>
        <p:spPr>
          <a:xfrm>
            <a:off x="2860158" y="2867092"/>
            <a:ext cx="292523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892" name="TextBox 2891"/>
          <p:cNvSpPr txBox="1"/>
          <p:nvPr/>
        </p:nvSpPr>
        <p:spPr>
          <a:xfrm>
            <a:off x="2701297" y="2881118"/>
            <a:ext cx="3084098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93" name="TextBox 2892"/>
          <p:cNvSpPr txBox="1"/>
          <p:nvPr/>
        </p:nvSpPr>
        <p:spPr>
          <a:xfrm>
            <a:off x="2289253" y="2459402"/>
            <a:ext cx="349614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94" name="TextBox 2893"/>
          <p:cNvSpPr txBox="1"/>
          <p:nvPr/>
        </p:nvSpPr>
        <p:spPr>
          <a:xfrm>
            <a:off x="2289253" y="2180530"/>
            <a:ext cx="349614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Cambria Math"/>
              </a:rPr>
              <a:t>0</a:t>
            </a:r>
            <a:r>
              <a:rPr sz="398" b="0">
                <a:solidFill>
                  <a:srgbClr val="000000"/>
                </a:solidFill>
                <a:latin typeface="Cambria Math"/>
              </a:rPr>
              <a:t>.</a:t>
            </a:r>
            <a:r>
              <a:rPr sz="39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95" name="TextBox 2894"/>
          <p:cNvSpPr txBox="1"/>
          <p:nvPr/>
        </p:nvSpPr>
        <p:spPr>
          <a:xfrm>
            <a:off x="2145138" y="2937836"/>
            <a:ext cx="364025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2896" name="TextBox 2895"/>
          <p:cNvSpPr txBox="1"/>
          <p:nvPr/>
        </p:nvSpPr>
        <p:spPr>
          <a:xfrm>
            <a:off x="2992889" y="2947915"/>
            <a:ext cx="279250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servers,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2897" name="TextBox 2896"/>
          <p:cNvSpPr txBox="1"/>
          <p:nvPr/>
        </p:nvSpPr>
        <p:spPr>
          <a:xfrm>
            <a:off x="2199585" y="2080588"/>
            <a:ext cx="358581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of</a:t>
            </a:r>
            <a:r>
              <a:rPr sz="398" b="0">
                <a:solidFill>
                  <a:srgbClr val="000000"/>
                </a:solidFill>
                <a:latin typeface="Josefin Sans"/>
              </a:rPr>
              <a:t> </a:t>
            </a:r>
            <a:r>
              <a:rPr sz="398" b="0">
                <a:solidFill>
                  <a:srgbClr val="000000"/>
                </a:solidFill>
                <a:latin typeface="Josefin Sans"/>
              </a:rPr>
              <a:t>spares,</a:t>
            </a:r>
            <a:r>
              <a:rPr sz="398" b="0">
                <a:solidFill>
                  <a:srgbClr val="000000"/>
                </a:solidFill>
                <a:latin typeface="Cambria Math"/>
              </a:rPr>
              <a:t> </a:t>
            </a:r>
            <a:r>
              <a:rPr sz="398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898" name="TextBox 2897"/>
          <p:cNvSpPr txBox="1"/>
          <p:nvPr/>
        </p:nvSpPr>
        <p:spPr>
          <a:xfrm>
            <a:off x="4889651" y="3150930"/>
            <a:ext cx="895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899" name="TextBox 2898"/>
          <p:cNvSpPr txBox="1"/>
          <p:nvPr/>
        </p:nvSpPr>
        <p:spPr>
          <a:xfrm>
            <a:off x="5623571" y="3150706"/>
            <a:ext cx="1618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85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546494" y="-23081589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546494" y="-231103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834498" y="-231103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122502" y="-231103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410503" y="-231103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698507" y="-231103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7986511" y="-231103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6546494" y="-2380159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546494" y="-2308158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546494" y="-2322559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6546494" y="-2336959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546494" y="-2351359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546494" y="-2365759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546494" y="-2380159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546494" y="-23801598"/>
            <a:ext cx="21600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6762496" y="-23801598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050500" y="-23081589"/>
            <a:ext cx="936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6546494" y="-23081589"/>
            <a:ext cx="432004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6978498" y="-23801598"/>
            <a:ext cx="288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7266503" y="-23801598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554507" y="-23081589"/>
            <a:ext cx="432004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546494" y="-23081589"/>
            <a:ext cx="864009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7410503" y="-23801598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698507" y="-23801598"/>
            <a:ext cx="288004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840862" y="-23079527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840862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128866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416871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704872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992876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0280880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8840862" y="-23799536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840862" y="-2307952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840862" y="-2322352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8840862" y="-2336753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8840862" y="-235115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8840862" y="-2365553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8840862" y="-2379953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8840862" y="-23799536"/>
            <a:ext cx="21600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9056865" y="-23799536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9344869" y="-23079527"/>
            <a:ext cx="936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8840862" y="-23079527"/>
            <a:ext cx="216003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056865" y="-23799536"/>
            <a:ext cx="216002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9272867" y="-23799536"/>
            <a:ext cx="216002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9488869" y="-23079527"/>
            <a:ext cx="792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8840862" y="-23079527"/>
            <a:ext cx="432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9272867" y="-23799536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9560871" y="-23799536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9848875" y="-23079527"/>
            <a:ext cx="432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8840862" y="-23079527"/>
            <a:ext cx="792011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9632873" y="-23799536"/>
            <a:ext cx="216002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9848875" y="-23799536"/>
            <a:ext cx="216003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0064878" y="-23079527"/>
            <a:ext cx="216002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8840862" y="-23079527"/>
            <a:ext cx="864010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9704872" y="-23799536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9992876" y="-23799536"/>
            <a:ext cx="288004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-3" y="314675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80000" y="314675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9993" y="83148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89661" y="3150929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23429" y="3150705"/>
            <a:ext cx="1619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86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6546494" y="-23081589"/>
            <a:ext cx="1440017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546494" y="-231103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6834498" y="-231103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27122502" y="-231103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7410503" y="-231103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7698507" y="-231103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7986511" y="-23110390"/>
            <a:ext cx="0" cy="28801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6546494" y="-2380159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6546494" y="-23081589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6546494" y="-23225591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6546494" y="-23369593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546494" y="-23513594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6546494" y="-23657596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546494" y="-23801598"/>
            <a:ext cx="28801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546494" y="-23801598"/>
            <a:ext cx="21600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6762496" y="-23801598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7050500" y="-23081589"/>
            <a:ext cx="936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6546494" y="-23081589"/>
            <a:ext cx="432004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6978498" y="-23801598"/>
            <a:ext cx="288005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7266503" y="-23801598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7554507" y="-23081589"/>
            <a:ext cx="432004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546494" y="-23081589"/>
            <a:ext cx="864009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7410503" y="-23801598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698507" y="-23801598"/>
            <a:ext cx="288004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840862" y="-23079527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840862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128866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416871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704872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992876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0280880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8840862" y="-23799536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840862" y="-2307952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840862" y="-2322352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8840862" y="-2336753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8840862" y="-235115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8840862" y="-2365553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8840862" y="-2379953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8840862" y="-23799536"/>
            <a:ext cx="21600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9056865" y="-23799536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9344869" y="-23079527"/>
            <a:ext cx="936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8840862" y="-23079527"/>
            <a:ext cx="216003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056865" y="-23799536"/>
            <a:ext cx="216002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9272867" y="-23799536"/>
            <a:ext cx="216002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9488869" y="-23079527"/>
            <a:ext cx="792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8840862" y="-23079527"/>
            <a:ext cx="432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9272867" y="-23799536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9560871" y="-23799536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9848875" y="-23079527"/>
            <a:ext cx="432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8840862" y="-23079527"/>
            <a:ext cx="792011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9632873" y="-23799536"/>
            <a:ext cx="216002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9848875" y="-23799536"/>
            <a:ext cx="216003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0064878" y="-23079527"/>
            <a:ext cx="216002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8840862" y="-23079527"/>
            <a:ext cx="864010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9704872" y="-23799536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9992876" y="-23799536"/>
            <a:ext cx="288004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-3" y="314675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80000" y="314675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9993" y="83148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9991" y="106935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point,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satisfied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performance.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improve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9991" y="1221178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 she may suggest additional sets – ‘Rather small’ and ‘Rather large’ for ‘number of servers,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’.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89661" y="3150929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23429" y="3150705"/>
            <a:ext cx="1619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86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46167" y="2318737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46167" y="228993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34171" y="228993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22174" y="228993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010178" y="228993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298182" y="228993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586185" y="228993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46167" y="159872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46167" y="23187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46167" y="217473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46167" y="2030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46167" y="188673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46167" y="1742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46167" y="1598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146167" y="1598728"/>
            <a:ext cx="21600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362170" y="1598728"/>
            <a:ext cx="288003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650173" y="2318737"/>
            <a:ext cx="93601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46167" y="2318737"/>
            <a:ext cx="432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578172" y="1598728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866176" y="1598728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54180" y="2318737"/>
            <a:ext cx="432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46167" y="2318737"/>
            <a:ext cx="86401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010178" y="1598728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298182" y="1598728"/>
            <a:ext cx="288003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8840865" y="-23079527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840865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9128870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9416874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9704875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9992879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0280883" y="-23108329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8840865" y="-23799536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840865" y="-2307952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840865" y="-2322352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8840865" y="-2336753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8840865" y="-2351153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8840865" y="-2365553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8840865" y="-23799536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8840865" y="-23799536"/>
            <a:ext cx="21600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9056868" y="-23799536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9344872" y="-23079527"/>
            <a:ext cx="936011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8840865" y="-23079527"/>
            <a:ext cx="216003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9056868" y="-23799536"/>
            <a:ext cx="216002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9272870" y="-23799536"/>
            <a:ext cx="216002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9488872" y="-23079527"/>
            <a:ext cx="792011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8840865" y="-23079527"/>
            <a:ext cx="432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9272870" y="-23799536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9560874" y="-23799536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29848878" y="-23079527"/>
            <a:ext cx="432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8840865" y="-23079527"/>
            <a:ext cx="792011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9632876" y="-23799536"/>
            <a:ext cx="216002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9848878" y="-23799536"/>
            <a:ext cx="216003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0064881" y="-23079527"/>
            <a:ext cx="216002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8840865" y="-23079527"/>
            <a:ext cx="864010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9704875" y="-23799536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9992879" y="-23799536"/>
            <a:ext cx="288004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0" y="314675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80003" y="314675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9993" y="83148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9991" y="106935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point,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satisfied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performance.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improve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9991" y="1221178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 she may suggest additional sets – ‘Rather small’ and ‘Rather large’ for ‘number of servers,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’.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21102" y="2335780"/>
            <a:ext cx="46642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381900" y="2335780"/>
            <a:ext cx="4403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670952" y="2335780"/>
            <a:ext cx="411444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57006" y="2335780"/>
            <a:ext cx="38283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45611" y="2335780"/>
            <a:ext cx="35397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573414" y="2335780"/>
            <a:ext cx="3211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5832" y="2489420"/>
            <a:ext cx="46795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s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(original)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03541" y="2280246"/>
            <a:ext cx="47818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2614" y="2136248"/>
            <a:ext cx="47727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4717" y="1992250"/>
            <a:ext cx="477067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10836" y="1848049"/>
            <a:ext cx="47745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12045" y="1704052"/>
            <a:ext cx="47733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8159" y="1560247"/>
            <a:ext cx="475723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64365" y="1567495"/>
            <a:ext cx="492103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272527" y="1931845"/>
            <a:ext cx="4512868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838652" y="1932130"/>
            <a:ext cx="394674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351854" y="1932130"/>
            <a:ext cx="3433541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9664" y="3150929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23432" y="3150705"/>
            <a:ext cx="161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86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46167" y="2318737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46167" y="228993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34171" y="228993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22174" y="228993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010178" y="228993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298182" y="228993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586185" y="2289935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46167" y="1598728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46167" y="231873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46167" y="217473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46167" y="2030733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46167" y="1886731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46167" y="174273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46167" y="1598728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146167" y="1598728"/>
            <a:ext cx="216003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362170" y="1598728"/>
            <a:ext cx="288003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650173" y="2318737"/>
            <a:ext cx="93601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46167" y="2318737"/>
            <a:ext cx="432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578172" y="1598728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866176" y="1598728"/>
            <a:ext cx="288004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154180" y="2318737"/>
            <a:ext cx="432005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46167" y="2318737"/>
            <a:ext cx="86401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2010178" y="1598728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298182" y="1598728"/>
            <a:ext cx="288003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440537" y="2320799"/>
            <a:ext cx="144001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440537" y="2291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728540" y="2291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016544" y="2291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304548" y="2291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592551" y="2291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880555" y="2291997"/>
            <a:ext cx="0" cy="28802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440537" y="1600790"/>
            <a:ext cx="0" cy="720009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440537" y="2320799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440537" y="2176797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440537" y="2032795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440537" y="1888794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440537" y="1744792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3440537" y="1600790"/>
            <a:ext cx="28802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440537" y="1600790"/>
            <a:ext cx="21600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3656539" y="1600790"/>
            <a:ext cx="288004" cy="720009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944543" y="2320799"/>
            <a:ext cx="936012" cy="0"/>
          </a:xfrm>
          <a:prstGeom prst="line">
            <a:avLst/>
          </a:prstGeom>
          <a:ln w="4048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440537" y="2320799"/>
            <a:ext cx="216002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656539" y="1600790"/>
            <a:ext cx="216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872542" y="1600790"/>
            <a:ext cx="216003" cy="720009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4088545" y="2320799"/>
            <a:ext cx="792010" cy="0"/>
          </a:xfrm>
          <a:prstGeom prst="line">
            <a:avLst/>
          </a:prstGeom>
          <a:ln w="4048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440537" y="2320799"/>
            <a:ext cx="432005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872542" y="1600790"/>
            <a:ext cx="288004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4160546" y="1600790"/>
            <a:ext cx="28800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448549" y="2320799"/>
            <a:ext cx="432006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3440537" y="2320799"/>
            <a:ext cx="792010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4232547" y="1600790"/>
            <a:ext cx="216002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448549" y="1600790"/>
            <a:ext cx="216003" cy="720009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4664552" y="2320799"/>
            <a:ext cx="216003" cy="0"/>
          </a:xfrm>
          <a:prstGeom prst="line">
            <a:avLst/>
          </a:prstGeom>
          <a:ln w="4048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440537" y="2320799"/>
            <a:ext cx="864011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304548" y="1600790"/>
            <a:ext cx="288003" cy="720009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592551" y="1600790"/>
            <a:ext cx="288004" cy="0"/>
          </a:xfrm>
          <a:prstGeom prst="line">
            <a:avLst/>
          </a:prstGeom>
          <a:ln w="4048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-3" y="314675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80000" y="314675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9993" y="83148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9991" y="1069350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point,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satisfied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performance.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improve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9991" y="1221178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or she may suggest additional sets – ‘Rather small’ and ‘Rather large’ for ‘number of servers,</a:t>
            </a:r>
            <a:r>
              <a:rPr sz="996" b="0">
                <a:solidFill>
                  <a:srgbClr val="000000"/>
                </a:solidFill>
                <a:latin typeface="Cambria Math"/>
              </a:rPr>
              <a:t> 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’.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21102" y="2335780"/>
            <a:ext cx="466429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381900" y="2335780"/>
            <a:ext cx="44034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670952" y="2335780"/>
            <a:ext cx="411444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57006" y="2335780"/>
            <a:ext cx="382838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45611" y="2335780"/>
            <a:ext cx="35397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573414" y="2335780"/>
            <a:ext cx="32119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5832" y="2489420"/>
            <a:ext cx="467956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s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(original)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03541" y="2280246"/>
            <a:ext cx="478185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12614" y="2136248"/>
            <a:ext cx="477278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4717" y="1992250"/>
            <a:ext cx="477067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10836" y="1848049"/>
            <a:ext cx="477455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12045" y="1704052"/>
            <a:ext cx="477335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28159" y="1560247"/>
            <a:ext cx="475723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64365" y="1567495"/>
            <a:ext cx="492103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272527" y="1931845"/>
            <a:ext cx="4512868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838652" y="1932130"/>
            <a:ext cx="394674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351854" y="1932130"/>
            <a:ext cx="3433541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15472" y="2337843"/>
            <a:ext cx="2369923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76259" y="2337843"/>
            <a:ext cx="210913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965321" y="2337843"/>
            <a:ext cx="182007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51376" y="2337843"/>
            <a:ext cx="153401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539981" y="2337843"/>
            <a:ext cx="124541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7783" y="2337843"/>
            <a:ext cx="917612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573399" y="2491482"/>
            <a:ext cx="221199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servers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(normalised),</a:t>
            </a:r>
            <a:r>
              <a:rPr sz="637" b="0">
                <a:solidFill>
                  <a:srgbClr val="000000"/>
                </a:solidFill>
                <a:latin typeface="Cambria Math"/>
              </a:rPr>
              <a:t> </a:t>
            </a:r>
            <a:r>
              <a:rPr sz="63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297911" y="2282308"/>
            <a:ext cx="2487484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306984" y="2138310"/>
            <a:ext cx="247841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09087" y="1994313"/>
            <a:ext cx="247630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305195" y="1850112"/>
            <a:ext cx="24802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306415" y="1706114"/>
            <a:ext cx="247898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0.8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322528" y="1562309"/>
            <a:ext cx="2462867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1.0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158734" y="1569569"/>
            <a:ext cx="2626661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of</a:t>
            </a:r>
            <a:r>
              <a:rPr sz="637" b="0">
                <a:solidFill>
                  <a:srgbClr val="000000"/>
                </a:solidFill>
                <a:latin typeface="Josefin Sans"/>
              </a:rPr>
              <a:t> </a:t>
            </a:r>
            <a:r>
              <a:rPr sz="6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566897" y="1933907"/>
            <a:ext cx="2218499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835669" y="1933907"/>
            <a:ext cx="1949726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FFFFFF"/>
                </a:solidFill>
                <a:latin typeface="Josefin Sans"/>
              </a:rPr>
              <a:t>RS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35669" y="1933907"/>
            <a:ext cx="1949726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133022" y="1934192"/>
            <a:ext cx="1652373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411000" y="1934192"/>
            <a:ext cx="1374395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FFFFFF"/>
                </a:solidFill>
                <a:latin typeface="Josefin Sans"/>
              </a:rPr>
              <a:t>RL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11000" y="1934192"/>
            <a:ext cx="1374395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RL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646224" y="1934192"/>
            <a:ext cx="1139171" cy="941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7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889661" y="3150929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23429" y="3150705"/>
            <a:ext cx="1619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86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3935533" y="-10691914"/>
            <a:ext cx="540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475541" y="-10865590"/>
            <a:ext cx="300815" cy="17367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14770100" y="-108712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13935533" y="-11669273"/>
            <a:ext cx="0" cy="9773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13919200" y="-11684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3935533" y="-10871916"/>
            <a:ext cx="540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4475541" y="-11006918"/>
            <a:ext cx="233829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3935533" y="-11051918"/>
            <a:ext cx="540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4475541" y="-11186920"/>
            <a:ext cx="233829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3935533" y="-11231920"/>
            <a:ext cx="540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4475541" y="-11366922"/>
            <a:ext cx="233829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3935533" y="-11411922"/>
            <a:ext cx="540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4475541" y="-11546924"/>
            <a:ext cx="233829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3935533" y="-11591925"/>
            <a:ext cx="540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4475541" y="-11726926"/>
            <a:ext cx="233829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3935533" y="-11726926"/>
            <a:ext cx="233831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4115535" y="-11591925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4115535" y="-11726926"/>
            <a:ext cx="233830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4295538" y="-11591925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4295538" y="-11726926"/>
            <a:ext cx="233830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4475541" y="-11591925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4013477" y="-11636925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4553483" y="-11636925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4091420" y="-11681926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4631427" y="-11681926"/>
            <a:ext cx="0" cy="9000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4169364" y="-11726926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4709370" y="-11726926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4115535" y="-10556912"/>
            <a:ext cx="16735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14274800" y="-10566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5015547" y="-9791903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5555554" y="-10775588"/>
            <a:ext cx="1703798" cy="98368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7246600" y="-1078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15015547" y="-10769262"/>
            <a:ext cx="0" cy="9773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5011400" y="-1078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0" y="0"/>
                </a:moveTo>
                <a:lnTo>
                  <a:pt x="0" y="2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5015547" y="-9971905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5555554" y="-10016905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5015547" y="-10151907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5555554" y="-10196907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5015547" y="-10331909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5555554" y="-10376910"/>
            <a:ext cx="77942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5015547" y="-10511911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5555554" y="-10556912"/>
            <a:ext cx="77942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5015547" y="-10691914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5555554" y="-10736914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5015547" y="-10736914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5195550" y="-10691914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15195550" y="-10736914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375551" y="-10691914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5375551" y="-10736914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5555554" y="-10691914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5093491" y="-10736914"/>
            <a:ext cx="54000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5633496" y="-10736914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5105547" y="-9656901"/>
            <a:ext cx="7734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76500" y="-96647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5794981" y="-10241908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5794981" y="-11219267"/>
            <a:ext cx="0" cy="9773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Freeform 91"/>
          <p:cNvSpPr/>
          <p:nvPr/>
        </p:nvSpPr>
        <p:spPr>
          <a:xfrm>
            <a:off x="15786100" y="-112268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15794981" y="-10421910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6334988" y="-10466911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5794981" y="-10601913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6334988" y="-10646913"/>
            <a:ext cx="77943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5794981" y="-10781914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16334988" y="-10826915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5794981" y="-10961916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16334988" y="-11006918"/>
            <a:ext cx="77943" cy="4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5794981" y="-11141919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6334988" y="-11186920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15794981" y="-11186920"/>
            <a:ext cx="77944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15974984" y="-11141919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5974984" y="-11186920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16154986" y="-11141919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16154986" y="-11186920"/>
            <a:ext cx="77944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16334988" y="-11141919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5872925" y="-11186920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6412931" y="-11186920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5884983" y="-10106907"/>
            <a:ext cx="7734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Freeform 111"/>
          <p:cNvSpPr/>
          <p:nvPr/>
        </p:nvSpPr>
        <p:spPr>
          <a:xfrm>
            <a:off x="15951200" y="-10121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16574416" y="-10691914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16574416" y="-11669273"/>
            <a:ext cx="0" cy="9773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6560800" y="-11684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6574416" y="-10871916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17114423" y="-10916916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6574416" y="-11051918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17114423" y="-11096918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6574416" y="-11231920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17114423" y="-11276920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6574416" y="-11411922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17114423" y="-11456923"/>
            <a:ext cx="77944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6574416" y="-11591925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7114423" y="-11636925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16574416" y="-11636925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16754419" y="-11591925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6754419" y="-11636925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6934420" y="-11591925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6934420" y="-11636925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17114423" y="-11591925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6652360" y="-11636925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17192367" y="-11636925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16664418" y="-10556912"/>
            <a:ext cx="773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Freeform 134"/>
          <p:cNvSpPr/>
          <p:nvPr/>
        </p:nvSpPr>
        <p:spPr>
          <a:xfrm>
            <a:off x="16738600" y="-105664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-2" y="314675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880002" y="314675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9993" y="5104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889662" y="3150929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627444" y="3150705"/>
            <a:ext cx="157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87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3935533" y="-10691912"/>
            <a:ext cx="540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4475541" y="-10865588"/>
            <a:ext cx="300815" cy="17367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14770100" y="-108712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13935533" y="-11669272"/>
            <a:ext cx="0" cy="977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13919200" y="-11684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3935533" y="-10871914"/>
            <a:ext cx="540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4475541" y="-11006916"/>
            <a:ext cx="233829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3935533" y="-11051916"/>
            <a:ext cx="540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4475541" y="-11186918"/>
            <a:ext cx="233829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3935533" y="-11231919"/>
            <a:ext cx="540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4475541" y="-11366920"/>
            <a:ext cx="233829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3935533" y="-11411921"/>
            <a:ext cx="540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4475541" y="-11546923"/>
            <a:ext cx="233829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3935533" y="-11591923"/>
            <a:ext cx="54000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4475541" y="-11726925"/>
            <a:ext cx="233829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3935533" y="-11726925"/>
            <a:ext cx="233831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4115535" y="-11591923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4115535" y="-11726925"/>
            <a:ext cx="233830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4295538" y="-11591923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4295538" y="-11726925"/>
            <a:ext cx="233830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4475541" y="-11591923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4013477" y="-11636923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4553483" y="-11636923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4091420" y="-11681924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4631427" y="-11681924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4169364" y="-11726925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4709370" y="-11726925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4115535" y="-10556910"/>
            <a:ext cx="167351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14274800" y="-10566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5015547" y="-9791901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5555554" y="-10775587"/>
            <a:ext cx="1703798" cy="9836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7246600" y="-1078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15015547" y="-10769261"/>
            <a:ext cx="0" cy="977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5011400" y="-1078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0" y="0"/>
                </a:moveTo>
                <a:lnTo>
                  <a:pt x="0" y="2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5015547" y="-9971903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5555554" y="-10016904"/>
            <a:ext cx="77942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5015547" y="-10151905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5555554" y="-10196906"/>
            <a:ext cx="77942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5015547" y="-10331908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5555554" y="-10376908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5015547" y="-10511910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5555554" y="-10556910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5015547" y="-10691912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5555554" y="-10736912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5015547" y="-10736912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5195550" y="-10691912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15195550" y="-10736912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375551" y="-10691912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5375551" y="-10736912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5555554" y="-10691912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5093491" y="-10736912"/>
            <a:ext cx="54000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5633496" y="-10736912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5105547" y="-9656899"/>
            <a:ext cx="7734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76500" y="-96647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5794981" y="-10241906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5794981" y="-11219266"/>
            <a:ext cx="0" cy="977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Freeform 91"/>
          <p:cNvSpPr/>
          <p:nvPr/>
        </p:nvSpPr>
        <p:spPr>
          <a:xfrm>
            <a:off x="15786100" y="-112268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15794981" y="-10421908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6334988" y="-10466909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5794981" y="-10601911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6334988" y="-10646912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5794981" y="-10781913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16334988" y="-10826914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5794981" y="-10961915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16334988" y="-11006916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5794981" y="-11141917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6334988" y="-11186918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15794981" y="-11186918"/>
            <a:ext cx="77944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15974984" y="-11141917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5974984" y="-11186918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16154986" y="-11141917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16154986" y="-11186918"/>
            <a:ext cx="77944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16334988" y="-11141917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5872925" y="-11186918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6412931" y="-11186918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5884983" y="-10106905"/>
            <a:ext cx="7734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Freeform 111"/>
          <p:cNvSpPr/>
          <p:nvPr/>
        </p:nvSpPr>
        <p:spPr>
          <a:xfrm>
            <a:off x="15951200" y="-10121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16574416" y="-10691912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16574416" y="-11669272"/>
            <a:ext cx="0" cy="977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6560800" y="-11684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6574416" y="-10871914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17114423" y="-10916915"/>
            <a:ext cx="77944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6574416" y="-11051916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17114423" y="-11096917"/>
            <a:ext cx="77944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6574416" y="-11231919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17114423" y="-11276919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6574416" y="-11411921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17114423" y="-11456921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6574416" y="-11591923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7114423" y="-11636923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16574416" y="-11636923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16754419" y="-11591923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6754419" y="-11636923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6934420" y="-11591923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6934420" y="-11636923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17114423" y="-11591923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6652360" y="-11636923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17192367" y="-11636923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16664418" y="-10556910"/>
            <a:ext cx="773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Freeform 134"/>
          <p:cNvSpPr/>
          <p:nvPr/>
        </p:nvSpPr>
        <p:spPr>
          <a:xfrm>
            <a:off x="16738600" y="-105664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-2" y="314675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880002" y="314675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9993" y="5104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59991" y="748308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include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889662" y="3150930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627444" y="3150706"/>
            <a:ext cx="157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87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35370" y="2008251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775376" y="1834574"/>
            <a:ext cx="300817" cy="1736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2070100" y="18288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1235370" y="1030891"/>
            <a:ext cx="0" cy="977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1219200" y="1016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235370" y="1828248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775376" y="1693247"/>
            <a:ext cx="233831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35370" y="1648246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775376" y="1513244"/>
            <a:ext cx="233831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235370" y="1468244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775376" y="1333242"/>
            <a:ext cx="233831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235370" y="1288242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775376" y="1153240"/>
            <a:ext cx="233831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35370" y="1108239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775376" y="973238"/>
            <a:ext cx="233831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235370" y="973238"/>
            <a:ext cx="233830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415372" y="1108239"/>
            <a:ext cx="0" cy="9000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415372" y="973238"/>
            <a:ext cx="233830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595374" y="1108239"/>
            <a:ext cx="0" cy="9000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595374" y="973238"/>
            <a:ext cx="233831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775376" y="1108239"/>
            <a:ext cx="0" cy="9000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313313" y="1063239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853320" y="1063239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391257" y="1018238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931263" y="1018238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469200" y="973238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009207" y="973238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415372" y="2143252"/>
            <a:ext cx="16735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1574800" y="2133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15015547" y="-9791901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5555554" y="-10775587"/>
            <a:ext cx="1703798" cy="9836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7246600" y="-1078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15015547" y="-10769261"/>
            <a:ext cx="0" cy="977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5011400" y="-1078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0" y="0"/>
                </a:moveTo>
                <a:lnTo>
                  <a:pt x="0" y="2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5015547" y="-9971903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5555554" y="-10016904"/>
            <a:ext cx="77942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5015547" y="-10151905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5555554" y="-10196906"/>
            <a:ext cx="77942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5015547" y="-10331908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5555554" y="-10376908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5015547" y="-10511910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5555554" y="-10556910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5015547" y="-10691912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5555554" y="-10736912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5015547" y="-10736912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5195550" y="-10691912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15195550" y="-10736912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5375551" y="-10691912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5375551" y="-10736912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5555554" y="-10691912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5093491" y="-10736912"/>
            <a:ext cx="54000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5633496" y="-10736912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5105547" y="-9656899"/>
            <a:ext cx="7734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76500" y="-96647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5794981" y="-10241906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5794981" y="-11219266"/>
            <a:ext cx="0" cy="977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Freeform 91"/>
          <p:cNvSpPr/>
          <p:nvPr/>
        </p:nvSpPr>
        <p:spPr>
          <a:xfrm>
            <a:off x="15786100" y="-112268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15794981" y="-10421908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6334988" y="-10466909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5794981" y="-10601911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6334988" y="-10646912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5794981" y="-10781913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16334988" y="-10826914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5794981" y="-10961915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16334988" y="-11006916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5794981" y="-11141917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6334988" y="-11186918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15794981" y="-11186918"/>
            <a:ext cx="77944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15974984" y="-11141917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5974984" y="-11186918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16154986" y="-11141917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16154986" y="-11186918"/>
            <a:ext cx="77944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16334988" y="-11141917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5872925" y="-11186918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6412931" y="-11186918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5884983" y="-10106905"/>
            <a:ext cx="7734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Freeform 111"/>
          <p:cNvSpPr/>
          <p:nvPr/>
        </p:nvSpPr>
        <p:spPr>
          <a:xfrm>
            <a:off x="15951200" y="-10121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16574416" y="-10691912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16574416" y="-11669272"/>
            <a:ext cx="0" cy="977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6560800" y="-11684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6574416" y="-10871914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17114423" y="-10916915"/>
            <a:ext cx="77944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6574416" y="-11051916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17114423" y="-11096917"/>
            <a:ext cx="77944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6574416" y="-11231919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17114423" y="-11276919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6574416" y="-11411921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17114423" y="-11456921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6574416" y="-11591923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7114423" y="-11636923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16574416" y="-11636923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16754419" y="-11591923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6754419" y="-11636923"/>
            <a:ext cx="77942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6934420" y="-11591923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6934420" y="-11636923"/>
            <a:ext cx="77944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17114423" y="-11591923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6652360" y="-11636923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17192367" y="-11636923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16664418" y="-10556910"/>
            <a:ext cx="773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Freeform 134"/>
          <p:cNvSpPr/>
          <p:nvPr/>
        </p:nvSpPr>
        <p:spPr>
          <a:xfrm>
            <a:off x="16738600" y="-105664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-2" y="314675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880002" y="314675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9993" y="5104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59991" y="748308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include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84786" y="1889499"/>
            <a:ext cx="450061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64789" y="1889499"/>
            <a:ext cx="432060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44786" y="1889499"/>
            <a:ext cx="414060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84786" y="1709495"/>
            <a:ext cx="450061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4789" y="1709495"/>
            <a:ext cx="432060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44786" y="1709495"/>
            <a:ext cx="414060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284786" y="1529498"/>
            <a:ext cx="450061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4789" y="1529498"/>
            <a:ext cx="432060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644786" y="1529498"/>
            <a:ext cx="414060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306992" y="1350238"/>
            <a:ext cx="447840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486989" y="1350238"/>
            <a:ext cx="429840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644786" y="1349495"/>
            <a:ext cx="414060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06992" y="1170241"/>
            <a:ext cx="447840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486989" y="1170241"/>
            <a:ext cx="429840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644786" y="1169498"/>
            <a:ext cx="414060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284786" y="2025681"/>
            <a:ext cx="450061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486989" y="2025681"/>
            <a:ext cx="429840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656711" y="2025681"/>
            <a:ext cx="412868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617722" y="2107431"/>
            <a:ext cx="416767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76264" y="1890241"/>
            <a:ext cx="4609131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36221" y="1710238"/>
            <a:ext cx="464917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5703" y="1530540"/>
            <a:ext cx="462969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34824" y="1350542"/>
            <a:ext cx="4650571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RL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74873" y="1170539"/>
            <a:ext cx="461052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183363" y="982426"/>
            <a:ext cx="460203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836689" y="1913178"/>
            <a:ext cx="394870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L</a:t>
            </a:r>
            <a:r>
              <a:rPr sz="498" b="0">
                <a:solidFill>
                  <a:srgbClr val="000000"/>
                </a:solidFill>
                <a:latin typeface="Josefin Sans"/>
              </a:rPr>
              <a:t> </a:t>
            </a: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  <a:r>
              <a:rPr sz="498" b="0">
                <a:solidFill>
                  <a:srgbClr val="000000"/>
                </a:solidFill>
                <a:latin typeface="Josefin Sans"/>
              </a:rPr>
              <a:t> </a:t>
            </a:r>
            <a:r>
              <a:rPr sz="498" b="0">
                <a:solidFill>
                  <a:srgbClr val="000000"/>
                </a:solidFill>
                <a:latin typeface="Josefin Sans"/>
              </a:rPr>
              <a:t>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109492" y="1786279"/>
            <a:ext cx="367590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89662" y="3150930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627444" y="3150706"/>
            <a:ext cx="157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87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235370" y="2008251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775376" y="1834574"/>
            <a:ext cx="300817" cy="17367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2070100" y="18288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1235370" y="1030891"/>
            <a:ext cx="0" cy="977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1219200" y="1016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235370" y="1828248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775376" y="1693247"/>
            <a:ext cx="233831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35370" y="1648246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775376" y="1513244"/>
            <a:ext cx="233831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235370" y="1468244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775376" y="1333242"/>
            <a:ext cx="233831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235370" y="1288242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775376" y="1153240"/>
            <a:ext cx="233831" cy="1350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35370" y="1108239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775376" y="973238"/>
            <a:ext cx="233831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235370" y="973238"/>
            <a:ext cx="233830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415372" y="1108239"/>
            <a:ext cx="0" cy="9000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1415372" y="973238"/>
            <a:ext cx="233830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595374" y="1108239"/>
            <a:ext cx="0" cy="9000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595374" y="973238"/>
            <a:ext cx="233831" cy="13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775376" y="1108239"/>
            <a:ext cx="0" cy="9000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313313" y="1063239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853320" y="1063239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391257" y="1018238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931263" y="1018238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469200" y="973238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009207" y="973238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415372" y="2143252"/>
            <a:ext cx="16735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 63"/>
          <p:cNvSpPr/>
          <p:nvPr/>
        </p:nvSpPr>
        <p:spPr>
          <a:xfrm>
            <a:off x="1574800" y="2133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2315383" y="2908262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855390" y="1924576"/>
            <a:ext cx="1703799" cy="98368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4546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2315383" y="1930902"/>
            <a:ext cx="0" cy="977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2311400" y="1917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0" y="0"/>
                </a:moveTo>
                <a:lnTo>
                  <a:pt x="0" y="2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315383" y="2728260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855390" y="2683259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315383" y="2548257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855390" y="2503257"/>
            <a:ext cx="77943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315383" y="2368255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55390" y="2323255"/>
            <a:ext cx="77943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315383" y="2188253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55390" y="2143252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315383" y="2008251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855390" y="1963250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315383" y="1963250"/>
            <a:ext cx="77944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495386" y="2008251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495386" y="1963250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675388" y="2008251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675388" y="1963250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855390" y="2008251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393327" y="1963250"/>
            <a:ext cx="54000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933333" y="1963250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405384" y="3043263"/>
            <a:ext cx="7734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2476500" y="303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3094818" y="2458256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3094818" y="1480897"/>
            <a:ext cx="0" cy="9773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Freeform 91"/>
          <p:cNvSpPr/>
          <p:nvPr/>
        </p:nvSpPr>
        <p:spPr>
          <a:xfrm>
            <a:off x="3086100" y="14732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3094818" y="2278254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3634825" y="2233253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094818" y="2098252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634825" y="2053251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094818" y="1918249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634825" y="1873249"/>
            <a:ext cx="77943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094818" y="1738247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3634825" y="1693247"/>
            <a:ext cx="77943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3094818" y="1558245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3634825" y="1513245"/>
            <a:ext cx="77943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3094818" y="1513245"/>
            <a:ext cx="77943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3274820" y="1558245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3274820" y="1513245"/>
            <a:ext cx="77943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3454823" y="1558245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3454823" y="1513245"/>
            <a:ext cx="77943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3634825" y="1558245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172761" y="1513245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712768" y="1513245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184819" y="2593258"/>
            <a:ext cx="7734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Freeform 111"/>
          <p:cNvSpPr/>
          <p:nvPr/>
        </p:nvSpPr>
        <p:spPr>
          <a:xfrm>
            <a:off x="3251200" y="2578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3874253" y="2008251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3874253" y="1030891"/>
            <a:ext cx="0" cy="9773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3860800" y="1016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3874253" y="1828248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4414260" y="1783248"/>
            <a:ext cx="77943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874253" y="1648246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4414260" y="1603246"/>
            <a:ext cx="77943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874253" y="1468244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4414260" y="1423244"/>
            <a:ext cx="77943" cy="450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874253" y="1288242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4414260" y="1243241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874253" y="1108240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4414260" y="1063239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3874253" y="1063239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4054255" y="1108240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4054255" y="1063239"/>
            <a:ext cx="77943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234257" y="1108240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234257" y="1063239"/>
            <a:ext cx="77944" cy="4500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414260" y="1108240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3952196" y="1063239"/>
            <a:ext cx="5400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4492203" y="1063239"/>
            <a:ext cx="0" cy="9000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3964254" y="2143252"/>
            <a:ext cx="7734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Freeform 134"/>
          <p:cNvSpPr/>
          <p:nvPr/>
        </p:nvSpPr>
        <p:spPr>
          <a:xfrm>
            <a:off x="4038600" y="21336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-2" y="314675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880002" y="314675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9993" y="510450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59991" y="748308"/>
            <a:ext cx="542540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updated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include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sets.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84786" y="1889499"/>
            <a:ext cx="450061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64789" y="1889499"/>
            <a:ext cx="432060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44786" y="1889499"/>
            <a:ext cx="414060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84786" y="1709495"/>
            <a:ext cx="450061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4789" y="1709495"/>
            <a:ext cx="432060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44786" y="1709495"/>
            <a:ext cx="414060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284786" y="1529498"/>
            <a:ext cx="450061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4789" y="1529498"/>
            <a:ext cx="432060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644786" y="1529498"/>
            <a:ext cx="414060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306992" y="1350238"/>
            <a:ext cx="447840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486989" y="1350238"/>
            <a:ext cx="429840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644786" y="1349495"/>
            <a:ext cx="414060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06992" y="1170241"/>
            <a:ext cx="447840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486989" y="1170241"/>
            <a:ext cx="429840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644786" y="1169498"/>
            <a:ext cx="414060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284786" y="2025681"/>
            <a:ext cx="450061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486989" y="2025681"/>
            <a:ext cx="429840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656711" y="2025681"/>
            <a:ext cx="412868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617722" y="2107431"/>
            <a:ext cx="416767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76264" y="1890241"/>
            <a:ext cx="4609131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36221" y="1710238"/>
            <a:ext cx="464917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5703" y="1530540"/>
            <a:ext cx="462969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34824" y="1350542"/>
            <a:ext cx="4650571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RL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74873" y="1170539"/>
            <a:ext cx="461052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183363" y="982426"/>
            <a:ext cx="460203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836689" y="1913178"/>
            <a:ext cx="394870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L</a:t>
            </a:r>
            <a:r>
              <a:rPr sz="498" b="0">
                <a:solidFill>
                  <a:srgbClr val="000000"/>
                </a:solidFill>
                <a:latin typeface="Josefin Sans"/>
              </a:rPr>
              <a:t> </a:t>
            </a: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  <a:r>
              <a:rPr sz="498" b="0">
                <a:solidFill>
                  <a:srgbClr val="000000"/>
                </a:solidFill>
                <a:latin typeface="Josefin Sans"/>
              </a:rPr>
              <a:t> </a:t>
            </a:r>
            <a:r>
              <a:rPr sz="498" b="0">
                <a:solidFill>
                  <a:srgbClr val="000000"/>
                </a:solidFill>
                <a:latin typeface="Josefin Sans"/>
              </a:rPr>
              <a:t>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109492" y="1786279"/>
            <a:ext cx="367590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64787" y="2789497"/>
            <a:ext cx="3420608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544784" y="2789497"/>
            <a:ext cx="3240611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24788" y="2789497"/>
            <a:ext cx="306060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364787" y="2609493"/>
            <a:ext cx="3420608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544784" y="2609493"/>
            <a:ext cx="3240611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724788" y="2609493"/>
            <a:ext cx="306060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364787" y="2429497"/>
            <a:ext cx="3420608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544784" y="2429497"/>
            <a:ext cx="3240611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724788" y="2429497"/>
            <a:ext cx="306060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86993" y="2250242"/>
            <a:ext cx="339840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566990" y="2250242"/>
            <a:ext cx="3218405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724788" y="2249499"/>
            <a:ext cx="306060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386993" y="2070239"/>
            <a:ext cx="339840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566990" y="2070239"/>
            <a:ext cx="3218405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2724788" y="2069496"/>
            <a:ext cx="306060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364787" y="2925679"/>
            <a:ext cx="3420608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566990" y="2925679"/>
            <a:ext cx="3218405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736713" y="2925679"/>
            <a:ext cx="304868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517721" y="3007429"/>
            <a:ext cx="326767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256266" y="2790240"/>
            <a:ext cx="352912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16216" y="2610236"/>
            <a:ext cx="356917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5705" y="2430538"/>
            <a:ext cx="3549691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214826" y="2250541"/>
            <a:ext cx="357057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RL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54869" y="2070537"/>
            <a:ext cx="353052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263365" y="1882431"/>
            <a:ext cx="352203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916691" y="2903181"/>
            <a:ext cx="286870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592456" y="1876278"/>
            <a:ext cx="119293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166417" y="2340241"/>
            <a:ext cx="2618978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324209" y="2339498"/>
            <a:ext cx="246118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504212" y="2339498"/>
            <a:ext cx="228118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166417" y="2160237"/>
            <a:ext cx="2618978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324209" y="2159494"/>
            <a:ext cx="246118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504212" y="2159494"/>
            <a:ext cx="228118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146396" y="1980240"/>
            <a:ext cx="263899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346415" y="1980240"/>
            <a:ext cx="243898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504212" y="1979497"/>
            <a:ext cx="228118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156137" y="1800542"/>
            <a:ext cx="2629258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3326393" y="1800243"/>
            <a:ext cx="245900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526418" y="1800243"/>
            <a:ext cx="225897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156137" y="1620538"/>
            <a:ext cx="2629258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326393" y="1620240"/>
            <a:ext cx="245900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3526418" y="1620240"/>
            <a:ext cx="225897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3144212" y="2475680"/>
            <a:ext cx="264118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346415" y="2475680"/>
            <a:ext cx="243898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516138" y="2475680"/>
            <a:ext cx="226925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FFFFFF"/>
                </a:solidFill>
                <a:latin typeface="Josefin Sans"/>
              </a:rPr>
              <a:t>M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297145" y="2557430"/>
            <a:ext cx="248825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3035690" y="2340241"/>
            <a:ext cx="2749705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995641" y="2160237"/>
            <a:ext cx="278975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015129" y="1980539"/>
            <a:ext cx="277026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2994250" y="1800542"/>
            <a:ext cx="2791145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RL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3034293" y="1620538"/>
            <a:ext cx="275110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042789" y="1432432"/>
            <a:ext cx="274260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3696116" y="2453182"/>
            <a:ext cx="208927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3922938" y="1889499"/>
            <a:ext cx="1862458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VL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4125147" y="1890540"/>
            <a:ext cx="1660248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295562" y="1890540"/>
            <a:ext cx="148983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922938" y="1709495"/>
            <a:ext cx="1862458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VL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105119" y="1710543"/>
            <a:ext cx="168027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RL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285821" y="1710238"/>
            <a:ext cx="149957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935561" y="1530540"/>
            <a:ext cx="184983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4115558" y="1530540"/>
            <a:ext cx="166983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305842" y="1530241"/>
            <a:ext cx="147955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3925122" y="1350542"/>
            <a:ext cx="186027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RL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4115558" y="1350542"/>
            <a:ext cx="166983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4285821" y="1350238"/>
            <a:ext cx="149957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3945143" y="1170539"/>
            <a:ext cx="184025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4115558" y="1170539"/>
            <a:ext cx="1669837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285821" y="1170241"/>
            <a:ext cx="1499574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923636" y="2025681"/>
            <a:ext cx="1861759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VS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125839" y="2025681"/>
            <a:ext cx="165955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295562" y="2025681"/>
            <a:ext cx="1489833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FFFFFF"/>
                </a:solidFill>
                <a:latin typeface="Josefin Sans"/>
              </a:rPr>
              <a:t>M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076569" y="2107431"/>
            <a:ext cx="1708826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3815115" y="1890241"/>
            <a:ext cx="197028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3775065" y="1710238"/>
            <a:ext cx="201033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3794553" y="1530540"/>
            <a:ext cx="1990842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773675" y="1350542"/>
            <a:ext cx="2011721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RL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3813724" y="1170539"/>
            <a:ext cx="1971671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3822214" y="982426"/>
            <a:ext cx="1963181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4475540" y="2003183"/>
            <a:ext cx="1309855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Josefin Sans"/>
              </a:rPr>
              <a:t>H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4889662" y="3150930"/>
            <a:ext cx="895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5627444" y="3150706"/>
            <a:ext cx="1579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87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7204023" y="-23723474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7022164" y="-23844657"/>
            <a:ext cx="999313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26840302" y="-23965842"/>
            <a:ext cx="999313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27839615" y="-23965842"/>
            <a:ext cx="363720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7639754" y="-23948200"/>
            <a:ext cx="363718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27439890" y="-23930557"/>
            <a:ext cx="363721" cy="2423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 flipV="1">
            <a:off x="27240027" y="-23912917"/>
            <a:ext cx="363720" cy="24236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27040166" y="-23895274"/>
            <a:ext cx="363720" cy="2423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26840302" y="-23877634"/>
            <a:ext cx="363721" cy="24236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8179126" y="-23723474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7997267" y="-23844657"/>
            <a:ext cx="24210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7815409" y="-23965842"/>
            <a:ext cx="24206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7204023" y="-23637403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022164" y="-23758587"/>
            <a:ext cx="24206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6840302" y="-23879770"/>
            <a:ext cx="24210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8183113" y="-23736949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7983253" y="-23719307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7783389" y="-23701664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7583528" y="-23684024"/>
            <a:ext cx="20219" cy="134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27383664" y="-23666381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27183804" y="-23648741"/>
            <a:ext cx="20219" cy="134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839615" y="-23965842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639754" y="-23948200"/>
            <a:ext cx="20219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439890" y="-23930557"/>
            <a:ext cx="20223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240027" y="-23912917"/>
            <a:ext cx="20222" cy="134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7040166" y="-23895274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6840302" y="-23877634"/>
            <a:ext cx="20222" cy="134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27839615" y="-23965842"/>
            <a:ext cx="363720" cy="2423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26840302" y="-23877634"/>
            <a:ext cx="363721" cy="2423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7204023" y="-23723474"/>
            <a:ext cx="999312" cy="88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26840302" y="-23965842"/>
            <a:ext cx="999313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8179126" y="-24433198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7997267" y="-24554381"/>
            <a:ext cx="24210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7815409" y="-24675565"/>
            <a:ext cx="24206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7839615" y="-24675565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7639754" y="-24657924"/>
            <a:ext cx="20219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7439890" y="-24640282"/>
            <a:ext cx="20223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7240027" y="-24622639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7040166" y="-24604998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6840302" y="-24587356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 flipV="1">
            <a:off x="27839615" y="-24675565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26840302" y="-24675565"/>
            <a:ext cx="999313" cy="88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203335" y="-23747773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8003472" y="-23730131"/>
            <a:ext cx="0" cy="242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7803611" y="-2371249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7603747" y="-23694848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7403886" y="-23677207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7204023" y="-23659565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28179126" y="-23981336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28179126" y="-24243146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203335" y="-24433198"/>
            <a:ext cx="0" cy="7097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7839615" y="-24675565"/>
            <a:ext cx="0" cy="70972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7639754" y="-24657924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7439890" y="-24640282"/>
            <a:ext cx="0" cy="70972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7240027" y="-24622639"/>
            <a:ext cx="0" cy="70972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7040166" y="-24604998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6840302" y="-24587356"/>
            <a:ext cx="0" cy="70972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7839615" y="-23990140"/>
            <a:ext cx="0" cy="242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7639754" y="-2397249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7439890" y="-23954857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27240027" y="-23937214"/>
            <a:ext cx="0" cy="242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7040166" y="-23919574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26840302" y="-23901931"/>
            <a:ext cx="0" cy="242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7839615" y="-24675565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7639754" y="-2465792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7439890" y="-24640282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7240027" y="-24622639"/>
            <a:ext cx="0" cy="242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7040166" y="-24604998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6840302" y="-24587356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26840302" y="-24223702"/>
            <a:ext cx="999313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26840302" y="-24485513"/>
            <a:ext cx="999313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27815409" y="-24223702"/>
            <a:ext cx="24206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27815409" y="-24485513"/>
            <a:ext cx="24206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6840302" y="-24137630"/>
            <a:ext cx="24210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6840302" y="-24399442"/>
            <a:ext cx="24210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7839615" y="-24675565"/>
            <a:ext cx="0" cy="7097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6840302" y="-24587356"/>
            <a:ext cx="0" cy="7097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8203335" y="-24433198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8021477" y="-24554381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7839615" y="-24675565"/>
            <a:ext cx="0" cy="70972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8203335" y="-23747773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8021477" y="-23868957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7839615" y="-23990140"/>
            <a:ext cx="0" cy="2429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203335" y="-24433198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8021477" y="-24554381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7839615" y="-24675565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 flipV="1">
            <a:off x="27839615" y="-24223702"/>
            <a:ext cx="363720" cy="2423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 flipV="1">
            <a:off x="27839615" y="-24485513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 flipV="1">
            <a:off x="28183113" y="-23994809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 flipV="1">
            <a:off x="28183113" y="-24256620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7839615" y="-24223702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7839615" y="-24485513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7204023" y="-23659565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7022164" y="-23780748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6840302" y="-23901931"/>
            <a:ext cx="0" cy="2429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26840302" y="-24135494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26840302" y="-24397304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271907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27228800" y="-2371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272542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272923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273304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27368500" y="-2372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273939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274320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27470100" y="-2373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274955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275336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275717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27609800" y="-23736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276352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27673300" y="-2376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27711400" y="-23774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277368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277749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278130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278511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27876500" y="-23812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27914600" y="-2386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27952700" y="-2390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27978100" y="-2390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280162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280543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28092400" y="-23914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281178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281559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271780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27216100" y="-23710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27254200" y="-2372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272796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273177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27355800" y="-23723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273812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74193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7457400" y="-2373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7482800" y="-2373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75209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75590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275971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276225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76606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7698700" y="-2378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77241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77622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78003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78384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27863800" y="-23825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27901900" y="-23876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27940000" y="-2390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279654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28003500" y="-23914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28041600" y="-23914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28079700" y="-2392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281051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281432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271653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272034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27241500" y="-2372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272669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273050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27343100" y="-2373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273685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274066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274447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274828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275082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75463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75844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76098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76479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7686000" y="-23799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77114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77495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77876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7825700" y="-2377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7851100" y="-23837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7889200" y="-23888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7927300" y="-2391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7952700" y="-2392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79908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8028900" y="-23926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8067000" y="-2392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280924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281305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271526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271907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27228800" y="-2373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272542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272923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273304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273558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273939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27432000" y="-2374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274701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274955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275336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27571700" y="-2376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275971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76352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7673300" y="-2379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7711400" y="-2379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77368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77749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78130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7838400" y="-23837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7876500" y="-23888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7914600" y="-2392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7952700" y="-23926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279781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280162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28054300" y="-2393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280797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28117800" y="-2395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271399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27178000" y="-2373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272161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272415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272796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27317700" y="-23749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273431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273812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274193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274574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274828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275209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275590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275844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276225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276606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27698700" y="-23812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277241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277622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278003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27825700" y="-23850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27863800" y="-23901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279019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27940000" y="-23939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27965400" y="-2393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28003500" y="-23939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28041600" y="-2395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28067000" y="-2395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28105100" y="-2395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271272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271653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272034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272288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272669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273050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273304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273685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274066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274447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274701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275082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275463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275717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276098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27647900" y="-2382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276860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277114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277495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277876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27813000" y="-23850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27851100" y="-23901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278892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27927300" y="-2395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27952700" y="-2395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27990800" y="-2395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28028900" y="-2395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28054300" y="-2396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28092400" y="-2396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271145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271526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271907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272161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272542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272923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273177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273558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27393900" y="-23774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274320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274574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274955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27533600" y="-23787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275590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275971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276352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276733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276987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277368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277749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27800300" y="-23863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27838400" y="-23914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27876500" y="-23952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27914600" y="-23952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27940000" y="-2396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27978100" y="-2396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28016200" y="-2396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28041600" y="-2396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28079700" y="-23964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271018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27139900" y="-23761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271780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272034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272415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27279600" y="-2377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273050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273431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273812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274193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274447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274828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275209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275463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275844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276225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276606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276860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277241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277622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27787600" y="-23876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27825700" y="-23926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278638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27901900" y="-23964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27927300" y="-2396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27965400" y="-23964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28003500" y="-2397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28028900" y="-2397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28067000" y="-2397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270891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271272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271653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271907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272288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272669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272923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273304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273685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274066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274320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27470100" y="-23799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275082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275336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27571700" y="-23850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27609800" y="-23888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6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27647900" y="-23888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9"/>
          </a:solidFill>
          <a:ln w="3175">
            <a:solidFill>
              <a:srgbClr val="0000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27673300" y="-2385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B"/>
          </a:solidFill>
          <a:ln w="3175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27711400" y="-2385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277495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27774900" y="-23888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00B9"/>
          </a:solidFill>
          <a:ln w="3175">
            <a:solidFill>
              <a:srgbClr val="0000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27813000" y="-23939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8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27851100" y="-2397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49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27889200" y="-2397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5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279146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279527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27990800" y="-2399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28016200" y="-2399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28054300" y="-24003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270764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271145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271526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271780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27216100" y="-23787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272542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272796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273177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27355800" y="-23799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273939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274193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274574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274955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275209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27559000" y="-23876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5"/>
          </a:solidFill>
          <a:ln w="3175">
            <a:solidFill>
              <a:srgbClr val="000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27597100" y="-239776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7"/>
                </a:lnTo>
                <a:lnTo>
                  <a:pt x="3" y="0"/>
                </a:lnTo>
                <a:lnTo>
                  <a:pt x="0" y="8"/>
                </a:lnTo>
                <a:lnTo>
                  <a:pt x="1" y="10"/>
                </a:lnTo>
                <a:close/>
              </a:path>
            </a:pathLst>
          </a:custGeom>
          <a:solidFill>
            <a:srgbClr val="0001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27635200" y="-239776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7"/>
                </a:moveTo>
                <a:lnTo>
                  <a:pt x="3" y="10"/>
                </a:lnTo>
                <a:lnTo>
                  <a:pt x="2" y="4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27660600" y="-23926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1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00E3"/>
          </a:solidFill>
          <a:ln w="3175">
            <a:solidFill>
              <a:srgbClr val="0000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27698700" y="-23914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27736800" y="-23914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27762200" y="-23952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5"/>
                </a:lnTo>
                <a:lnTo>
                  <a:pt x="3" y="0"/>
                </a:lnTo>
                <a:lnTo>
                  <a:pt x="0" y="3"/>
                </a:lnTo>
                <a:lnTo>
                  <a:pt x="1" y="8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27800300" y="-239903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8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27838400" y="-24015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72FF"/>
          </a:solidFill>
          <a:ln w="3175">
            <a:solidFill>
              <a:srgbClr val="005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27876500" y="-2402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27901900" y="-2402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279400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27978100" y="-2402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28003500" y="-2404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28041600" y="-2404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270637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271018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271399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271653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272034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27241500" y="-23812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Freeform 428"/>
          <p:cNvSpPr/>
          <p:nvPr/>
        </p:nvSpPr>
        <p:spPr>
          <a:xfrm>
            <a:off x="272669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273050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273431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273812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274066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274447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274828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275082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27546300" y="-23888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D"/>
          </a:solidFill>
          <a:ln w="3175">
            <a:solidFill>
              <a:srgbClr val="00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27584400" y="-23990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0030FF"/>
          </a:solidFill>
          <a:ln w="3175">
            <a:solidFill>
              <a:srgbClr val="002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27622500" y="-23990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27647900" y="-23964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27686000" y="-23964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27724100" y="-23964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27749500" y="-24003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27787600" y="-24041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27825700" y="-24066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B5FF"/>
          </a:solidFill>
          <a:ln w="3175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27863800" y="-2406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CFF"/>
          </a:solidFill>
          <a:ln w="3175">
            <a:solidFill>
              <a:srgbClr val="00A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278892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279273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27965400" y="-24079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279908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28028900" y="-2409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270510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270891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27127200" y="-2379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271526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271907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272288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27254200" y="-23812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27292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273304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273685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27393900" y="-23825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27432000" y="-23825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27470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274955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27533600" y="-23888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D"/>
          </a:solidFill>
          <a:ln w="3175">
            <a:solidFill>
              <a:srgbClr val="00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27571700" y="-24003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27609800" y="-2400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E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27635200" y="-2399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27673300" y="-2397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27711400" y="-2399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27736800" y="-2401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6FFF"/>
          </a:solidFill>
          <a:ln w="3175">
            <a:solidFill>
              <a:srgbClr val="005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27774900" y="-24053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27813000" y="-2407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27851100" y="-2409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27876500" y="-24091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279146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279527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279781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28016200" y="-24104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27038300" y="-23799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270764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271145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271399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27178000" y="-23812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272161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272415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272796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Freeform 488"/>
          <p:cNvSpPr/>
          <p:nvPr/>
        </p:nvSpPr>
        <p:spPr>
          <a:xfrm>
            <a:off x="27317700" y="-23825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Freeform 489"/>
          <p:cNvSpPr/>
          <p:nvPr/>
        </p:nvSpPr>
        <p:spPr>
          <a:xfrm>
            <a:off x="273558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Freeform 490"/>
          <p:cNvSpPr/>
          <p:nvPr/>
        </p:nvSpPr>
        <p:spPr>
          <a:xfrm>
            <a:off x="273812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Freeform 491"/>
          <p:cNvSpPr/>
          <p:nvPr/>
        </p:nvSpPr>
        <p:spPr>
          <a:xfrm>
            <a:off x="274193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Freeform 492"/>
          <p:cNvSpPr/>
          <p:nvPr/>
        </p:nvSpPr>
        <p:spPr>
          <a:xfrm>
            <a:off x="274574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Freeform 493"/>
          <p:cNvSpPr/>
          <p:nvPr/>
        </p:nvSpPr>
        <p:spPr>
          <a:xfrm>
            <a:off x="274828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Freeform 494"/>
          <p:cNvSpPr/>
          <p:nvPr/>
        </p:nvSpPr>
        <p:spPr>
          <a:xfrm>
            <a:off x="27520900" y="-23901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Freeform 495"/>
          <p:cNvSpPr/>
          <p:nvPr/>
        </p:nvSpPr>
        <p:spPr>
          <a:xfrm>
            <a:off x="27559000" y="-240157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Freeform 496"/>
          <p:cNvSpPr/>
          <p:nvPr/>
        </p:nvSpPr>
        <p:spPr>
          <a:xfrm>
            <a:off x="27597100" y="-2401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Freeform 497"/>
          <p:cNvSpPr/>
          <p:nvPr/>
        </p:nvSpPr>
        <p:spPr>
          <a:xfrm>
            <a:off x="27622500" y="-2399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Freeform 498"/>
          <p:cNvSpPr/>
          <p:nvPr/>
        </p:nvSpPr>
        <p:spPr>
          <a:xfrm>
            <a:off x="27660600" y="-2399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Freeform 499"/>
          <p:cNvSpPr/>
          <p:nvPr/>
        </p:nvSpPr>
        <p:spPr>
          <a:xfrm>
            <a:off x="27698700" y="-2399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Freeform 500"/>
          <p:cNvSpPr/>
          <p:nvPr/>
        </p:nvSpPr>
        <p:spPr>
          <a:xfrm>
            <a:off x="27724100" y="-2401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Freeform 501"/>
          <p:cNvSpPr/>
          <p:nvPr/>
        </p:nvSpPr>
        <p:spPr>
          <a:xfrm>
            <a:off x="27762200" y="-2405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Freeform 502"/>
          <p:cNvSpPr/>
          <p:nvPr/>
        </p:nvSpPr>
        <p:spPr>
          <a:xfrm>
            <a:off x="27800300" y="-2409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Freeform 503"/>
          <p:cNvSpPr/>
          <p:nvPr/>
        </p:nvSpPr>
        <p:spPr>
          <a:xfrm>
            <a:off x="278384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Freeform 504"/>
          <p:cNvSpPr/>
          <p:nvPr/>
        </p:nvSpPr>
        <p:spPr>
          <a:xfrm>
            <a:off x="27863800" y="-24091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Freeform 505"/>
          <p:cNvSpPr/>
          <p:nvPr/>
        </p:nvSpPr>
        <p:spPr>
          <a:xfrm>
            <a:off x="27901900" y="-24091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Freeform 506"/>
          <p:cNvSpPr/>
          <p:nvPr/>
        </p:nvSpPr>
        <p:spPr>
          <a:xfrm>
            <a:off x="279400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Freeform 507"/>
          <p:cNvSpPr/>
          <p:nvPr/>
        </p:nvSpPr>
        <p:spPr>
          <a:xfrm>
            <a:off x="279654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Freeform 508"/>
          <p:cNvSpPr/>
          <p:nvPr/>
        </p:nvSpPr>
        <p:spPr>
          <a:xfrm>
            <a:off x="280035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Freeform 509"/>
          <p:cNvSpPr/>
          <p:nvPr/>
        </p:nvSpPr>
        <p:spPr>
          <a:xfrm>
            <a:off x="270256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Freeform 510"/>
          <p:cNvSpPr/>
          <p:nvPr/>
        </p:nvSpPr>
        <p:spPr>
          <a:xfrm>
            <a:off x="270637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Freeform 511"/>
          <p:cNvSpPr/>
          <p:nvPr/>
        </p:nvSpPr>
        <p:spPr>
          <a:xfrm>
            <a:off x="271018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Freeform 512"/>
          <p:cNvSpPr/>
          <p:nvPr/>
        </p:nvSpPr>
        <p:spPr>
          <a:xfrm>
            <a:off x="271272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Freeform 513"/>
          <p:cNvSpPr/>
          <p:nvPr/>
        </p:nvSpPr>
        <p:spPr>
          <a:xfrm>
            <a:off x="27165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Freeform 514"/>
          <p:cNvSpPr/>
          <p:nvPr/>
        </p:nvSpPr>
        <p:spPr>
          <a:xfrm>
            <a:off x="272034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Freeform 515"/>
          <p:cNvSpPr/>
          <p:nvPr/>
        </p:nvSpPr>
        <p:spPr>
          <a:xfrm>
            <a:off x="272415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Freeform 516"/>
          <p:cNvSpPr/>
          <p:nvPr/>
        </p:nvSpPr>
        <p:spPr>
          <a:xfrm>
            <a:off x="272669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Freeform 517"/>
          <p:cNvSpPr/>
          <p:nvPr/>
        </p:nvSpPr>
        <p:spPr>
          <a:xfrm>
            <a:off x="273050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Freeform 518"/>
          <p:cNvSpPr/>
          <p:nvPr/>
        </p:nvSpPr>
        <p:spPr>
          <a:xfrm>
            <a:off x="27343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Freeform 519"/>
          <p:cNvSpPr/>
          <p:nvPr/>
        </p:nvSpPr>
        <p:spPr>
          <a:xfrm>
            <a:off x="273685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Freeform 520"/>
          <p:cNvSpPr/>
          <p:nvPr/>
        </p:nvSpPr>
        <p:spPr>
          <a:xfrm>
            <a:off x="274066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Freeform 521"/>
          <p:cNvSpPr/>
          <p:nvPr/>
        </p:nvSpPr>
        <p:spPr>
          <a:xfrm>
            <a:off x="274447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Freeform 522"/>
          <p:cNvSpPr/>
          <p:nvPr/>
        </p:nvSpPr>
        <p:spPr>
          <a:xfrm>
            <a:off x="274701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Freeform 523"/>
          <p:cNvSpPr/>
          <p:nvPr/>
        </p:nvSpPr>
        <p:spPr>
          <a:xfrm>
            <a:off x="27508200" y="-23901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Freeform 524"/>
          <p:cNvSpPr/>
          <p:nvPr/>
        </p:nvSpPr>
        <p:spPr>
          <a:xfrm>
            <a:off x="27546300" y="-24015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Freeform 525"/>
          <p:cNvSpPr/>
          <p:nvPr/>
        </p:nvSpPr>
        <p:spPr>
          <a:xfrm>
            <a:off x="27584400" y="-2401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Freeform 526"/>
          <p:cNvSpPr/>
          <p:nvPr/>
        </p:nvSpPr>
        <p:spPr>
          <a:xfrm>
            <a:off x="27609800" y="-2400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Freeform 527"/>
          <p:cNvSpPr/>
          <p:nvPr/>
        </p:nvSpPr>
        <p:spPr>
          <a:xfrm>
            <a:off x="27647900" y="-2400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Freeform 528"/>
          <p:cNvSpPr/>
          <p:nvPr/>
        </p:nvSpPr>
        <p:spPr>
          <a:xfrm>
            <a:off x="27686000" y="-2400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Freeform 529"/>
          <p:cNvSpPr/>
          <p:nvPr/>
        </p:nvSpPr>
        <p:spPr>
          <a:xfrm>
            <a:off x="277114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Freeform 530"/>
          <p:cNvSpPr/>
          <p:nvPr/>
        </p:nvSpPr>
        <p:spPr>
          <a:xfrm>
            <a:off x="27749500" y="-24066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Freeform 531"/>
          <p:cNvSpPr/>
          <p:nvPr/>
        </p:nvSpPr>
        <p:spPr>
          <a:xfrm>
            <a:off x="27787600" y="-2410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Freeform 532"/>
          <p:cNvSpPr/>
          <p:nvPr/>
        </p:nvSpPr>
        <p:spPr>
          <a:xfrm>
            <a:off x="278257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Freeform 533"/>
          <p:cNvSpPr/>
          <p:nvPr/>
        </p:nvSpPr>
        <p:spPr>
          <a:xfrm>
            <a:off x="278511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Freeform 534"/>
          <p:cNvSpPr/>
          <p:nvPr/>
        </p:nvSpPr>
        <p:spPr>
          <a:xfrm>
            <a:off x="278892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Freeform 535"/>
          <p:cNvSpPr/>
          <p:nvPr/>
        </p:nvSpPr>
        <p:spPr>
          <a:xfrm>
            <a:off x="279273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279527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279908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270129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270510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Freeform 540"/>
          <p:cNvSpPr/>
          <p:nvPr/>
        </p:nvSpPr>
        <p:spPr>
          <a:xfrm>
            <a:off x="270891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Freeform 541"/>
          <p:cNvSpPr/>
          <p:nvPr/>
        </p:nvSpPr>
        <p:spPr>
          <a:xfrm>
            <a:off x="271145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Freeform 542"/>
          <p:cNvSpPr/>
          <p:nvPr/>
        </p:nvSpPr>
        <p:spPr>
          <a:xfrm>
            <a:off x="271526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Freeform 543"/>
          <p:cNvSpPr/>
          <p:nvPr/>
        </p:nvSpPr>
        <p:spPr>
          <a:xfrm>
            <a:off x="271907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Freeform 544"/>
          <p:cNvSpPr/>
          <p:nvPr/>
        </p:nvSpPr>
        <p:spPr>
          <a:xfrm>
            <a:off x="272288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Freeform 545"/>
          <p:cNvSpPr/>
          <p:nvPr/>
        </p:nvSpPr>
        <p:spPr>
          <a:xfrm>
            <a:off x="27254200" y="-23837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Freeform 546"/>
          <p:cNvSpPr/>
          <p:nvPr/>
        </p:nvSpPr>
        <p:spPr>
          <a:xfrm>
            <a:off x="272923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Freeform 547"/>
          <p:cNvSpPr/>
          <p:nvPr/>
        </p:nvSpPr>
        <p:spPr>
          <a:xfrm>
            <a:off x="273304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Freeform 548"/>
          <p:cNvSpPr/>
          <p:nvPr/>
        </p:nvSpPr>
        <p:spPr>
          <a:xfrm>
            <a:off x="273558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Freeform 549"/>
          <p:cNvSpPr/>
          <p:nvPr/>
        </p:nvSpPr>
        <p:spPr>
          <a:xfrm>
            <a:off x="273939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Freeform 550"/>
          <p:cNvSpPr/>
          <p:nvPr/>
        </p:nvSpPr>
        <p:spPr>
          <a:xfrm>
            <a:off x="274320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Freeform 551"/>
          <p:cNvSpPr/>
          <p:nvPr/>
        </p:nvSpPr>
        <p:spPr>
          <a:xfrm>
            <a:off x="274701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Freeform 552"/>
          <p:cNvSpPr/>
          <p:nvPr/>
        </p:nvSpPr>
        <p:spPr>
          <a:xfrm>
            <a:off x="27495500" y="-23914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Freeform 553"/>
          <p:cNvSpPr/>
          <p:nvPr/>
        </p:nvSpPr>
        <p:spPr>
          <a:xfrm>
            <a:off x="27533600" y="-24028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Freeform 554"/>
          <p:cNvSpPr/>
          <p:nvPr/>
        </p:nvSpPr>
        <p:spPr>
          <a:xfrm>
            <a:off x="275717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Freeform 555"/>
          <p:cNvSpPr/>
          <p:nvPr/>
        </p:nvSpPr>
        <p:spPr>
          <a:xfrm>
            <a:off x="27597100" y="-2400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Freeform 556"/>
          <p:cNvSpPr/>
          <p:nvPr/>
        </p:nvSpPr>
        <p:spPr>
          <a:xfrm>
            <a:off x="27635200" y="-2400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Freeform 557"/>
          <p:cNvSpPr/>
          <p:nvPr/>
        </p:nvSpPr>
        <p:spPr>
          <a:xfrm>
            <a:off x="27673300" y="-2401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Freeform 558"/>
          <p:cNvSpPr/>
          <p:nvPr/>
        </p:nvSpPr>
        <p:spPr>
          <a:xfrm>
            <a:off x="27711400" y="-2404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0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Freeform 559"/>
          <p:cNvSpPr/>
          <p:nvPr/>
        </p:nvSpPr>
        <p:spPr>
          <a:xfrm>
            <a:off x="277368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Freeform 560"/>
          <p:cNvSpPr/>
          <p:nvPr/>
        </p:nvSpPr>
        <p:spPr>
          <a:xfrm>
            <a:off x="27774900" y="-2410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Freeform 561"/>
          <p:cNvSpPr/>
          <p:nvPr/>
        </p:nvSpPr>
        <p:spPr>
          <a:xfrm>
            <a:off x="278130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Freeform 562"/>
          <p:cNvSpPr/>
          <p:nvPr/>
        </p:nvSpPr>
        <p:spPr>
          <a:xfrm>
            <a:off x="278384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Freeform 563"/>
          <p:cNvSpPr/>
          <p:nvPr/>
        </p:nvSpPr>
        <p:spPr>
          <a:xfrm>
            <a:off x="278765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Freeform 564"/>
          <p:cNvSpPr/>
          <p:nvPr/>
        </p:nvSpPr>
        <p:spPr>
          <a:xfrm>
            <a:off x="279146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Freeform 565"/>
          <p:cNvSpPr/>
          <p:nvPr/>
        </p:nvSpPr>
        <p:spPr>
          <a:xfrm>
            <a:off x="279400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Freeform 566"/>
          <p:cNvSpPr/>
          <p:nvPr/>
        </p:nvSpPr>
        <p:spPr>
          <a:xfrm>
            <a:off x="27978100" y="-2413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Freeform 567"/>
          <p:cNvSpPr/>
          <p:nvPr/>
        </p:nvSpPr>
        <p:spPr>
          <a:xfrm>
            <a:off x="270002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Freeform 568"/>
          <p:cNvSpPr/>
          <p:nvPr/>
        </p:nvSpPr>
        <p:spPr>
          <a:xfrm>
            <a:off x="270383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Freeform 569"/>
          <p:cNvSpPr/>
          <p:nvPr/>
        </p:nvSpPr>
        <p:spPr>
          <a:xfrm>
            <a:off x="270764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Freeform 570"/>
          <p:cNvSpPr/>
          <p:nvPr/>
        </p:nvSpPr>
        <p:spPr>
          <a:xfrm>
            <a:off x="271018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Freeform 571"/>
          <p:cNvSpPr/>
          <p:nvPr/>
        </p:nvSpPr>
        <p:spPr>
          <a:xfrm>
            <a:off x="271399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Freeform 572"/>
          <p:cNvSpPr/>
          <p:nvPr/>
        </p:nvSpPr>
        <p:spPr>
          <a:xfrm>
            <a:off x="271780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Freeform 573"/>
          <p:cNvSpPr/>
          <p:nvPr/>
        </p:nvSpPr>
        <p:spPr>
          <a:xfrm>
            <a:off x="272161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Freeform 574"/>
          <p:cNvSpPr/>
          <p:nvPr/>
        </p:nvSpPr>
        <p:spPr>
          <a:xfrm>
            <a:off x="272415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Freeform 575"/>
          <p:cNvSpPr/>
          <p:nvPr/>
        </p:nvSpPr>
        <p:spPr>
          <a:xfrm>
            <a:off x="272796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Freeform 576"/>
          <p:cNvSpPr/>
          <p:nvPr/>
        </p:nvSpPr>
        <p:spPr>
          <a:xfrm>
            <a:off x="273177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Freeform 577"/>
          <p:cNvSpPr/>
          <p:nvPr/>
        </p:nvSpPr>
        <p:spPr>
          <a:xfrm>
            <a:off x="273431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Freeform 578"/>
          <p:cNvSpPr/>
          <p:nvPr/>
        </p:nvSpPr>
        <p:spPr>
          <a:xfrm>
            <a:off x="273812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Freeform 579"/>
          <p:cNvSpPr/>
          <p:nvPr/>
        </p:nvSpPr>
        <p:spPr>
          <a:xfrm>
            <a:off x="274193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Freeform 580"/>
          <p:cNvSpPr/>
          <p:nvPr/>
        </p:nvSpPr>
        <p:spPr>
          <a:xfrm>
            <a:off x="274574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Freeform 581"/>
          <p:cNvSpPr/>
          <p:nvPr/>
        </p:nvSpPr>
        <p:spPr>
          <a:xfrm>
            <a:off x="27482800" y="-23926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F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Freeform 582"/>
          <p:cNvSpPr/>
          <p:nvPr/>
        </p:nvSpPr>
        <p:spPr>
          <a:xfrm>
            <a:off x="27520900" y="-24041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Freeform 583"/>
          <p:cNvSpPr/>
          <p:nvPr/>
        </p:nvSpPr>
        <p:spPr>
          <a:xfrm>
            <a:off x="27559000" y="-2404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Freeform 584"/>
          <p:cNvSpPr/>
          <p:nvPr/>
        </p:nvSpPr>
        <p:spPr>
          <a:xfrm>
            <a:off x="275844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Freeform 585"/>
          <p:cNvSpPr/>
          <p:nvPr/>
        </p:nvSpPr>
        <p:spPr>
          <a:xfrm>
            <a:off x="276225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Freeform 586"/>
          <p:cNvSpPr/>
          <p:nvPr/>
        </p:nvSpPr>
        <p:spPr>
          <a:xfrm>
            <a:off x="276606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Freeform 587"/>
          <p:cNvSpPr/>
          <p:nvPr/>
        </p:nvSpPr>
        <p:spPr>
          <a:xfrm>
            <a:off x="27698700" y="-2406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Freeform 588"/>
          <p:cNvSpPr/>
          <p:nvPr/>
        </p:nvSpPr>
        <p:spPr>
          <a:xfrm>
            <a:off x="27724100" y="-2409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B2FF"/>
          </a:solidFill>
          <a:ln w="3175">
            <a:solidFill>
              <a:srgbClr val="008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Freeform 589"/>
          <p:cNvSpPr/>
          <p:nvPr/>
        </p:nvSpPr>
        <p:spPr>
          <a:xfrm>
            <a:off x="27762200" y="-2413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EAFF"/>
          </a:solidFill>
          <a:ln w="3175">
            <a:solidFill>
              <a:srgbClr val="00B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Freeform 590"/>
          <p:cNvSpPr/>
          <p:nvPr/>
        </p:nvSpPr>
        <p:spPr>
          <a:xfrm>
            <a:off x="27800300" y="-2413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7FFF8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Freeform 591"/>
          <p:cNvSpPr/>
          <p:nvPr/>
        </p:nvSpPr>
        <p:spPr>
          <a:xfrm>
            <a:off x="27825700" y="-2413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4FFFB"/>
          </a:solidFill>
          <a:ln w="3175">
            <a:solidFill>
              <a:srgbClr val="03C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Freeform 592"/>
          <p:cNvSpPr/>
          <p:nvPr/>
        </p:nvSpPr>
        <p:spPr>
          <a:xfrm>
            <a:off x="27863800" y="-24142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Freeform 593"/>
          <p:cNvSpPr/>
          <p:nvPr/>
        </p:nvSpPr>
        <p:spPr>
          <a:xfrm>
            <a:off x="27901900" y="-2414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Freeform 594"/>
          <p:cNvSpPr/>
          <p:nvPr/>
        </p:nvSpPr>
        <p:spPr>
          <a:xfrm>
            <a:off x="27940000" y="-2414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Freeform 595"/>
          <p:cNvSpPr/>
          <p:nvPr/>
        </p:nvSpPr>
        <p:spPr>
          <a:xfrm>
            <a:off x="27965400" y="-24142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Freeform 596"/>
          <p:cNvSpPr/>
          <p:nvPr/>
        </p:nvSpPr>
        <p:spPr>
          <a:xfrm>
            <a:off x="26987500" y="-23926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Freeform 597"/>
          <p:cNvSpPr/>
          <p:nvPr/>
        </p:nvSpPr>
        <p:spPr>
          <a:xfrm>
            <a:off x="27025600" y="-23926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Freeform 598"/>
          <p:cNvSpPr/>
          <p:nvPr/>
        </p:nvSpPr>
        <p:spPr>
          <a:xfrm>
            <a:off x="27063700" y="-23926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Freeform 599"/>
          <p:cNvSpPr/>
          <p:nvPr/>
        </p:nvSpPr>
        <p:spPr>
          <a:xfrm>
            <a:off x="27089100" y="-23926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Freeform 600"/>
          <p:cNvSpPr/>
          <p:nvPr/>
        </p:nvSpPr>
        <p:spPr>
          <a:xfrm>
            <a:off x="27127200" y="-23939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Freeform 601"/>
          <p:cNvSpPr/>
          <p:nvPr/>
        </p:nvSpPr>
        <p:spPr>
          <a:xfrm>
            <a:off x="27165300" y="-23939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Freeform 602"/>
          <p:cNvSpPr/>
          <p:nvPr/>
        </p:nvSpPr>
        <p:spPr>
          <a:xfrm>
            <a:off x="27203400" y="-23939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Freeform 603"/>
          <p:cNvSpPr/>
          <p:nvPr/>
        </p:nvSpPr>
        <p:spPr>
          <a:xfrm>
            <a:off x="27228800" y="-23939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Freeform 604"/>
          <p:cNvSpPr/>
          <p:nvPr/>
        </p:nvSpPr>
        <p:spPr>
          <a:xfrm>
            <a:off x="27266900" y="-23952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Freeform 605"/>
          <p:cNvSpPr/>
          <p:nvPr/>
        </p:nvSpPr>
        <p:spPr>
          <a:xfrm>
            <a:off x="27305000" y="-23952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Freeform 606"/>
          <p:cNvSpPr/>
          <p:nvPr/>
        </p:nvSpPr>
        <p:spPr>
          <a:xfrm>
            <a:off x="27330400" y="-23952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Freeform 607"/>
          <p:cNvSpPr/>
          <p:nvPr/>
        </p:nvSpPr>
        <p:spPr>
          <a:xfrm>
            <a:off x="27368500" y="-23952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Freeform 608"/>
          <p:cNvSpPr/>
          <p:nvPr/>
        </p:nvSpPr>
        <p:spPr>
          <a:xfrm>
            <a:off x="27406600" y="-23964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Freeform 609"/>
          <p:cNvSpPr/>
          <p:nvPr/>
        </p:nvSpPr>
        <p:spPr>
          <a:xfrm>
            <a:off x="27444700" y="-239649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Freeform 610"/>
          <p:cNvSpPr/>
          <p:nvPr/>
        </p:nvSpPr>
        <p:spPr>
          <a:xfrm>
            <a:off x="27470100" y="-24003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6"/>
                </a:lnTo>
                <a:lnTo>
                  <a:pt x="3" y="0"/>
                </a:lnTo>
                <a:lnTo>
                  <a:pt x="0" y="3"/>
                </a:lnTo>
                <a:lnTo>
                  <a:pt x="1" y="10"/>
                </a:lnTo>
                <a:close/>
              </a:path>
            </a:pathLst>
          </a:custGeom>
          <a:solidFill>
            <a:srgbClr val="0000F4"/>
          </a:solidFill>
          <a:ln w="3175">
            <a:solidFill>
              <a:srgbClr val="000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Freeform 611"/>
          <p:cNvSpPr/>
          <p:nvPr/>
        </p:nvSpPr>
        <p:spPr>
          <a:xfrm>
            <a:off x="27508200" y="-24117300"/>
            <a:ext cx="50800" cy="190500"/>
          </a:xfrm>
          <a:custGeom>
            <a:avLst/>
            <a:gdLst/>
            <a:ahLst/>
            <a:cxnLst/>
            <a:rect l="l" t="t" r="r" b="b"/>
            <a:pathLst>
              <a:path w="4" h="15">
                <a:moveTo>
                  <a:pt x="1" y="15"/>
                </a:moveTo>
                <a:lnTo>
                  <a:pt x="4" y="6"/>
                </a:lnTo>
                <a:lnTo>
                  <a:pt x="3" y="0"/>
                </a:lnTo>
                <a:lnTo>
                  <a:pt x="0" y="9"/>
                </a:lnTo>
                <a:lnTo>
                  <a:pt x="1" y="15"/>
                </a:lnTo>
                <a:close/>
              </a:path>
            </a:pathLst>
          </a:custGeom>
          <a:solidFill>
            <a:srgbClr val="007A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Freeform 612"/>
          <p:cNvSpPr/>
          <p:nvPr/>
        </p:nvSpPr>
        <p:spPr>
          <a:xfrm>
            <a:off x="27546300" y="-24117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6"/>
                </a:moveTo>
                <a:lnTo>
                  <a:pt x="3" y="8"/>
                </a:lnTo>
                <a:lnTo>
                  <a:pt x="2" y="3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BAFF"/>
          </a:solidFill>
          <a:ln w="3175">
            <a:solidFill>
              <a:srgbClr val="009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Freeform 613"/>
          <p:cNvSpPr/>
          <p:nvPr/>
        </p:nvSpPr>
        <p:spPr>
          <a:xfrm>
            <a:off x="27571700" y="-24079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Freeform 614"/>
          <p:cNvSpPr/>
          <p:nvPr/>
        </p:nvSpPr>
        <p:spPr>
          <a:xfrm>
            <a:off x="27609800" y="-24066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Freeform 615"/>
          <p:cNvSpPr/>
          <p:nvPr/>
        </p:nvSpPr>
        <p:spPr>
          <a:xfrm>
            <a:off x="27647900" y="-24079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Freeform 616"/>
          <p:cNvSpPr/>
          <p:nvPr/>
        </p:nvSpPr>
        <p:spPr>
          <a:xfrm>
            <a:off x="27686000" y="-242062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11"/>
                </a:lnTo>
                <a:lnTo>
                  <a:pt x="2" y="0"/>
                </a:lnTo>
                <a:lnTo>
                  <a:pt x="0" y="10"/>
                </a:lnTo>
                <a:lnTo>
                  <a:pt x="1" y="15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Freeform 617"/>
          <p:cNvSpPr/>
          <p:nvPr/>
        </p:nvSpPr>
        <p:spPr>
          <a:xfrm>
            <a:off x="27711400" y="-24307800"/>
            <a:ext cx="50800" cy="241300"/>
          </a:xfrm>
          <a:custGeom>
            <a:avLst/>
            <a:gdLst/>
            <a:ahLst/>
            <a:cxnLst/>
            <a:rect l="l" t="t" r="r" b="b"/>
            <a:pathLst>
              <a:path w="4" h="19">
                <a:moveTo>
                  <a:pt x="1" y="19"/>
                </a:moveTo>
                <a:lnTo>
                  <a:pt x="4" y="17"/>
                </a:lnTo>
                <a:lnTo>
                  <a:pt x="3" y="0"/>
                </a:lnTo>
                <a:lnTo>
                  <a:pt x="0" y="8"/>
                </a:lnTo>
                <a:lnTo>
                  <a:pt x="1" y="19"/>
                </a:lnTo>
                <a:close/>
              </a:path>
            </a:pathLst>
          </a:custGeom>
          <a:solidFill>
            <a:srgbClr val="52FFAD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Freeform 618"/>
          <p:cNvSpPr/>
          <p:nvPr/>
        </p:nvSpPr>
        <p:spPr>
          <a:xfrm>
            <a:off x="27749500" y="-243205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1" y="18"/>
                </a:moveTo>
                <a:lnTo>
                  <a:pt x="4" y="15"/>
                </a:lnTo>
                <a:lnTo>
                  <a:pt x="3" y="0"/>
                </a:lnTo>
                <a:lnTo>
                  <a:pt x="0" y="1"/>
                </a:lnTo>
                <a:lnTo>
                  <a:pt x="1" y="18"/>
                </a:lnTo>
                <a:close/>
              </a:path>
            </a:pathLst>
          </a:custGeom>
          <a:solidFill>
            <a:srgbClr val="9CFF63"/>
          </a:solidFill>
          <a:ln w="3175">
            <a:solidFill>
              <a:srgbClr val="7DC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Freeform 619"/>
          <p:cNvSpPr/>
          <p:nvPr/>
        </p:nvSpPr>
        <p:spPr>
          <a:xfrm>
            <a:off x="27787600" y="-24333200"/>
            <a:ext cx="38100" cy="203200"/>
          </a:xfrm>
          <a:custGeom>
            <a:avLst/>
            <a:gdLst/>
            <a:ahLst/>
            <a:cxnLst/>
            <a:rect l="l" t="t" r="r" b="b"/>
            <a:pathLst>
              <a:path w="3" h="16">
                <a:moveTo>
                  <a:pt x="1" y="16"/>
                </a:moveTo>
                <a:lnTo>
                  <a:pt x="3" y="16"/>
                </a:lnTo>
                <a:lnTo>
                  <a:pt x="2" y="0"/>
                </a:lnTo>
                <a:lnTo>
                  <a:pt x="0" y="1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EC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Freeform 620"/>
          <p:cNvSpPr/>
          <p:nvPr/>
        </p:nvSpPr>
        <p:spPr>
          <a:xfrm>
            <a:off x="27813000" y="-243332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3FF4C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Freeform 621"/>
          <p:cNvSpPr/>
          <p:nvPr/>
        </p:nvSpPr>
        <p:spPr>
          <a:xfrm>
            <a:off x="27851100" y="-243332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5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Freeform 622"/>
          <p:cNvSpPr/>
          <p:nvPr/>
        </p:nvSpPr>
        <p:spPr>
          <a:xfrm>
            <a:off x="27889200" y="-243459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1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Freeform 623"/>
          <p:cNvSpPr/>
          <p:nvPr/>
        </p:nvSpPr>
        <p:spPr>
          <a:xfrm>
            <a:off x="27927300" y="-24345900"/>
            <a:ext cx="38100" cy="203200"/>
          </a:xfrm>
          <a:custGeom>
            <a:avLst/>
            <a:gdLst/>
            <a:ahLst/>
            <a:cxnLst/>
            <a:rect l="l" t="t" r="r" b="b"/>
            <a:pathLst>
              <a:path w="3" h="16">
                <a:moveTo>
                  <a:pt x="1" y="16"/>
                </a:moveTo>
                <a:lnTo>
                  <a:pt x="3" y="16"/>
                </a:lnTo>
                <a:lnTo>
                  <a:pt x="2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Freeform 624"/>
          <p:cNvSpPr/>
          <p:nvPr/>
        </p:nvSpPr>
        <p:spPr>
          <a:xfrm>
            <a:off x="27952700" y="-243459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Freeform 625"/>
          <p:cNvSpPr/>
          <p:nvPr/>
        </p:nvSpPr>
        <p:spPr>
          <a:xfrm>
            <a:off x="26974800" y="-2397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Freeform 626"/>
          <p:cNvSpPr/>
          <p:nvPr/>
        </p:nvSpPr>
        <p:spPr>
          <a:xfrm>
            <a:off x="27012900" y="-2397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Freeform 627"/>
          <p:cNvSpPr/>
          <p:nvPr/>
        </p:nvSpPr>
        <p:spPr>
          <a:xfrm>
            <a:off x="27051000" y="-23990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Freeform 628"/>
          <p:cNvSpPr/>
          <p:nvPr/>
        </p:nvSpPr>
        <p:spPr>
          <a:xfrm>
            <a:off x="27076400" y="-2399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Freeform 629"/>
          <p:cNvSpPr/>
          <p:nvPr/>
        </p:nvSpPr>
        <p:spPr>
          <a:xfrm>
            <a:off x="27114500" y="-2399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Freeform 630"/>
          <p:cNvSpPr/>
          <p:nvPr/>
        </p:nvSpPr>
        <p:spPr>
          <a:xfrm>
            <a:off x="27152600" y="-2399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Freeform 631"/>
          <p:cNvSpPr/>
          <p:nvPr/>
        </p:nvSpPr>
        <p:spPr>
          <a:xfrm>
            <a:off x="27190700" y="-24003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Freeform 632"/>
          <p:cNvSpPr/>
          <p:nvPr/>
        </p:nvSpPr>
        <p:spPr>
          <a:xfrm>
            <a:off x="27216100" y="-24003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Freeform 633"/>
          <p:cNvSpPr/>
          <p:nvPr/>
        </p:nvSpPr>
        <p:spPr>
          <a:xfrm>
            <a:off x="27254200" y="-24003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Freeform 634"/>
          <p:cNvSpPr/>
          <p:nvPr/>
        </p:nvSpPr>
        <p:spPr>
          <a:xfrm>
            <a:off x="27292300" y="-2400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Freeform 635"/>
          <p:cNvSpPr/>
          <p:nvPr/>
        </p:nvSpPr>
        <p:spPr>
          <a:xfrm>
            <a:off x="27317700" y="-24015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Freeform 636"/>
          <p:cNvSpPr/>
          <p:nvPr/>
        </p:nvSpPr>
        <p:spPr>
          <a:xfrm>
            <a:off x="27355800" y="-24015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Freeform 637"/>
          <p:cNvSpPr/>
          <p:nvPr/>
        </p:nvSpPr>
        <p:spPr>
          <a:xfrm>
            <a:off x="27393900" y="-24015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Freeform 638"/>
          <p:cNvSpPr/>
          <p:nvPr/>
        </p:nvSpPr>
        <p:spPr>
          <a:xfrm>
            <a:off x="27432000" y="-2401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Freeform 639"/>
          <p:cNvSpPr/>
          <p:nvPr/>
        </p:nvSpPr>
        <p:spPr>
          <a:xfrm>
            <a:off x="27457400" y="-24053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Freeform 640"/>
          <p:cNvSpPr/>
          <p:nvPr/>
        </p:nvSpPr>
        <p:spPr>
          <a:xfrm>
            <a:off x="27495500" y="-24130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10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Freeform 641"/>
          <p:cNvSpPr/>
          <p:nvPr/>
        </p:nvSpPr>
        <p:spPr>
          <a:xfrm>
            <a:off x="27533600" y="-24130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6FFF8"/>
          </a:solidFill>
          <a:ln w="3175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Freeform 642"/>
          <p:cNvSpPr/>
          <p:nvPr/>
        </p:nvSpPr>
        <p:spPr>
          <a:xfrm>
            <a:off x="27559000" y="-24142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5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EDFF"/>
          </a:solidFill>
          <a:ln w="3175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Freeform 643"/>
          <p:cNvSpPr/>
          <p:nvPr/>
        </p:nvSpPr>
        <p:spPr>
          <a:xfrm>
            <a:off x="27597100" y="-24142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EAFF"/>
          </a:solidFill>
          <a:ln w="3175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Freeform 644"/>
          <p:cNvSpPr/>
          <p:nvPr/>
        </p:nvSpPr>
        <p:spPr>
          <a:xfrm>
            <a:off x="27635200" y="-24142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EAFF"/>
          </a:solidFill>
          <a:ln w="3175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Freeform 645"/>
          <p:cNvSpPr/>
          <p:nvPr/>
        </p:nvSpPr>
        <p:spPr>
          <a:xfrm>
            <a:off x="27673300" y="-242697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5"/>
                </a:lnTo>
                <a:lnTo>
                  <a:pt x="2" y="0"/>
                </a:lnTo>
                <a:lnTo>
                  <a:pt x="0" y="10"/>
                </a:lnTo>
                <a:lnTo>
                  <a:pt x="1" y="15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Freeform 646"/>
          <p:cNvSpPr/>
          <p:nvPr/>
        </p:nvSpPr>
        <p:spPr>
          <a:xfrm>
            <a:off x="27698700" y="-243840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6"/>
                </a:lnTo>
                <a:lnTo>
                  <a:pt x="3" y="0"/>
                </a:lnTo>
                <a:lnTo>
                  <a:pt x="0" y="9"/>
                </a:lnTo>
                <a:lnTo>
                  <a:pt x="1" y="14"/>
                </a:lnTo>
                <a:close/>
              </a:path>
            </a:pathLst>
          </a:custGeom>
          <a:solidFill>
            <a:srgbClr val="FFE400"/>
          </a:solidFill>
          <a:ln w="3175">
            <a:solidFill>
              <a:srgbClr val="CCB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Freeform 647"/>
          <p:cNvSpPr/>
          <p:nvPr/>
        </p:nvSpPr>
        <p:spPr>
          <a:xfrm>
            <a:off x="27736800" y="-244602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6"/>
                </a:lnTo>
                <a:lnTo>
                  <a:pt x="1" y="12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Freeform 648"/>
          <p:cNvSpPr/>
          <p:nvPr/>
        </p:nvSpPr>
        <p:spPr>
          <a:xfrm>
            <a:off x="27774900" y="-24460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FF4300"/>
          </a:solidFill>
          <a:ln w="3175">
            <a:solidFill>
              <a:srgbClr val="CC3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Freeform 649"/>
          <p:cNvSpPr/>
          <p:nvPr/>
        </p:nvSpPr>
        <p:spPr>
          <a:xfrm>
            <a:off x="27800300" y="-244602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Freeform 650"/>
          <p:cNvSpPr/>
          <p:nvPr/>
        </p:nvSpPr>
        <p:spPr>
          <a:xfrm>
            <a:off x="27838400" y="-244602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Freeform 651"/>
          <p:cNvSpPr/>
          <p:nvPr/>
        </p:nvSpPr>
        <p:spPr>
          <a:xfrm>
            <a:off x="27876500" y="-244729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Freeform 652"/>
          <p:cNvSpPr/>
          <p:nvPr/>
        </p:nvSpPr>
        <p:spPr>
          <a:xfrm>
            <a:off x="27914600" y="-244729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Freeform 653"/>
          <p:cNvSpPr/>
          <p:nvPr/>
        </p:nvSpPr>
        <p:spPr>
          <a:xfrm>
            <a:off x="27940000" y="-244729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Freeform 654"/>
          <p:cNvSpPr/>
          <p:nvPr/>
        </p:nvSpPr>
        <p:spPr>
          <a:xfrm>
            <a:off x="26962100" y="-2399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Freeform 655"/>
          <p:cNvSpPr/>
          <p:nvPr/>
        </p:nvSpPr>
        <p:spPr>
          <a:xfrm>
            <a:off x="27000200" y="-2399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Freeform 656"/>
          <p:cNvSpPr/>
          <p:nvPr/>
        </p:nvSpPr>
        <p:spPr>
          <a:xfrm>
            <a:off x="27038300" y="-2399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Freeform 657"/>
          <p:cNvSpPr/>
          <p:nvPr/>
        </p:nvSpPr>
        <p:spPr>
          <a:xfrm>
            <a:off x="27063700" y="-2399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Freeform 658"/>
          <p:cNvSpPr/>
          <p:nvPr/>
        </p:nvSpPr>
        <p:spPr>
          <a:xfrm>
            <a:off x="27101800" y="-2400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Freeform 659"/>
          <p:cNvSpPr/>
          <p:nvPr/>
        </p:nvSpPr>
        <p:spPr>
          <a:xfrm>
            <a:off x="27139900" y="-2400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Freeform 660"/>
          <p:cNvSpPr/>
          <p:nvPr/>
        </p:nvSpPr>
        <p:spPr>
          <a:xfrm>
            <a:off x="27178000" y="-2400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Freeform 661"/>
          <p:cNvSpPr/>
          <p:nvPr/>
        </p:nvSpPr>
        <p:spPr>
          <a:xfrm>
            <a:off x="27203400" y="-24003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Freeform 662"/>
          <p:cNvSpPr/>
          <p:nvPr/>
        </p:nvSpPr>
        <p:spPr>
          <a:xfrm>
            <a:off x="272415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Freeform 663"/>
          <p:cNvSpPr/>
          <p:nvPr/>
        </p:nvSpPr>
        <p:spPr>
          <a:xfrm>
            <a:off x="27279600" y="-2401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Freeform 664"/>
          <p:cNvSpPr/>
          <p:nvPr/>
        </p:nvSpPr>
        <p:spPr>
          <a:xfrm>
            <a:off x="273050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Freeform 665"/>
          <p:cNvSpPr/>
          <p:nvPr/>
        </p:nvSpPr>
        <p:spPr>
          <a:xfrm>
            <a:off x="27343100" y="-24015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Freeform 666"/>
          <p:cNvSpPr/>
          <p:nvPr/>
        </p:nvSpPr>
        <p:spPr>
          <a:xfrm>
            <a:off x="273812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Freeform 667"/>
          <p:cNvSpPr/>
          <p:nvPr/>
        </p:nvSpPr>
        <p:spPr>
          <a:xfrm>
            <a:off x="27419300" y="-2402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Freeform 668"/>
          <p:cNvSpPr/>
          <p:nvPr/>
        </p:nvSpPr>
        <p:spPr>
          <a:xfrm>
            <a:off x="27444700" y="-2405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Freeform 669"/>
          <p:cNvSpPr/>
          <p:nvPr/>
        </p:nvSpPr>
        <p:spPr>
          <a:xfrm>
            <a:off x="27482800" y="-241427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A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Freeform 670"/>
          <p:cNvSpPr/>
          <p:nvPr/>
        </p:nvSpPr>
        <p:spPr>
          <a:xfrm>
            <a:off x="27520900" y="-24180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2DFFD2"/>
          </a:solidFill>
          <a:ln w="3175">
            <a:solidFill>
              <a:srgbClr val="24C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Freeform 671"/>
          <p:cNvSpPr/>
          <p:nvPr/>
        </p:nvSpPr>
        <p:spPr>
          <a:xfrm>
            <a:off x="27546300" y="-2418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Freeform 672"/>
          <p:cNvSpPr/>
          <p:nvPr/>
        </p:nvSpPr>
        <p:spPr>
          <a:xfrm>
            <a:off x="27584400" y="-2418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40FFBF"/>
          </a:solidFill>
          <a:ln w="3175">
            <a:solidFill>
              <a:srgbClr val="34CC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Freeform 673"/>
          <p:cNvSpPr/>
          <p:nvPr/>
        </p:nvSpPr>
        <p:spPr>
          <a:xfrm>
            <a:off x="27622500" y="-24193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40FFBF"/>
          </a:solidFill>
          <a:ln w="3175">
            <a:solidFill>
              <a:srgbClr val="34CC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Freeform 674"/>
          <p:cNvSpPr/>
          <p:nvPr/>
        </p:nvSpPr>
        <p:spPr>
          <a:xfrm>
            <a:off x="27660600" y="-243078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3"/>
                </a:lnTo>
                <a:lnTo>
                  <a:pt x="2" y="0"/>
                </a:lnTo>
                <a:lnTo>
                  <a:pt x="0" y="9"/>
                </a:lnTo>
                <a:lnTo>
                  <a:pt x="1" y="13"/>
                </a:lnTo>
                <a:close/>
              </a:path>
            </a:pathLst>
          </a:custGeom>
          <a:solidFill>
            <a:srgbClr val="A6FF59"/>
          </a:solidFill>
          <a:ln w="3175">
            <a:solidFill>
              <a:srgbClr val="85C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Freeform 675"/>
          <p:cNvSpPr/>
          <p:nvPr/>
        </p:nvSpPr>
        <p:spPr>
          <a:xfrm>
            <a:off x="27686000" y="-244221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3"/>
                </a:lnTo>
                <a:lnTo>
                  <a:pt x="3" y="0"/>
                </a:lnTo>
                <a:lnTo>
                  <a:pt x="0" y="9"/>
                </a:lnTo>
                <a:lnTo>
                  <a:pt x="1" y="12"/>
                </a:lnTo>
                <a:close/>
              </a:path>
            </a:pathLst>
          </a:custGeom>
          <a:solidFill>
            <a:srgbClr val="FF9600"/>
          </a:solidFill>
          <a:ln w="3175">
            <a:solidFill>
              <a:srgbClr val="CC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Freeform 676"/>
          <p:cNvSpPr/>
          <p:nvPr/>
        </p:nvSpPr>
        <p:spPr>
          <a:xfrm>
            <a:off x="27724100" y="-24485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5"/>
                </a:lnTo>
                <a:lnTo>
                  <a:pt x="1" y="8"/>
                </a:lnTo>
                <a:close/>
              </a:path>
            </a:pathLst>
          </a:custGeom>
          <a:solidFill>
            <a:srgbClr val="FE0000"/>
          </a:solidFill>
          <a:ln w="3175">
            <a:solidFill>
              <a:srgbClr val="C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Freeform 677"/>
          <p:cNvSpPr/>
          <p:nvPr/>
        </p:nvSpPr>
        <p:spPr>
          <a:xfrm>
            <a:off x="27762200" y="-2449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C10000"/>
          </a:solidFill>
          <a:ln w="3175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Freeform 678"/>
          <p:cNvSpPr/>
          <p:nvPr/>
        </p:nvSpPr>
        <p:spPr>
          <a:xfrm>
            <a:off x="27787600" y="-24498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Freeform 679"/>
          <p:cNvSpPr/>
          <p:nvPr/>
        </p:nvSpPr>
        <p:spPr>
          <a:xfrm>
            <a:off x="27825700" y="-24511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Freeform 680"/>
          <p:cNvSpPr/>
          <p:nvPr/>
        </p:nvSpPr>
        <p:spPr>
          <a:xfrm>
            <a:off x="27863800" y="-24511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Freeform 681"/>
          <p:cNvSpPr/>
          <p:nvPr/>
        </p:nvSpPr>
        <p:spPr>
          <a:xfrm>
            <a:off x="27901900" y="-24511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Freeform 682"/>
          <p:cNvSpPr/>
          <p:nvPr/>
        </p:nvSpPr>
        <p:spPr>
          <a:xfrm>
            <a:off x="27927300" y="-24511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Freeform 683"/>
          <p:cNvSpPr/>
          <p:nvPr/>
        </p:nvSpPr>
        <p:spPr>
          <a:xfrm>
            <a:off x="26949400" y="-2399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Freeform 684"/>
          <p:cNvSpPr/>
          <p:nvPr/>
        </p:nvSpPr>
        <p:spPr>
          <a:xfrm>
            <a:off x="26987500" y="-2400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Freeform 685"/>
          <p:cNvSpPr/>
          <p:nvPr/>
        </p:nvSpPr>
        <p:spPr>
          <a:xfrm>
            <a:off x="27025600" y="-2400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Freeform 686"/>
          <p:cNvSpPr/>
          <p:nvPr/>
        </p:nvSpPr>
        <p:spPr>
          <a:xfrm>
            <a:off x="27051000" y="-2400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Freeform 687"/>
          <p:cNvSpPr/>
          <p:nvPr/>
        </p:nvSpPr>
        <p:spPr>
          <a:xfrm>
            <a:off x="27089100" y="-2400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Freeform 688"/>
          <p:cNvSpPr/>
          <p:nvPr/>
        </p:nvSpPr>
        <p:spPr>
          <a:xfrm>
            <a:off x="271272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Freeform 689"/>
          <p:cNvSpPr/>
          <p:nvPr/>
        </p:nvSpPr>
        <p:spPr>
          <a:xfrm>
            <a:off x="27165300" y="-2401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Freeform 690"/>
          <p:cNvSpPr/>
          <p:nvPr/>
        </p:nvSpPr>
        <p:spPr>
          <a:xfrm>
            <a:off x="271907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Freeform 691"/>
          <p:cNvSpPr/>
          <p:nvPr/>
        </p:nvSpPr>
        <p:spPr>
          <a:xfrm>
            <a:off x="272288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Freeform 692"/>
          <p:cNvSpPr/>
          <p:nvPr/>
        </p:nvSpPr>
        <p:spPr>
          <a:xfrm>
            <a:off x="27266900" y="-2401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Freeform 693"/>
          <p:cNvSpPr/>
          <p:nvPr/>
        </p:nvSpPr>
        <p:spPr>
          <a:xfrm>
            <a:off x="272923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Freeform 694"/>
          <p:cNvSpPr/>
          <p:nvPr/>
        </p:nvSpPr>
        <p:spPr>
          <a:xfrm>
            <a:off x="273304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Freeform 695"/>
          <p:cNvSpPr/>
          <p:nvPr/>
        </p:nvSpPr>
        <p:spPr>
          <a:xfrm>
            <a:off x="273685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Freeform 696"/>
          <p:cNvSpPr/>
          <p:nvPr/>
        </p:nvSpPr>
        <p:spPr>
          <a:xfrm>
            <a:off x="27406600" y="-24028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Freeform 697"/>
          <p:cNvSpPr/>
          <p:nvPr/>
        </p:nvSpPr>
        <p:spPr>
          <a:xfrm>
            <a:off x="27432000" y="-2406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Freeform 698"/>
          <p:cNvSpPr/>
          <p:nvPr/>
        </p:nvSpPr>
        <p:spPr>
          <a:xfrm>
            <a:off x="27470100" y="-24155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Freeform 699"/>
          <p:cNvSpPr/>
          <p:nvPr/>
        </p:nvSpPr>
        <p:spPr>
          <a:xfrm>
            <a:off x="27508200" y="-24206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2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44FFBB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Freeform 700"/>
          <p:cNvSpPr/>
          <p:nvPr/>
        </p:nvSpPr>
        <p:spPr>
          <a:xfrm>
            <a:off x="27533600" y="-2420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67FF98"/>
          </a:solidFill>
          <a:ln w="3175">
            <a:solidFill>
              <a:srgbClr val="52CC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Freeform 701"/>
          <p:cNvSpPr/>
          <p:nvPr/>
        </p:nvSpPr>
        <p:spPr>
          <a:xfrm>
            <a:off x="27571700" y="-2420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6CFF93"/>
          </a:solidFill>
          <a:ln w="3175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reeform 702"/>
          <p:cNvSpPr/>
          <p:nvPr/>
        </p:nvSpPr>
        <p:spPr>
          <a:xfrm>
            <a:off x="27609800" y="-2421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6CFF93"/>
          </a:solidFill>
          <a:ln w="3175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Freeform 703"/>
          <p:cNvSpPr/>
          <p:nvPr/>
        </p:nvSpPr>
        <p:spPr>
          <a:xfrm>
            <a:off x="27647900" y="-243332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2"/>
                </a:lnTo>
                <a:lnTo>
                  <a:pt x="2" y="0"/>
                </a:lnTo>
                <a:lnTo>
                  <a:pt x="0" y="9"/>
                </a:lnTo>
                <a:lnTo>
                  <a:pt x="1" y="11"/>
                </a:lnTo>
                <a:close/>
              </a:path>
            </a:pathLst>
          </a:custGeom>
          <a:solidFill>
            <a:srgbClr val="D0FF2F"/>
          </a:solidFill>
          <a:ln w="3175">
            <a:solidFill>
              <a:srgbClr val="A6C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Freeform 704"/>
          <p:cNvSpPr/>
          <p:nvPr/>
        </p:nvSpPr>
        <p:spPr>
          <a:xfrm>
            <a:off x="27673300" y="-244475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2"/>
                </a:lnTo>
                <a:lnTo>
                  <a:pt x="3" y="0"/>
                </a:lnTo>
                <a:lnTo>
                  <a:pt x="0" y="9"/>
                </a:lnTo>
                <a:lnTo>
                  <a:pt x="1" y="11"/>
                </a:lnTo>
                <a:close/>
              </a:path>
            </a:pathLst>
          </a:custGeom>
          <a:solidFill>
            <a:srgbClr val="FF6E00"/>
          </a:solidFill>
          <a:ln w="3175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Freeform 705"/>
          <p:cNvSpPr/>
          <p:nvPr/>
        </p:nvSpPr>
        <p:spPr>
          <a:xfrm>
            <a:off x="27711400" y="-24511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2"/>
                </a:lnTo>
                <a:lnTo>
                  <a:pt x="3" y="0"/>
                </a:lnTo>
                <a:lnTo>
                  <a:pt x="0" y="5"/>
                </a:lnTo>
                <a:lnTo>
                  <a:pt x="1" y="7"/>
                </a:lnTo>
                <a:close/>
              </a:path>
            </a:pathLst>
          </a:custGeom>
          <a:solidFill>
            <a:srgbClr val="DA0000"/>
          </a:solidFill>
          <a:ln w="3175">
            <a:solidFill>
              <a:srgbClr val="A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Freeform 706"/>
          <p:cNvSpPr/>
          <p:nvPr/>
        </p:nvSpPr>
        <p:spPr>
          <a:xfrm>
            <a:off x="27749500" y="-24523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A0000"/>
          </a:solidFill>
          <a:ln w="3175">
            <a:solidFill>
              <a:srgbClr val="7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Freeform 707"/>
          <p:cNvSpPr/>
          <p:nvPr/>
        </p:nvSpPr>
        <p:spPr>
          <a:xfrm>
            <a:off x="27774900" y="-2452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Freeform 708"/>
          <p:cNvSpPr/>
          <p:nvPr/>
        </p:nvSpPr>
        <p:spPr>
          <a:xfrm>
            <a:off x="27813000" y="-2453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Freeform 709"/>
          <p:cNvSpPr/>
          <p:nvPr/>
        </p:nvSpPr>
        <p:spPr>
          <a:xfrm>
            <a:off x="27851100" y="-2453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Freeform 710"/>
          <p:cNvSpPr/>
          <p:nvPr/>
        </p:nvSpPr>
        <p:spPr>
          <a:xfrm>
            <a:off x="27889200" y="-24536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Freeform 711"/>
          <p:cNvSpPr/>
          <p:nvPr/>
        </p:nvSpPr>
        <p:spPr>
          <a:xfrm>
            <a:off x="27914600" y="-2453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Freeform 712"/>
          <p:cNvSpPr/>
          <p:nvPr/>
        </p:nvSpPr>
        <p:spPr>
          <a:xfrm>
            <a:off x="26936700" y="-2400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Freeform 713"/>
          <p:cNvSpPr/>
          <p:nvPr/>
        </p:nvSpPr>
        <p:spPr>
          <a:xfrm>
            <a:off x="26974800" y="-2400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reeform 714"/>
          <p:cNvSpPr/>
          <p:nvPr/>
        </p:nvSpPr>
        <p:spPr>
          <a:xfrm>
            <a:off x="27012900" y="-24003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Freeform 715"/>
          <p:cNvSpPr/>
          <p:nvPr/>
        </p:nvSpPr>
        <p:spPr>
          <a:xfrm>
            <a:off x="270383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Freeform 716"/>
          <p:cNvSpPr/>
          <p:nvPr/>
        </p:nvSpPr>
        <p:spPr>
          <a:xfrm>
            <a:off x="270764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Freeform 717"/>
          <p:cNvSpPr/>
          <p:nvPr/>
        </p:nvSpPr>
        <p:spPr>
          <a:xfrm>
            <a:off x="271145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Freeform 718"/>
          <p:cNvSpPr/>
          <p:nvPr/>
        </p:nvSpPr>
        <p:spPr>
          <a:xfrm>
            <a:off x="27152600" y="-2401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Freeform 719"/>
          <p:cNvSpPr/>
          <p:nvPr/>
        </p:nvSpPr>
        <p:spPr>
          <a:xfrm>
            <a:off x="271780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Freeform 720"/>
          <p:cNvSpPr/>
          <p:nvPr/>
        </p:nvSpPr>
        <p:spPr>
          <a:xfrm>
            <a:off x="272161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Freeform 721"/>
          <p:cNvSpPr/>
          <p:nvPr/>
        </p:nvSpPr>
        <p:spPr>
          <a:xfrm>
            <a:off x="27254200" y="-2402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Freeform 722"/>
          <p:cNvSpPr/>
          <p:nvPr/>
        </p:nvSpPr>
        <p:spPr>
          <a:xfrm>
            <a:off x="272796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Freeform 723"/>
          <p:cNvSpPr/>
          <p:nvPr/>
        </p:nvSpPr>
        <p:spPr>
          <a:xfrm>
            <a:off x="273177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Freeform 724"/>
          <p:cNvSpPr/>
          <p:nvPr/>
        </p:nvSpPr>
        <p:spPr>
          <a:xfrm>
            <a:off x="273558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Freeform 725"/>
          <p:cNvSpPr/>
          <p:nvPr/>
        </p:nvSpPr>
        <p:spPr>
          <a:xfrm>
            <a:off x="273939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Freeform 726"/>
          <p:cNvSpPr/>
          <p:nvPr/>
        </p:nvSpPr>
        <p:spPr>
          <a:xfrm>
            <a:off x="274193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Freeform 727"/>
          <p:cNvSpPr/>
          <p:nvPr/>
        </p:nvSpPr>
        <p:spPr>
          <a:xfrm>
            <a:off x="27457400" y="-24168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Freeform 728"/>
          <p:cNvSpPr/>
          <p:nvPr/>
        </p:nvSpPr>
        <p:spPr>
          <a:xfrm>
            <a:off x="27495500" y="-24206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Freeform 729"/>
          <p:cNvSpPr/>
          <p:nvPr/>
        </p:nvSpPr>
        <p:spPr>
          <a:xfrm>
            <a:off x="27520900" y="-2421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Freeform 730"/>
          <p:cNvSpPr/>
          <p:nvPr/>
        </p:nvSpPr>
        <p:spPr>
          <a:xfrm>
            <a:off x="27559000" y="-2421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CFF83"/>
          </a:solidFill>
          <a:ln w="3175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Freeform 731"/>
          <p:cNvSpPr/>
          <p:nvPr/>
        </p:nvSpPr>
        <p:spPr>
          <a:xfrm>
            <a:off x="27597100" y="-2423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CFF83"/>
          </a:solidFill>
          <a:ln w="3175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Freeform 732"/>
          <p:cNvSpPr/>
          <p:nvPr/>
        </p:nvSpPr>
        <p:spPr>
          <a:xfrm>
            <a:off x="27635200" y="-243459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"/>
                </a:lnTo>
                <a:lnTo>
                  <a:pt x="2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E1FF1E"/>
          </a:solidFill>
          <a:ln w="3175">
            <a:solidFill>
              <a:srgbClr val="B4C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Freeform 733"/>
          <p:cNvSpPr/>
          <p:nvPr/>
        </p:nvSpPr>
        <p:spPr>
          <a:xfrm>
            <a:off x="27660600" y="-244602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FF5D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Freeform 734"/>
          <p:cNvSpPr/>
          <p:nvPr/>
        </p:nvSpPr>
        <p:spPr>
          <a:xfrm>
            <a:off x="27698700" y="-24523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90000"/>
          </a:solidFill>
          <a:ln w="3175">
            <a:solidFill>
              <a:srgbClr val="A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Freeform 735"/>
          <p:cNvSpPr/>
          <p:nvPr/>
        </p:nvSpPr>
        <p:spPr>
          <a:xfrm>
            <a:off x="27736800" y="-24536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A0000"/>
          </a:solidFill>
          <a:ln w="3175">
            <a:solidFill>
              <a:srgbClr val="6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Freeform 736"/>
          <p:cNvSpPr/>
          <p:nvPr/>
        </p:nvSpPr>
        <p:spPr>
          <a:xfrm>
            <a:off x="27762200" y="-2453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Freeform 737"/>
          <p:cNvSpPr/>
          <p:nvPr/>
        </p:nvSpPr>
        <p:spPr>
          <a:xfrm>
            <a:off x="27800300" y="-2453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Freeform 738"/>
          <p:cNvSpPr/>
          <p:nvPr/>
        </p:nvSpPr>
        <p:spPr>
          <a:xfrm>
            <a:off x="278384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Freeform 739"/>
          <p:cNvSpPr/>
          <p:nvPr/>
        </p:nvSpPr>
        <p:spPr>
          <a:xfrm>
            <a:off x="278765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Freeform 740"/>
          <p:cNvSpPr/>
          <p:nvPr/>
        </p:nvSpPr>
        <p:spPr>
          <a:xfrm>
            <a:off x="279019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Freeform 741"/>
          <p:cNvSpPr/>
          <p:nvPr/>
        </p:nvSpPr>
        <p:spPr>
          <a:xfrm>
            <a:off x="269240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Freeform 742"/>
          <p:cNvSpPr/>
          <p:nvPr/>
        </p:nvSpPr>
        <p:spPr>
          <a:xfrm>
            <a:off x="269621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Freeform 743"/>
          <p:cNvSpPr/>
          <p:nvPr/>
        </p:nvSpPr>
        <p:spPr>
          <a:xfrm>
            <a:off x="27000200" y="-2401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Freeform 744"/>
          <p:cNvSpPr/>
          <p:nvPr/>
        </p:nvSpPr>
        <p:spPr>
          <a:xfrm>
            <a:off x="270256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Freeform 745"/>
          <p:cNvSpPr/>
          <p:nvPr/>
        </p:nvSpPr>
        <p:spPr>
          <a:xfrm>
            <a:off x="270637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Freeform 746"/>
          <p:cNvSpPr/>
          <p:nvPr/>
        </p:nvSpPr>
        <p:spPr>
          <a:xfrm>
            <a:off x="271018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Freeform 747"/>
          <p:cNvSpPr/>
          <p:nvPr/>
        </p:nvSpPr>
        <p:spPr>
          <a:xfrm>
            <a:off x="27139900" y="-2402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Freeform 748"/>
          <p:cNvSpPr/>
          <p:nvPr/>
        </p:nvSpPr>
        <p:spPr>
          <a:xfrm>
            <a:off x="271653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Freeform 749"/>
          <p:cNvSpPr/>
          <p:nvPr/>
        </p:nvSpPr>
        <p:spPr>
          <a:xfrm>
            <a:off x="272034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Freeform 750"/>
          <p:cNvSpPr/>
          <p:nvPr/>
        </p:nvSpPr>
        <p:spPr>
          <a:xfrm>
            <a:off x="272415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Freeform 751"/>
          <p:cNvSpPr/>
          <p:nvPr/>
        </p:nvSpPr>
        <p:spPr>
          <a:xfrm>
            <a:off x="272669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Freeform 752"/>
          <p:cNvSpPr/>
          <p:nvPr/>
        </p:nvSpPr>
        <p:spPr>
          <a:xfrm>
            <a:off x="273050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Freeform 753"/>
          <p:cNvSpPr/>
          <p:nvPr/>
        </p:nvSpPr>
        <p:spPr>
          <a:xfrm>
            <a:off x="273431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Freeform 754"/>
          <p:cNvSpPr/>
          <p:nvPr/>
        </p:nvSpPr>
        <p:spPr>
          <a:xfrm>
            <a:off x="273812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Freeform 755"/>
          <p:cNvSpPr/>
          <p:nvPr/>
        </p:nvSpPr>
        <p:spPr>
          <a:xfrm>
            <a:off x="27406600" y="-2407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Freeform 756"/>
          <p:cNvSpPr/>
          <p:nvPr/>
        </p:nvSpPr>
        <p:spPr>
          <a:xfrm>
            <a:off x="27444700" y="-24168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Freeform 757"/>
          <p:cNvSpPr/>
          <p:nvPr/>
        </p:nvSpPr>
        <p:spPr>
          <a:xfrm>
            <a:off x="27482800" y="-24218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Freeform 758"/>
          <p:cNvSpPr/>
          <p:nvPr/>
        </p:nvSpPr>
        <p:spPr>
          <a:xfrm>
            <a:off x="27508200" y="-2423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Freeform 759"/>
          <p:cNvSpPr/>
          <p:nvPr/>
        </p:nvSpPr>
        <p:spPr>
          <a:xfrm>
            <a:off x="27546300" y="-2423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Freeform 760"/>
          <p:cNvSpPr/>
          <p:nvPr/>
        </p:nvSpPr>
        <p:spPr>
          <a:xfrm>
            <a:off x="27584400" y="-2423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Freeform 761"/>
          <p:cNvSpPr/>
          <p:nvPr/>
        </p:nvSpPr>
        <p:spPr>
          <a:xfrm>
            <a:off x="27622500" y="-243586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Freeform 762"/>
          <p:cNvSpPr/>
          <p:nvPr/>
        </p:nvSpPr>
        <p:spPr>
          <a:xfrm>
            <a:off x="27647900" y="-244602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Freeform 763"/>
          <p:cNvSpPr/>
          <p:nvPr/>
        </p:nvSpPr>
        <p:spPr>
          <a:xfrm>
            <a:off x="27686000" y="-24536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Freeform 764"/>
          <p:cNvSpPr/>
          <p:nvPr/>
        </p:nvSpPr>
        <p:spPr>
          <a:xfrm>
            <a:off x="27724100" y="-2453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Freeform 765"/>
          <p:cNvSpPr/>
          <p:nvPr/>
        </p:nvSpPr>
        <p:spPr>
          <a:xfrm>
            <a:off x="277495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Freeform 766"/>
          <p:cNvSpPr/>
          <p:nvPr/>
        </p:nvSpPr>
        <p:spPr>
          <a:xfrm>
            <a:off x="277876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Freeform 767"/>
          <p:cNvSpPr/>
          <p:nvPr/>
        </p:nvSpPr>
        <p:spPr>
          <a:xfrm>
            <a:off x="278257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Freeform 768"/>
          <p:cNvSpPr/>
          <p:nvPr/>
        </p:nvSpPr>
        <p:spPr>
          <a:xfrm>
            <a:off x="27863800" y="-24549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Freeform 769"/>
          <p:cNvSpPr/>
          <p:nvPr/>
        </p:nvSpPr>
        <p:spPr>
          <a:xfrm>
            <a:off x="278892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Freeform 770"/>
          <p:cNvSpPr/>
          <p:nvPr/>
        </p:nvSpPr>
        <p:spPr>
          <a:xfrm>
            <a:off x="26911300" y="-2401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Freeform 771"/>
          <p:cNvSpPr/>
          <p:nvPr/>
        </p:nvSpPr>
        <p:spPr>
          <a:xfrm>
            <a:off x="269494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Freeform 772"/>
          <p:cNvSpPr/>
          <p:nvPr/>
        </p:nvSpPr>
        <p:spPr>
          <a:xfrm>
            <a:off x="26987500" y="-2402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Freeform 773"/>
          <p:cNvSpPr/>
          <p:nvPr/>
        </p:nvSpPr>
        <p:spPr>
          <a:xfrm>
            <a:off x="270129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Freeform 774"/>
          <p:cNvSpPr/>
          <p:nvPr/>
        </p:nvSpPr>
        <p:spPr>
          <a:xfrm>
            <a:off x="270510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Freeform 775"/>
          <p:cNvSpPr/>
          <p:nvPr/>
        </p:nvSpPr>
        <p:spPr>
          <a:xfrm>
            <a:off x="27089100" y="-24028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Freeform 776"/>
          <p:cNvSpPr/>
          <p:nvPr/>
        </p:nvSpPr>
        <p:spPr>
          <a:xfrm>
            <a:off x="271272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Freeform 777"/>
          <p:cNvSpPr/>
          <p:nvPr/>
        </p:nvSpPr>
        <p:spPr>
          <a:xfrm>
            <a:off x="271526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Freeform 778"/>
          <p:cNvSpPr/>
          <p:nvPr/>
        </p:nvSpPr>
        <p:spPr>
          <a:xfrm>
            <a:off x="271907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Freeform 779"/>
          <p:cNvSpPr/>
          <p:nvPr/>
        </p:nvSpPr>
        <p:spPr>
          <a:xfrm>
            <a:off x="27228800" y="-24041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Freeform 780"/>
          <p:cNvSpPr/>
          <p:nvPr/>
        </p:nvSpPr>
        <p:spPr>
          <a:xfrm>
            <a:off x="272542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Freeform 781"/>
          <p:cNvSpPr/>
          <p:nvPr/>
        </p:nvSpPr>
        <p:spPr>
          <a:xfrm>
            <a:off x="272923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Freeform 782"/>
          <p:cNvSpPr/>
          <p:nvPr/>
        </p:nvSpPr>
        <p:spPr>
          <a:xfrm>
            <a:off x="273304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Freeform 783"/>
          <p:cNvSpPr/>
          <p:nvPr/>
        </p:nvSpPr>
        <p:spPr>
          <a:xfrm>
            <a:off x="27368500" y="-24053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Freeform 784"/>
          <p:cNvSpPr/>
          <p:nvPr/>
        </p:nvSpPr>
        <p:spPr>
          <a:xfrm>
            <a:off x="27393900" y="-2409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Freeform 785"/>
          <p:cNvSpPr/>
          <p:nvPr/>
        </p:nvSpPr>
        <p:spPr>
          <a:xfrm>
            <a:off x="27432000" y="-24180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Freeform 786"/>
          <p:cNvSpPr/>
          <p:nvPr/>
        </p:nvSpPr>
        <p:spPr>
          <a:xfrm>
            <a:off x="27470100" y="-24231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Freeform 787"/>
          <p:cNvSpPr/>
          <p:nvPr/>
        </p:nvSpPr>
        <p:spPr>
          <a:xfrm>
            <a:off x="27495500" y="-2423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Freeform 788"/>
          <p:cNvSpPr/>
          <p:nvPr/>
        </p:nvSpPr>
        <p:spPr>
          <a:xfrm>
            <a:off x="27533600" y="-2424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Freeform 789"/>
          <p:cNvSpPr/>
          <p:nvPr/>
        </p:nvSpPr>
        <p:spPr>
          <a:xfrm>
            <a:off x="27571700" y="-2424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Freeform 790"/>
          <p:cNvSpPr/>
          <p:nvPr/>
        </p:nvSpPr>
        <p:spPr>
          <a:xfrm>
            <a:off x="27609800" y="-243586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0"/>
                </a:lnTo>
                <a:lnTo>
                  <a:pt x="2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Freeform 791"/>
          <p:cNvSpPr/>
          <p:nvPr/>
        </p:nvSpPr>
        <p:spPr>
          <a:xfrm>
            <a:off x="27635200" y="-244729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Freeform 792"/>
          <p:cNvSpPr/>
          <p:nvPr/>
        </p:nvSpPr>
        <p:spPr>
          <a:xfrm>
            <a:off x="27673300" y="-24536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Freeform 793"/>
          <p:cNvSpPr/>
          <p:nvPr/>
        </p:nvSpPr>
        <p:spPr>
          <a:xfrm>
            <a:off x="27711400" y="-2454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Freeform 794"/>
          <p:cNvSpPr/>
          <p:nvPr/>
        </p:nvSpPr>
        <p:spPr>
          <a:xfrm>
            <a:off x="277368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Freeform 795"/>
          <p:cNvSpPr/>
          <p:nvPr/>
        </p:nvSpPr>
        <p:spPr>
          <a:xfrm>
            <a:off x="277749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Freeform 796"/>
          <p:cNvSpPr/>
          <p:nvPr/>
        </p:nvSpPr>
        <p:spPr>
          <a:xfrm>
            <a:off x="278130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Freeform 797"/>
          <p:cNvSpPr/>
          <p:nvPr/>
        </p:nvSpPr>
        <p:spPr>
          <a:xfrm>
            <a:off x="278511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Freeform 798"/>
          <p:cNvSpPr/>
          <p:nvPr/>
        </p:nvSpPr>
        <p:spPr>
          <a:xfrm>
            <a:off x="278765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Freeform 799"/>
          <p:cNvSpPr/>
          <p:nvPr/>
        </p:nvSpPr>
        <p:spPr>
          <a:xfrm>
            <a:off x="268986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Freeform 800"/>
          <p:cNvSpPr/>
          <p:nvPr/>
        </p:nvSpPr>
        <p:spPr>
          <a:xfrm>
            <a:off x="269367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Freeform 801"/>
          <p:cNvSpPr/>
          <p:nvPr/>
        </p:nvSpPr>
        <p:spPr>
          <a:xfrm>
            <a:off x="26974800" y="-24028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Freeform 802"/>
          <p:cNvSpPr/>
          <p:nvPr/>
        </p:nvSpPr>
        <p:spPr>
          <a:xfrm>
            <a:off x="270002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Freeform 803"/>
          <p:cNvSpPr/>
          <p:nvPr/>
        </p:nvSpPr>
        <p:spPr>
          <a:xfrm>
            <a:off x="270383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Freeform 804"/>
          <p:cNvSpPr/>
          <p:nvPr/>
        </p:nvSpPr>
        <p:spPr>
          <a:xfrm>
            <a:off x="270764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Freeform 805"/>
          <p:cNvSpPr/>
          <p:nvPr/>
        </p:nvSpPr>
        <p:spPr>
          <a:xfrm>
            <a:off x="271145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Freeform 806"/>
          <p:cNvSpPr/>
          <p:nvPr/>
        </p:nvSpPr>
        <p:spPr>
          <a:xfrm>
            <a:off x="271399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Freeform 807"/>
          <p:cNvSpPr/>
          <p:nvPr/>
        </p:nvSpPr>
        <p:spPr>
          <a:xfrm>
            <a:off x="271780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Freeform 808"/>
          <p:cNvSpPr/>
          <p:nvPr/>
        </p:nvSpPr>
        <p:spPr>
          <a:xfrm>
            <a:off x="272161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Freeform 809"/>
          <p:cNvSpPr/>
          <p:nvPr/>
        </p:nvSpPr>
        <p:spPr>
          <a:xfrm>
            <a:off x="272415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Freeform 810"/>
          <p:cNvSpPr/>
          <p:nvPr/>
        </p:nvSpPr>
        <p:spPr>
          <a:xfrm>
            <a:off x="272796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Freeform 811"/>
          <p:cNvSpPr/>
          <p:nvPr/>
        </p:nvSpPr>
        <p:spPr>
          <a:xfrm>
            <a:off x="273177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Freeform 812"/>
          <p:cNvSpPr/>
          <p:nvPr/>
        </p:nvSpPr>
        <p:spPr>
          <a:xfrm>
            <a:off x="273558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Freeform 813"/>
          <p:cNvSpPr/>
          <p:nvPr/>
        </p:nvSpPr>
        <p:spPr>
          <a:xfrm>
            <a:off x="27381200" y="-2410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Freeform 814"/>
          <p:cNvSpPr/>
          <p:nvPr/>
        </p:nvSpPr>
        <p:spPr>
          <a:xfrm>
            <a:off x="27419300" y="-24193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Freeform 815"/>
          <p:cNvSpPr/>
          <p:nvPr/>
        </p:nvSpPr>
        <p:spPr>
          <a:xfrm>
            <a:off x="27457400" y="-2423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Freeform 816"/>
          <p:cNvSpPr/>
          <p:nvPr/>
        </p:nvSpPr>
        <p:spPr>
          <a:xfrm>
            <a:off x="27482800" y="-2424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Freeform 817"/>
          <p:cNvSpPr/>
          <p:nvPr/>
        </p:nvSpPr>
        <p:spPr>
          <a:xfrm>
            <a:off x="27520900" y="-2424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Freeform 818"/>
          <p:cNvSpPr/>
          <p:nvPr/>
        </p:nvSpPr>
        <p:spPr>
          <a:xfrm>
            <a:off x="27559000" y="-24244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Freeform 819"/>
          <p:cNvSpPr/>
          <p:nvPr/>
        </p:nvSpPr>
        <p:spPr>
          <a:xfrm>
            <a:off x="27597100" y="-24371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Freeform 820"/>
          <p:cNvSpPr/>
          <p:nvPr/>
        </p:nvSpPr>
        <p:spPr>
          <a:xfrm>
            <a:off x="27622500" y="-244856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Freeform 821"/>
          <p:cNvSpPr/>
          <p:nvPr/>
        </p:nvSpPr>
        <p:spPr>
          <a:xfrm>
            <a:off x="27660600" y="-24549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Freeform 822"/>
          <p:cNvSpPr/>
          <p:nvPr/>
        </p:nvSpPr>
        <p:spPr>
          <a:xfrm>
            <a:off x="27698700" y="-24561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Freeform 823"/>
          <p:cNvSpPr/>
          <p:nvPr/>
        </p:nvSpPr>
        <p:spPr>
          <a:xfrm>
            <a:off x="277241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Freeform 824"/>
          <p:cNvSpPr/>
          <p:nvPr/>
        </p:nvSpPr>
        <p:spPr>
          <a:xfrm>
            <a:off x="277622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Freeform 825"/>
          <p:cNvSpPr/>
          <p:nvPr/>
        </p:nvSpPr>
        <p:spPr>
          <a:xfrm>
            <a:off x="278003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Freeform 826"/>
          <p:cNvSpPr/>
          <p:nvPr/>
        </p:nvSpPr>
        <p:spPr>
          <a:xfrm>
            <a:off x="27838400" y="-2457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Freeform 827"/>
          <p:cNvSpPr/>
          <p:nvPr/>
        </p:nvSpPr>
        <p:spPr>
          <a:xfrm>
            <a:off x="278638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Freeform 828"/>
          <p:cNvSpPr/>
          <p:nvPr/>
        </p:nvSpPr>
        <p:spPr>
          <a:xfrm>
            <a:off x="268859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Freeform 829"/>
          <p:cNvSpPr/>
          <p:nvPr/>
        </p:nvSpPr>
        <p:spPr>
          <a:xfrm>
            <a:off x="269240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Freeform 830"/>
          <p:cNvSpPr/>
          <p:nvPr/>
        </p:nvSpPr>
        <p:spPr>
          <a:xfrm>
            <a:off x="269621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Freeform 831"/>
          <p:cNvSpPr/>
          <p:nvPr/>
        </p:nvSpPr>
        <p:spPr>
          <a:xfrm>
            <a:off x="269875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Freeform 832"/>
          <p:cNvSpPr/>
          <p:nvPr/>
        </p:nvSpPr>
        <p:spPr>
          <a:xfrm>
            <a:off x="270256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Freeform 833"/>
          <p:cNvSpPr/>
          <p:nvPr/>
        </p:nvSpPr>
        <p:spPr>
          <a:xfrm>
            <a:off x="270637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Freeform 834"/>
          <p:cNvSpPr/>
          <p:nvPr/>
        </p:nvSpPr>
        <p:spPr>
          <a:xfrm>
            <a:off x="271018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Freeform 835"/>
          <p:cNvSpPr/>
          <p:nvPr/>
        </p:nvSpPr>
        <p:spPr>
          <a:xfrm>
            <a:off x="271272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Freeform 836"/>
          <p:cNvSpPr/>
          <p:nvPr/>
        </p:nvSpPr>
        <p:spPr>
          <a:xfrm>
            <a:off x="271653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Freeform 837"/>
          <p:cNvSpPr/>
          <p:nvPr/>
        </p:nvSpPr>
        <p:spPr>
          <a:xfrm>
            <a:off x="272034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Freeform 838"/>
          <p:cNvSpPr/>
          <p:nvPr/>
        </p:nvSpPr>
        <p:spPr>
          <a:xfrm>
            <a:off x="272288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Freeform 839"/>
          <p:cNvSpPr/>
          <p:nvPr/>
        </p:nvSpPr>
        <p:spPr>
          <a:xfrm>
            <a:off x="272669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Freeform 840"/>
          <p:cNvSpPr/>
          <p:nvPr/>
        </p:nvSpPr>
        <p:spPr>
          <a:xfrm>
            <a:off x="27305000" y="-24066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Freeform 841"/>
          <p:cNvSpPr/>
          <p:nvPr/>
        </p:nvSpPr>
        <p:spPr>
          <a:xfrm>
            <a:off x="273431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Freeform 842"/>
          <p:cNvSpPr/>
          <p:nvPr/>
        </p:nvSpPr>
        <p:spPr>
          <a:xfrm>
            <a:off x="27368500" y="-2410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Freeform 843"/>
          <p:cNvSpPr/>
          <p:nvPr/>
        </p:nvSpPr>
        <p:spPr>
          <a:xfrm>
            <a:off x="27406600" y="-24193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Freeform 844"/>
          <p:cNvSpPr/>
          <p:nvPr/>
        </p:nvSpPr>
        <p:spPr>
          <a:xfrm>
            <a:off x="27444700" y="-2424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Freeform 845"/>
          <p:cNvSpPr/>
          <p:nvPr/>
        </p:nvSpPr>
        <p:spPr>
          <a:xfrm>
            <a:off x="27470100" y="-24257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Freeform 846"/>
          <p:cNvSpPr/>
          <p:nvPr/>
        </p:nvSpPr>
        <p:spPr>
          <a:xfrm>
            <a:off x="27508200" y="-2425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Freeform 847"/>
          <p:cNvSpPr/>
          <p:nvPr/>
        </p:nvSpPr>
        <p:spPr>
          <a:xfrm>
            <a:off x="27546300" y="-2425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Freeform 848"/>
          <p:cNvSpPr/>
          <p:nvPr/>
        </p:nvSpPr>
        <p:spPr>
          <a:xfrm>
            <a:off x="27584400" y="-243840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Freeform 849"/>
          <p:cNvSpPr/>
          <p:nvPr/>
        </p:nvSpPr>
        <p:spPr>
          <a:xfrm>
            <a:off x="27609800" y="-24485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Freeform 850"/>
          <p:cNvSpPr/>
          <p:nvPr/>
        </p:nvSpPr>
        <p:spPr>
          <a:xfrm>
            <a:off x="27647900" y="-24549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Freeform 851"/>
          <p:cNvSpPr/>
          <p:nvPr/>
        </p:nvSpPr>
        <p:spPr>
          <a:xfrm>
            <a:off x="276860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Freeform 852"/>
          <p:cNvSpPr/>
          <p:nvPr/>
        </p:nvSpPr>
        <p:spPr>
          <a:xfrm>
            <a:off x="277114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Freeform 853"/>
          <p:cNvSpPr/>
          <p:nvPr/>
        </p:nvSpPr>
        <p:spPr>
          <a:xfrm>
            <a:off x="277495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Freeform 854"/>
          <p:cNvSpPr/>
          <p:nvPr/>
        </p:nvSpPr>
        <p:spPr>
          <a:xfrm>
            <a:off x="277876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Freeform 855"/>
          <p:cNvSpPr/>
          <p:nvPr/>
        </p:nvSpPr>
        <p:spPr>
          <a:xfrm>
            <a:off x="27825700" y="-24574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Freeform 856"/>
          <p:cNvSpPr/>
          <p:nvPr/>
        </p:nvSpPr>
        <p:spPr>
          <a:xfrm>
            <a:off x="278511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Freeform 857"/>
          <p:cNvSpPr/>
          <p:nvPr/>
        </p:nvSpPr>
        <p:spPr>
          <a:xfrm>
            <a:off x="268732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Freeform 858"/>
          <p:cNvSpPr/>
          <p:nvPr/>
        </p:nvSpPr>
        <p:spPr>
          <a:xfrm>
            <a:off x="269113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reeform 859"/>
          <p:cNvSpPr/>
          <p:nvPr/>
        </p:nvSpPr>
        <p:spPr>
          <a:xfrm>
            <a:off x="269494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reeform 860"/>
          <p:cNvSpPr/>
          <p:nvPr/>
        </p:nvSpPr>
        <p:spPr>
          <a:xfrm>
            <a:off x="269875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Freeform 861"/>
          <p:cNvSpPr/>
          <p:nvPr/>
        </p:nvSpPr>
        <p:spPr>
          <a:xfrm>
            <a:off x="270129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Freeform 862"/>
          <p:cNvSpPr/>
          <p:nvPr/>
        </p:nvSpPr>
        <p:spPr>
          <a:xfrm>
            <a:off x="27051000" y="-24053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Freeform 863"/>
          <p:cNvSpPr/>
          <p:nvPr/>
        </p:nvSpPr>
        <p:spPr>
          <a:xfrm>
            <a:off x="270891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Freeform 864"/>
          <p:cNvSpPr/>
          <p:nvPr/>
        </p:nvSpPr>
        <p:spPr>
          <a:xfrm>
            <a:off x="271145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Freeform 865"/>
          <p:cNvSpPr/>
          <p:nvPr/>
        </p:nvSpPr>
        <p:spPr>
          <a:xfrm>
            <a:off x="271526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Freeform 866"/>
          <p:cNvSpPr/>
          <p:nvPr/>
        </p:nvSpPr>
        <p:spPr>
          <a:xfrm>
            <a:off x="27190700" y="-24066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Freeform 867"/>
          <p:cNvSpPr/>
          <p:nvPr/>
        </p:nvSpPr>
        <p:spPr>
          <a:xfrm>
            <a:off x="272288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Freeform 868"/>
          <p:cNvSpPr/>
          <p:nvPr/>
        </p:nvSpPr>
        <p:spPr>
          <a:xfrm>
            <a:off x="272542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Freeform 869"/>
          <p:cNvSpPr/>
          <p:nvPr/>
        </p:nvSpPr>
        <p:spPr>
          <a:xfrm>
            <a:off x="272923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Freeform 870"/>
          <p:cNvSpPr/>
          <p:nvPr/>
        </p:nvSpPr>
        <p:spPr>
          <a:xfrm>
            <a:off x="273304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Freeform 871"/>
          <p:cNvSpPr/>
          <p:nvPr/>
        </p:nvSpPr>
        <p:spPr>
          <a:xfrm>
            <a:off x="27355800" y="-2411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Freeform 872"/>
          <p:cNvSpPr/>
          <p:nvPr/>
        </p:nvSpPr>
        <p:spPr>
          <a:xfrm>
            <a:off x="27393900" y="-24206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Freeform 873"/>
          <p:cNvSpPr/>
          <p:nvPr/>
        </p:nvSpPr>
        <p:spPr>
          <a:xfrm>
            <a:off x="27432000" y="-24257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Freeform 874"/>
          <p:cNvSpPr/>
          <p:nvPr/>
        </p:nvSpPr>
        <p:spPr>
          <a:xfrm>
            <a:off x="27457400" y="-2425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Freeform 875"/>
          <p:cNvSpPr/>
          <p:nvPr/>
        </p:nvSpPr>
        <p:spPr>
          <a:xfrm>
            <a:off x="27495500" y="-2426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Freeform 876"/>
          <p:cNvSpPr/>
          <p:nvPr/>
        </p:nvSpPr>
        <p:spPr>
          <a:xfrm>
            <a:off x="27533600" y="-2426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Freeform 877"/>
          <p:cNvSpPr/>
          <p:nvPr/>
        </p:nvSpPr>
        <p:spPr>
          <a:xfrm>
            <a:off x="27571700" y="-24384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0"/>
                </a:lnTo>
                <a:lnTo>
                  <a:pt x="2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Freeform 878"/>
          <p:cNvSpPr/>
          <p:nvPr/>
        </p:nvSpPr>
        <p:spPr>
          <a:xfrm>
            <a:off x="27597100" y="-24498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Freeform 879"/>
          <p:cNvSpPr/>
          <p:nvPr/>
        </p:nvSpPr>
        <p:spPr>
          <a:xfrm>
            <a:off x="27635200" y="-24561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Freeform 880"/>
          <p:cNvSpPr/>
          <p:nvPr/>
        </p:nvSpPr>
        <p:spPr>
          <a:xfrm>
            <a:off x="27673300" y="-24574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Freeform 881"/>
          <p:cNvSpPr/>
          <p:nvPr/>
        </p:nvSpPr>
        <p:spPr>
          <a:xfrm>
            <a:off x="276987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Freeform 882"/>
          <p:cNvSpPr/>
          <p:nvPr/>
        </p:nvSpPr>
        <p:spPr>
          <a:xfrm>
            <a:off x="277368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Freeform 883"/>
          <p:cNvSpPr/>
          <p:nvPr/>
        </p:nvSpPr>
        <p:spPr>
          <a:xfrm>
            <a:off x="277749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Freeform 884"/>
          <p:cNvSpPr/>
          <p:nvPr/>
        </p:nvSpPr>
        <p:spPr>
          <a:xfrm>
            <a:off x="27813000" y="-24587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Freeform 885"/>
          <p:cNvSpPr/>
          <p:nvPr/>
        </p:nvSpPr>
        <p:spPr>
          <a:xfrm>
            <a:off x="278384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Freeform 886"/>
          <p:cNvSpPr/>
          <p:nvPr/>
        </p:nvSpPr>
        <p:spPr>
          <a:xfrm>
            <a:off x="268605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Freeform 887"/>
          <p:cNvSpPr/>
          <p:nvPr/>
        </p:nvSpPr>
        <p:spPr>
          <a:xfrm>
            <a:off x="268986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Freeform 888"/>
          <p:cNvSpPr/>
          <p:nvPr/>
        </p:nvSpPr>
        <p:spPr>
          <a:xfrm>
            <a:off x="26936700" y="-24053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Freeform 889"/>
          <p:cNvSpPr/>
          <p:nvPr/>
        </p:nvSpPr>
        <p:spPr>
          <a:xfrm>
            <a:off x="269748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Freeform 890"/>
          <p:cNvSpPr/>
          <p:nvPr/>
        </p:nvSpPr>
        <p:spPr>
          <a:xfrm>
            <a:off x="270002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Freeform 891"/>
          <p:cNvSpPr/>
          <p:nvPr/>
        </p:nvSpPr>
        <p:spPr>
          <a:xfrm>
            <a:off x="270383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Freeform 892"/>
          <p:cNvSpPr/>
          <p:nvPr/>
        </p:nvSpPr>
        <p:spPr>
          <a:xfrm>
            <a:off x="270764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Freeform 893"/>
          <p:cNvSpPr/>
          <p:nvPr/>
        </p:nvSpPr>
        <p:spPr>
          <a:xfrm>
            <a:off x="271018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Freeform 894"/>
          <p:cNvSpPr/>
          <p:nvPr/>
        </p:nvSpPr>
        <p:spPr>
          <a:xfrm>
            <a:off x="271399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Freeform 895"/>
          <p:cNvSpPr/>
          <p:nvPr/>
        </p:nvSpPr>
        <p:spPr>
          <a:xfrm>
            <a:off x="271780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Freeform 896"/>
          <p:cNvSpPr/>
          <p:nvPr/>
        </p:nvSpPr>
        <p:spPr>
          <a:xfrm>
            <a:off x="272161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Freeform 897"/>
          <p:cNvSpPr/>
          <p:nvPr/>
        </p:nvSpPr>
        <p:spPr>
          <a:xfrm>
            <a:off x="272415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Freeform 898"/>
          <p:cNvSpPr/>
          <p:nvPr/>
        </p:nvSpPr>
        <p:spPr>
          <a:xfrm>
            <a:off x="272796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Freeform 899"/>
          <p:cNvSpPr/>
          <p:nvPr/>
        </p:nvSpPr>
        <p:spPr>
          <a:xfrm>
            <a:off x="273177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Freeform 900"/>
          <p:cNvSpPr/>
          <p:nvPr/>
        </p:nvSpPr>
        <p:spPr>
          <a:xfrm>
            <a:off x="27343100" y="-2413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Freeform 901"/>
          <p:cNvSpPr/>
          <p:nvPr/>
        </p:nvSpPr>
        <p:spPr>
          <a:xfrm>
            <a:off x="27381200" y="-24218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Freeform 902"/>
          <p:cNvSpPr/>
          <p:nvPr/>
        </p:nvSpPr>
        <p:spPr>
          <a:xfrm>
            <a:off x="27419300" y="-2425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Freeform 903"/>
          <p:cNvSpPr/>
          <p:nvPr/>
        </p:nvSpPr>
        <p:spPr>
          <a:xfrm>
            <a:off x="27457400" y="-2426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Freeform 904"/>
          <p:cNvSpPr/>
          <p:nvPr/>
        </p:nvSpPr>
        <p:spPr>
          <a:xfrm>
            <a:off x="27482800" y="-2426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Freeform 905"/>
          <p:cNvSpPr/>
          <p:nvPr/>
        </p:nvSpPr>
        <p:spPr>
          <a:xfrm>
            <a:off x="27520900" y="-24269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reeform 906"/>
          <p:cNvSpPr/>
          <p:nvPr/>
        </p:nvSpPr>
        <p:spPr>
          <a:xfrm>
            <a:off x="27559000" y="-243967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Freeform 907"/>
          <p:cNvSpPr/>
          <p:nvPr/>
        </p:nvSpPr>
        <p:spPr>
          <a:xfrm>
            <a:off x="27584400" y="-24498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Freeform 908"/>
          <p:cNvSpPr/>
          <p:nvPr/>
        </p:nvSpPr>
        <p:spPr>
          <a:xfrm>
            <a:off x="27622500" y="-24574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reeform 909"/>
          <p:cNvSpPr/>
          <p:nvPr/>
        </p:nvSpPr>
        <p:spPr>
          <a:xfrm>
            <a:off x="27660600" y="-24587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Freeform 910"/>
          <p:cNvSpPr/>
          <p:nvPr/>
        </p:nvSpPr>
        <p:spPr>
          <a:xfrm>
            <a:off x="27698700" y="-24587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Freeform 911"/>
          <p:cNvSpPr/>
          <p:nvPr/>
        </p:nvSpPr>
        <p:spPr>
          <a:xfrm>
            <a:off x="277241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reeform 912"/>
          <p:cNvSpPr/>
          <p:nvPr/>
        </p:nvSpPr>
        <p:spPr>
          <a:xfrm>
            <a:off x="277622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Freeform 913"/>
          <p:cNvSpPr/>
          <p:nvPr/>
        </p:nvSpPr>
        <p:spPr>
          <a:xfrm>
            <a:off x="27800300" y="-24599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Freeform 914"/>
          <p:cNvSpPr/>
          <p:nvPr/>
        </p:nvSpPr>
        <p:spPr>
          <a:xfrm>
            <a:off x="278257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Freeform 915"/>
          <p:cNvSpPr/>
          <p:nvPr/>
        </p:nvSpPr>
        <p:spPr>
          <a:xfrm>
            <a:off x="268478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Freeform 916"/>
          <p:cNvSpPr/>
          <p:nvPr/>
        </p:nvSpPr>
        <p:spPr>
          <a:xfrm>
            <a:off x="268859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Freeform 917"/>
          <p:cNvSpPr/>
          <p:nvPr/>
        </p:nvSpPr>
        <p:spPr>
          <a:xfrm>
            <a:off x="269240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Freeform 918"/>
          <p:cNvSpPr/>
          <p:nvPr/>
        </p:nvSpPr>
        <p:spPr>
          <a:xfrm>
            <a:off x="269621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Freeform 919"/>
          <p:cNvSpPr/>
          <p:nvPr/>
        </p:nvSpPr>
        <p:spPr>
          <a:xfrm>
            <a:off x="269875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Freeform 920"/>
          <p:cNvSpPr/>
          <p:nvPr/>
        </p:nvSpPr>
        <p:spPr>
          <a:xfrm>
            <a:off x="270256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Freeform 921"/>
          <p:cNvSpPr/>
          <p:nvPr/>
        </p:nvSpPr>
        <p:spPr>
          <a:xfrm>
            <a:off x="270637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Freeform 922"/>
          <p:cNvSpPr/>
          <p:nvPr/>
        </p:nvSpPr>
        <p:spPr>
          <a:xfrm>
            <a:off x="270891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Freeform 923"/>
          <p:cNvSpPr/>
          <p:nvPr/>
        </p:nvSpPr>
        <p:spPr>
          <a:xfrm>
            <a:off x="271272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Freeform 924"/>
          <p:cNvSpPr/>
          <p:nvPr/>
        </p:nvSpPr>
        <p:spPr>
          <a:xfrm>
            <a:off x="271653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Freeform 925"/>
          <p:cNvSpPr/>
          <p:nvPr/>
        </p:nvSpPr>
        <p:spPr>
          <a:xfrm>
            <a:off x="272034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Freeform 926"/>
          <p:cNvSpPr/>
          <p:nvPr/>
        </p:nvSpPr>
        <p:spPr>
          <a:xfrm>
            <a:off x="272288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Freeform 927"/>
          <p:cNvSpPr/>
          <p:nvPr/>
        </p:nvSpPr>
        <p:spPr>
          <a:xfrm>
            <a:off x="27266900" y="-24091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Freeform 928"/>
          <p:cNvSpPr/>
          <p:nvPr/>
        </p:nvSpPr>
        <p:spPr>
          <a:xfrm>
            <a:off x="273050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Freeform 929"/>
          <p:cNvSpPr/>
          <p:nvPr/>
        </p:nvSpPr>
        <p:spPr>
          <a:xfrm>
            <a:off x="27330400" y="-2413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Freeform 930"/>
          <p:cNvSpPr/>
          <p:nvPr/>
        </p:nvSpPr>
        <p:spPr>
          <a:xfrm>
            <a:off x="27368500" y="-24218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Freeform 931"/>
          <p:cNvSpPr/>
          <p:nvPr/>
        </p:nvSpPr>
        <p:spPr>
          <a:xfrm>
            <a:off x="27406600" y="-2426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Freeform 932"/>
          <p:cNvSpPr/>
          <p:nvPr/>
        </p:nvSpPr>
        <p:spPr>
          <a:xfrm>
            <a:off x="27444700" y="-24282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Freeform 933"/>
          <p:cNvSpPr/>
          <p:nvPr/>
        </p:nvSpPr>
        <p:spPr>
          <a:xfrm>
            <a:off x="27470100" y="-2428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Freeform 934"/>
          <p:cNvSpPr/>
          <p:nvPr/>
        </p:nvSpPr>
        <p:spPr>
          <a:xfrm>
            <a:off x="27508200" y="-2428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Freeform 935"/>
          <p:cNvSpPr/>
          <p:nvPr/>
        </p:nvSpPr>
        <p:spPr>
          <a:xfrm>
            <a:off x="27546300" y="-244094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Freeform 936"/>
          <p:cNvSpPr/>
          <p:nvPr/>
        </p:nvSpPr>
        <p:spPr>
          <a:xfrm>
            <a:off x="27571700" y="-24511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Freeform 937"/>
          <p:cNvSpPr/>
          <p:nvPr/>
        </p:nvSpPr>
        <p:spPr>
          <a:xfrm>
            <a:off x="27609800" y="-24574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Freeform 938"/>
          <p:cNvSpPr/>
          <p:nvPr/>
        </p:nvSpPr>
        <p:spPr>
          <a:xfrm>
            <a:off x="276479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Freeform 939"/>
          <p:cNvSpPr/>
          <p:nvPr/>
        </p:nvSpPr>
        <p:spPr>
          <a:xfrm>
            <a:off x="27686000" y="-24599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Freeform 940"/>
          <p:cNvSpPr/>
          <p:nvPr/>
        </p:nvSpPr>
        <p:spPr>
          <a:xfrm>
            <a:off x="277114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Freeform 941"/>
          <p:cNvSpPr/>
          <p:nvPr/>
        </p:nvSpPr>
        <p:spPr>
          <a:xfrm>
            <a:off x="277495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Freeform 942"/>
          <p:cNvSpPr/>
          <p:nvPr/>
        </p:nvSpPr>
        <p:spPr>
          <a:xfrm>
            <a:off x="27787600" y="-24599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Freeform 943"/>
          <p:cNvSpPr/>
          <p:nvPr/>
        </p:nvSpPr>
        <p:spPr>
          <a:xfrm>
            <a:off x="27813000" y="-2461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Freeform 944"/>
          <p:cNvSpPr/>
          <p:nvPr/>
        </p:nvSpPr>
        <p:spPr>
          <a:xfrm>
            <a:off x="268351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Freeform 945"/>
          <p:cNvSpPr/>
          <p:nvPr/>
        </p:nvSpPr>
        <p:spPr>
          <a:xfrm>
            <a:off x="26873200" y="-24066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Freeform 946"/>
          <p:cNvSpPr/>
          <p:nvPr/>
        </p:nvSpPr>
        <p:spPr>
          <a:xfrm>
            <a:off x="269113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Freeform 947"/>
          <p:cNvSpPr/>
          <p:nvPr/>
        </p:nvSpPr>
        <p:spPr>
          <a:xfrm>
            <a:off x="269494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Freeform 948"/>
          <p:cNvSpPr/>
          <p:nvPr/>
        </p:nvSpPr>
        <p:spPr>
          <a:xfrm>
            <a:off x="269748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Freeform 949"/>
          <p:cNvSpPr/>
          <p:nvPr/>
        </p:nvSpPr>
        <p:spPr>
          <a:xfrm>
            <a:off x="27012900" y="-24079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Freeform 950"/>
          <p:cNvSpPr/>
          <p:nvPr/>
        </p:nvSpPr>
        <p:spPr>
          <a:xfrm>
            <a:off x="270510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Freeform 951"/>
          <p:cNvSpPr/>
          <p:nvPr/>
        </p:nvSpPr>
        <p:spPr>
          <a:xfrm>
            <a:off x="270764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Freeform 952"/>
          <p:cNvSpPr/>
          <p:nvPr/>
        </p:nvSpPr>
        <p:spPr>
          <a:xfrm>
            <a:off x="271145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Freeform 953"/>
          <p:cNvSpPr/>
          <p:nvPr/>
        </p:nvSpPr>
        <p:spPr>
          <a:xfrm>
            <a:off x="27152600" y="-24091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Freeform 954"/>
          <p:cNvSpPr/>
          <p:nvPr/>
        </p:nvSpPr>
        <p:spPr>
          <a:xfrm>
            <a:off x="271907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Freeform 955"/>
          <p:cNvSpPr/>
          <p:nvPr/>
        </p:nvSpPr>
        <p:spPr>
          <a:xfrm>
            <a:off x="272161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Freeform 956"/>
          <p:cNvSpPr/>
          <p:nvPr/>
        </p:nvSpPr>
        <p:spPr>
          <a:xfrm>
            <a:off x="272542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Freeform 957"/>
          <p:cNvSpPr/>
          <p:nvPr/>
        </p:nvSpPr>
        <p:spPr>
          <a:xfrm>
            <a:off x="272923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Freeform 958"/>
          <p:cNvSpPr/>
          <p:nvPr/>
        </p:nvSpPr>
        <p:spPr>
          <a:xfrm>
            <a:off x="27317700" y="-2414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Freeform 959"/>
          <p:cNvSpPr/>
          <p:nvPr/>
        </p:nvSpPr>
        <p:spPr>
          <a:xfrm>
            <a:off x="27355800" y="-24231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Freeform 960"/>
          <p:cNvSpPr/>
          <p:nvPr/>
        </p:nvSpPr>
        <p:spPr>
          <a:xfrm>
            <a:off x="27393900" y="-2426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Freeform 961"/>
          <p:cNvSpPr/>
          <p:nvPr/>
        </p:nvSpPr>
        <p:spPr>
          <a:xfrm>
            <a:off x="27432000" y="-2428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Freeform 962"/>
          <p:cNvSpPr/>
          <p:nvPr/>
        </p:nvSpPr>
        <p:spPr>
          <a:xfrm>
            <a:off x="27457400" y="-2429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Freeform 963"/>
          <p:cNvSpPr/>
          <p:nvPr/>
        </p:nvSpPr>
        <p:spPr>
          <a:xfrm>
            <a:off x="27495500" y="-2429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Freeform 964"/>
          <p:cNvSpPr/>
          <p:nvPr/>
        </p:nvSpPr>
        <p:spPr>
          <a:xfrm>
            <a:off x="27533600" y="-244094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0"/>
                </a:lnTo>
                <a:lnTo>
                  <a:pt x="2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Freeform 965"/>
          <p:cNvSpPr/>
          <p:nvPr/>
        </p:nvSpPr>
        <p:spPr>
          <a:xfrm>
            <a:off x="27559000" y="-24523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Freeform 966"/>
          <p:cNvSpPr/>
          <p:nvPr/>
        </p:nvSpPr>
        <p:spPr>
          <a:xfrm>
            <a:off x="27597100" y="-24587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Freeform 967"/>
          <p:cNvSpPr/>
          <p:nvPr/>
        </p:nvSpPr>
        <p:spPr>
          <a:xfrm>
            <a:off x="27635200" y="-24599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Freeform 968"/>
          <p:cNvSpPr/>
          <p:nvPr/>
        </p:nvSpPr>
        <p:spPr>
          <a:xfrm>
            <a:off x="27673300" y="-24599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Freeform 969"/>
          <p:cNvSpPr/>
          <p:nvPr/>
        </p:nvSpPr>
        <p:spPr>
          <a:xfrm>
            <a:off x="27698700" y="-2461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Freeform 970"/>
          <p:cNvSpPr/>
          <p:nvPr/>
        </p:nvSpPr>
        <p:spPr>
          <a:xfrm>
            <a:off x="27736800" y="-2461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Freeform 971"/>
          <p:cNvSpPr/>
          <p:nvPr/>
        </p:nvSpPr>
        <p:spPr>
          <a:xfrm>
            <a:off x="27774900" y="-24612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Freeform 972"/>
          <p:cNvSpPr/>
          <p:nvPr/>
        </p:nvSpPr>
        <p:spPr>
          <a:xfrm>
            <a:off x="27800300" y="-2461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4" name="Connector 973"/>
          <p:cNvCxnSpPr/>
          <p:nvPr/>
        </p:nvCxnSpPr>
        <p:spPr>
          <a:xfrm flipH="1">
            <a:off x="28969214" y="-23722066"/>
            <a:ext cx="999313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 flipH="1">
            <a:off x="28787356" y="-23843250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 flipH="1">
            <a:off x="28605494" y="-23964433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 flipH="1" flipV="1">
            <a:off x="29604806" y="-23964433"/>
            <a:ext cx="363721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 flipH="1" flipV="1">
            <a:off x="29404946" y="-23946792"/>
            <a:ext cx="363717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H="1" flipV="1">
            <a:off x="29205082" y="-23929150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 flipH="1" flipV="1">
            <a:off x="29005218" y="-23911509"/>
            <a:ext cx="363721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 flipH="1" flipV="1">
            <a:off x="28805358" y="-23893867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 flipH="1" flipV="1">
            <a:off x="28605494" y="-23876224"/>
            <a:ext cx="363720" cy="2423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 flipH="1">
            <a:off x="29944317" y="-23722066"/>
            <a:ext cx="24210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 flipH="1">
            <a:off x="29762459" y="-23843250"/>
            <a:ext cx="24209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 flipH="1">
            <a:off x="29580600" y="-23964433"/>
            <a:ext cx="24206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 flipV="1">
            <a:off x="28969214" y="-23635994"/>
            <a:ext cx="24210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 flipV="1">
            <a:off x="28787356" y="-23757179"/>
            <a:ext cx="24206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 flipV="1">
            <a:off x="28605494" y="-23878362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 flipH="1" flipV="1">
            <a:off x="29948305" y="-23735540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 flipH="1" flipV="1">
            <a:off x="29748444" y="-23717899"/>
            <a:ext cx="20219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 flipH="1" flipV="1">
            <a:off x="29548580" y="-23700257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 flipH="1" flipV="1">
            <a:off x="29348720" y="-23682616"/>
            <a:ext cx="20219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H="1" flipV="1">
            <a:off x="29148856" y="-23664974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 flipH="1" flipV="1">
            <a:off x="28948995" y="-23647331"/>
            <a:ext cx="20219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29604806" y="-23964433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9404946" y="-23946792"/>
            <a:ext cx="20219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29205082" y="-23929150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29005218" y="-23911509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28805358" y="-23893867"/>
            <a:ext cx="20222" cy="134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28605494" y="-23876224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 flipH="1" flipV="1">
            <a:off x="29604806" y="-23964433"/>
            <a:ext cx="363721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 flipH="1" flipV="1">
            <a:off x="28605494" y="-23876224"/>
            <a:ext cx="363720" cy="2423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 flipH="1">
            <a:off x="28969214" y="-23722066"/>
            <a:ext cx="999313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H="1">
            <a:off x="28605494" y="-23964433"/>
            <a:ext cx="999312" cy="88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H="1">
            <a:off x="29944317" y="-24428649"/>
            <a:ext cx="24210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 flipH="1">
            <a:off x="29762459" y="-24549833"/>
            <a:ext cx="24209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 flipH="1">
            <a:off x="29580600" y="-24671016"/>
            <a:ext cx="24206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29604806" y="-24671016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>
            <a:off x="29404946" y="-24653374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>
            <a:off x="29205082" y="-24635733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>
            <a:off x="29005218" y="-24618091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>
            <a:off x="28805358" y="-24600450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>
            <a:off x="28605494" y="-24582808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H="1" flipV="1">
            <a:off x="29604806" y="-24671016"/>
            <a:ext cx="363721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H="1">
            <a:off x="28605494" y="-24671016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V="1">
            <a:off x="29968527" y="-2374636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 flipV="1">
            <a:off x="29768663" y="-23728725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V="1">
            <a:off x="29568802" y="-2371108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V="1">
            <a:off x="29368939" y="-23693442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 flipV="1">
            <a:off x="29169078" y="-2367579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 flipV="1">
            <a:off x="28969214" y="-2365815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 flipH="1">
            <a:off x="29944317" y="-23921884"/>
            <a:ext cx="24210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 flipH="1">
            <a:off x="29944317" y="-24220470"/>
            <a:ext cx="24210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 flipV="1">
            <a:off x="29968527" y="-24428649"/>
            <a:ext cx="0" cy="7065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 flipV="1">
            <a:off x="29604806" y="-24671016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 flipV="1">
            <a:off x="29404946" y="-24653374"/>
            <a:ext cx="0" cy="70658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 flipV="1">
            <a:off x="29205082" y="-24635733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 flipV="1">
            <a:off x="29005218" y="-24618091"/>
            <a:ext cx="0" cy="70658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 flipV="1">
            <a:off x="28805358" y="-24600450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 flipV="1">
            <a:off x="28605494" y="-24582808"/>
            <a:ext cx="0" cy="70658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 flipV="1">
            <a:off x="29604806" y="-2398873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 flipV="1">
            <a:off x="29404946" y="-2397109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 flipV="1">
            <a:off x="29205082" y="-23953451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 flipV="1">
            <a:off x="29005218" y="-23935808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 flipV="1">
            <a:off x="28805358" y="-23918167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6" name="Connector 1035"/>
          <p:cNvCxnSpPr/>
          <p:nvPr/>
        </p:nvCxnSpPr>
        <p:spPr>
          <a:xfrm flipV="1">
            <a:off x="28605494" y="-23900525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29604806" y="-24671016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29404946" y="-24653374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29205082" y="-2463573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Connector 1039"/>
          <p:cNvCxnSpPr/>
          <p:nvPr/>
        </p:nvCxnSpPr>
        <p:spPr>
          <a:xfrm>
            <a:off x="29005218" y="-24618091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>
            <a:off x="28805358" y="-2460045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>
            <a:off x="28605494" y="-24582808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 flipH="1">
            <a:off x="28605494" y="-24164252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 flipH="1">
            <a:off x="28605494" y="-24462838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 flipH="1">
            <a:off x="29580600" y="-24164252"/>
            <a:ext cx="24206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 flipH="1">
            <a:off x="29580600" y="-24462838"/>
            <a:ext cx="24206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 flipV="1">
            <a:off x="28605494" y="-24078179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 flipV="1">
            <a:off x="28605494" y="-24376766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V="1">
            <a:off x="29604806" y="-24671016"/>
            <a:ext cx="0" cy="7065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28605494" y="-24582808"/>
            <a:ext cx="0" cy="7065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 flipV="1">
            <a:off x="29968527" y="-24428649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 1051"/>
          <p:cNvCxnSpPr/>
          <p:nvPr/>
        </p:nvCxnSpPr>
        <p:spPr>
          <a:xfrm flipV="1">
            <a:off x="29786668" y="-24549833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 flipV="1">
            <a:off x="29604806" y="-24671016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 flipV="1">
            <a:off x="29968527" y="-2374636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 flipV="1">
            <a:off x="29786668" y="-23867550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 flipV="1">
            <a:off x="29604806" y="-2398873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>
            <a:off x="29968527" y="-24428649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>
            <a:off x="29786668" y="-2454983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Connector 1058"/>
          <p:cNvCxnSpPr/>
          <p:nvPr/>
        </p:nvCxnSpPr>
        <p:spPr>
          <a:xfrm>
            <a:off x="29604806" y="-24671016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0" name="Connector 1059"/>
          <p:cNvCxnSpPr/>
          <p:nvPr/>
        </p:nvCxnSpPr>
        <p:spPr>
          <a:xfrm flipH="1" flipV="1">
            <a:off x="29604806" y="-24164252"/>
            <a:ext cx="363721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nector 1060"/>
          <p:cNvCxnSpPr/>
          <p:nvPr/>
        </p:nvCxnSpPr>
        <p:spPr>
          <a:xfrm flipH="1" flipV="1">
            <a:off x="29604806" y="-24462838"/>
            <a:ext cx="363721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2" name="Connector 1061"/>
          <p:cNvCxnSpPr/>
          <p:nvPr/>
        </p:nvCxnSpPr>
        <p:spPr>
          <a:xfrm flipH="1" flipV="1">
            <a:off x="29948305" y="-23935359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 flipH="1" flipV="1">
            <a:off x="29948305" y="-24233945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>
            <a:off x="29604806" y="-24164252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>
            <a:off x="29604806" y="-24462838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 flipV="1">
            <a:off x="28969214" y="-2365815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 flipV="1">
            <a:off x="28787356" y="-23779342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 flipV="1">
            <a:off x="28605494" y="-23900525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9" name="Connector 1068"/>
          <p:cNvCxnSpPr/>
          <p:nvPr/>
        </p:nvCxnSpPr>
        <p:spPr>
          <a:xfrm>
            <a:off x="28605494" y="-24076043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Connector 1069"/>
          <p:cNvCxnSpPr/>
          <p:nvPr/>
        </p:nvCxnSpPr>
        <p:spPr>
          <a:xfrm>
            <a:off x="28605494" y="-24374630"/>
            <a:ext cx="20222" cy="134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1" name="Freeform 1070"/>
          <p:cNvSpPr/>
          <p:nvPr/>
        </p:nvSpPr>
        <p:spPr>
          <a:xfrm>
            <a:off x="28956000" y="-23698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Freeform 1071"/>
          <p:cNvSpPr/>
          <p:nvPr/>
        </p:nvSpPr>
        <p:spPr>
          <a:xfrm>
            <a:off x="28994100" y="-2371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Freeform 1072"/>
          <p:cNvSpPr/>
          <p:nvPr/>
        </p:nvSpPr>
        <p:spPr>
          <a:xfrm>
            <a:off x="290195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Freeform 1073"/>
          <p:cNvSpPr/>
          <p:nvPr/>
        </p:nvSpPr>
        <p:spPr>
          <a:xfrm>
            <a:off x="290576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Freeform 1074"/>
          <p:cNvSpPr/>
          <p:nvPr/>
        </p:nvSpPr>
        <p:spPr>
          <a:xfrm>
            <a:off x="29095700" y="-23710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Freeform 1075"/>
          <p:cNvSpPr/>
          <p:nvPr/>
        </p:nvSpPr>
        <p:spPr>
          <a:xfrm>
            <a:off x="29133800" y="-2372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Freeform 1076"/>
          <p:cNvSpPr/>
          <p:nvPr/>
        </p:nvSpPr>
        <p:spPr>
          <a:xfrm>
            <a:off x="291592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Freeform 1077"/>
          <p:cNvSpPr/>
          <p:nvPr/>
        </p:nvSpPr>
        <p:spPr>
          <a:xfrm>
            <a:off x="291973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Freeform 1078"/>
          <p:cNvSpPr/>
          <p:nvPr/>
        </p:nvSpPr>
        <p:spPr>
          <a:xfrm>
            <a:off x="29235400" y="-2372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Freeform 1079"/>
          <p:cNvSpPr/>
          <p:nvPr/>
        </p:nvSpPr>
        <p:spPr>
          <a:xfrm>
            <a:off x="292608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Freeform 1080"/>
          <p:cNvSpPr/>
          <p:nvPr/>
        </p:nvSpPr>
        <p:spPr>
          <a:xfrm>
            <a:off x="292989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Freeform 1081"/>
          <p:cNvSpPr/>
          <p:nvPr/>
        </p:nvSpPr>
        <p:spPr>
          <a:xfrm>
            <a:off x="293370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Freeform 1082"/>
          <p:cNvSpPr/>
          <p:nvPr/>
        </p:nvSpPr>
        <p:spPr>
          <a:xfrm>
            <a:off x="293751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Freeform 1083"/>
          <p:cNvSpPr/>
          <p:nvPr/>
        </p:nvSpPr>
        <p:spPr>
          <a:xfrm>
            <a:off x="294005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Freeform 1084"/>
          <p:cNvSpPr/>
          <p:nvPr/>
        </p:nvSpPr>
        <p:spPr>
          <a:xfrm>
            <a:off x="294386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Freeform 1085"/>
          <p:cNvSpPr/>
          <p:nvPr/>
        </p:nvSpPr>
        <p:spPr>
          <a:xfrm>
            <a:off x="29476700" y="-2379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Freeform 1086"/>
          <p:cNvSpPr/>
          <p:nvPr/>
        </p:nvSpPr>
        <p:spPr>
          <a:xfrm>
            <a:off x="295021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Freeform 1087"/>
          <p:cNvSpPr/>
          <p:nvPr/>
        </p:nvSpPr>
        <p:spPr>
          <a:xfrm>
            <a:off x="295402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Freeform 1088"/>
          <p:cNvSpPr/>
          <p:nvPr/>
        </p:nvSpPr>
        <p:spPr>
          <a:xfrm>
            <a:off x="295783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Freeform 1089"/>
          <p:cNvSpPr/>
          <p:nvPr/>
        </p:nvSpPr>
        <p:spPr>
          <a:xfrm>
            <a:off x="296164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Freeform 1090"/>
          <p:cNvSpPr/>
          <p:nvPr/>
        </p:nvSpPr>
        <p:spPr>
          <a:xfrm>
            <a:off x="296418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Freeform 1091"/>
          <p:cNvSpPr/>
          <p:nvPr/>
        </p:nvSpPr>
        <p:spPr>
          <a:xfrm>
            <a:off x="296799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Freeform 1092"/>
          <p:cNvSpPr/>
          <p:nvPr/>
        </p:nvSpPr>
        <p:spPr>
          <a:xfrm>
            <a:off x="29718000" y="-2379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Freeform 1093"/>
          <p:cNvSpPr/>
          <p:nvPr/>
        </p:nvSpPr>
        <p:spPr>
          <a:xfrm>
            <a:off x="297434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Freeform 1094"/>
          <p:cNvSpPr/>
          <p:nvPr/>
        </p:nvSpPr>
        <p:spPr>
          <a:xfrm>
            <a:off x="297815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Freeform 1095"/>
          <p:cNvSpPr/>
          <p:nvPr/>
        </p:nvSpPr>
        <p:spPr>
          <a:xfrm>
            <a:off x="298196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Freeform 1096"/>
          <p:cNvSpPr/>
          <p:nvPr/>
        </p:nvSpPr>
        <p:spPr>
          <a:xfrm>
            <a:off x="298577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Freeform 1097"/>
          <p:cNvSpPr/>
          <p:nvPr/>
        </p:nvSpPr>
        <p:spPr>
          <a:xfrm>
            <a:off x="298831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Freeform 1098"/>
          <p:cNvSpPr/>
          <p:nvPr/>
        </p:nvSpPr>
        <p:spPr>
          <a:xfrm>
            <a:off x="299212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Freeform 1099"/>
          <p:cNvSpPr/>
          <p:nvPr/>
        </p:nvSpPr>
        <p:spPr>
          <a:xfrm>
            <a:off x="289433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Freeform 1100"/>
          <p:cNvSpPr/>
          <p:nvPr/>
        </p:nvSpPr>
        <p:spPr>
          <a:xfrm>
            <a:off x="28981400" y="-2371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Freeform 1101"/>
          <p:cNvSpPr/>
          <p:nvPr/>
        </p:nvSpPr>
        <p:spPr>
          <a:xfrm>
            <a:off x="290068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Freeform 1102"/>
          <p:cNvSpPr/>
          <p:nvPr/>
        </p:nvSpPr>
        <p:spPr>
          <a:xfrm>
            <a:off x="290449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Freeform 1103"/>
          <p:cNvSpPr/>
          <p:nvPr/>
        </p:nvSpPr>
        <p:spPr>
          <a:xfrm>
            <a:off x="290830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Freeform 1104"/>
          <p:cNvSpPr/>
          <p:nvPr/>
        </p:nvSpPr>
        <p:spPr>
          <a:xfrm>
            <a:off x="29121100" y="-2372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Freeform 1105"/>
          <p:cNvSpPr/>
          <p:nvPr/>
        </p:nvSpPr>
        <p:spPr>
          <a:xfrm>
            <a:off x="291465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Freeform 1106"/>
          <p:cNvSpPr/>
          <p:nvPr/>
        </p:nvSpPr>
        <p:spPr>
          <a:xfrm>
            <a:off x="291846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Freeform 1107"/>
          <p:cNvSpPr/>
          <p:nvPr/>
        </p:nvSpPr>
        <p:spPr>
          <a:xfrm>
            <a:off x="29222700" y="-2373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Freeform 1108"/>
          <p:cNvSpPr/>
          <p:nvPr/>
        </p:nvSpPr>
        <p:spPr>
          <a:xfrm>
            <a:off x="292481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Freeform 1109"/>
          <p:cNvSpPr/>
          <p:nvPr/>
        </p:nvSpPr>
        <p:spPr>
          <a:xfrm>
            <a:off x="292862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Freeform 1110"/>
          <p:cNvSpPr/>
          <p:nvPr/>
        </p:nvSpPr>
        <p:spPr>
          <a:xfrm>
            <a:off x="293243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Freeform 1111"/>
          <p:cNvSpPr/>
          <p:nvPr/>
        </p:nvSpPr>
        <p:spPr>
          <a:xfrm>
            <a:off x="29362400" y="-2376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Freeform 1112"/>
          <p:cNvSpPr/>
          <p:nvPr/>
        </p:nvSpPr>
        <p:spPr>
          <a:xfrm>
            <a:off x="293878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Freeform 1113"/>
          <p:cNvSpPr/>
          <p:nvPr/>
        </p:nvSpPr>
        <p:spPr>
          <a:xfrm>
            <a:off x="294259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Freeform 1114"/>
          <p:cNvSpPr/>
          <p:nvPr/>
        </p:nvSpPr>
        <p:spPr>
          <a:xfrm>
            <a:off x="29464000" y="-2379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Freeform 1115"/>
          <p:cNvSpPr/>
          <p:nvPr/>
        </p:nvSpPr>
        <p:spPr>
          <a:xfrm>
            <a:off x="294894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Freeform 1116"/>
          <p:cNvSpPr/>
          <p:nvPr/>
        </p:nvSpPr>
        <p:spPr>
          <a:xfrm>
            <a:off x="295275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Freeform 1117"/>
          <p:cNvSpPr/>
          <p:nvPr/>
        </p:nvSpPr>
        <p:spPr>
          <a:xfrm>
            <a:off x="295656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Freeform 1118"/>
          <p:cNvSpPr/>
          <p:nvPr/>
        </p:nvSpPr>
        <p:spPr>
          <a:xfrm>
            <a:off x="296037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Freeform 1119"/>
          <p:cNvSpPr/>
          <p:nvPr/>
        </p:nvSpPr>
        <p:spPr>
          <a:xfrm>
            <a:off x="296291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Freeform 1120"/>
          <p:cNvSpPr/>
          <p:nvPr/>
        </p:nvSpPr>
        <p:spPr>
          <a:xfrm>
            <a:off x="296672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Freeform 1121"/>
          <p:cNvSpPr/>
          <p:nvPr/>
        </p:nvSpPr>
        <p:spPr>
          <a:xfrm>
            <a:off x="297053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Freeform 1122"/>
          <p:cNvSpPr/>
          <p:nvPr/>
        </p:nvSpPr>
        <p:spPr>
          <a:xfrm>
            <a:off x="297307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Freeform 1123"/>
          <p:cNvSpPr/>
          <p:nvPr/>
        </p:nvSpPr>
        <p:spPr>
          <a:xfrm>
            <a:off x="297688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Freeform 1124"/>
          <p:cNvSpPr/>
          <p:nvPr/>
        </p:nvSpPr>
        <p:spPr>
          <a:xfrm>
            <a:off x="298069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Freeform 1125"/>
          <p:cNvSpPr/>
          <p:nvPr/>
        </p:nvSpPr>
        <p:spPr>
          <a:xfrm>
            <a:off x="29845000" y="-23787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Freeform 1126"/>
          <p:cNvSpPr/>
          <p:nvPr/>
        </p:nvSpPr>
        <p:spPr>
          <a:xfrm>
            <a:off x="298704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Freeform 1127"/>
          <p:cNvSpPr/>
          <p:nvPr/>
        </p:nvSpPr>
        <p:spPr>
          <a:xfrm>
            <a:off x="299085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Freeform 1128"/>
          <p:cNvSpPr/>
          <p:nvPr/>
        </p:nvSpPr>
        <p:spPr>
          <a:xfrm>
            <a:off x="289306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Freeform 1129"/>
          <p:cNvSpPr/>
          <p:nvPr/>
        </p:nvSpPr>
        <p:spPr>
          <a:xfrm>
            <a:off x="28968700" y="-2372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Freeform 1130"/>
          <p:cNvSpPr/>
          <p:nvPr/>
        </p:nvSpPr>
        <p:spPr>
          <a:xfrm>
            <a:off x="29006800" y="-2372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Freeform 1131"/>
          <p:cNvSpPr/>
          <p:nvPr/>
        </p:nvSpPr>
        <p:spPr>
          <a:xfrm>
            <a:off x="290322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Freeform 1132"/>
          <p:cNvSpPr/>
          <p:nvPr/>
        </p:nvSpPr>
        <p:spPr>
          <a:xfrm>
            <a:off x="290703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Freeform 1133"/>
          <p:cNvSpPr/>
          <p:nvPr/>
        </p:nvSpPr>
        <p:spPr>
          <a:xfrm>
            <a:off x="29108400" y="-2373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Freeform 1134"/>
          <p:cNvSpPr/>
          <p:nvPr/>
        </p:nvSpPr>
        <p:spPr>
          <a:xfrm>
            <a:off x="291338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Freeform 1135"/>
          <p:cNvSpPr/>
          <p:nvPr/>
        </p:nvSpPr>
        <p:spPr>
          <a:xfrm>
            <a:off x="29171900" y="-2373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Freeform 1136"/>
          <p:cNvSpPr/>
          <p:nvPr/>
        </p:nvSpPr>
        <p:spPr>
          <a:xfrm>
            <a:off x="292100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Freeform 1137"/>
          <p:cNvSpPr/>
          <p:nvPr/>
        </p:nvSpPr>
        <p:spPr>
          <a:xfrm>
            <a:off x="292354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Freeform 1138"/>
          <p:cNvSpPr/>
          <p:nvPr/>
        </p:nvSpPr>
        <p:spPr>
          <a:xfrm>
            <a:off x="292735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Freeform 1139"/>
          <p:cNvSpPr/>
          <p:nvPr/>
        </p:nvSpPr>
        <p:spPr>
          <a:xfrm>
            <a:off x="293116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Freeform 1140"/>
          <p:cNvSpPr/>
          <p:nvPr/>
        </p:nvSpPr>
        <p:spPr>
          <a:xfrm>
            <a:off x="29349700" y="-23774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Freeform 1141"/>
          <p:cNvSpPr/>
          <p:nvPr/>
        </p:nvSpPr>
        <p:spPr>
          <a:xfrm>
            <a:off x="293751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Freeform 1142"/>
          <p:cNvSpPr/>
          <p:nvPr/>
        </p:nvSpPr>
        <p:spPr>
          <a:xfrm>
            <a:off x="294132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Freeform 1143"/>
          <p:cNvSpPr/>
          <p:nvPr/>
        </p:nvSpPr>
        <p:spPr>
          <a:xfrm>
            <a:off x="29451300" y="-23812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Freeform 1144"/>
          <p:cNvSpPr/>
          <p:nvPr/>
        </p:nvSpPr>
        <p:spPr>
          <a:xfrm>
            <a:off x="294767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Freeform 1145"/>
          <p:cNvSpPr/>
          <p:nvPr/>
        </p:nvSpPr>
        <p:spPr>
          <a:xfrm>
            <a:off x="295148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Freeform 1146"/>
          <p:cNvSpPr/>
          <p:nvPr/>
        </p:nvSpPr>
        <p:spPr>
          <a:xfrm>
            <a:off x="295529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Freeform 1147"/>
          <p:cNvSpPr/>
          <p:nvPr/>
        </p:nvSpPr>
        <p:spPr>
          <a:xfrm>
            <a:off x="295910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Freeform 1148"/>
          <p:cNvSpPr/>
          <p:nvPr/>
        </p:nvSpPr>
        <p:spPr>
          <a:xfrm>
            <a:off x="296164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Freeform 1149"/>
          <p:cNvSpPr/>
          <p:nvPr/>
        </p:nvSpPr>
        <p:spPr>
          <a:xfrm>
            <a:off x="296545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Freeform 1150"/>
          <p:cNvSpPr/>
          <p:nvPr/>
        </p:nvSpPr>
        <p:spPr>
          <a:xfrm>
            <a:off x="29692600" y="-23812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Freeform 1151"/>
          <p:cNvSpPr/>
          <p:nvPr/>
        </p:nvSpPr>
        <p:spPr>
          <a:xfrm>
            <a:off x="297180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Freeform 1152"/>
          <p:cNvSpPr/>
          <p:nvPr/>
        </p:nvSpPr>
        <p:spPr>
          <a:xfrm>
            <a:off x="297561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Freeform 1153"/>
          <p:cNvSpPr/>
          <p:nvPr/>
        </p:nvSpPr>
        <p:spPr>
          <a:xfrm>
            <a:off x="297942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Freeform 1154"/>
          <p:cNvSpPr/>
          <p:nvPr/>
        </p:nvSpPr>
        <p:spPr>
          <a:xfrm>
            <a:off x="298323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Freeform 1155"/>
          <p:cNvSpPr/>
          <p:nvPr/>
        </p:nvSpPr>
        <p:spPr>
          <a:xfrm>
            <a:off x="298577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Freeform 1156"/>
          <p:cNvSpPr/>
          <p:nvPr/>
        </p:nvSpPr>
        <p:spPr>
          <a:xfrm>
            <a:off x="29895800" y="-23799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Freeform 1157"/>
          <p:cNvSpPr/>
          <p:nvPr/>
        </p:nvSpPr>
        <p:spPr>
          <a:xfrm>
            <a:off x="28917900" y="-23723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Freeform 1158"/>
          <p:cNvSpPr/>
          <p:nvPr/>
        </p:nvSpPr>
        <p:spPr>
          <a:xfrm>
            <a:off x="289560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Freeform 1159"/>
          <p:cNvSpPr/>
          <p:nvPr/>
        </p:nvSpPr>
        <p:spPr>
          <a:xfrm>
            <a:off x="28994100" y="-2373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Freeform 1160"/>
          <p:cNvSpPr/>
          <p:nvPr/>
        </p:nvSpPr>
        <p:spPr>
          <a:xfrm>
            <a:off x="290195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Freeform 1161"/>
          <p:cNvSpPr/>
          <p:nvPr/>
        </p:nvSpPr>
        <p:spPr>
          <a:xfrm>
            <a:off x="29057600" y="-2373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Freeform 1162"/>
          <p:cNvSpPr/>
          <p:nvPr/>
        </p:nvSpPr>
        <p:spPr>
          <a:xfrm>
            <a:off x="290957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Freeform 1163"/>
          <p:cNvSpPr/>
          <p:nvPr/>
        </p:nvSpPr>
        <p:spPr>
          <a:xfrm>
            <a:off x="291211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Freeform 1164"/>
          <p:cNvSpPr/>
          <p:nvPr/>
        </p:nvSpPr>
        <p:spPr>
          <a:xfrm>
            <a:off x="291592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Freeform 1165"/>
          <p:cNvSpPr/>
          <p:nvPr/>
        </p:nvSpPr>
        <p:spPr>
          <a:xfrm>
            <a:off x="291973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Freeform 1166"/>
          <p:cNvSpPr/>
          <p:nvPr/>
        </p:nvSpPr>
        <p:spPr>
          <a:xfrm>
            <a:off x="292354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Freeform 1167"/>
          <p:cNvSpPr/>
          <p:nvPr/>
        </p:nvSpPr>
        <p:spPr>
          <a:xfrm>
            <a:off x="292608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Freeform 1168"/>
          <p:cNvSpPr/>
          <p:nvPr/>
        </p:nvSpPr>
        <p:spPr>
          <a:xfrm>
            <a:off x="292989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Freeform 1169"/>
          <p:cNvSpPr/>
          <p:nvPr/>
        </p:nvSpPr>
        <p:spPr>
          <a:xfrm>
            <a:off x="293370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Freeform 1170"/>
          <p:cNvSpPr/>
          <p:nvPr/>
        </p:nvSpPr>
        <p:spPr>
          <a:xfrm>
            <a:off x="293624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Freeform 1171"/>
          <p:cNvSpPr/>
          <p:nvPr/>
        </p:nvSpPr>
        <p:spPr>
          <a:xfrm>
            <a:off x="294005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Freeform 1172"/>
          <p:cNvSpPr/>
          <p:nvPr/>
        </p:nvSpPr>
        <p:spPr>
          <a:xfrm>
            <a:off x="294386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Freeform 1173"/>
          <p:cNvSpPr/>
          <p:nvPr/>
        </p:nvSpPr>
        <p:spPr>
          <a:xfrm>
            <a:off x="294767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Freeform 1174"/>
          <p:cNvSpPr/>
          <p:nvPr/>
        </p:nvSpPr>
        <p:spPr>
          <a:xfrm>
            <a:off x="295021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Freeform 1175"/>
          <p:cNvSpPr/>
          <p:nvPr/>
        </p:nvSpPr>
        <p:spPr>
          <a:xfrm>
            <a:off x="295402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Freeform 1176"/>
          <p:cNvSpPr/>
          <p:nvPr/>
        </p:nvSpPr>
        <p:spPr>
          <a:xfrm>
            <a:off x="295783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Freeform 1177"/>
          <p:cNvSpPr/>
          <p:nvPr/>
        </p:nvSpPr>
        <p:spPr>
          <a:xfrm>
            <a:off x="296037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Freeform 1178"/>
          <p:cNvSpPr/>
          <p:nvPr/>
        </p:nvSpPr>
        <p:spPr>
          <a:xfrm>
            <a:off x="296418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Freeform 1179"/>
          <p:cNvSpPr/>
          <p:nvPr/>
        </p:nvSpPr>
        <p:spPr>
          <a:xfrm>
            <a:off x="296799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Freeform 1180"/>
          <p:cNvSpPr/>
          <p:nvPr/>
        </p:nvSpPr>
        <p:spPr>
          <a:xfrm>
            <a:off x="29705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Freeform 1181"/>
          <p:cNvSpPr/>
          <p:nvPr/>
        </p:nvSpPr>
        <p:spPr>
          <a:xfrm>
            <a:off x="297434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Freeform 1182"/>
          <p:cNvSpPr/>
          <p:nvPr/>
        </p:nvSpPr>
        <p:spPr>
          <a:xfrm>
            <a:off x="297815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Freeform 1183"/>
          <p:cNvSpPr/>
          <p:nvPr/>
        </p:nvSpPr>
        <p:spPr>
          <a:xfrm>
            <a:off x="298196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Freeform 1184"/>
          <p:cNvSpPr/>
          <p:nvPr/>
        </p:nvSpPr>
        <p:spPr>
          <a:xfrm>
            <a:off x="298450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Freeform 1185"/>
          <p:cNvSpPr/>
          <p:nvPr/>
        </p:nvSpPr>
        <p:spPr>
          <a:xfrm>
            <a:off x="298831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Freeform 1186"/>
          <p:cNvSpPr/>
          <p:nvPr/>
        </p:nvSpPr>
        <p:spPr>
          <a:xfrm>
            <a:off x="289052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Freeform 1187"/>
          <p:cNvSpPr/>
          <p:nvPr/>
        </p:nvSpPr>
        <p:spPr>
          <a:xfrm>
            <a:off x="289433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Freeform 1188"/>
          <p:cNvSpPr/>
          <p:nvPr/>
        </p:nvSpPr>
        <p:spPr>
          <a:xfrm>
            <a:off x="289814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Freeform 1189"/>
          <p:cNvSpPr/>
          <p:nvPr/>
        </p:nvSpPr>
        <p:spPr>
          <a:xfrm>
            <a:off x="290068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Freeform 1190"/>
          <p:cNvSpPr/>
          <p:nvPr/>
        </p:nvSpPr>
        <p:spPr>
          <a:xfrm>
            <a:off x="290449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Freeform 1191"/>
          <p:cNvSpPr/>
          <p:nvPr/>
        </p:nvSpPr>
        <p:spPr>
          <a:xfrm>
            <a:off x="290830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Freeform 1192"/>
          <p:cNvSpPr/>
          <p:nvPr/>
        </p:nvSpPr>
        <p:spPr>
          <a:xfrm>
            <a:off x="291084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Freeform 1193"/>
          <p:cNvSpPr/>
          <p:nvPr/>
        </p:nvSpPr>
        <p:spPr>
          <a:xfrm>
            <a:off x="291465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Freeform 1194"/>
          <p:cNvSpPr/>
          <p:nvPr/>
        </p:nvSpPr>
        <p:spPr>
          <a:xfrm>
            <a:off x="291846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Freeform 1195"/>
          <p:cNvSpPr/>
          <p:nvPr/>
        </p:nvSpPr>
        <p:spPr>
          <a:xfrm>
            <a:off x="292227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Freeform 1196"/>
          <p:cNvSpPr/>
          <p:nvPr/>
        </p:nvSpPr>
        <p:spPr>
          <a:xfrm>
            <a:off x="29248100" y="-23761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Freeform 1197"/>
          <p:cNvSpPr/>
          <p:nvPr/>
        </p:nvSpPr>
        <p:spPr>
          <a:xfrm>
            <a:off x="292862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Freeform 1198"/>
          <p:cNvSpPr/>
          <p:nvPr/>
        </p:nvSpPr>
        <p:spPr>
          <a:xfrm>
            <a:off x="29324300" y="-2378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Freeform 1199"/>
          <p:cNvSpPr/>
          <p:nvPr/>
        </p:nvSpPr>
        <p:spPr>
          <a:xfrm>
            <a:off x="293497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Freeform 1200"/>
          <p:cNvSpPr/>
          <p:nvPr/>
        </p:nvSpPr>
        <p:spPr>
          <a:xfrm>
            <a:off x="293878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Freeform 1201"/>
          <p:cNvSpPr/>
          <p:nvPr/>
        </p:nvSpPr>
        <p:spPr>
          <a:xfrm>
            <a:off x="294259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Freeform 1202"/>
          <p:cNvSpPr/>
          <p:nvPr/>
        </p:nvSpPr>
        <p:spPr>
          <a:xfrm>
            <a:off x="294640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Freeform 1203"/>
          <p:cNvSpPr/>
          <p:nvPr/>
        </p:nvSpPr>
        <p:spPr>
          <a:xfrm>
            <a:off x="294894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Freeform 1204"/>
          <p:cNvSpPr/>
          <p:nvPr/>
        </p:nvSpPr>
        <p:spPr>
          <a:xfrm>
            <a:off x="295275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Freeform 1205"/>
          <p:cNvSpPr/>
          <p:nvPr/>
        </p:nvSpPr>
        <p:spPr>
          <a:xfrm>
            <a:off x="295656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Freeform 1206"/>
          <p:cNvSpPr/>
          <p:nvPr/>
        </p:nvSpPr>
        <p:spPr>
          <a:xfrm>
            <a:off x="295910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Freeform 1207"/>
          <p:cNvSpPr/>
          <p:nvPr/>
        </p:nvSpPr>
        <p:spPr>
          <a:xfrm>
            <a:off x="296291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Freeform 1208"/>
          <p:cNvSpPr/>
          <p:nvPr/>
        </p:nvSpPr>
        <p:spPr>
          <a:xfrm>
            <a:off x="296672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Freeform 1209"/>
          <p:cNvSpPr/>
          <p:nvPr/>
        </p:nvSpPr>
        <p:spPr>
          <a:xfrm>
            <a:off x="297053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Freeform 1210"/>
          <p:cNvSpPr/>
          <p:nvPr/>
        </p:nvSpPr>
        <p:spPr>
          <a:xfrm>
            <a:off x="297307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Freeform 1211"/>
          <p:cNvSpPr/>
          <p:nvPr/>
        </p:nvSpPr>
        <p:spPr>
          <a:xfrm>
            <a:off x="297688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Freeform 1212"/>
          <p:cNvSpPr/>
          <p:nvPr/>
        </p:nvSpPr>
        <p:spPr>
          <a:xfrm>
            <a:off x="298069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Freeform 1213"/>
          <p:cNvSpPr/>
          <p:nvPr/>
        </p:nvSpPr>
        <p:spPr>
          <a:xfrm>
            <a:off x="29832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Freeform 1214"/>
          <p:cNvSpPr/>
          <p:nvPr/>
        </p:nvSpPr>
        <p:spPr>
          <a:xfrm>
            <a:off x="298704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Freeform 1215"/>
          <p:cNvSpPr/>
          <p:nvPr/>
        </p:nvSpPr>
        <p:spPr>
          <a:xfrm>
            <a:off x="288925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Freeform 1216"/>
          <p:cNvSpPr/>
          <p:nvPr/>
        </p:nvSpPr>
        <p:spPr>
          <a:xfrm>
            <a:off x="289306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Freeform 1217"/>
          <p:cNvSpPr/>
          <p:nvPr/>
        </p:nvSpPr>
        <p:spPr>
          <a:xfrm>
            <a:off x="289687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Freeform 1218"/>
          <p:cNvSpPr/>
          <p:nvPr/>
        </p:nvSpPr>
        <p:spPr>
          <a:xfrm>
            <a:off x="28994100" y="-2374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Freeform 1219"/>
          <p:cNvSpPr/>
          <p:nvPr/>
        </p:nvSpPr>
        <p:spPr>
          <a:xfrm>
            <a:off x="290322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Freeform 1220"/>
          <p:cNvSpPr/>
          <p:nvPr/>
        </p:nvSpPr>
        <p:spPr>
          <a:xfrm>
            <a:off x="290703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Freeform 1221"/>
          <p:cNvSpPr/>
          <p:nvPr/>
        </p:nvSpPr>
        <p:spPr>
          <a:xfrm>
            <a:off x="290957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Freeform 1222"/>
          <p:cNvSpPr/>
          <p:nvPr/>
        </p:nvSpPr>
        <p:spPr>
          <a:xfrm>
            <a:off x="29133800" y="-23761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Freeform 1223"/>
          <p:cNvSpPr/>
          <p:nvPr/>
        </p:nvSpPr>
        <p:spPr>
          <a:xfrm>
            <a:off x="291719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Freeform 1224"/>
          <p:cNvSpPr/>
          <p:nvPr/>
        </p:nvSpPr>
        <p:spPr>
          <a:xfrm>
            <a:off x="292100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Freeform 1225"/>
          <p:cNvSpPr/>
          <p:nvPr/>
        </p:nvSpPr>
        <p:spPr>
          <a:xfrm>
            <a:off x="292354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Freeform 1226"/>
          <p:cNvSpPr/>
          <p:nvPr/>
        </p:nvSpPr>
        <p:spPr>
          <a:xfrm>
            <a:off x="292735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Freeform 1227"/>
          <p:cNvSpPr/>
          <p:nvPr/>
        </p:nvSpPr>
        <p:spPr>
          <a:xfrm>
            <a:off x="29311600" y="-2379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Freeform 1228"/>
          <p:cNvSpPr/>
          <p:nvPr/>
        </p:nvSpPr>
        <p:spPr>
          <a:xfrm>
            <a:off x="293370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Freeform 1229"/>
          <p:cNvSpPr/>
          <p:nvPr/>
        </p:nvSpPr>
        <p:spPr>
          <a:xfrm>
            <a:off x="293751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Freeform 1230"/>
          <p:cNvSpPr/>
          <p:nvPr/>
        </p:nvSpPr>
        <p:spPr>
          <a:xfrm>
            <a:off x="294132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Freeform 1231"/>
          <p:cNvSpPr/>
          <p:nvPr/>
        </p:nvSpPr>
        <p:spPr>
          <a:xfrm>
            <a:off x="294513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Freeform 1232"/>
          <p:cNvSpPr/>
          <p:nvPr/>
        </p:nvSpPr>
        <p:spPr>
          <a:xfrm>
            <a:off x="294767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Freeform 1233"/>
          <p:cNvSpPr/>
          <p:nvPr/>
        </p:nvSpPr>
        <p:spPr>
          <a:xfrm>
            <a:off x="295148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Freeform 1234"/>
          <p:cNvSpPr/>
          <p:nvPr/>
        </p:nvSpPr>
        <p:spPr>
          <a:xfrm>
            <a:off x="295529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Freeform 1235"/>
          <p:cNvSpPr/>
          <p:nvPr/>
        </p:nvSpPr>
        <p:spPr>
          <a:xfrm>
            <a:off x="295783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Freeform 1236"/>
          <p:cNvSpPr/>
          <p:nvPr/>
        </p:nvSpPr>
        <p:spPr>
          <a:xfrm>
            <a:off x="296164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Freeform 1237"/>
          <p:cNvSpPr/>
          <p:nvPr/>
        </p:nvSpPr>
        <p:spPr>
          <a:xfrm>
            <a:off x="296545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Freeform 1238"/>
          <p:cNvSpPr/>
          <p:nvPr/>
        </p:nvSpPr>
        <p:spPr>
          <a:xfrm>
            <a:off x="296926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Freeform 1239"/>
          <p:cNvSpPr/>
          <p:nvPr/>
        </p:nvSpPr>
        <p:spPr>
          <a:xfrm>
            <a:off x="297180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Freeform 1240"/>
          <p:cNvSpPr/>
          <p:nvPr/>
        </p:nvSpPr>
        <p:spPr>
          <a:xfrm>
            <a:off x="297561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Freeform 1241"/>
          <p:cNvSpPr/>
          <p:nvPr/>
        </p:nvSpPr>
        <p:spPr>
          <a:xfrm>
            <a:off x="297942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Freeform 1242"/>
          <p:cNvSpPr/>
          <p:nvPr/>
        </p:nvSpPr>
        <p:spPr>
          <a:xfrm>
            <a:off x="298196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Freeform 1243"/>
          <p:cNvSpPr/>
          <p:nvPr/>
        </p:nvSpPr>
        <p:spPr>
          <a:xfrm>
            <a:off x="29857700" y="-23825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Freeform 1244"/>
          <p:cNvSpPr/>
          <p:nvPr/>
        </p:nvSpPr>
        <p:spPr>
          <a:xfrm>
            <a:off x="28879800" y="-2374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Freeform 1245"/>
          <p:cNvSpPr/>
          <p:nvPr/>
        </p:nvSpPr>
        <p:spPr>
          <a:xfrm>
            <a:off x="289179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Freeform 1246"/>
          <p:cNvSpPr/>
          <p:nvPr/>
        </p:nvSpPr>
        <p:spPr>
          <a:xfrm>
            <a:off x="289560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Freeform 1247"/>
          <p:cNvSpPr/>
          <p:nvPr/>
        </p:nvSpPr>
        <p:spPr>
          <a:xfrm>
            <a:off x="289814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Freeform 1248"/>
          <p:cNvSpPr/>
          <p:nvPr/>
        </p:nvSpPr>
        <p:spPr>
          <a:xfrm>
            <a:off x="290195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Freeform 1249"/>
          <p:cNvSpPr/>
          <p:nvPr/>
        </p:nvSpPr>
        <p:spPr>
          <a:xfrm>
            <a:off x="290576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Freeform 1250"/>
          <p:cNvSpPr/>
          <p:nvPr/>
        </p:nvSpPr>
        <p:spPr>
          <a:xfrm>
            <a:off x="290830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Freeform 1251"/>
          <p:cNvSpPr/>
          <p:nvPr/>
        </p:nvSpPr>
        <p:spPr>
          <a:xfrm>
            <a:off x="291211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Freeform 1252"/>
          <p:cNvSpPr/>
          <p:nvPr/>
        </p:nvSpPr>
        <p:spPr>
          <a:xfrm>
            <a:off x="291592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Freeform 1253"/>
          <p:cNvSpPr/>
          <p:nvPr/>
        </p:nvSpPr>
        <p:spPr>
          <a:xfrm>
            <a:off x="291973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Freeform 1254"/>
          <p:cNvSpPr/>
          <p:nvPr/>
        </p:nvSpPr>
        <p:spPr>
          <a:xfrm>
            <a:off x="292227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Freeform 1255"/>
          <p:cNvSpPr/>
          <p:nvPr/>
        </p:nvSpPr>
        <p:spPr>
          <a:xfrm>
            <a:off x="292608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Freeform 1256"/>
          <p:cNvSpPr/>
          <p:nvPr/>
        </p:nvSpPr>
        <p:spPr>
          <a:xfrm>
            <a:off x="292989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Freeform 1257"/>
          <p:cNvSpPr/>
          <p:nvPr/>
        </p:nvSpPr>
        <p:spPr>
          <a:xfrm>
            <a:off x="293243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Freeform 1258"/>
          <p:cNvSpPr/>
          <p:nvPr/>
        </p:nvSpPr>
        <p:spPr>
          <a:xfrm>
            <a:off x="293624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Freeform 1259"/>
          <p:cNvSpPr/>
          <p:nvPr/>
        </p:nvSpPr>
        <p:spPr>
          <a:xfrm>
            <a:off x="294005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Freeform 1260"/>
          <p:cNvSpPr/>
          <p:nvPr/>
        </p:nvSpPr>
        <p:spPr>
          <a:xfrm>
            <a:off x="294386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Freeform 1261"/>
          <p:cNvSpPr/>
          <p:nvPr/>
        </p:nvSpPr>
        <p:spPr>
          <a:xfrm>
            <a:off x="294640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Freeform 1262"/>
          <p:cNvSpPr/>
          <p:nvPr/>
        </p:nvSpPr>
        <p:spPr>
          <a:xfrm>
            <a:off x="295021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Freeform 1263"/>
          <p:cNvSpPr/>
          <p:nvPr/>
        </p:nvSpPr>
        <p:spPr>
          <a:xfrm>
            <a:off x="295402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Freeform 1264"/>
          <p:cNvSpPr/>
          <p:nvPr/>
        </p:nvSpPr>
        <p:spPr>
          <a:xfrm>
            <a:off x="295656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Freeform 1265"/>
          <p:cNvSpPr/>
          <p:nvPr/>
        </p:nvSpPr>
        <p:spPr>
          <a:xfrm>
            <a:off x="296037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Freeform 1266"/>
          <p:cNvSpPr/>
          <p:nvPr/>
        </p:nvSpPr>
        <p:spPr>
          <a:xfrm>
            <a:off x="296418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Freeform 1267"/>
          <p:cNvSpPr/>
          <p:nvPr/>
        </p:nvSpPr>
        <p:spPr>
          <a:xfrm>
            <a:off x="296799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Freeform 1268"/>
          <p:cNvSpPr/>
          <p:nvPr/>
        </p:nvSpPr>
        <p:spPr>
          <a:xfrm>
            <a:off x="297053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Freeform 1269"/>
          <p:cNvSpPr/>
          <p:nvPr/>
        </p:nvSpPr>
        <p:spPr>
          <a:xfrm>
            <a:off x="297434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Freeform 1270"/>
          <p:cNvSpPr/>
          <p:nvPr/>
        </p:nvSpPr>
        <p:spPr>
          <a:xfrm>
            <a:off x="297815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Freeform 1271"/>
          <p:cNvSpPr/>
          <p:nvPr/>
        </p:nvSpPr>
        <p:spPr>
          <a:xfrm>
            <a:off x="298069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Freeform 1272"/>
          <p:cNvSpPr/>
          <p:nvPr/>
        </p:nvSpPr>
        <p:spPr>
          <a:xfrm>
            <a:off x="298450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Freeform 1273"/>
          <p:cNvSpPr/>
          <p:nvPr/>
        </p:nvSpPr>
        <p:spPr>
          <a:xfrm>
            <a:off x="288671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Freeform 1274"/>
          <p:cNvSpPr/>
          <p:nvPr/>
        </p:nvSpPr>
        <p:spPr>
          <a:xfrm>
            <a:off x="289052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Freeform 1275"/>
          <p:cNvSpPr/>
          <p:nvPr/>
        </p:nvSpPr>
        <p:spPr>
          <a:xfrm>
            <a:off x="289433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Freeform 1276"/>
          <p:cNvSpPr/>
          <p:nvPr/>
        </p:nvSpPr>
        <p:spPr>
          <a:xfrm>
            <a:off x="289687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Freeform 1277"/>
          <p:cNvSpPr/>
          <p:nvPr/>
        </p:nvSpPr>
        <p:spPr>
          <a:xfrm>
            <a:off x="290068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Freeform 1278"/>
          <p:cNvSpPr/>
          <p:nvPr/>
        </p:nvSpPr>
        <p:spPr>
          <a:xfrm>
            <a:off x="290449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Freeform 1279"/>
          <p:cNvSpPr/>
          <p:nvPr/>
        </p:nvSpPr>
        <p:spPr>
          <a:xfrm>
            <a:off x="290703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Freeform 1280"/>
          <p:cNvSpPr/>
          <p:nvPr/>
        </p:nvSpPr>
        <p:spPr>
          <a:xfrm>
            <a:off x="291084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Freeform 1281"/>
          <p:cNvSpPr/>
          <p:nvPr/>
        </p:nvSpPr>
        <p:spPr>
          <a:xfrm>
            <a:off x="291465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Freeform 1282"/>
          <p:cNvSpPr/>
          <p:nvPr/>
        </p:nvSpPr>
        <p:spPr>
          <a:xfrm>
            <a:off x="291846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Freeform 1283"/>
          <p:cNvSpPr/>
          <p:nvPr/>
        </p:nvSpPr>
        <p:spPr>
          <a:xfrm>
            <a:off x="29210000" y="-23787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Freeform 1284"/>
          <p:cNvSpPr/>
          <p:nvPr/>
        </p:nvSpPr>
        <p:spPr>
          <a:xfrm>
            <a:off x="292481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Freeform 1285"/>
          <p:cNvSpPr/>
          <p:nvPr/>
        </p:nvSpPr>
        <p:spPr>
          <a:xfrm>
            <a:off x="29286200" y="-23812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Freeform 1286"/>
          <p:cNvSpPr/>
          <p:nvPr/>
        </p:nvSpPr>
        <p:spPr>
          <a:xfrm>
            <a:off x="293116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Freeform 1287"/>
          <p:cNvSpPr/>
          <p:nvPr/>
        </p:nvSpPr>
        <p:spPr>
          <a:xfrm>
            <a:off x="293497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Freeform 1288"/>
          <p:cNvSpPr/>
          <p:nvPr/>
        </p:nvSpPr>
        <p:spPr>
          <a:xfrm>
            <a:off x="293878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Freeform 1289"/>
          <p:cNvSpPr/>
          <p:nvPr/>
        </p:nvSpPr>
        <p:spPr>
          <a:xfrm>
            <a:off x="294259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Freeform 1290"/>
          <p:cNvSpPr/>
          <p:nvPr/>
        </p:nvSpPr>
        <p:spPr>
          <a:xfrm>
            <a:off x="294513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Freeform 1291"/>
          <p:cNvSpPr/>
          <p:nvPr/>
        </p:nvSpPr>
        <p:spPr>
          <a:xfrm>
            <a:off x="294894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Freeform 1292"/>
          <p:cNvSpPr/>
          <p:nvPr/>
        </p:nvSpPr>
        <p:spPr>
          <a:xfrm>
            <a:off x="295275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Freeform 1293"/>
          <p:cNvSpPr/>
          <p:nvPr/>
        </p:nvSpPr>
        <p:spPr>
          <a:xfrm>
            <a:off x="295529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Freeform 1294"/>
          <p:cNvSpPr/>
          <p:nvPr/>
        </p:nvSpPr>
        <p:spPr>
          <a:xfrm>
            <a:off x="295910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Freeform 1295"/>
          <p:cNvSpPr/>
          <p:nvPr/>
        </p:nvSpPr>
        <p:spPr>
          <a:xfrm>
            <a:off x="296291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Freeform 1296"/>
          <p:cNvSpPr/>
          <p:nvPr/>
        </p:nvSpPr>
        <p:spPr>
          <a:xfrm>
            <a:off x="296672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Freeform 1297"/>
          <p:cNvSpPr/>
          <p:nvPr/>
        </p:nvSpPr>
        <p:spPr>
          <a:xfrm>
            <a:off x="296926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Freeform 1298"/>
          <p:cNvSpPr/>
          <p:nvPr/>
        </p:nvSpPr>
        <p:spPr>
          <a:xfrm>
            <a:off x="297307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Freeform 1299"/>
          <p:cNvSpPr/>
          <p:nvPr/>
        </p:nvSpPr>
        <p:spPr>
          <a:xfrm>
            <a:off x="297688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Freeform 1300"/>
          <p:cNvSpPr/>
          <p:nvPr/>
        </p:nvSpPr>
        <p:spPr>
          <a:xfrm>
            <a:off x="297942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Freeform 1301"/>
          <p:cNvSpPr/>
          <p:nvPr/>
        </p:nvSpPr>
        <p:spPr>
          <a:xfrm>
            <a:off x="298323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Freeform 1302"/>
          <p:cNvSpPr/>
          <p:nvPr/>
        </p:nvSpPr>
        <p:spPr>
          <a:xfrm>
            <a:off x="288544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Freeform 1303"/>
          <p:cNvSpPr/>
          <p:nvPr/>
        </p:nvSpPr>
        <p:spPr>
          <a:xfrm>
            <a:off x="288925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Freeform 1304"/>
          <p:cNvSpPr/>
          <p:nvPr/>
        </p:nvSpPr>
        <p:spPr>
          <a:xfrm>
            <a:off x="289306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Freeform 1305"/>
          <p:cNvSpPr/>
          <p:nvPr/>
        </p:nvSpPr>
        <p:spPr>
          <a:xfrm>
            <a:off x="28956000" y="-23774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Freeform 1306"/>
          <p:cNvSpPr/>
          <p:nvPr/>
        </p:nvSpPr>
        <p:spPr>
          <a:xfrm>
            <a:off x="289941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Freeform 1307"/>
          <p:cNvSpPr/>
          <p:nvPr/>
        </p:nvSpPr>
        <p:spPr>
          <a:xfrm>
            <a:off x="290322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Freeform 1308"/>
          <p:cNvSpPr/>
          <p:nvPr/>
        </p:nvSpPr>
        <p:spPr>
          <a:xfrm>
            <a:off x="290576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Freeform 1309"/>
          <p:cNvSpPr/>
          <p:nvPr/>
        </p:nvSpPr>
        <p:spPr>
          <a:xfrm>
            <a:off x="29095700" y="-23787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Freeform 1310"/>
          <p:cNvSpPr/>
          <p:nvPr/>
        </p:nvSpPr>
        <p:spPr>
          <a:xfrm>
            <a:off x="291338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Freeform 1311"/>
          <p:cNvSpPr/>
          <p:nvPr/>
        </p:nvSpPr>
        <p:spPr>
          <a:xfrm>
            <a:off x="291719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Freeform 1312"/>
          <p:cNvSpPr/>
          <p:nvPr/>
        </p:nvSpPr>
        <p:spPr>
          <a:xfrm>
            <a:off x="291973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Freeform 1313"/>
          <p:cNvSpPr/>
          <p:nvPr/>
        </p:nvSpPr>
        <p:spPr>
          <a:xfrm>
            <a:off x="292354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Freeform 1314"/>
          <p:cNvSpPr/>
          <p:nvPr/>
        </p:nvSpPr>
        <p:spPr>
          <a:xfrm>
            <a:off x="292735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Freeform 1315"/>
          <p:cNvSpPr/>
          <p:nvPr/>
        </p:nvSpPr>
        <p:spPr>
          <a:xfrm>
            <a:off x="292989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Freeform 1316"/>
          <p:cNvSpPr/>
          <p:nvPr/>
        </p:nvSpPr>
        <p:spPr>
          <a:xfrm>
            <a:off x="293370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Freeform 1317"/>
          <p:cNvSpPr/>
          <p:nvPr/>
        </p:nvSpPr>
        <p:spPr>
          <a:xfrm>
            <a:off x="293751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Freeform 1318"/>
          <p:cNvSpPr/>
          <p:nvPr/>
        </p:nvSpPr>
        <p:spPr>
          <a:xfrm>
            <a:off x="294132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Freeform 1319"/>
          <p:cNvSpPr/>
          <p:nvPr/>
        </p:nvSpPr>
        <p:spPr>
          <a:xfrm>
            <a:off x="294386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Freeform 1320"/>
          <p:cNvSpPr/>
          <p:nvPr/>
        </p:nvSpPr>
        <p:spPr>
          <a:xfrm>
            <a:off x="294767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Freeform 1321"/>
          <p:cNvSpPr/>
          <p:nvPr/>
        </p:nvSpPr>
        <p:spPr>
          <a:xfrm>
            <a:off x="295148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Freeform 1322"/>
          <p:cNvSpPr/>
          <p:nvPr/>
        </p:nvSpPr>
        <p:spPr>
          <a:xfrm>
            <a:off x="295402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Freeform 1323"/>
          <p:cNvSpPr/>
          <p:nvPr/>
        </p:nvSpPr>
        <p:spPr>
          <a:xfrm>
            <a:off x="295783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Freeform 1324"/>
          <p:cNvSpPr/>
          <p:nvPr/>
        </p:nvSpPr>
        <p:spPr>
          <a:xfrm>
            <a:off x="296164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Freeform 1325"/>
          <p:cNvSpPr/>
          <p:nvPr/>
        </p:nvSpPr>
        <p:spPr>
          <a:xfrm>
            <a:off x="296545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Freeform 1326"/>
          <p:cNvSpPr/>
          <p:nvPr/>
        </p:nvSpPr>
        <p:spPr>
          <a:xfrm>
            <a:off x="296799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Freeform 1327"/>
          <p:cNvSpPr/>
          <p:nvPr/>
        </p:nvSpPr>
        <p:spPr>
          <a:xfrm>
            <a:off x="297180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Freeform 1328"/>
          <p:cNvSpPr/>
          <p:nvPr/>
        </p:nvSpPr>
        <p:spPr>
          <a:xfrm>
            <a:off x="297561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Freeform 1329"/>
          <p:cNvSpPr/>
          <p:nvPr/>
        </p:nvSpPr>
        <p:spPr>
          <a:xfrm>
            <a:off x="297815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Freeform 1330"/>
          <p:cNvSpPr/>
          <p:nvPr/>
        </p:nvSpPr>
        <p:spPr>
          <a:xfrm>
            <a:off x="298196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Freeform 1331"/>
          <p:cNvSpPr/>
          <p:nvPr/>
        </p:nvSpPr>
        <p:spPr>
          <a:xfrm>
            <a:off x="288417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Freeform 1332"/>
          <p:cNvSpPr/>
          <p:nvPr/>
        </p:nvSpPr>
        <p:spPr>
          <a:xfrm>
            <a:off x="288798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Freeform 1333"/>
          <p:cNvSpPr/>
          <p:nvPr/>
        </p:nvSpPr>
        <p:spPr>
          <a:xfrm>
            <a:off x="289179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Freeform 1334"/>
          <p:cNvSpPr/>
          <p:nvPr/>
        </p:nvSpPr>
        <p:spPr>
          <a:xfrm>
            <a:off x="289433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Freeform 1335"/>
          <p:cNvSpPr/>
          <p:nvPr/>
        </p:nvSpPr>
        <p:spPr>
          <a:xfrm>
            <a:off x="289814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Freeform 1336"/>
          <p:cNvSpPr/>
          <p:nvPr/>
        </p:nvSpPr>
        <p:spPr>
          <a:xfrm>
            <a:off x="290195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Freeform 1337"/>
          <p:cNvSpPr/>
          <p:nvPr/>
        </p:nvSpPr>
        <p:spPr>
          <a:xfrm>
            <a:off x="290449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Freeform 1338"/>
          <p:cNvSpPr/>
          <p:nvPr/>
        </p:nvSpPr>
        <p:spPr>
          <a:xfrm>
            <a:off x="290830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Freeform 1339"/>
          <p:cNvSpPr/>
          <p:nvPr/>
        </p:nvSpPr>
        <p:spPr>
          <a:xfrm>
            <a:off x="291211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Freeform 1340"/>
          <p:cNvSpPr/>
          <p:nvPr/>
        </p:nvSpPr>
        <p:spPr>
          <a:xfrm>
            <a:off x="291592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Freeform 1341"/>
          <p:cNvSpPr/>
          <p:nvPr/>
        </p:nvSpPr>
        <p:spPr>
          <a:xfrm>
            <a:off x="291846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Freeform 1342"/>
          <p:cNvSpPr/>
          <p:nvPr/>
        </p:nvSpPr>
        <p:spPr>
          <a:xfrm>
            <a:off x="292227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Freeform 1343"/>
          <p:cNvSpPr/>
          <p:nvPr/>
        </p:nvSpPr>
        <p:spPr>
          <a:xfrm>
            <a:off x="292608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Freeform 1344"/>
          <p:cNvSpPr/>
          <p:nvPr/>
        </p:nvSpPr>
        <p:spPr>
          <a:xfrm>
            <a:off x="292862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Freeform 1345"/>
          <p:cNvSpPr/>
          <p:nvPr/>
        </p:nvSpPr>
        <p:spPr>
          <a:xfrm>
            <a:off x="293243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Freeform 1346"/>
          <p:cNvSpPr/>
          <p:nvPr/>
        </p:nvSpPr>
        <p:spPr>
          <a:xfrm>
            <a:off x="293624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Freeform 1347"/>
          <p:cNvSpPr/>
          <p:nvPr/>
        </p:nvSpPr>
        <p:spPr>
          <a:xfrm>
            <a:off x="294005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Freeform 1348"/>
          <p:cNvSpPr/>
          <p:nvPr/>
        </p:nvSpPr>
        <p:spPr>
          <a:xfrm>
            <a:off x="294259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Freeform 1349"/>
          <p:cNvSpPr/>
          <p:nvPr/>
        </p:nvSpPr>
        <p:spPr>
          <a:xfrm>
            <a:off x="294640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Freeform 1350"/>
          <p:cNvSpPr/>
          <p:nvPr/>
        </p:nvSpPr>
        <p:spPr>
          <a:xfrm>
            <a:off x="295021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Freeform 1351"/>
          <p:cNvSpPr/>
          <p:nvPr/>
        </p:nvSpPr>
        <p:spPr>
          <a:xfrm>
            <a:off x="295275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Freeform 1352"/>
          <p:cNvSpPr/>
          <p:nvPr/>
        </p:nvSpPr>
        <p:spPr>
          <a:xfrm>
            <a:off x="295656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Freeform 1353"/>
          <p:cNvSpPr/>
          <p:nvPr/>
        </p:nvSpPr>
        <p:spPr>
          <a:xfrm>
            <a:off x="296037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Freeform 1354"/>
          <p:cNvSpPr/>
          <p:nvPr/>
        </p:nvSpPr>
        <p:spPr>
          <a:xfrm>
            <a:off x="296418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Freeform 1355"/>
          <p:cNvSpPr/>
          <p:nvPr/>
        </p:nvSpPr>
        <p:spPr>
          <a:xfrm>
            <a:off x="296672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Freeform 1356"/>
          <p:cNvSpPr/>
          <p:nvPr/>
        </p:nvSpPr>
        <p:spPr>
          <a:xfrm>
            <a:off x="297053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Freeform 1357"/>
          <p:cNvSpPr/>
          <p:nvPr/>
        </p:nvSpPr>
        <p:spPr>
          <a:xfrm>
            <a:off x="297434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Freeform 1358"/>
          <p:cNvSpPr/>
          <p:nvPr/>
        </p:nvSpPr>
        <p:spPr>
          <a:xfrm>
            <a:off x="297688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Freeform 1359"/>
          <p:cNvSpPr/>
          <p:nvPr/>
        </p:nvSpPr>
        <p:spPr>
          <a:xfrm>
            <a:off x="298069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Freeform 1360"/>
          <p:cNvSpPr/>
          <p:nvPr/>
        </p:nvSpPr>
        <p:spPr>
          <a:xfrm>
            <a:off x="288290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Freeform 1361"/>
          <p:cNvSpPr/>
          <p:nvPr/>
        </p:nvSpPr>
        <p:spPr>
          <a:xfrm>
            <a:off x="288671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Freeform 1362"/>
          <p:cNvSpPr/>
          <p:nvPr/>
        </p:nvSpPr>
        <p:spPr>
          <a:xfrm>
            <a:off x="289052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Freeform 1363"/>
          <p:cNvSpPr/>
          <p:nvPr/>
        </p:nvSpPr>
        <p:spPr>
          <a:xfrm>
            <a:off x="289306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Freeform 1364"/>
          <p:cNvSpPr/>
          <p:nvPr/>
        </p:nvSpPr>
        <p:spPr>
          <a:xfrm>
            <a:off x="289687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Freeform 1365"/>
          <p:cNvSpPr/>
          <p:nvPr/>
        </p:nvSpPr>
        <p:spPr>
          <a:xfrm>
            <a:off x="290068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Freeform 1366"/>
          <p:cNvSpPr/>
          <p:nvPr/>
        </p:nvSpPr>
        <p:spPr>
          <a:xfrm>
            <a:off x="29032200" y="-23799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Freeform 1367"/>
          <p:cNvSpPr/>
          <p:nvPr/>
        </p:nvSpPr>
        <p:spPr>
          <a:xfrm>
            <a:off x="290703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Freeform 1368"/>
          <p:cNvSpPr/>
          <p:nvPr/>
        </p:nvSpPr>
        <p:spPr>
          <a:xfrm>
            <a:off x="291084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Freeform 1369"/>
          <p:cNvSpPr/>
          <p:nvPr/>
        </p:nvSpPr>
        <p:spPr>
          <a:xfrm>
            <a:off x="291465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Freeform 1370"/>
          <p:cNvSpPr/>
          <p:nvPr/>
        </p:nvSpPr>
        <p:spPr>
          <a:xfrm>
            <a:off x="29171900" y="-23812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Freeform 1371"/>
          <p:cNvSpPr/>
          <p:nvPr/>
        </p:nvSpPr>
        <p:spPr>
          <a:xfrm>
            <a:off x="292100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Freeform 1372"/>
          <p:cNvSpPr/>
          <p:nvPr/>
        </p:nvSpPr>
        <p:spPr>
          <a:xfrm>
            <a:off x="292481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Freeform 1373"/>
          <p:cNvSpPr/>
          <p:nvPr/>
        </p:nvSpPr>
        <p:spPr>
          <a:xfrm>
            <a:off x="292735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Freeform 1374"/>
          <p:cNvSpPr/>
          <p:nvPr/>
        </p:nvSpPr>
        <p:spPr>
          <a:xfrm>
            <a:off x="293116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Freeform 1375"/>
          <p:cNvSpPr/>
          <p:nvPr/>
        </p:nvSpPr>
        <p:spPr>
          <a:xfrm>
            <a:off x="293497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Freeform 1376"/>
          <p:cNvSpPr/>
          <p:nvPr/>
        </p:nvSpPr>
        <p:spPr>
          <a:xfrm>
            <a:off x="293878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Freeform 1377"/>
          <p:cNvSpPr/>
          <p:nvPr/>
        </p:nvSpPr>
        <p:spPr>
          <a:xfrm>
            <a:off x="294132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Freeform 1378"/>
          <p:cNvSpPr/>
          <p:nvPr/>
        </p:nvSpPr>
        <p:spPr>
          <a:xfrm>
            <a:off x="294513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Freeform 1379"/>
          <p:cNvSpPr/>
          <p:nvPr/>
        </p:nvSpPr>
        <p:spPr>
          <a:xfrm>
            <a:off x="294894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Freeform 1380"/>
          <p:cNvSpPr/>
          <p:nvPr/>
        </p:nvSpPr>
        <p:spPr>
          <a:xfrm>
            <a:off x="295148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Freeform 1381"/>
          <p:cNvSpPr/>
          <p:nvPr/>
        </p:nvSpPr>
        <p:spPr>
          <a:xfrm>
            <a:off x="295529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Freeform 1382"/>
          <p:cNvSpPr/>
          <p:nvPr/>
        </p:nvSpPr>
        <p:spPr>
          <a:xfrm>
            <a:off x="295910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Freeform 1383"/>
          <p:cNvSpPr/>
          <p:nvPr/>
        </p:nvSpPr>
        <p:spPr>
          <a:xfrm>
            <a:off x="296291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Freeform 1384"/>
          <p:cNvSpPr/>
          <p:nvPr/>
        </p:nvSpPr>
        <p:spPr>
          <a:xfrm>
            <a:off x="296545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Freeform 1385"/>
          <p:cNvSpPr/>
          <p:nvPr/>
        </p:nvSpPr>
        <p:spPr>
          <a:xfrm>
            <a:off x="296926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Freeform 1386"/>
          <p:cNvSpPr/>
          <p:nvPr/>
        </p:nvSpPr>
        <p:spPr>
          <a:xfrm>
            <a:off x="297307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Freeform 1387"/>
          <p:cNvSpPr/>
          <p:nvPr/>
        </p:nvSpPr>
        <p:spPr>
          <a:xfrm>
            <a:off x="297561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Freeform 1388"/>
          <p:cNvSpPr/>
          <p:nvPr/>
        </p:nvSpPr>
        <p:spPr>
          <a:xfrm>
            <a:off x="297942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Freeform 1389"/>
          <p:cNvSpPr/>
          <p:nvPr/>
        </p:nvSpPr>
        <p:spPr>
          <a:xfrm>
            <a:off x="288163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Freeform 1390"/>
          <p:cNvSpPr/>
          <p:nvPr/>
        </p:nvSpPr>
        <p:spPr>
          <a:xfrm>
            <a:off x="288544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Freeform 1391"/>
          <p:cNvSpPr/>
          <p:nvPr/>
        </p:nvSpPr>
        <p:spPr>
          <a:xfrm>
            <a:off x="288925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Freeform 1392"/>
          <p:cNvSpPr/>
          <p:nvPr/>
        </p:nvSpPr>
        <p:spPr>
          <a:xfrm>
            <a:off x="289179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Freeform 1393"/>
          <p:cNvSpPr/>
          <p:nvPr/>
        </p:nvSpPr>
        <p:spPr>
          <a:xfrm>
            <a:off x="289560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Freeform 1394"/>
          <p:cNvSpPr/>
          <p:nvPr/>
        </p:nvSpPr>
        <p:spPr>
          <a:xfrm>
            <a:off x="289941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Freeform 1395"/>
          <p:cNvSpPr/>
          <p:nvPr/>
        </p:nvSpPr>
        <p:spPr>
          <a:xfrm>
            <a:off x="290195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Freeform 1396"/>
          <p:cNvSpPr/>
          <p:nvPr/>
        </p:nvSpPr>
        <p:spPr>
          <a:xfrm>
            <a:off x="290576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Freeform 1397"/>
          <p:cNvSpPr/>
          <p:nvPr/>
        </p:nvSpPr>
        <p:spPr>
          <a:xfrm>
            <a:off x="290957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Freeform 1398"/>
          <p:cNvSpPr/>
          <p:nvPr/>
        </p:nvSpPr>
        <p:spPr>
          <a:xfrm>
            <a:off x="291338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Freeform 1399"/>
          <p:cNvSpPr/>
          <p:nvPr/>
        </p:nvSpPr>
        <p:spPr>
          <a:xfrm>
            <a:off x="291592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Freeform 1400"/>
          <p:cNvSpPr/>
          <p:nvPr/>
        </p:nvSpPr>
        <p:spPr>
          <a:xfrm>
            <a:off x="291973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Freeform 1401"/>
          <p:cNvSpPr/>
          <p:nvPr/>
        </p:nvSpPr>
        <p:spPr>
          <a:xfrm>
            <a:off x="292354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Freeform 1402"/>
          <p:cNvSpPr/>
          <p:nvPr/>
        </p:nvSpPr>
        <p:spPr>
          <a:xfrm>
            <a:off x="292608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Freeform 1403"/>
          <p:cNvSpPr/>
          <p:nvPr/>
        </p:nvSpPr>
        <p:spPr>
          <a:xfrm>
            <a:off x="29298900" y="-2388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Freeform 1404"/>
          <p:cNvSpPr/>
          <p:nvPr/>
        </p:nvSpPr>
        <p:spPr>
          <a:xfrm>
            <a:off x="29337000" y="-23914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00D6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Freeform 1405"/>
          <p:cNvSpPr/>
          <p:nvPr/>
        </p:nvSpPr>
        <p:spPr>
          <a:xfrm>
            <a:off x="29375100" y="-23914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D5"/>
          </a:solidFill>
          <a:ln w="3175">
            <a:solidFill>
              <a:srgbClr val="000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Freeform 1406"/>
          <p:cNvSpPr/>
          <p:nvPr/>
        </p:nvSpPr>
        <p:spPr>
          <a:xfrm>
            <a:off x="294005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Freeform 1407"/>
          <p:cNvSpPr/>
          <p:nvPr/>
        </p:nvSpPr>
        <p:spPr>
          <a:xfrm>
            <a:off x="29438600" y="-2388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8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Freeform 1408"/>
          <p:cNvSpPr/>
          <p:nvPr/>
        </p:nvSpPr>
        <p:spPr>
          <a:xfrm>
            <a:off x="294767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Freeform 1409"/>
          <p:cNvSpPr/>
          <p:nvPr/>
        </p:nvSpPr>
        <p:spPr>
          <a:xfrm>
            <a:off x="29502100" y="-2388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95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Freeform 1410"/>
          <p:cNvSpPr/>
          <p:nvPr/>
        </p:nvSpPr>
        <p:spPr>
          <a:xfrm>
            <a:off x="29540200" y="-23901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A4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Freeform 1411"/>
          <p:cNvSpPr/>
          <p:nvPr/>
        </p:nvSpPr>
        <p:spPr>
          <a:xfrm>
            <a:off x="29578300" y="-23914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Freeform 1412"/>
          <p:cNvSpPr/>
          <p:nvPr/>
        </p:nvSpPr>
        <p:spPr>
          <a:xfrm>
            <a:off x="29616400" y="-2391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Freeform 1413"/>
          <p:cNvSpPr/>
          <p:nvPr/>
        </p:nvSpPr>
        <p:spPr>
          <a:xfrm>
            <a:off x="29641800" y="-23914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AC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Freeform 1414"/>
          <p:cNvSpPr/>
          <p:nvPr/>
        </p:nvSpPr>
        <p:spPr>
          <a:xfrm>
            <a:off x="296799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B"/>
          </a:solidFill>
          <a:ln w="3175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Freeform 1415"/>
          <p:cNvSpPr/>
          <p:nvPr/>
        </p:nvSpPr>
        <p:spPr>
          <a:xfrm>
            <a:off x="29718000" y="-2390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Freeform 1416"/>
          <p:cNvSpPr/>
          <p:nvPr/>
        </p:nvSpPr>
        <p:spPr>
          <a:xfrm>
            <a:off x="297434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Freeform 1417"/>
          <p:cNvSpPr/>
          <p:nvPr/>
        </p:nvSpPr>
        <p:spPr>
          <a:xfrm>
            <a:off x="297815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Freeform 1418"/>
          <p:cNvSpPr/>
          <p:nvPr/>
        </p:nvSpPr>
        <p:spPr>
          <a:xfrm>
            <a:off x="288036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Freeform 1419"/>
          <p:cNvSpPr/>
          <p:nvPr/>
        </p:nvSpPr>
        <p:spPr>
          <a:xfrm>
            <a:off x="288417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Freeform 1420"/>
          <p:cNvSpPr/>
          <p:nvPr/>
        </p:nvSpPr>
        <p:spPr>
          <a:xfrm>
            <a:off x="288798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Freeform 1421"/>
          <p:cNvSpPr/>
          <p:nvPr/>
        </p:nvSpPr>
        <p:spPr>
          <a:xfrm>
            <a:off x="289052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Freeform 1422"/>
          <p:cNvSpPr/>
          <p:nvPr/>
        </p:nvSpPr>
        <p:spPr>
          <a:xfrm>
            <a:off x="28943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Freeform 1423"/>
          <p:cNvSpPr/>
          <p:nvPr/>
        </p:nvSpPr>
        <p:spPr>
          <a:xfrm>
            <a:off x="289814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Freeform 1424"/>
          <p:cNvSpPr/>
          <p:nvPr/>
        </p:nvSpPr>
        <p:spPr>
          <a:xfrm>
            <a:off x="290068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Freeform 1425"/>
          <p:cNvSpPr/>
          <p:nvPr/>
        </p:nvSpPr>
        <p:spPr>
          <a:xfrm>
            <a:off x="290449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Freeform 1426"/>
          <p:cNvSpPr/>
          <p:nvPr/>
        </p:nvSpPr>
        <p:spPr>
          <a:xfrm>
            <a:off x="290830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Freeform 1427"/>
          <p:cNvSpPr/>
          <p:nvPr/>
        </p:nvSpPr>
        <p:spPr>
          <a:xfrm>
            <a:off x="29121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Freeform 1428"/>
          <p:cNvSpPr/>
          <p:nvPr/>
        </p:nvSpPr>
        <p:spPr>
          <a:xfrm>
            <a:off x="291465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Freeform 1429"/>
          <p:cNvSpPr/>
          <p:nvPr/>
        </p:nvSpPr>
        <p:spPr>
          <a:xfrm>
            <a:off x="291846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Freeform 1430"/>
          <p:cNvSpPr/>
          <p:nvPr/>
        </p:nvSpPr>
        <p:spPr>
          <a:xfrm>
            <a:off x="292227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Freeform 1431"/>
          <p:cNvSpPr/>
          <p:nvPr/>
        </p:nvSpPr>
        <p:spPr>
          <a:xfrm>
            <a:off x="292481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Freeform 1432"/>
          <p:cNvSpPr/>
          <p:nvPr/>
        </p:nvSpPr>
        <p:spPr>
          <a:xfrm>
            <a:off x="292862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Freeform 1433"/>
          <p:cNvSpPr/>
          <p:nvPr/>
        </p:nvSpPr>
        <p:spPr>
          <a:xfrm>
            <a:off x="29324300" y="-23964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00FF"/>
          </a:solidFill>
          <a:ln w="3175">
            <a:solidFill>
              <a:srgbClr val="000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Freeform 1434"/>
          <p:cNvSpPr/>
          <p:nvPr/>
        </p:nvSpPr>
        <p:spPr>
          <a:xfrm>
            <a:off x="29362400" y="-23964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2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Freeform 1435"/>
          <p:cNvSpPr/>
          <p:nvPr/>
        </p:nvSpPr>
        <p:spPr>
          <a:xfrm>
            <a:off x="29387800" y="-23939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5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Freeform 1436"/>
          <p:cNvSpPr/>
          <p:nvPr/>
        </p:nvSpPr>
        <p:spPr>
          <a:xfrm>
            <a:off x="29425900" y="-23926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B"/>
          </a:solidFill>
          <a:ln w="3175">
            <a:solidFill>
              <a:srgbClr val="0000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Freeform 1437"/>
          <p:cNvSpPr/>
          <p:nvPr/>
        </p:nvSpPr>
        <p:spPr>
          <a:xfrm>
            <a:off x="29464000" y="-23914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Freeform 1438"/>
          <p:cNvSpPr/>
          <p:nvPr/>
        </p:nvSpPr>
        <p:spPr>
          <a:xfrm>
            <a:off x="29489400" y="-23926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C3"/>
          </a:solidFill>
          <a:ln w="3175">
            <a:solidFill>
              <a:srgbClr val="000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Freeform 1439"/>
          <p:cNvSpPr/>
          <p:nvPr/>
        </p:nvSpPr>
        <p:spPr>
          <a:xfrm>
            <a:off x="29527500" y="-23952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Freeform 1440"/>
          <p:cNvSpPr/>
          <p:nvPr/>
        </p:nvSpPr>
        <p:spPr>
          <a:xfrm>
            <a:off x="29565600" y="-23977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Freeform 1441"/>
          <p:cNvSpPr/>
          <p:nvPr/>
        </p:nvSpPr>
        <p:spPr>
          <a:xfrm>
            <a:off x="29603700" y="-23977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FD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Freeform 1442"/>
          <p:cNvSpPr/>
          <p:nvPr/>
        </p:nvSpPr>
        <p:spPr>
          <a:xfrm>
            <a:off x="29629100" y="-23964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Freeform 1443"/>
          <p:cNvSpPr/>
          <p:nvPr/>
        </p:nvSpPr>
        <p:spPr>
          <a:xfrm>
            <a:off x="29667200" y="-23952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A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Freeform 1444"/>
          <p:cNvSpPr/>
          <p:nvPr/>
        </p:nvSpPr>
        <p:spPr>
          <a:xfrm>
            <a:off x="29705300" y="-23964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Freeform 1445"/>
          <p:cNvSpPr/>
          <p:nvPr/>
        </p:nvSpPr>
        <p:spPr>
          <a:xfrm>
            <a:off x="29730700" y="-23964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Freeform 1446"/>
          <p:cNvSpPr/>
          <p:nvPr/>
        </p:nvSpPr>
        <p:spPr>
          <a:xfrm>
            <a:off x="29768800" y="-23964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Freeform 1447"/>
          <p:cNvSpPr/>
          <p:nvPr/>
        </p:nvSpPr>
        <p:spPr>
          <a:xfrm>
            <a:off x="287909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Freeform 1448"/>
          <p:cNvSpPr/>
          <p:nvPr/>
        </p:nvSpPr>
        <p:spPr>
          <a:xfrm>
            <a:off x="288290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Freeform 1449"/>
          <p:cNvSpPr/>
          <p:nvPr/>
        </p:nvSpPr>
        <p:spPr>
          <a:xfrm>
            <a:off x="28867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Freeform 1450"/>
          <p:cNvSpPr/>
          <p:nvPr/>
        </p:nvSpPr>
        <p:spPr>
          <a:xfrm>
            <a:off x="288925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Freeform 1451"/>
          <p:cNvSpPr/>
          <p:nvPr/>
        </p:nvSpPr>
        <p:spPr>
          <a:xfrm>
            <a:off x="289306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Freeform 1452"/>
          <p:cNvSpPr/>
          <p:nvPr/>
        </p:nvSpPr>
        <p:spPr>
          <a:xfrm>
            <a:off x="289687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Freeform 1453"/>
          <p:cNvSpPr/>
          <p:nvPr/>
        </p:nvSpPr>
        <p:spPr>
          <a:xfrm>
            <a:off x="289941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Freeform 1454"/>
          <p:cNvSpPr/>
          <p:nvPr/>
        </p:nvSpPr>
        <p:spPr>
          <a:xfrm>
            <a:off x="290322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Freeform 1455"/>
          <p:cNvSpPr/>
          <p:nvPr/>
        </p:nvSpPr>
        <p:spPr>
          <a:xfrm>
            <a:off x="290703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Freeform 1456"/>
          <p:cNvSpPr/>
          <p:nvPr/>
        </p:nvSpPr>
        <p:spPr>
          <a:xfrm>
            <a:off x="291084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Freeform 1457"/>
          <p:cNvSpPr/>
          <p:nvPr/>
        </p:nvSpPr>
        <p:spPr>
          <a:xfrm>
            <a:off x="291338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Freeform 1458"/>
          <p:cNvSpPr/>
          <p:nvPr/>
        </p:nvSpPr>
        <p:spPr>
          <a:xfrm>
            <a:off x="291719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Freeform 1459"/>
          <p:cNvSpPr/>
          <p:nvPr/>
        </p:nvSpPr>
        <p:spPr>
          <a:xfrm>
            <a:off x="292100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Freeform 1460"/>
          <p:cNvSpPr/>
          <p:nvPr/>
        </p:nvSpPr>
        <p:spPr>
          <a:xfrm>
            <a:off x="292354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Freeform 1461"/>
          <p:cNvSpPr/>
          <p:nvPr/>
        </p:nvSpPr>
        <p:spPr>
          <a:xfrm>
            <a:off x="29273500" y="-23914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Freeform 1462"/>
          <p:cNvSpPr/>
          <p:nvPr/>
        </p:nvSpPr>
        <p:spPr>
          <a:xfrm>
            <a:off x="29311600" y="-23977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Freeform 1463"/>
          <p:cNvSpPr/>
          <p:nvPr/>
        </p:nvSpPr>
        <p:spPr>
          <a:xfrm>
            <a:off x="29349700" y="-2397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Freeform 1464"/>
          <p:cNvSpPr/>
          <p:nvPr/>
        </p:nvSpPr>
        <p:spPr>
          <a:xfrm>
            <a:off x="293751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Freeform 1465"/>
          <p:cNvSpPr/>
          <p:nvPr/>
        </p:nvSpPr>
        <p:spPr>
          <a:xfrm>
            <a:off x="294132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B"/>
          </a:solidFill>
          <a:ln w="3175">
            <a:solidFill>
              <a:srgbClr val="000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Freeform 1466"/>
          <p:cNvSpPr/>
          <p:nvPr/>
        </p:nvSpPr>
        <p:spPr>
          <a:xfrm>
            <a:off x="29451300" y="-23952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Freeform 1467"/>
          <p:cNvSpPr/>
          <p:nvPr/>
        </p:nvSpPr>
        <p:spPr>
          <a:xfrm>
            <a:off x="29476700" y="-23977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01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Freeform 1468"/>
          <p:cNvSpPr/>
          <p:nvPr/>
        </p:nvSpPr>
        <p:spPr>
          <a:xfrm>
            <a:off x="29514800" y="-2399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1EFF"/>
          </a:solidFill>
          <a:ln w="3175">
            <a:solidFill>
              <a:srgbClr val="001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Freeform 1469"/>
          <p:cNvSpPr/>
          <p:nvPr/>
        </p:nvSpPr>
        <p:spPr>
          <a:xfrm>
            <a:off x="29552900" y="-24015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Freeform 1470"/>
          <p:cNvSpPr/>
          <p:nvPr/>
        </p:nvSpPr>
        <p:spPr>
          <a:xfrm>
            <a:off x="29591000" y="-2401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49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Freeform 1471"/>
          <p:cNvSpPr/>
          <p:nvPr/>
        </p:nvSpPr>
        <p:spPr>
          <a:xfrm>
            <a:off x="29616400" y="-24015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Freeform 1472"/>
          <p:cNvSpPr/>
          <p:nvPr/>
        </p:nvSpPr>
        <p:spPr>
          <a:xfrm>
            <a:off x="29654500" y="-24015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Freeform 1473"/>
          <p:cNvSpPr/>
          <p:nvPr/>
        </p:nvSpPr>
        <p:spPr>
          <a:xfrm>
            <a:off x="29692600" y="-24015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Freeform 1474"/>
          <p:cNvSpPr/>
          <p:nvPr/>
        </p:nvSpPr>
        <p:spPr>
          <a:xfrm>
            <a:off x="29718000" y="-2401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Freeform 1475"/>
          <p:cNvSpPr/>
          <p:nvPr/>
        </p:nvSpPr>
        <p:spPr>
          <a:xfrm>
            <a:off x="29756100" y="-24028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Freeform 1476"/>
          <p:cNvSpPr/>
          <p:nvPr/>
        </p:nvSpPr>
        <p:spPr>
          <a:xfrm>
            <a:off x="28778200" y="-23837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Freeform 1477"/>
          <p:cNvSpPr/>
          <p:nvPr/>
        </p:nvSpPr>
        <p:spPr>
          <a:xfrm>
            <a:off x="288163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Freeform 1478"/>
          <p:cNvSpPr/>
          <p:nvPr/>
        </p:nvSpPr>
        <p:spPr>
          <a:xfrm>
            <a:off x="288544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Freeform 1479"/>
          <p:cNvSpPr/>
          <p:nvPr/>
        </p:nvSpPr>
        <p:spPr>
          <a:xfrm>
            <a:off x="288798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Freeform 1480"/>
          <p:cNvSpPr/>
          <p:nvPr/>
        </p:nvSpPr>
        <p:spPr>
          <a:xfrm>
            <a:off x="289179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Freeform 1481"/>
          <p:cNvSpPr/>
          <p:nvPr/>
        </p:nvSpPr>
        <p:spPr>
          <a:xfrm>
            <a:off x="289560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Freeform 1482"/>
          <p:cNvSpPr/>
          <p:nvPr/>
        </p:nvSpPr>
        <p:spPr>
          <a:xfrm>
            <a:off x="289941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Freeform 1483"/>
          <p:cNvSpPr/>
          <p:nvPr/>
        </p:nvSpPr>
        <p:spPr>
          <a:xfrm>
            <a:off x="290195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Freeform 1484"/>
          <p:cNvSpPr/>
          <p:nvPr/>
        </p:nvSpPr>
        <p:spPr>
          <a:xfrm>
            <a:off x="290576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Freeform 1485"/>
          <p:cNvSpPr/>
          <p:nvPr/>
        </p:nvSpPr>
        <p:spPr>
          <a:xfrm>
            <a:off x="290957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Freeform 1486"/>
          <p:cNvSpPr/>
          <p:nvPr/>
        </p:nvSpPr>
        <p:spPr>
          <a:xfrm>
            <a:off x="291211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Freeform 1487"/>
          <p:cNvSpPr/>
          <p:nvPr/>
        </p:nvSpPr>
        <p:spPr>
          <a:xfrm>
            <a:off x="291592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Freeform 1488"/>
          <p:cNvSpPr/>
          <p:nvPr/>
        </p:nvSpPr>
        <p:spPr>
          <a:xfrm>
            <a:off x="291973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Freeform 1489"/>
          <p:cNvSpPr/>
          <p:nvPr/>
        </p:nvSpPr>
        <p:spPr>
          <a:xfrm>
            <a:off x="292354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Freeform 1490"/>
          <p:cNvSpPr/>
          <p:nvPr/>
        </p:nvSpPr>
        <p:spPr>
          <a:xfrm>
            <a:off x="29260800" y="-23914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Freeform 1491"/>
          <p:cNvSpPr/>
          <p:nvPr/>
        </p:nvSpPr>
        <p:spPr>
          <a:xfrm>
            <a:off x="29298900" y="-23990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18FF"/>
          </a:solidFill>
          <a:ln w="3175">
            <a:solidFill>
              <a:srgbClr val="001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Freeform 1492"/>
          <p:cNvSpPr/>
          <p:nvPr/>
        </p:nvSpPr>
        <p:spPr>
          <a:xfrm>
            <a:off x="29337000" y="-2399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3FF"/>
          </a:solidFill>
          <a:ln w="3175">
            <a:solidFill>
              <a:srgbClr val="003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Freeform 1493"/>
          <p:cNvSpPr/>
          <p:nvPr/>
        </p:nvSpPr>
        <p:spPr>
          <a:xfrm>
            <a:off x="293624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Freeform 1494"/>
          <p:cNvSpPr/>
          <p:nvPr/>
        </p:nvSpPr>
        <p:spPr>
          <a:xfrm>
            <a:off x="294005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Freeform 1495"/>
          <p:cNvSpPr/>
          <p:nvPr/>
        </p:nvSpPr>
        <p:spPr>
          <a:xfrm>
            <a:off x="29438600" y="-2399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Freeform 1496"/>
          <p:cNvSpPr/>
          <p:nvPr/>
        </p:nvSpPr>
        <p:spPr>
          <a:xfrm>
            <a:off x="29464000" y="-24003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Freeform 1497"/>
          <p:cNvSpPr/>
          <p:nvPr/>
        </p:nvSpPr>
        <p:spPr>
          <a:xfrm>
            <a:off x="29502100" y="-2402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Freeform 1498"/>
          <p:cNvSpPr/>
          <p:nvPr/>
        </p:nvSpPr>
        <p:spPr>
          <a:xfrm>
            <a:off x="29540200" y="-24053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Freeform 1499"/>
          <p:cNvSpPr/>
          <p:nvPr/>
        </p:nvSpPr>
        <p:spPr>
          <a:xfrm>
            <a:off x="29578300" y="-2406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7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Freeform 1500"/>
          <p:cNvSpPr/>
          <p:nvPr/>
        </p:nvSpPr>
        <p:spPr>
          <a:xfrm>
            <a:off x="29603700" y="-24066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Freeform 1501"/>
          <p:cNvSpPr/>
          <p:nvPr/>
        </p:nvSpPr>
        <p:spPr>
          <a:xfrm>
            <a:off x="29641800" y="-24066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Freeform 1502"/>
          <p:cNvSpPr/>
          <p:nvPr/>
        </p:nvSpPr>
        <p:spPr>
          <a:xfrm>
            <a:off x="29679900" y="-24079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Freeform 1503"/>
          <p:cNvSpPr/>
          <p:nvPr/>
        </p:nvSpPr>
        <p:spPr>
          <a:xfrm>
            <a:off x="29705300" y="-24079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Freeform 1504"/>
          <p:cNvSpPr/>
          <p:nvPr/>
        </p:nvSpPr>
        <p:spPr>
          <a:xfrm>
            <a:off x="29743400" y="-24079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Freeform 1505"/>
          <p:cNvSpPr/>
          <p:nvPr/>
        </p:nvSpPr>
        <p:spPr>
          <a:xfrm>
            <a:off x="28765500" y="-23837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Freeform 1506"/>
          <p:cNvSpPr/>
          <p:nvPr/>
        </p:nvSpPr>
        <p:spPr>
          <a:xfrm>
            <a:off x="288036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Freeform 1507"/>
          <p:cNvSpPr/>
          <p:nvPr/>
        </p:nvSpPr>
        <p:spPr>
          <a:xfrm>
            <a:off x="28841700" y="-23850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Freeform 1508"/>
          <p:cNvSpPr/>
          <p:nvPr/>
        </p:nvSpPr>
        <p:spPr>
          <a:xfrm>
            <a:off x="288671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Freeform 1509"/>
          <p:cNvSpPr/>
          <p:nvPr/>
        </p:nvSpPr>
        <p:spPr>
          <a:xfrm>
            <a:off x="289052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Freeform 1510"/>
          <p:cNvSpPr/>
          <p:nvPr/>
        </p:nvSpPr>
        <p:spPr>
          <a:xfrm>
            <a:off x="289433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Freeform 1511"/>
          <p:cNvSpPr/>
          <p:nvPr/>
        </p:nvSpPr>
        <p:spPr>
          <a:xfrm>
            <a:off x="289814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Freeform 1512"/>
          <p:cNvSpPr/>
          <p:nvPr/>
        </p:nvSpPr>
        <p:spPr>
          <a:xfrm>
            <a:off x="290068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Freeform 1513"/>
          <p:cNvSpPr/>
          <p:nvPr/>
        </p:nvSpPr>
        <p:spPr>
          <a:xfrm>
            <a:off x="290449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Freeform 1514"/>
          <p:cNvSpPr/>
          <p:nvPr/>
        </p:nvSpPr>
        <p:spPr>
          <a:xfrm>
            <a:off x="290830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Freeform 1515"/>
          <p:cNvSpPr/>
          <p:nvPr/>
        </p:nvSpPr>
        <p:spPr>
          <a:xfrm>
            <a:off x="291084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Freeform 1516"/>
          <p:cNvSpPr/>
          <p:nvPr/>
        </p:nvSpPr>
        <p:spPr>
          <a:xfrm>
            <a:off x="291465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Freeform 1517"/>
          <p:cNvSpPr/>
          <p:nvPr/>
        </p:nvSpPr>
        <p:spPr>
          <a:xfrm>
            <a:off x="291846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Freeform 1518"/>
          <p:cNvSpPr/>
          <p:nvPr/>
        </p:nvSpPr>
        <p:spPr>
          <a:xfrm>
            <a:off x="292227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Freeform 1519"/>
          <p:cNvSpPr/>
          <p:nvPr/>
        </p:nvSpPr>
        <p:spPr>
          <a:xfrm>
            <a:off x="292481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Freeform 1520"/>
          <p:cNvSpPr/>
          <p:nvPr/>
        </p:nvSpPr>
        <p:spPr>
          <a:xfrm>
            <a:off x="29286200" y="-23990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Freeform 1521"/>
          <p:cNvSpPr/>
          <p:nvPr/>
        </p:nvSpPr>
        <p:spPr>
          <a:xfrm>
            <a:off x="29324300" y="-2400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Freeform 1522"/>
          <p:cNvSpPr/>
          <p:nvPr/>
        </p:nvSpPr>
        <p:spPr>
          <a:xfrm>
            <a:off x="29349700" y="-2401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50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Freeform 1523"/>
          <p:cNvSpPr/>
          <p:nvPr/>
        </p:nvSpPr>
        <p:spPr>
          <a:xfrm>
            <a:off x="29387800" y="-2401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Freeform 1524"/>
          <p:cNvSpPr/>
          <p:nvPr/>
        </p:nvSpPr>
        <p:spPr>
          <a:xfrm>
            <a:off x="29425900" y="-2401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Freeform 1525"/>
          <p:cNvSpPr/>
          <p:nvPr/>
        </p:nvSpPr>
        <p:spPr>
          <a:xfrm>
            <a:off x="29464000" y="-2402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close/>
              </a:path>
            </a:pathLst>
          </a:custGeom>
          <a:solidFill>
            <a:srgbClr val="005EFF"/>
          </a:solidFill>
          <a:ln w="3175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Freeform 1526"/>
          <p:cNvSpPr/>
          <p:nvPr/>
        </p:nvSpPr>
        <p:spPr>
          <a:xfrm>
            <a:off x="29489400" y="-24053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Freeform 1527"/>
          <p:cNvSpPr/>
          <p:nvPr/>
        </p:nvSpPr>
        <p:spPr>
          <a:xfrm>
            <a:off x="295275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Freeform 1528"/>
          <p:cNvSpPr/>
          <p:nvPr/>
        </p:nvSpPr>
        <p:spPr>
          <a:xfrm>
            <a:off x="29565600" y="-24104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B9FF"/>
          </a:solidFill>
          <a:ln w="3175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Freeform 1529"/>
          <p:cNvSpPr/>
          <p:nvPr/>
        </p:nvSpPr>
        <p:spPr>
          <a:xfrm>
            <a:off x="29591000" y="-24130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Freeform 1530"/>
          <p:cNvSpPr/>
          <p:nvPr/>
        </p:nvSpPr>
        <p:spPr>
          <a:xfrm>
            <a:off x="29629100" y="-24130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Freeform 1531"/>
          <p:cNvSpPr/>
          <p:nvPr/>
        </p:nvSpPr>
        <p:spPr>
          <a:xfrm>
            <a:off x="29667200" y="-24142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Freeform 1532"/>
          <p:cNvSpPr/>
          <p:nvPr/>
        </p:nvSpPr>
        <p:spPr>
          <a:xfrm>
            <a:off x="29692600" y="-24142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Freeform 1533"/>
          <p:cNvSpPr/>
          <p:nvPr/>
        </p:nvSpPr>
        <p:spPr>
          <a:xfrm>
            <a:off x="29730700" y="-24142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Freeform 1534"/>
          <p:cNvSpPr/>
          <p:nvPr/>
        </p:nvSpPr>
        <p:spPr>
          <a:xfrm>
            <a:off x="28752800" y="-23837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Freeform 1535"/>
          <p:cNvSpPr/>
          <p:nvPr/>
        </p:nvSpPr>
        <p:spPr>
          <a:xfrm>
            <a:off x="287909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Freeform 1536"/>
          <p:cNvSpPr/>
          <p:nvPr/>
        </p:nvSpPr>
        <p:spPr>
          <a:xfrm>
            <a:off x="288290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Freeform 1537"/>
          <p:cNvSpPr/>
          <p:nvPr/>
        </p:nvSpPr>
        <p:spPr>
          <a:xfrm>
            <a:off x="288544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Freeform 1538"/>
          <p:cNvSpPr/>
          <p:nvPr/>
        </p:nvSpPr>
        <p:spPr>
          <a:xfrm>
            <a:off x="288925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Freeform 1539"/>
          <p:cNvSpPr/>
          <p:nvPr/>
        </p:nvSpPr>
        <p:spPr>
          <a:xfrm>
            <a:off x="289306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Freeform 1540"/>
          <p:cNvSpPr/>
          <p:nvPr/>
        </p:nvSpPr>
        <p:spPr>
          <a:xfrm>
            <a:off x="289687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Freeform 1541"/>
          <p:cNvSpPr/>
          <p:nvPr/>
        </p:nvSpPr>
        <p:spPr>
          <a:xfrm>
            <a:off x="289941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Freeform 1542"/>
          <p:cNvSpPr/>
          <p:nvPr/>
        </p:nvSpPr>
        <p:spPr>
          <a:xfrm>
            <a:off x="290322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Freeform 1543"/>
          <p:cNvSpPr/>
          <p:nvPr/>
        </p:nvSpPr>
        <p:spPr>
          <a:xfrm>
            <a:off x="29070300" y="-2386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Freeform 1544"/>
          <p:cNvSpPr/>
          <p:nvPr/>
        </p:nvSpPr>
        <p:spPr>
          <a:xfrm>
            <a:off x="290957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Freeform 1545"/>
          <p:cNvSpPr/>
          <p:nvPr/>
        </p:nvSpPr>
        <p:spPr>
          <a:xfrm>
            <a:off x="291338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Freeform 1546"/>
          <p:cNvSpPr/>
          <p:nvPr/>
        </p:nvSpPr>
        <p:spPr>
          <a:xfrm>
            <a:off x="291719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Freeform 1547"/>
          <p:cNvSpPr/>
          <p:nvPr/>
        </p:nvSpPr>
        <p:spPr>
          <a:xfrm>
            <a:off x="29210000" y="-2390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Freeform 1548"/>
          <p:cNvSpPr/>
          <p:nvPr/>
        </p:nvSpPr>
        <p:spPr>
          <a:xfrm>
            <a:off x="29235400" y="-23939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Freeform 1549"/>
          <p:cNvSpPr/>
          <p:nvPr/>
        </p:nvSpPr>
        <p:spPr>
          <a:xfrm>
            <a:off x="29273500" y="-24003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AFF"/>
          </a:solidFill>
          <a:ln w="3175">
            <a:solidFill>
              <a:srgbClr val="001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Freeform 1550"/>
          <p:cNvSpPr/>
          <p:nvPr/>
        </p:nvSpPr>
        <p:spPr>
          <a:xfrm>
            <a:off x="29311600" y="-2402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Freeform 1551"/>
          <p:cNvSpPr/>
          <p:nvPr/>
        </p:nvSpPr>
        <p:spPr>
          <a:xfrm>
            <a:off x="29337000" y="-2402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Freeform 1552"/>
          <p:cNvSpPr/>
          <p:nvPr/>
        </p:nvSpPr>
        <p:spPr>
          <a:xfrm>
            <a:off x="293751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A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Freeform 1553"/>
          <p:cNvSpPr/>
          <p:nvPr/>
        </p:nvSpPr>
        <p:spPr>
          <a:xfrm>
            <a:off x="294132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Freeform 1554"/>
          <p:cNvSpPr/>
          <p:nvPr/>
        </p:nvSpPr>
        <p:spPr>
          <a:xfrm>
            <a:off x="29451300" y="-2405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Freeform 1555"/>
          <p:cNvSpPr/>
          <p:nvPr/>
        </p:nvSpPr>
        <p:spPr>
          <a:xfrm>
            <a:off x="29476700" y="-2406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8CFF"/>
          </a:solidFill>
          <a:ln w="3175">
            <a:solidFill>
              <a:srgbClr val="007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Freeform 1556"/>
          <p:cNvSpPr/>
          <p:nvPr/>
        </p:nvSpPr>
        <p:spPr>
          <a:xfrm>
            <a:off x="29514800" y="-2409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ADFF"/>
          </a:solidFill>
          <a:ln w="3175">
            <a:solidFill>
              <a:srgbClr val="008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Freeform 1557"/>
          <p:cNvSpPr/>
          <p:nvPr/>
        </p:nvSpPr>
        <p:spPr>
          <a:xfrm>
            <a:off x="29552900" y="-24130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D6FF"/>
          </a:solidFill>
          <a:ln w="3175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Freeform 1558"/>
          <p:cNvSpPr/>
          <p:nvPr/>
        </p:nvSpPr>
        <p:spPr>
          <a:xfrm>
            <a:off x="29578300" y="-24168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DFFF2"/>
          </a:solidFill>
          <a:ln w="3175">
            <a:solidFill>
              <a:srgbClr val="0AC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Freeform 1559"/>
          <p:cNvSpPr/>
          <p:nvPr/>
        </p:nvSpPr>
        <p:spPr>
          <a:xfrm>
            <a:off x="29616400" y="-24231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5"/>
                </a:lnTo>
                <a:lnTo>
                  <a:pt x="1" y="8"/>
                </a:lnTo>
                <a:close/>
              </a:path>
            </a:pathLst>
          </a:custGeom>
          <a:solidFill>
            <a:srgbClr val="42FFBD"/>
          </a:solidFill>
          <a:ln w="3175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Freeform 1560"/>
          <p:cNvSpPr/>
          <p:nvPr/>
        </p:nvSpPr>
        <p:spPr>
          <a:xfrm>
            <a:off x="29654500" y="-242316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Freeform 1561"/>
          <p:cNvSpPr/>
          <p:nvPr/>
        </p:nvSpPr>
        <p:spPr>
          <a:xfrm>
            <a:off x="29692600" y="-24231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Freeform 1562"/>
          <p:cNvSpPr/>
          <p:nvPr/>
        </p:nvSpPr>
        <p:spPr>
          <a:xfrm>
            <a:off x="29718000" y="-24231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Freeform 1563"/>
          <p:cNvSpPr/>
          <p:nvPr/>
        </p:nvSpPr>
        <p:spPr>
          <a:xfrm>
            <a:off x="287401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Freeform 1564"/>
          <p:cNvSpPr/>
          <p:nvPr/>
        </p:nvSpPr>
        <p:spPr>
          <a:xfrm>
            <a:off x="28778200" y="-2387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Freeform 1565"/>
          <p:cNvSpPr/>
          <p:nvPr/>
        </p:nvSpPr>
        <p:spPr>
          <a:xfrm>
            <a:off x="28816300" y="-2387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Freeform 1566"/>
          <p:cNvSpPr/>
          <p:nvPr/>
        </p:nvSpPr>
        <p:spPr>
          <a:xfrm>
            <a:off x="288417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Freeform 1567"/>
          <p:cNvSpPr/>
          <p:nvPr/>
        </p:nvSpPr>
        <p:spPr>
          <a:xfrm>
            <a:off x="288798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Freeform 1568"/>
          <p:cNvSpPr/>
          <p:nvPr/>
        </p:nvSpPr>
        <p:spPr>
          <a:xfrm>
            <a:off x="28917900" y="-2388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Freeform 1569"/>
          <p:cNvSpPr/>
          <p:nvPr/>
        </p:nvSpPr>
        <p:spPr>
          <a:xfrm>
            <a:off x="28956000" y="-2388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Freeform 1570"/>
          <p:cNvSpPr/>
          <p:nvPr/>
        </p:nvSpPr>
        <p:spPr>
          <a:xfrm>
            <a:off x="289814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Freeform 1571"/>
          <p:cNvSpPr/>
          <p:nvPr/>
        </p:nvSpPr>
        <p:spPr>
          <a:xfrm>
            <a:off x="290195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Freeform 1572"/>
          <p:cNvSpPr/>
          <p:nvPr/>
        </p:nvSpPr>
        <p:spPr>
          <a:xfrm>
            <a:off x="29057600" y="-2390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Freeform 1573"/>
          <p:cNvSpPr/>
          <p:nvPr/>
        </p:nvSpPr>
        <p:spPr>
          <a:xfrm>
            <a:off x="290830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Freeform 1574"/>
          <p:cNvSpPr/>
          <p:nvPr/>
        </p:nvSpPr>
        <p:spPr>
          <a:xfrm>
            <a:off x="291211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Freeform 1575"/>
          <p:cNvSpPr/>
          <p:nvPr/>
        </p:nvSpPr>
        <p:spPr>
          <a:xfrm>
            <a:off x="29159200" y="-23914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Freeform 1576"/>
          <p:cNvSpPr/>
          <p:nvPr/>
        </p:nvSpPr>
        <p:spPr>
          <a:xfrm>
            <a:off x="29197300" y="-2392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F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Freeform 1577"/>
          <p:cNvSpPr/>
          <p:nvPr/>
        </p:nvSpPr>
        <p:spPr>
          <a:xfrm>
            <a:off x="29222700" y="-240538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9"/>
                </a:lnTo>
                <a:lnTo>
                  <a:pt x="3" y="0"/>
                </a:lnTo>
                <a:lnTo>
                  <a:pt x="0" y="10"/>
                </a:lnTo>
                <a:lnTo>
                  <a:pt x="1" y="12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Freeform 1578"/>
          <p:cNvSpPr/>
          <p:nvPr/>
        </p:nvSpPr>
        <p:spPr>
          <a:xfrm>
            <a:off x="29260800" y="-241427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1"/>
                </a:lnTo>
                <a:lnTo>
                  <a:pt x="3" y="0"/>
                </a:lnTo>
                <a:lnTo>
                  <a:pt x="0" y="7"/>
                </a:lnTo>
                <a:lnTo>
                  <a:pt x="1" y="16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Freeform 1579"/>
          <p:cNvSpPr/>
          <p:nvPr/>
        </p:nvSpPr>
        <p:spPr>
          <a:xfrm>
            <a:off x="29298900" y="-241427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9"/>
                </a:lnTo>
                <a:lnTo>
                  <a:pt x="2" y="1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C1FF"/>
          </a:solidFill>
          <a:ln w="3175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Freeform 1580"/>
          <p:cNvSpPr/>
          <p:nvPr/>
        </p:nvSpPr>
        <p:spPr>
          <a:xfrm>
            <a:off x="29324300" y="-241300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1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Freeform 1581"/>
          <p:cNvSpPr/>
          <p:nvPr/>
        </p:nvSpPr>
        <p:spPr>
          <a:xfrm>
            <a:off x="29362400" y="-24117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Freeform 1582"/>
          <p:cNvSpPr/>
          <p:nvPr/>
        </p:nvSpPr>
        <p:spPr>
          <a:xfrm>
            <a:off x="29400500" y="-24117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B0FF"/>
          </a:solidFill>
          <a:ln w="3175">
            <a:solidFill>
              <a:srgbClr val="008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Freeform 1583"/>
          <p:cNvSpPr/>
          <p:nvPr/>
        </p:nvSpPr>
        <p:spPr>
          <a:xfrm>
            <a:off x="29438600" y="-24117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Freeform 1584"/>
          <p:cNvSpPr/>
          <p:nvPr/>
        </p:nvSpPr>
        <p:spPr>
          <a:xfrm>
            <a:off x="29464000" y="-241427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Freeform 1585"/>
          <p:cNvSpPr/>
          <p:nvPr/>
        </p:nvSpPr>
        <p:spPr>
          <a:xfrm>
            <a:off x="29502100" y="-24168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6"/>
                </a:lnTo>
                <a:lnTo>
                  <a:pt x="3" y="0"/>
                </a:lnTo>
                <a:lnTo>
                  <a:pt x="0" y="2"/>
                </a:lnTo>
                <a:lnTo>
                  <a:pt x="1" y="8"/>
                </a:lnTo>
                <a:close/>
              </a:path>
            </a:pathLst>
          </a:custGeom>
          <a:solidFill>
            <a:srgbClr val="00E9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Freeform 1586"/>
          <p:cNvSpPr/>
          <p:nvPr/>
        </p:nvSpPr>
        <p:spPr>
          <a:xfrm>
            <a:off x="29540200" y="-24193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8"/>
                </a:lnTo>
                <a:close/>
              </a:path>
            </a:pathLst>
          </a:custGeom>
          <a:solidFill>
            <a:srgbClr val="16FFE9"/>
          </a:solidFill>
          <a:ln w="3175">
            <a:solidFill>
              <a:srgbClr val="12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Freeform 1587"/>
          <p:cNvSpPr/>
          <p:nvPr/>
        </p:nvSpPr>
        <p:spPr>
          <a:xfrm>
            <a:off x="29565600" y="-24244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6"/>
                </a:lnTo>
                <a:lnTo>
                  <a:pt x="3" y="0"/>
                </a:lnTo>
                <a:lnTo>
                  <a:pt x="0" y="4"/>
                </a:lnTo>
                <a:lnTo>
                  <a:pt x="1" y="9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Freeform 1588"/>
          <p:cNvSpPr/>
          <p:nvPr/>
        </p:nvSpPr>
        <p:spPr>
          <a:xfrm>
            <a:off x="29603700" y="-243459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9"/>
                </a:lnTo>
                <a:lnTo>
                  <a:pt x="3" y="0"/>
                </a:lnTo>
                <a:lnTo>
                  <a:pt x="0" y="8"/>
                </a:lnTo>
                <a:lnTo>
                  <a:pt x="1" y="14"/>
                </a:lnTo>
                <a:close/>
              </a:path>
            </a:pathLst>
          </a:custGeom>
          <a:solidFill>
            <a:srgbClr val="BDFF42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Freeform 1589"/>
          <p:cNvSpPr/>
          <p:nvPr/>
        </p:nvSpPr>
        <p:spPr>
          <a:xfrm>
            <a:off x="29641800" y="-243586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FE00"/>
          </a:solidFill>
          <a:ln w="3175">
            <a:solidFill>
              <a:srgbClr val="CC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Freeform 1590"/>
          <p:cNvSpPr/>
          <p:nvPr/>
        </p:nvSpPr>
        <p:spPr>
          <a:xfrm>
            <a:off x="29679900" y="-243586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Freeform 1591"/>
          <p:cNvSpPr/>
          <p:nvPr/>
        </p:nvSpPr>
        <p:spPr>
          <a:xfrm>
            <a:off x="29705300" y="-243586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Freeform 1592"/>
          <p:cNvSpPr/>
          <p:nvPr/>
        </p:nvSpPr>
        <p:spPr>
          <a:xfrm>
            <a:off x="28727400" y="-23914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Freeform 1593"/>
          <p:cNvSpPr/>
          <p:nvPr/>
        </p:nvSpPr>
        <p:spPr>
          <a:xfrm>
            <a:off x="28765500" y="-23914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Freeform 1594"/>
          <p:cNvSpPr/>
          <p:nvPr/>
        </p:nvSpPr>
        <p:spPr>
          <a:xfrm>
            <a:off x="28803600" y="-2391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Freeform 1595"/>
          <p:cNvSpPr/>
          <p:nvPr/>
        </p:nvSpPr>
        <p:spPr>
          <a:xfrm>
            <a:off x="28829000" y="-23926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Freeform 1596"/>
          <p:cNvSpPr/>
          <p:nvPr/>
        </p:nvSpPr>
        <p:spPr>
          <a:xfrm>
            <a:off x="28867100" y="-23926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Freeform 1597"/>
          <p:cNvSpPr/>
          <p:nvPr/>
        </p:nvSpPr>
        <p:spPr>
          <a:xfrm>
            <a:off x="28905200" y="-23926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Freeform 1598"/>
          <p:cNvSpPr/>
          <p:nvPr/>
        </p:nvSpPr>
        <p:spPr>
          <a:xfrm>
            <a:off x="28943300" y="-2392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Freeform 1599"/>
          <p:cNvSpPr/>
          <p:nvPr/>
        </p:nvSpPr>
        <p:spPr>
          <a:xfrm>
            <a:off x="28968700" y="-23939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Freeform 1600"/>
          <p:cNvSpPr/>
          <p:nvPr/>
        </p:nvSpPr>
        <p:spPr>
          <a:xfrm>
            <a:off x="29006800" y="-23939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Freeform 1601"/>
          <p:cNvSpPr/>
          <p:nvPr/>
        </p:nvSpPr>
        <p:spPr>
          <a:xfrm>
            <a:off x="29044900" y="-23939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Freeform 1602"/>
          <p:cNvSpPr/>
          <p:nvPr/>
        </p:nvSpPr>
        <p:spPr>
          <a:xfrm>
            <a:off x="290703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Freeform 1603"/>
          <p:cNvSpPr/>
          <p:nvPr/>
        </p:nvSpPr>
        <p:spPr>
          <a:xfrm>
            <a:off x="291084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Freeform 1604"/>
          <p:cNvSpPr/>
          <p:nvPr/>
        </p:nvSpPr>
        <p:spPr>
          <a:xfrm>
            <a:off x="29146500" y="-23952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9"/>
          </a:solidFill>
          <a:ln w="3175">
            <a:solidFill>
              <a:srgbClr val="0000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Freeform 1605"/>
          <p:cNvSpPr/>
          <p:nvPr/>
        </p:nvSpPr>
        <p:spPr>
          <a:xfrm>
            <a:off x="29184600" y="-23964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Freeform 1606"/>
          <p:cNvSpPr/>
          <p:nvPr/>
        </p:nvSpPr>
        <p:spPr>
          <a:xfrm>
            <a:off x="29210000" y="-240792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2"/>
                </a:lnTo>
                <a:lnTo>
                  <a:pt x="3" y="0"/>
                </a:lnTo>
                <a:lnTo>
                  <a:pt x="0" y="9"/>
                </a:lnTo>
                <a:lnTo>
                  <a:pt x="1" y="12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Freeform 1607"/>
          <p:cNvSpPr/>
          <p:nvPr/>
        </p:nvSpPr>
        <p:spPr>
          <a:xfrm>
            <a:off x="29248100" y="-24244300"/>
            <a:ext cx="50800" cy="190500"/>
          </a:xfrm>
          <a:custGeom>
            <a:avLst/>
            <a:gdLst/>
            <a:ahLst/>
            <a:cxnLst/>
            <a:rect l="l" t="t" r="r" b="b"/>
            <a:pathLst>
              <a:path w="4" h="15">
                <a:moveTo>
                  <a:pt x="1" y="15"/>
                </a:moveTo>
                <a:lnTo>
                  <a:pt x="4" y="8"/>
                </a:lnTo>
                <a:lnTo>
                  <a:pt x="3" y="0"/>
                </a:lnTo>
                <a:lnTo>
                  <a:pt x="0" y="13"/>
                </a:lnTo>
                <a:lnTo>
                  <a:pt x="1" y="15"/>
                </a:lnTo>
                <a:close/>
              </a:path>
            </a:pathLst>
          </a:custGeom>
          <a:solidFill>
            <a:srgbClr val="18FFE7"/>
          </a:solidFill>
          <a:ln w="3175">
            <a:solidFill>
              <a:srgbClr val="13CC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Freeform 1608"/>
          <p:cNvSpPr/>
          <p:nvPr/>
        </p:nvSpPr>
        <p:spPr>
          <a:xfrm>
            <a:off x="29286200" y="-242443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8"/>
                </a:moveTo>
                <a:lnTo>
                  <a:pt x="3" y="9"/>
                </a:lnTo>
                <a:lnTo>
                  <a:pt x="2" y="2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72FF8D"/>
          </a:solidFill>
          <a:ln w="3175">
            <a:solidFill>
              <a:srgbClr val="5CC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Freeform 1609"/>
          <p:cNvSpPr/>
          <p:nvPr/>
        </p:nvSpPr>
        <p:spPr>
          <a:xfrm>
            <a:off x="29311600" y="-24218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7"/>
                </a:moveTo>
                <a:lnTo>
                  <a:pt x="4" y="8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2FFAD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Freeform 1610"/>
          <p:cNvSpPr/>
          <p:nvPr/>
        </p:nvSpPr>
        <p:spPr>
          <a:xfrm>
            <a:off x="29349700" y="-2420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Freeform 1611"/>
          <p:cNvSpPr/>
          <p:nvPr/>
        </p:nvSpPr>
        <p:spPr>
          <a:xfrm>
            <a:off x="29387800" y="-2420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33FFCC"/>
          </a:solidFill>
          <a:ln w="3175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Freeform 1612"/>
          <p:cNvSpPr/>
          <p:nvPr/>
        </p:nvSpPr>
        <p:spPr>
          <a:xfrm>
            <a:off x="29425900" y="-2420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2FFCD"/>
          </a:solidFill>
          <a:ln w="3175">
            <a:solidFill>
              <a:srgbClr val="28C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Freeform 1613"/>
          <p:cNvSpPr/>
          <p:nvPr/>
        </p:nvSpPr>
        <p:spPr>
          <a:xfrm>
            <a:off x="29451300" y="-2420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2FCC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Freeform 1614"/>
          <p:cNvSpPr/>
          <p:nvPr/>
        </p:nvSpPr>
        <p:spPr>
          <a:xfrm>
            <a:off x="29489400" y="-24231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55FFAA"/>
          </a:solidFill>
          <a:ln w="3175">
            <a:solidFill>
              <a:srgbClr val="44C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Freeform 1615"/>
          <p:cNvSpPr/>
          <p:nvPr/>
        </p:nvSpPr>
        <p:spPr>
          <a:xfrm>
            <a:off x="29527500" y="-24269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6"/>
                </a:lnTo>
                <a:lnTo>
                  <a:pt x="2" y="0"/>
                </a:lnTo>
                <a:lnTo>
                  <a:pt x="0" y="3"/>
                </a:lnTo>
                <a:lnTo>
                  <a:pt x="1" y="8"/>
                </a:lnTo>
                <a:close/>
              </a:path>
            </a:pathLst>
          </a:custGeom>
          <a:solidFill>
            <a:srgbClr val="83FF7C"/>
          </a:solidFill>
          <a:ln w="3175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Freeform 1616"/>
          <p:cNvSpPr/>
          <p:nvPr/>
        </p:nvSpPr>
        <p:spPr>
          <a:xfrm>
            <a:off x="29552900" y="-243205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6"/>
                </a:lnTo>
                <a:lnTo>
                  <a:pt x="3" y="0"/>
                </a:lnTo>
                <a:lnTo>
                  <a:pt x="0" y="4"/>
                </a:lnTo>
                <a:lnTo>
                  <a:pt x="1" y="10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9FC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Freeform 1617"/>
          <p:cNvSpPr/>
          <p:nvPr/>
        </p:nvSpPr>
        <p:spPr>
          <a:xfrm>
            <a:off x="29591000" y="-244094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5"/>
                </a:lnTo>
                <a:lnTo>
                  <a:pt x="3" y="0"/>
                </a:lnTo>
                <a:lnTo>
                  <a:pt x="0" y="7"/>
                </a:lnTo>
                <a:lnTo>
                  <a:pt x="1" y="13"/>
                </a:lnTo>
                <a:close/>
              </a:path>
            </a:pathLst>
          </a:custGeom>
          <a:solidFill>
            <a:srgbClr val="FFC000"/>
          </a:solidFill>
          <a:ln w="3175">
            <a:solidFill>
              <a:srgbClr val="CC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Freeform 1618"/>
          <p:cNvSpPr/>
          <p:nvPr/>
        </p:nvSpPr>
        <p:spPr>
          <a:xfrm>
            <a:off x="29629100" y="-24422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Freeform 1619"/>
          <p:cNvSpPr/>
          <p:nvPr/>
        </p:nvSpPr>
        <p:spPr>
          <a:xfrm>
            <a:off x="29667200" y="-24422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Freeform 1620"/>
          <p:cNvSpPr/>
          <p:nvPr/>
        </p:nvSpPr>
        <p:spPr>
          <a:xfrm>
            <a:off x="29692600" y="-24434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Freeform 1621"/>
          <p:cNvSpPr/>
          <p:nvPr/>
        </p:nvSpPr>
        <p:spPr>
          <a:xfrm>
            <a:off x="287147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Freeform 1622"/>
          <p:cNvSpPr/>
          <p:nvPr/>
        </p:nvSpPr>
        <p:spPr>
          <a:xfrm>
            <a:off x="287528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Freeform 1623"/>
          <p:cNvSpPr/>
          <p:nvPr/>
        </p:nvSpPr>
        <p:spPr>
          <a:xfrm>
            <a:off x="28790900" y="-23964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Freeform 1624"/>
          <p:cNvSpPr/>
          <p:nvPr/>
        </p:nvSpPr>
        <p:spPr>
          <a:xfrm>
            <a:off x="28816300" y="-23964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Freeform 1625"/>
          <p:cNvSpPr/>
          <p:nvPr/>
        </p:nvSpPr>
        <p:spPr>
          <a:xfrm>
            <a:off x="288544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Freeform 1626"/>
          <p:cNvSpPr/>
          <p:nvPr/>
        </p:nvSpPr>
        <p:spPr>
          <a:xfrm>
            <a:off x="288925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Freeform 1627"/>
          <p:cNvSpPr/>
          <p:nvPr/>
        </p:nvSpPr>
        <p:spPr>
          <a:xfrm>
            <a:off x="28930600" y="-23977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Freeform 1628"/>
          <p:cNvSpPr/>
          <p:nvPr/>
        </p:nvSpPr>
        <p:spPr>
          <a:xfrm>
            <a:off x="28956000" y="-2397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Freeform 1629"/>
          <p:cNvSpPr/>
          <p:nvPr/>
        </p:nvSpPr>
        <p:spPr>
          <a:xfrm>
            <a:off x="28994100" y="-2397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Freeform 1630"/>
          <p:cNvSpPr/>
          <p:nvPr/>
        </p:nvSpPr>
        <p:spPr>
          <a:xfrm>
            <a:off x="29032200" y="-2397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Freeform 1631"/>
          <p:cNvSpPr/>
          <p:nvPr/>
        </p:nvSpPr>
        <p:spPr>
          <a:xfrm>
            <a:off x="29057600" y="-2399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Freeform 1632"/>
          <p:cNvSpPr/>
          <p:nvPr/>
        </p:nvSpPr>
        <p:spPr>
          <a:xfrm>
            <a:off x="29095700" y="-2399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Freeform 1633"/>
          <p:cNvSpPr/>
          <p:nvPr/>
        </p:nvSpPr>
        <p:spPr>
          <a:xfrm>
            <a:off x="29133800" y="-2399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Freeform 1634"/>
          <p:cNvSpPr/>
          <p:nvPr/>
        </p:nvSpPr>
        <p:spPr>
          <a:xfrm>
            <a:off x="29171900" y="-2399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7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Freeform 1635"/>
          <p:cNvSpPr/>
          <p:nvPr/>
        </p:nvSpPr>
        <p:spPr>
          <a:xfrm>
            <a:off x="29197300" y="-240919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1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Freeform 1636"/>
          <p:cNvSpPr/>
          <p:nvPr/>
        </p:nvSpPr>
        <p:spPr>
          <a:xfrm>
            <a:off x="29235400" y="-242570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1"/>
                </a:lnTo>
                <a:lnTo>
                  <a:pt x="3" y="0"/>
                </a:lnTo>
                <a:lnTo>
                  <a:pt x="0" y="13"/>
                </a:lnTo>
                <a:lnTo>
                  <a:pt x="1" y="14"/>
                </a:lnTo>
                <a:close/>
              </a:path>
            </a:pathLst>
          </a:custGeom>
          <a:solidFill>
            <a:srgbClr val="4BFFB4"/>
          </a:solidFill>
          <a:ln w="3175">
            <a:solidFill>
              <a:srgbClr val="3C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Freeform 1637"/>
          <p:cNvSpPr/>
          <p:nvPr/>
        </p:nvSpPr>
        <p:spPr>
          <a:xfrm>
            <a:off x="29273500" y="-24269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4FF2B"/>
          </a:solidFill>
          <a:ln w="3175">
            <a:solidFill>
              <a:srgbClr val="AACC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Freeform 1638"/>
          <p:cNvSpPr/>
          <p:nvPr/>
        </p:nvSpPr>
        <p:spPr>
          <a:xfrm>
            <a:off x="29298900" y="-2426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2FF3D"/>
          </a:solidFill>
          <a:ln w="3175">
            <a:solidFill>
              <a:srgbClr val="9B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Freeform 1639"/>
          <p:cNvSpPr/>
          <p:nvPr/>
        </p:nvSpPr>
        <p:spPr>
          <a:xfrm>
            <a:off x="29337000" y="-24269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5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EFF51"/>
          </a:solidFill>
          <a:ln w="3175">
            <a:solidFill>
              <a:srgbClr val="8CCC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Freeform 1640"/>
          <p:cNvSpPr/>
          <p:nvPr/>
        </p:nvSpPr>
        <p:spPr>
          <a:xfrm>
            <a:off x="29375100" y="-24269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Freeform 1641"/>
          <p:cNvSpPr/>
          <p:nvPr/>
        </p:nvSpPr>
        <p:spPr>
          <a:xfrm>
            <a:off x="29413200" y="-2426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Freeform 1642"/>
          <p:cNvSpPr/>
          <p:nvPr/>
        </p:nvSpPr>
        <p:spPr>
          <a:xfrm>
            <a:off x="29438600" y="-2426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BFF54"/>
          </a:solidFill>
          <a:ln w="3175">
            <a:solidFill>
              <a:srgbClr val="89CC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Freeform 1643"/>
          <p:cNvSpPr/>
          <p:nvPr/>
        </p:nvSpPr>
        <p:spPr>
          <a:xfrm>
            <a:off x="29476700" y="-24282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B6FF49"/>
          </a:solidFill>
          <a:ln w="3175">
            <a:solidFill>
              <a:srgbClr val="92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Freeform 1644"/>
          <p:cNvSpPr/>
          <p:nvPr/>
        </p:nvSpPr>
        <p:spPr>
          <a:xfrm>
            <a:off x="29514800" y="-24320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4"/>
                </a:lnTo>
                <a:lnTo>
                  <a:pt x="2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DBFF24"/>
          </a:solidFill>
          <a:ln w="3175">
            <a:solidFill>
              <a:srgbClr val="AFCC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Freeform 1645"/>
          <p:cNvSpPr/>
          <p:nvPr/>
        </p:nvSpPr>
        <p:spPr>
          <a:xfrm>
            <a:off x="29540200" y="-243713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4"/>
                </a:lnTo>
                <a:lnTo>
                  <a:pt x="3" y="0"/>
                </a:lnTo>
                <a:lnTo>
                  <a:pt x="0" y="4"/>
                </a:lnTo>
                <a:lnTo>
                  <a:pt x="1" y="8"/>
                </a:lnTo>
                <a:close/>
              </a:path>
            </a:pathLst>
          </a:custGeom>
          <a:solidFill>
            <a:srgbClr val="FFDE00"/>
          </a:solidFill>
          <a:ln w="3175">
            <a:solidFill>
              <a:srgbClr val="CCB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Freeform 1646"/>
          <p:cNvSpPr/>
          <p:nvPr/>
        </p:nvSpPr>
        <p:spPr>
          <a:xfrm>
            <a:off x="29578300" y="-244475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3"/>
                </a:lnTo>
                <a:lnTo>
                  <a:pt x="3" y="0"/>
                </a:lnTo>
                <a:lnTo>
                  <a:pt x="0" y="6"/>
                </a:lnTo>
                <a:lnTo>
                  <a:pt x="1" y="10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Freeform 1647"/>
          <p:cNvSpPr/>
          <p:nvPr/>
        </p:nvSpPr>
        <p:spPr>
          <a:xfrm>
            <a:off x="29616400" y="-24472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FF1600"/>
          </a:solidFill>
          <a:ln w="3175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Freeform 1648"/>
          <p:cNvSpPr/>
          <p:nvPr/>
        </p:nvSpPr>
        <p:spPr>
          <a:xfrm>
            <a:off x="29654500" y="-24472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Freeform 1649"/>
          <p:cNvSpPr/>
          <p:nvPr/>
        </p:nvSpPr>
        <p:spPr>
          <a:xfrm>
            <a:off x="29679900" y="-24472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Freeform 1650"/>
          <p:cNvSpPr/>
          <p:nvPr/>
        </p:nvSpPr>
        <p:spPr>
          <a:xfrm>
            <a:off x="287020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Freeform 1651"/>
          <p:cNvSpPr/>
          <p:nvPr/>
        </p:nvSpPr>
        <p:spPr>
          <a:xfrm>
            <a:off x="287401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Freeform 1652"/>
          <p:cNvSpPr/>
          <p:nvPr/>
        </p:nvSpPr>
        <p:spPr>
          <a:xfrm>
            <a:off x="28778200" y="-2399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Freeform 1653"/>
          <p:cNvSpPr/>
          <p:nvPr/>
        </p:nvSpPr>
        <p:spPr>
          <a:xfrm>
            <a:off x="288036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Freeform 1654"/>
          <p:cNvSpPr/>
          <p:nvPr/>
        </p:nvSpPr>
        <p:spPr>
          <a:xfrm>
            <a:off x="288417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Freeform 1655"/>
          <p:cNvSpPr/>
          <p:nvPr/>
        </p:nvSpPr>
        <p:spPr>
          <a:xfrm>
            <a:off x="288798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Freeform 1656"/>
          <p:cNvSpPr/>
          <p:nvPr/>
        </p:nvSpPr>
        <p:spPr>
          <a:xfrm>
            <a:off x="28917900" y="-2400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Freeform 1657"/>
          <p:cNvSpPr/>
          <p:nvPr/>
        </p:nvSpPr>
        <p:spPr>
          <a:xfrm>
            <a:off x="28943300" y="-2401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Freeform 1658"/>
          <p:cNvSpPr/>
          <p:nvPr/>
        </p:nvSpPr>
        <p:spPr>
          <a:xfrm>
            <a:off x="28981400" y="-2401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Freeform 1659"/>
          <p:cNvSpPr/>
          <p:nvPr/>
        </p:nvSpPr>
        <p:spPr>
          <a:xfrm>
            <a:off x="29019500" y="-2401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Freeform 1660"/>
          <p:cNvSpPr/>
          <p:nvPr/>
        </p:nvSpPr>
        <p:spPr>
          <a:xfrm>
            <a:off x="29044900" y="-2401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Freeform 1661"/>
          <p:cNvSpPr/>
          <p:nvPr/>
        </p:nvSpPr>
        <p:spPr>
          <a:xfrm>
            <a:off x="290830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Freeform 1662"/>
          <p:cNvSpPr/>
          <p:nvPr/>
        </p:nvSpPr>
        <p:spPr>
          <a:xfrm>
            <a:off x="291211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Freeform 1663"/>
          <p:cNvSpPr/>
          <p:nvPr/>
        </p:nvSpPr>
        <p:spPr>
          <a:xfrm>
            <a:off x="29159200" y="-2402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Freeform 1664"/>
          <p:cNvSpPr/>
          <p:nvPr/>
        </p:nvSpPr>
        <p:spPr>
          <a:xfrm>
            <a:off x="29184600" y="-24104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9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Freeform 1665"/>
          <p:cNvSpPr/>
          <p:nvPr/>
        </p:nvSpPr>
        <p:spPr>
          <a:xfrm>
            <a:off x="29222700" y="-242570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0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50FFAF"/>
          </a:solidFill>
          <a:ln w="3175">
            <a:solidFill>
              <a:srgbClr val="40C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Freeform 1666"/>
          <p:cNvSpPr/>
          <p:nvPr/>
        </p:nvSpPr>
        <p:spPr>
          <a:xfrm>
            <a:off x="29260800" y="-2429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EBFF14"/>
          </a:solidFill>
          <a:ln w="3175">
            <a:solidFill>
              <a:srgbClr val="BCC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Freeform 1667"/>
          <p:cNvSpPr/>
          <p:nvPr/>
        </p:nvSpPr>
        <p:spPr>
          <a:xfrm>
            <a:off x="29286200" y="-24320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FFF900"/>
          </a:solidFill>
          <a:ln w="3175">
            <a:solidFill>
              <a:srgbClr val="CCC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Freeform 1668"/>
          <p:cNvSpPr/>
          <p:nvPr/>
        </p:nvSpPr>
        <p:spPr>
          <a:xfrm>
            <a:off x="29324300" y="-2433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Freeform 1669"/>
          <p:cNvSpPr/>
          <p:nvPr/>
        </p:nvSpPr>
        <p:spPr>
          <a:xfrm>
            <a:off x="29362400" y="-2433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Freeform 1670"/>
          <p:cNvSpPr/>
          <p:nvPr/>
        </p:nvSpPr>
        <p:spPr>
          <a:xfrm>
            <a:off x="29400500" y="-24333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Freeform 1671"/>
          <p:cNvSpPr/>
          <p:nvPr/>
        </p:nvSpPr>
        <p:spPr>
          <a:xfrm>
            <a:off x="29425900" y="-2433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Freeform 1672"/>
          <p:cNvSpPr/>
          <p:nvPr/>
        </p:nvSpPr>
        <p:spPr>
          <a:xfrm>
            <a:off x="29464000" y="-2433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500"/>
          </a:solidFill>
          <a:ln w="3175">
            <a:solidFill>
              <a:srgbClr val="CC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Freeform 1673"/>
          <p:cNvSpPr/>
          <p:nvPr/>
        </p:nvSpPr>
        <p:spPr>
          <a:xfrm>
            <a:off x="29502100" y="-24345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E500"/>
          </a:solidFill>
          <a:ln w="3175">
            <a:solidFill>
              <a:srgbClr val="CC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Freeform 1674"/>
          <p:cNvSpPr/>
          <p:nvPr/>
        </p:nvSpPr>
        <p:spPr>
          <a:xfrm>
            <a:off x="29527500" y="-24396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2"/>
                </a:lnTo>
                <a:lnTo>
                  <a:pt x="3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FFA7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Freeform 1675"/>
          <p:cNvSpPr/>
          <p:nvPr/>
        </p:nvSpPr>
        <p:spPr>
          <a:xfrm>
            <a:off x="29565600" y="-24485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3"/>
                </a:lnTo>
                <a:lnTo>
                  <a:pt x="3" y="0"/>
                </a:lnTo>
                <a:lnTo>
                  <a:pt x="0" y="7"/>
                </a:lnTo>
                <a:lnTo>
                  <a:pt x="1" y="9"/>
                </a:lnTo>
                <a:close/>
              </a:path>
            </a:pathLst>
          </a:custGeom>
          <a:solidFill>
            <a:srgbClr val="FF3400"/>
          </a:solidFill>
          <a:ln w="3175">
            <a:solidFill>
              <a:srgbClr val="CC2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Freeform 1676"/>
          <p:cNvSpPr/>
          <p:nvPr/>
        </p:nvSpPr>
        <p:spPr>
          <a:xfrm>
            <a:off x="29603700" y="-24498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E10000"/>
          </a:solidFill>
          <a:ln w="3175">
            <a:solidFill>
              <a:srgbClr val="B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Freeform 1677"/>
          <p:cNvSpPr/>
          <p:nvPr/>
        </p:nvSpPr>
        <p:spPr>
          <a:xfrm>
            <a:off x="29641800" y="-24498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Freeform 1678"/>
          <p:cNvSpPr/>
          <p:nvPr/>
        </p:nvSpPr>
        <p:spPr>
          <a:xfrm>
            <a:off x="29667200" y="-24511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Freeform 1679"/>
          <p:cNvSpPr/>
          <p:nvPr/>
        </p:nvSpPr>
        <p:spPr>
          <a:xfrm>
            <a:off x="28689300" y="-2401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Freeform 1680"/>
          <p:cNvSpPr/>
          <p:nvPr/>
        </p:nvSpPr>
        <p:spPr>
          <a:xfrm>
            <a:off x="28727400" y="-2401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Freeform 1681"/>
          <p:cNvSpPr/>
          <p:nvPr/>
        </p:nvSpPr>
        <p:spPr>
          <a:xfrm>
            <a:off x="28765500" y="-2401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Freeform 1682"/>
          <p:cNvSpPr/>
          <p:nvPr/>
        </p:nvSpPr>
        <p:spPr>
          <a:xfrm>
            <a:off x="287909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Freeform 1683"/>
          <p:cNvSpPr/>
          <p:nvPr/>
        </p:nvSpPr>
        <p:spPr>
          <a:xfrm>
            <a:off x="28829000" y="-2402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Freeform 1684"/>
          <p:cNvSpPr/>
          <p:nvPr/>
        </p:nvSpPr>
        <p:spPr>
          <a:xfrm>
            <a:off x="28867100" y="-2402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Freeform 1685"/>
          <p:cNvSpPr/>
          <p:nvPr/>
        </p:nvSpPr>
        <p:spPr>
          <a:xfrm>
            <a:off x="289052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Freeform 1686"/>
          <p:cNvSpPr/>
          <p:nvPr/>
        </p:nvSpPr>
        <p:spPr>
          <a:xfrm>
            <a:off x="28930600" y="-2402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Freeform 1687"/>
          <p:cNvSpPr/>
          <p:nvPr/>
        </p:nvSpPr>
        <p:spPr>
          <a:xfrm>
            <a:off x="289687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Freeform 1688"/>
          <p:cNvSpPr/>
          <p:nvPr/>
        </p:nvSpPr>
        <p:spPr>
          <a:xfrm>
            <a:off x="290068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Freeform 1689"/>
          <p:cNvSpPr/>
          <p:nvPr/>
        </p:nvSpPr>
        <p:spPr>
          <a:xfrm>
            <a:off x="290322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Freeform 1690"/>
          <p:cNvSpPr/>
          <p:nvPr/>
        </p:nvSpPr>
        <p:spPr>
          <a:xfrm>
            <a:off x="290703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Freeform 1691"/>
          <p:cNvSpPr/>
          <p:nvPr/>
        </p:nvSpPr>
        <p:spPr>
          <a:xfrm>
            <a:off x="29108400" y="-2405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Freeform 1692"/>
          <p:cNvSpPr/>
          <p:nvPr/>
        </p:nvSpPr>
        <p:spPr>
          <a:xfrm>
            <a:off x="291465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Freeform 1693"/>
          <p:cNvSpPr/>
          <p:nvPr/>
        </p:nvSpPr>
        <p:spPr>
          <a:xfrm>
            <a:off x="29171900" y="-241300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009BFF"/>
          </a:solidFill>
          <a:ln w="3175">
            <a:solidFill>
              <a:srgbClr val="007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Freeform 1694"/>
          <p:cNvSpPr/>
          <p:nvPr/>
        </p:nvSpPr>
        <p:spPr>
          <a:xfrm>
            <a:off x="29210000" y="-242824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2"/>
                </a:lnTo>
                <a:lnTo>
                  <a:pt x="3" y="0"/>
                </a:lnTo>
                <a:lnTo>
                  <a:pt x="0" y="12"/>
                </a:lnTo>
                <a:lnTo>
                  <a:pt x="1" y="14"/>
                </a:lnTo>
                <a:close/>
              </a:path>
            </a:pathLst>
          </a:custGeom>
          <a:solidFill>
            <a:srgbClr val="60FF9F"/>
          </a:solidFill>
          <a:ln w="3175">
            <a:solidFill>
              <a:srgbClr val="4DC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Freeform 1695"/>
          <p:cNvSpPr/>
          <p:nvPr/>
        </p:nvSpPr>
        <p:spPr>
          <a:xfrm>
            <a:off x="29248100" y="-243586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5"/>
                </a:lnTo>
                <a:lnTo>
                  <a:pt x="2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Freeform 1696"/>
          <p:cNvSpPr/>
          <p:nvPr/>
        </p:nvSpPr>
        <p:spPr>
          <a:xfrm>
            <a:off x="29273500" y="-24384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FFAC00"/>
          </a:solidFill>
          <a:ln w="3175">
            <a:solidFill>
              <a:srgbClr val="CC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Freeform 1697"/>
          <p:cNvSpPr/>
          <p:nvPr/>
        </p:nvSpPr>
        <p:spPr>
          <a:xfrm>
            <a:off x="29311600" y="-24396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9000"/>
          </a:solidFill>
          <a:ln w="3175">
            <a:solidFill>
              <a:srgbClr val="C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Freeform 1698"/>
          <p:cNvSpPr/>
          <p:nvPr/>
        </p:nvSpPr>
        <p:spPr>
          <a:xfrm>
            <a:off x="29349700" y="-24409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Freeform 1699"/>
          <p:cNvSpPr/>
          <p:nvPr/>
        </p:nvSpPr>
        <p:spPr>
          <a:xfrm>
            <a:off x="29387800" y="-24409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Freeform 1700"/>
          <p:cNvSpPr/>
          <p:nvPr/>
        </p:nvSpPr>
        <p:spPr>
          <a:xfrm>
            <a:off x="29413200" y="-24409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8C00"/>
          </a:solidFill>
          <a:ln w="3175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Freeform 1701"/>
          <p:cNvSpPr/>
          <p:nvPr/>
        </p:nvSpPr>
        <p:spPr>
          <a:xfrm>
            <a:off x="29451300" y="-24409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1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Freeform 1702"/>
          <p:cNvSpPr/>
          <p:nvPr/>
        </p:nvSpPr>
        <p:spPr>
          <a:xfrm>
            <a:off x="29489400" y="-24409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Freeform 1703"/>
          <p:cNvSpPr/>
          <p:nvPr/>
        </p:nvSpPr>
        <p:spPr>
          <a:xfrm>
            <a:off x="29514800" y="-24422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7300"/>
          </a:solidFill>
          <a:ln w="3175">
            <a:solidFill>
              <a:srgbClr val="CC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Freeform 1704"/>
          <p:cNvSpPr/>
          <p:nvPr/>
        </p:nvSpPr>
        <p:spPr>
          <a:xfrm>
            <a:off x="29552900" y="-24511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2"/>
                </a:lnTo>
                <a:lnTo>
                  <a:pt x="3" y="0"/>
                </a:lnTo>
                <a:lnTo>
                  <a:pt x="0" y="7"/>
                </a:lnTo>
                <a:lnTo>
                  <a:pt x="1" y="9"/>
                </a:lnTo>
                <a:close/>
              </a:path>
            </a:pathLst>
          </a:custGeom>
          <a:solidFill>
            <a:srgbClr val="FF0E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Freeform 1705"/>
          <p:cNvSpPr/>
          <p:nvPr/>
        </p:nvSpPr>
        <p:spPr>
          <a:xfrm>
            <a:off x="29591000" y="-2452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Freeform 1706"/>
          <p:cNvSpPr/>
          <p:nvPr/>
        </p:nvSpPr>
        <p:spPr>
          <a:xfrm>
            <a:off x="29629100" y="-24536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Freeform 1707"/>
          <p:cNvSpPr/>
          <p:nvPr/>
        </p:nvSpPr>
        <p:spPr>
          <a:xfrm>
            <a:off x="29654500" y="-2453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Freeform 1708"/>
          <p:cNvSpPr/>
          <p:nvPr/>
        </p:nvSpPr>
        <p:spPr>
          <a:xfrm>
            <a:off x="286766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Freeform 1709"/>
          <p:cNvSpPr/>
          <p:nvPr/>
        </p:nvSpPr>
        <p:spPr>
          <a:xfrm>
            <a:off x="287147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Freeform 1710"/>
          <p:cNvSpPr/>
          <p:nvPr/>
        </p:nvSpPr>
        <p:spPr>
          <a:xfrm>
            <a:off x="28752800" y="-2402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Freeform 1711"/>
          <p:cNvSpPr/>
          <p:nvPr/>
        </p:nvSpPr>
        <p:spPr>
          <a:xfrm>
            <a:off x="287782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Freeform 1712"/>
          <p:cNvSpPr/>
          <p:nvPr/>
        </p:nvSpPr>
        <p:spPr>
          <a:xfrm>
            <a:off x="288163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Freeform 1713"/>
          <p:cNvSpPr/>
          <p:nvPr/>
        </p:nvSpPr>
        <p:spPr>
          <a:xfrm>
            <a:off x="288544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Freeform 1714"/>
          <p:cNvSpPr/>
          <p:nvPr/>
        </p:nvSpPr>
        <p:spPr>
          <a:xfrm>
            <a:off x="288925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Freeform 1715"/>
          <p:cNvSpPr/>
          <p:nvPr/>
        </p:nvSpPr>
        <p:spPr>
          <a:xfrm>
            <a:off x="28917900" y="-2405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Freeform 1716"/>
          <p:cNvSpPr/>
          <p:nvPr/>
        </p:nvSpPr>
        <p:spPr>
          <a:xfrm>
            <a:off x="28956000" y="-2405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Freeform 1717"/>
          <p:cNvSpPr/>
          <p:nvPr/>
        </p:nvSpPr>
        <p:spPr>
          <a:xfrm>
            <a:off x="289941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Freeform 1718"/>
          <p:cNvSpPr/>
          <p:nvPr/>
        </p:nvSpPr>
        <p:spPr>
          <a:xfrm>
            <a:off x="290195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Freeform 1719"/>
          <p:cNvSpPr/>
          <p:nvPr/>
        </p:nvSpPr>
        <p:spPr>
          <a:xfrm>
            <a:off x="29057600" y="-2406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Freeform 1720"/>
          <p:cNvSpPr/>
          <p:nvPr/>
        </p:nvSpPr>
        <p:spPr>
          <a:xfrm>
            <a:off x="29095700" y="-2406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Freeform 1721"/>
          <p:cNvSpPr/>
          <p:nvPr/>
        </p:nvSpPr>
        <p:spPr>
          <a:xfrm>
            <a:off x="291338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Freeform 1722"/>
          <p:cNvSpPr/>
          <p:nvPr/>
        </p:nvSpPr>
        <p:spPr>
          <a:xfrm>
            <a:off x="29159200" y="-24155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3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Freeform 1723"/>
          <p:cNvSpPr/>
          <p:nvPr/>
        </p:nvSpPr>
        <p:spPr>
          <a:xfrm>
            <a:off x="29197300" y="-243078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2"/>
                </a:lnTo>
                <a:lnTo>
                  <a:pt x="3" y="0"/>
                </a:lnTo>
                <a:lnTo>
                  <a:pt x="0" y="12"/>
                </a:lnTo>
                <a:lnTo>
                  <a:pt x="1" y="14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Freeform 1724"/>
          <p:cNvSpPr/>
          <p:nvPr/>
        </p:nvSpPr>
        <p:spPr>
          <a:xfrm>
            <a:off x="29235400" y="-244602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8"/>
                </a:lnTo>
                <a:lnTo>
                  <a:pt x="2" y="0"/>
                </a:lnTo>
                <a:lnTo>
                  <a:pt x="0" y="12"/>
                </a:lnTo>
                <a:lnTo>
                  <a:pt x="1" y="14"/>
                </a:lnTo>
                <a:close/>
              </a:path>
            </a:pathLst>
          </a:custGeom>
          <a:solidFill>
            <a:srgbClr val="FFA600"/>
          </a:solidFill>
          <a:ln w="3175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Freeform 1725"/>
          <p:cNvSpPr/>
          <p:nvPr/>
        </p:nvSpPr>
        <p:spPr>
          <a:xfrm>
            <a:off x="29260800" y="-244983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9"/>
                </a:lnTo>
                <a:lnTo>
                  <a:pt x="3" y="0"/>
                </a:lnTo>
                <a:lnTo>
                  <a:pt x="0" y="3"/>
                </a:lnTo>
                <a:lnTo>
                  <a:pt x="1" y="11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Freeform 1726"/>
          <p:cNvSpPr/>
          <p:nvPr/>
        </p:nvSpPr>
        <p:spPr>
          <a:xfrm>
            <a:off x="29298900" y="-24511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0700"/>
          </a:solidFill>
          <a:ln w="3175">
            <a:solidFill>
              <a:srgbClr val="CC0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Freeform 1727"/>
          <p:cNvSpPr/>
          <p:nvPr/>
        </p:nvSpPr>
        <p:spPr>
          <a:xfrm>
            <a:off x="29337000" y="-24511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0000"/>
          </a:solidFill>
          <a:ln w="3175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Freeform 1728"/>
          <p:cNvSpPr/>
          <p:nvPr/>
        </p:nvSpPr>
        <p:spPr>
          <a:xfrm>
            <a:off x="29375100" y="-245110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E0000"/>
          </a:solidFill>
          <a:ln w="3175">
            <a:solidFill>
              <a:srgbClr val="C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Freeform 1729"/>
          <p:cNvSpPr/>
          <p:nvPr/>
        </p:nvSpPr>
        <p:spPr>
          <a:xfrm>
            <a:off x="29400500" y="-245110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Freeform 1730"/>
          <p:cNvSpPr/>
          <p:nvPr/>
        </p:nvSpPr>
        <p:spPr>
          <a:xfrm>
            <a:off x="29438600" y="-24511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8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0D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Freeform 1731"/>
          <p:cNvSpPr/>
          <p:nvPr/>
        </p:nvSpPr>
        <p:spPr>
          <a:xfrm>
            <a:off x="29476700" y="-245237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1000"/>
          </a:solidFill>
          <a:ln w="3175">
            <a:solidFill>
              <a:srgbClr val="CC0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Freeform 1732"/>
          <p:cNvSpPr/>
          <p:nvPr/>
        </p:nvSpPr>
        <p:spPr>
          <a:xfrm>
            <a:off x="29502100" y="-24523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Freeform 1733"/>
          <p:cNvSpPr/>
          <p:nvPr/>
        </p:nvSpPr>
        <p:spPr>
          <a:xfrm>
            <a:off x="29540200" y="-24536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D00000"/>
          </a:solidFill>
          <a:ln w="3175">
            <a:solidFill>
              <a:srgbClr val="A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Freeform 1734"/>
          <p:cNvSpPr/>
          <p:nvPr/>
        </p:nvSpPr>
        <p:spPr>
          <a:xfrm>
            <a:off x="29578300" y="-2454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D0000"/>
          </a:solidFill>
          <a:ln w="3175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Freeform 1735"/>
          <p:cNvSpPr/>
          <p:nvPr/>
        </p:nvSpPr>
        <p:spPr>
          <a:xfrm>
            <a:off x="29616400" y="-2456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Freeform 1736"/>
          <p:cNvSpPr/>
          <p:nvPr/>
        </p:nvSpPr>
        <p:spPr>
          <a:xfrm>
            <a:off x="29641800" y="-2456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Freeform 1737"/>
          <p:cNvSpPr/>
          <p:nvPr/>
        </p:nvSpPr>
        <p:spPr>
          <a:xfrm>
            <a:off x="286639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Freeform 1738"/>
          <p:cNvSpPr/>
          <p:nvPr/>
        </p:nvSpPr>
        <p:spPr>
          <a:xfrm>
            <a:off x="287020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Freeform 1739"/>
          <p:cNvSpPr/>
          <p:nvPr/>
        </p:nvSpPr>
        <p:spPr>
          <a:xfrm>
            <a:off x="287401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Freeform 1740"/>
          <p:cNvSpPr/>
          <p:nvPr/>
        </p:nvSpPr>
        <p:spPr>
          <a:xfrm>
            <a:off x="287655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Freeform 1741"/>
          <p:cNvSpPr/>
          <p:nvPr/>
        </p:nvSpPr>
        <p:spPr>
          <a:xfrm>
            <a:off x="288036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Freeform 1742"/>
          <p:cNvSpPr/>
          <p:nvPr/>
        </p:nvSpPr>
        <p:spPr>
          <a:xfrm>
            <a:off x="288417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Freeform 1743"/>
          <p:cNvSpPr/>
          <p:nvPr/>
        </p:nvSpPr>
        <p:spPr>
          <a:xfrm>
            <a:off x="288798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Freeform 1744"/>
          <p:cNvSpPr/>
          <p:nvPr/>
        </p:nvSpPr>
        <p:spPr>
          <a:xfrm>
            <a:off x="289052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Freeform 1745"/>
          <p:cNvSpPr/>
          <p:nvPr/>
        </p:nvSpPr>
        <p:spPr>
          <a:xfrm>
            <a:off x="289433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Freeform 1746"/>
          <p:cNvSpPr/>
          <p:nvPr/>
        </p:nvSpPr>
        <p:spPr>
          <a:xfrm>
            <a:off x="289814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Freeform 1747"/>
          <p:cNvSpPr/>
          <p:nvPr/>
        </p:nvSpPr>
        <p:spPr>
          <a:xfrm>
            <a:off x="290068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Freeform 1748"/>
          <p:cNvSpPr/>
          <p:nvPr/>
        </p:nvSpPr>
        <p:spPr>
          <a:xfrm>
            <a:off x="290449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Freeform 1749"/>
          <p:cNvSpPr/>
          <p:nvPr/>
        </p:nvSpPr>
        <p:spPr>
          <a:xfrm>
            <a:off x="290830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Freeform 1750"/>
          <p:cNvSpPr/>
          <p:nvPr/>
        </p:nvSpPr>
        <p:spPr>
          <a:xfrm>
            <a:off x="291211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Freeform 1751"/>
          <p:cNvSpPr/>
          <p:nvPr/>
        </p:nvSpPr>
        <p:spPr>
          <a:xfrm>
            <a:off x="29146500" y="-24168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Freeform 1752"/>
          <p:cNvSpPr/>
          <p:nvPr/>
        </p:nvSpPr>
        <p:spPr>
          <a:xfrm>
            <a:off x="29184600" y="-243078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0"/>
                </a:lnTo>
                <a:lnTo>
                  <a:pt x="3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85FF7A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Freeform 1753"/>
          <p:cNvSpPr/>
          <p:nvPr/>
        </p:nvSpPr>
        <p:spPr>
          <a:xfrm>
            <a:off x="29222700" y="-244602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0"/>
                </a:lnTo>
                <a:lnTo>
                  <a:pt x="2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FF7900"/>
          </a:solidFill>
          <a:ln w="3175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Freeform 1754"/>
          <p:cNvSpPr/>
          <p:nvPr/>
        </p:nvSpPr>
        <p:spPr>
          <a:xfrm>
            <a:off x="29248100" y="-24536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3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Freeform 1755"/>
          <p:cNvSpPr/>
          <p:nvPr/>
        </p:nvSpPr>
        <p:spPr>
          <a:xfrm>
            <a:off x="29286200" y="-2453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9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Freeform 1756"/>
          <p:cNvSpPr/>
          <p:nvPr/>
        </p:nvSpPr>
        <p:spPr>
          <a:xfrm>
            <a:off x="29324300" y="-2454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Freeform 1757"/>
          <p:cNvSpPr/>
          <p:nvPr/>
        </p:nvSpPr>
        <p:spPr>
          <a:xfrm>
            <a:off x="29362400" y="-2454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Freeform 1758"/>
          <p:cNvSpPr/>
          <p:nvPr/>
        </p:nvSpPr>
        <p:spPr>
          <a:xfrm>
            <a:off x="29387800" y="-2454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Freeform 1759"/>
          <p:cNvSpPr/>
          <p:nvPr/>
        </p:nvSpPr>
        <p:spPr>
          <a:xfrm>
            <a:off x="29425900" y="-2454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A0000"/>
          </a:solidFill>
          <a:ln w="3175">
            <a:solidFill>
              <a:srgbClr val="7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Freeform 1760"/>
          <p:cNvSpPr/>
          <p:nvPr/>
        </p:nvSpPr>
        <p:spPr>
          <a:xfrm>
            <a:off x="29464000" y="-2454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B0000"/>
          </a:solidFill>
          <a:ln w="3175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Freeform 1761"/>
          <p:cNvSpPr/>
          <p:nvPr/>
        </p:nvSpPr>
        <p:spPr>
          <a:xfrm>
            <a:off x="29489400" y="-2456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Freeform 1762"/>
          <p:cNvSpPr/>
          <p:nvPr/>
        </p:nvSpPr>
        <p:spPr>
          <a:xfrm>
            <a:off x="29527500" y="-2456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Freeform 1763"/>
          <p:cNvSpPr/>
          <p:nvPr/>
        </p:nvSpPr>
        <p:spPr>
          <a:xfrm>
            <a:off x="29565600" y="-2456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88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Freeform 1764"/>
          <p:cNvSpPr/>
          <p:nvPr/>
        </p:nvSpPr>
        <p:spPr>
          <a:xfrm>
            <a:off x="296037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Freeform 1765"/>
          <p:cNvSpPr/>
          <p:nvPr/>
        </p:nvSpPr>
        <p:spPr>
          <a:xfrm>
            <a:off x="296291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Freeform 1766"/>
          <p:cNvSpPr/>
          <p:nvPr/>
        </p:nvSpPr>
        <p:spPr>
          <a:xfrm>
            <a:off x="286512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Freeform 1767"/>
          <p:cNvSpPr/>
          <p:nvPr/>
        </p:nvSpPr>
        <p:spPr>
          <a:xfrm>
            <a:off x="286893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Freeform 1768"/>
          <p:cNvSpPr/>
          <p:nvPr/>
        </p:nvSpPr>
        <p:spPr>
          <a:xfrm>
            <a:off x="287274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Freeform 1769"/>
          <p:cNvSpPr/>
          <p:nvPr/>
        </p:nvSpPr>
        <p:spPr>
          <a:xfrm>
            <a:off x="287528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Freeform 1770"/>
          <p:cNvSpPr/>
          <p:nvPr/>
        </p:nvSpPr>
        <p:spPr>
          <a:xfrm>
            <a:off x="287909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Freeform 1771"/>
          <p:cNvSpPr/>
          <p:nvPr/>
        </p:nvSpPr>
        <p:spPr>
          <a:xfrm>
            <a:off x="288290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Freeform 1772"/>
          <p:cNvSpPr/>
          <p:nvPr/>
        </p:nvSpPr>
        <p:spPr>
          <a:xfrm>
            <a:off x="288671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Freeform 1773"/>
          <p:cNvSpPr/>
          <p:nvPr/>
        </p:nvSpPr>
        <p:spPr>
          <a:xfrm>
            <a:off x="288925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Freeform 1774"/>
          <p:cNvSpPr/>
          <p:nvPr/>
        </p:nvSpPr>
        <p:spPr>
          <a:xfrm>
            <a:off x="289306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Freeform 1775"/>
          <p:cNvSpPr/>
          <p:nvPr/>
        </p:nvSpPr>
        <p:spPr>
          <a:xfrm>
            <a:off x="289687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Freeform 1776"/>
          <p:cNvSpPr/>
          <p:nvPr/>
        </p:nvSpPr>
        <p:spPr>
          <a:xfrm>
            <a:off x="289941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Freeform 1777"/>
          <p:cNvSpPr/>
          <p:nvPr/>
        </p:nvSpPr>
        <p:spPr>
          <a:xfrm>
            <a:off x="290322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Freeform 1778"/>
          <p:cNvSpPr/>
          <p:nvPr/>
        </p:nvSpPr>
        <p:spPr>
          <a:xfrm>
            <a:off x="290703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Freeform 1779"/>
          <p:cNvSpPr/>
          <p:nvPr/>
        </p:nvSpPr>
        <p:spPr>
          <a:xfrm>
            <a:off x="29108400" y="-24079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Freeform 1780"/>
          <p:cNvSpPr/>
          <p:nvPr/>
        </p:nvSpPr>
        <p:spPr>
          <a:xfrm>
            <a:off x="29133800" y="-24168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Freeform 1781"/>
          <p:cNvSpPr/>
          <p:nvPr/>
        </p:nvSpPr>
        <p:spPr>
          <a:xfrm>
            <a:off x="29171900" y="-243205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Freeform 1782"/>
          <p:cNvSpPr/>
          <p:nvPr/>
        </p:nvSpPr>
        <p:spPr>
          <a:xfrm>
            <a:off x="29210000" y="-244729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1"/>
                </a:lnTo>
                <a:lnTo>
                  <a:pt x="2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Freeform 1783"/>
          <p:cNvSpPr/>
          <p:nvPr/>
        </p:nvSpPr>
        <p:spPr>
          <a:xfrm>
            <a:off x="29235400" y="-24549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Freeform 1784"/>
          <p:cNvSpPr/>
          <p:nvPr/>
        </p:nvSpPr>
        <p:spPr>
          <a:xfrm>
            <a:off x="292735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Freeform 1785"/>
          <p:cNvSpPr/>
          <p:nvPr/>
        </p:nvSpPr>
        <p:spPr>
          <a:xfrm>
            <a:off x="293116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Freeform 1786"/>
          <p:cNvSpPr/>
          <p:nvPr/>
        </p:nvSpPr>
        <p:spPr>
          <a:xfrm>
            <a:off x="29349700" y="-24549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Freeform 1787"/>
          <p:cNvSpPr/>
          <p:nvPr/>
        </p:nvSpPr>
        <p:spPr>
          <a:xfrm>
            <a:off x="293751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Freeform 1788"/>
          <p:cNvSpPr/>
          <p:nvPr/>
        </p:nvSpPr>
        <p:spPr>
          <a:xfrm>
            <a:off x="294132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Freeform 1789"/>
          <p:cNvSpPr/>
          <p:nvPr/>
        </p:nvSpPr>
        <p:spPr>
          <a:xfrm>
            <a:off x="294513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Freeform 1790"/>
          <p:cNvSpPr/>
          <p:nvPr/>
        </p:nvSpPr>
        <p:spPr>
          <a:xfrm>
            <a:off x="294767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Freeform 1791"/>
          <p:cNvSpPr/>
          <p:nvPr/>
        </p:nvSpPr>
        <p:spPr>
          <a:xfrm>
            <a:off x="295148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Freeform 1792"/>
          <p:cNvSpPr/>
          <p:nvPr/>
        </p:nvSpPr>
        <p:spPr>
          <a:xfrm>
            <a:off x="295529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Freeform 1793"/>
          <p:cNvSpPr/>
          <p:nvPr/>
        </p:nvSpPr>
        <p:spPr>
          <a:xfrm>
            <a:off x="29591000" y="-2457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Freeform 1794"/>
          <p:cNvSpPr/>
          <p:nvPr/>
        </p:nvSpPr>
        <p:spPr>
          <a:xfrm>
            <a:off x="296164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Freeform 1795"/>
          <p:cNvSpPr/>
          <p:nvPr/>
        </p:nvSpPr>
        <p:spPr>
          <a:xfrm>
            <a:off x="286385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Freeform 1796"/>
          <p:cNvSpPr/>
          <p:nvPr/>
        </p:nvSpPr>
        <p:spPr>
          <a:xfrm>
            <a:off x="286766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Freeform 1797"/>
          <p:cNvSpPr/>
          <p:nvPr/>
        </p:nvSpPr>
        <p:spPr>
          <a:xfrm>
            <a:off x="28714700" y="-24053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Freeform 1798"/>
          <p:cNvSpPr/>
          <p:nvPr/>
        </p:nvSpPr>
        <p:spPr>
          <a:xfrm>
            <a:off x="287401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Freeform 1799"/>
          <p:cNvSpPr/>
          <p:nvPr/>
        </p:nvSpPr>
        <p:spPr>
          <a:xfrm>
            <a:off x="287782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Freeform 1800"/>
          <p:cNvSpPr/>
          <p:nvPr/>
        </p:nvSpPr>
        <p:spPr>
          <a:xfrm>
            <a:off x="288163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Freeform 1801"/>
          <p:cNvSpPr/>
          <p:nvPr/>
        </p:nvSpPr>
        <p:spPr>
          <a:xfrm>
            <a:off x="28854400" y="-24066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Freeform 1802"/>
          <p:cNvSpPr/>
          <p:nvPr/>
        </p:nvSpPr>
        <p:spPr>
          <a:xfrm>
            <a:off x="288798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Freeform 1803"/>
          <p:cNvSpPr/>
          <p:nvPr/>
        </p:nvSpPr>
        <p:spPr>
          <a:xfrm>
            <a:off x="289179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Freeform 1804"/>
          <p:cNvSpPr/>
          <p:nvPr/>
        </p:nvSpPr>
        <p:spPr>
          <a:xfrm>
            <a:off x="289560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Freeform 1805"/>
          <p:cNvSpPr/>
          <p:nvPr/>
        </p:nvSpPr>
        <p:spPr>
          <a:xfrm>
            <a:off x="28981400" y="-24079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Freeform 1806"/>
          <p:cNvSpPr/>
          <p:nvPr/>
        </p:nvSpPr>
        <p:spPr>
          <a:xfrm>
            <a:off x="290195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8" name="Freeform 1807"/>
          <p:cNvSpPr/>
          <p:nvPr/>
        </p:nvSpPr>
        <p:spPr>
          <a:xfrm>
            <a:off x="290576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Freeform 1808"/>
          <p:cNvSpPr/>
          <p:nvPr/>
        </p:nvSpPr>
        <p:spPr>
          <a:xfrm>
            <a:off x="290957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Freeform 1809"/>
          <p:cNvSpPr/>
          <p:nvPr/>
        </p:nvSpPr>
        <p:spPr>
          <a:xfrm>
            <a:off x="29121100" y="-24180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1" name="Freeform 1810"/>
          <p:cNvSpPr/>
          <p:nvPr/>
        </p:nvSpPr>
        <p:spPr>
          <a:xfrm>
            <a:off x="29159200" y="-243332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Freeform 1811"/>
          <p:cNvSpPr/>
          <p:nvPr/>
        </p:nvSpPr>
        <p:spPr>
          <a:xfrm>
            <a:off x="29197300" y="-244856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1"/>
                </a:lnTo>
                <a:lnTo>
                  <a:pt x="2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Freeform 1812"/>
          <p:cNvSpPr/>
          <p:nvPr/>
        </p:nvSpPr>
        <p:spPr>
          <a:xfrm>
            <a:off x="29222700" y="-24549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4" name="Freeform 1813"/>
          <p:cNvSpPr/>
          <p:nvPr/>
        </p:nvSpPr>
        <p:spPr>
          <a:xfrm>
            <a:off x="292608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Freeform 1814"/>
          <p:cNvSpPr/>
          <p:nvPr/>
        </p:nvSpPr>
        <p:spPr>
          <a:xfrm>
            <a:off x="292989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Freeform 1815"/>
          <p:cNvSpPr/>
          <p:nvPr/>
        </p:nvSpPr>
        <p:spPr>
          <a:xfrm>
            <a:off x="293370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7" name="Freeform 1816"/>
          <p:cNvSpPr/>
          <p:nvPr/>
        </p:nvSpPr>
        <p:spPr>
          <a:xfrm>
            <a:off x="293624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Freeform 1817"/>
          <p:cNvSpPr/>
          <p:nvPr/>
        </p:nvSpPr>
        <p:spPr>
          <a:xfrm>
            <a:off x="294005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Freeform 1818"/>
          <p:cNvSpPr/>
          <p:nvPr/>
        </p:nvSpPr>
        <p:spPr>
          <a:xfrm>
            <a:off x="29438600" y="-2457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0" name="Freeform 1819"/>
          <p:cNvSpPr/>
          <p:nvPr/>
        </p:nvSpPr>
        <p:spPr>
          <a:xfrm>
            <a:off x="294640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Freeform 1820"/>
          <p:cNvSpPr/>
          <p:nvPr/>
        </p:nvSpPr>
        <p:spPr>
          <a:xfrm>
            <a:off x="295021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Freeform 1821"/>
          <p:cNvSpPr/>
          <p:nvPr/>
        </p:nvSpPr>
        <p:spPr>
          <a:xfrm>
            <a:off x="295402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3" name="Freeform 1822"/>
          <p:cNvSpPr/>
          <p:nvPr/>
        </p:nvSpPr>
        <p:spPr>
          <a:xfrm>
            <a:off x="29578300" y="-24587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Freeform 1823"/>
          <p:cNvSpPr/>
          <p:nvPr/>
        </p:nvSpPr>
        <p:spPr>
          <a:xfrm>
            <a:off x="296037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Freeform 1824"/>
          <p:cNvSpPr/>
          <p:nvPr/>
        </p:nvSpPr>
        <p:spPr>
          <a:xfrm>
            <a:off x="286258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6" name="Freeform 1825"/>
          <p:cNvSpPr/>
          <p:nvPr/>
        </p:nvSpPr>
        <p:spPr>
          <a:xfrm>
            <a:off x="286639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Freeform 1826"/>
          <p:cNvSpPr/>
          <p:nvPr/>
        </p:nvSpPr>
        <p:spPr>
          <a:xfrm>
            <a:off x="287020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Freeform 1827"/>
          <p:cNvSpPr/>
          <p:nvPr/>
        </p:nvSpPr>
        <p:spPr>
          <a:xfrm>
            <a:off x="287401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9" name="Freeform 1828"/>
          <p:cNvSpPr/>
          <p:nvPr/>
        </p:nvSpPr>
        <p:spPr>
          <a:xfrm>
            <a:off x="287655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Freeform 1829"/>
          <p:cNvSpPr/>
          <p:nvPr/>
        </p:nvSpPr>
        <p:spPr>
          <a:xfrm>
            <a:off x="288036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Freeform 1830"/>
          <p:cNvSpPr/>
          <p:nvPr/>
        </p:nvSpPr>
        <p:spPr>
          <a:xfrm>
            <a:off x="288417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2" name="Freeform 1831"/>
          <p:cNvSpPr/>
          <p:nvPr/>
        </p:nvSpPr>
        <p:spPr>
          <a:xfrm>
            <a:off x="288671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Freeform 1832"/>
          <p:cNvSpPr/>
          <p:nvPr/>
        </p:nvSpPr>
        <p:spPr>
          <a:xfrm>
            <a:off x="289052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Freeform 1833"/>
          <p:cNvSpPr/>
          <p:nvPr/>
        </p:nvSpPr>
        <p:spPr>
          <a:xfrm>
            <a:off x="289433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5" name="Freeform 1834"/>
          <p:cNvSpPr/>
          <p:nvPr/>
        </p:nvSpPr>
        <p:spPr>
          <a:xfrm>
            <a:off x="289814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Freeform 1835"/>
          <p:cNvSpPr/>
          <p:nvPr/>
        </p:nvSpPr>
        <p:spPr>
          <a:xfrm>
            <a:off x="290068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Freeform 1836"/>
          <p:cNvSpPr/>
          <p:nvPr/>
        </p:nvSpPr>
        <p:spPr>
          <a:xfrm>
            <a:off x="290449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8" name="Freeform 1837"/>
          <p:cNvSpPr/>
          <p:nvPr/>
        </p:nvSpPr>
        <p:spPr>
          <a:xfrm>
            <a:off x="290830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Freeform 1838"/>
          <p:cNvSpPr/>
          <p:nvPr/>
        </p:nvSpPr>
        <p:spPr>
          <a:xfrm>
            <a:off x="29108400" y="-24193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Freeform 1839"/>
          <p:cNvSpPr/>
          <p:nvPr/>
        </p:nvSpPr>
        <p:spPr>
          <a:xfrm>
            <a:off x="29146500" y="-243332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0"/>
                </a:lnTo>
                <a:lnTo>
                  <a:pt x="3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1" name="Freeform 1840"/>
          <p:cNvSpPr/>
          <p:nvPr/>
        </p:nvSpPr>
        <p:spPr>
          <a:xfrm>
            <a:off x="29184600" y="-244856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0"/>
                </a:lnTo>
                <a:lnTo>
                  <a:pt x="3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2" name="Freeform 1841"/>
          <p:cNvSpPr/>
          <p:nvPr/>
        </p:nvSpPr>
        <p:spPr>
          <a:xfrm>
            <a:off x="29222700" y="-24561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0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Freeform 1842"/>
          <p:cNvSpPr/>
          <p:nvPr/>
        </p:nvSpPr>
        <p:spPr>
          <a:xfrm>
            <a:off x="292481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4" name="Freeform 1843"/>
          <p:cNvSpPr/>
          <p:nvPr/>
        </p:nvSpPr>
        <p:spPr>
          <a:xfrm>
            <a:off x="29286200" y="-24561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5" name="Freeform 1844"/>
          <p:cNvSpPr/>
          <p:nvPr/>
        </p:nvSpPr>
        <p:spPr>
          <a:xfrm>
            <a:off x="29324300" y="-2457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Freeform 1845"/>
          <p:cNvSpPr/>
          <p:nvPr/>
        </p:nvSpPr>
        <p:spPr>
          <a:xfrm>
            <a:off x="293497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7" name="Freeform 1846"/>
          <p:cNvSpPr/>
          <p:nvPr/>
        </p:nvSpPr>
        <p:spPr>
          <a:xfrm>
            <a:off x="293878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8" name="Freeform 1847"/>
          <p:cNvSpPr/>
          <p:nvPr/>
        </p:nvSpPr>
        <p:spPr>
          <a:xfrm>
            <a:off x="29425900" y="-24574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Freeform 1848"/>
          <p:cNvSpPr/>
          <p:nvPr/>
        </p:nvSpPr>
        <p:spPr>
          <a:xfrm>
            <a:off x="294513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0" name="Freeform 1849"/>
          <p:cNvSpPr/>
          <p:nvPr/>
        </p:nvSpPr>
        <p:spPr>
          <a:xfrm>
            <a:off x="294894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1" name="Freeform 1850"/>
          <p:cNvSpPr/>
          <p:nvPr/>
        </p:nvSpPr>
        <p:spPr>
          <a:xfrm>
            <a:off x="295275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Freeform 1851"/>
          <p:cNvSpPr/>
          <p:nvPr/>
        </p:nvSpPr>
        <p:spPr>
          <a:xfrm>
            <a:off x="29565600" y="-24587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3" name="Freeform 1852"/>
          <p:cNvSpPr/>
          <p:nvPr/>
        </p:nvSpPr>
        <p:spPr>
          <a:xfrm>
            <a:off x="295910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Freeform 1853"/>
          <p:cNvSpPr/>
          <p:nvPr/>
        </p:nvSpPr>
        <p:spPr>
          <a:xfrm>
            <a:off x="286131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Freeform 1854"/>
          <p:cNvSpPr/>
          <p:nvPr/>
        </p:nvSpPr>
        <p:spPr>
          <a:xfrm>
            <a:off x="286512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6" name="Freeform 1855"/>
          <p:cNvSpPr/>
          <p:nvPr/>
        </p:nvSpPr>
        <p:spPr>
          <a:xfrm>
            <a:off x="286893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7" name="Freeform 1856"/>
          <p:cNvSpPr/>
          <p:nvPr/>
        </p:nvSpPr>
        <p:spPr>
          <a:xfrm>
            <a:off x="287274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Freeform 1857"/>
          <p:cNvSpPr/>
          <p:nvPr/>
        </p:nvSpPr>
        <p:spPr>
          <a:xfrm>
            <a:off x="287528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Freeform 1858"/>
          <p:cNvSpPr/>
          <p:nvPr/>
        </p:nvSpPr>
        <p:spPr>
          <a:xfrm>
            <a:off x="287909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Freeform 1859"/>
          <p:cNvSpPr/>
          <p:nvPr/>
        </p:nvSpPr>
        <p:spPr>
          <a:xfrm>
            <a:off x="288290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Freeform 1860"/>
          <p:cNvSpPr/>
          <p:nvPr/>
        </p:nvSpPr>
        <p:spPr>
          <a:xfrm>
            <a:off x="288544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Freeform 1861"/>
          <p:cNvSpPr/>
          <p:nvPr/>
        </p:nvSpPr>
        <p:spPr>
          <a:xfrm>
            <a:off x="288925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3" name="Freeform 1862"/>
          <p:cNvSpPr/>
          <p:nvPr/>
        </p:nvSpPr>
        <p:spPr>
          <a:xfrm>
            <a:off x="28930600" y="-24091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4" name="Freeform 1863"/>
          <p:cNvSpPr/>
          <p:nvPr/>
        </p:nvSpPr>
        <p:spPr>
          <a:xfrm>
            <a:off x="289687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Freeform 1864"/>
          <p:cNvSpPr/>
          <p:nvPr/>
        </p:nvSpPr>
        <p:spPr>
          <a:xfrm>
            <a:off x="289941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6" name="Freeform 1865"/>
          <p:cNvSpPr/>
          <p:nvPr/>
        </p:nvSpPr>
        <p:spPr>
          <a:xfrm>
            <a:off x="290322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7" name="Freeform 1866"/>
          <p:cNvSpPr/>
          <p:nvPr/>
        </p:nvSpPr>
        <p:spPr>
          <a:xfrm>
            <a:off x="29070300" y="-24104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Freeform 1867"/>
          <p:cNvSpPr/>
          <p:nvPr/>
        </p:nvSpPr>
        <p:spPr>
          <a:xfrm>
            <a:off x="29095700" y="-24193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9" name="Freeform 1868"/>
          <p:cNvSpPr/>
          <p:nvPr/>
        </p:nvSpPr>
        <p:spPr>
          <a:xfrm>
            <a:off x="29133800" y="-243459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0" name="Freeform 1869"/>
          <p:cNvSpPr/>
          <p:nvPr/>
        </p:nvSpPr>
        <p:spPr>
          <a:xfrm>
            <a:off x="29171900" y="-244983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Freeform 1870"/>
          <p:cNvSpPr/>
          <p:nvPr/>
        </p:nvSpPr>
        <p:spPr>
          <a:xfrm>
            <a:off x="29210000" y="-24574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Freeform 1871"/>
          <p:cNvSpPr/>
          <p:nvPr/>
        </p:nvSpPr>
        <p:spPr>
          <a:xfrm>
            <a:off x="292354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3" name="Freeform 1872"/>
          <p:cNvSpPr/>
          <p:nvPr/>
        </p:nvSpPr>
        <p:spPr>
          <a:xfrm>
            <a:off x="292735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Freeform 1873"/>
          <p:cNvSpPr/>
          <p:nvPr/>
        </p:nvSpPr>
        <p:spPr>
          <a:xfrm>
            <a:off x="29311600" y="-2457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5" name="Freeform 1874"/>
          <p:cNvSpPr/>
          <p:nvPr/>
        </p:nvSpPr>
        <p:spPr>
          <a:xfrm>
            <a:off x="293370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6" name="Freeform 1875"/>
          <p:cNvSpPr/>
          <p:nvPr/>
        </p:nvSpPr>
        <p:spPr>
          <a:xfrm>
            <a:off x="293751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7" name="Freeform 1876"/>
          <p:cNvSpPr/>
          <p:nvPr/>
        </p:nvSpPr>
        <p:spPr>
          <a:xfrm>
            <a:off x="29413200" y="-24587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Freeform 1877"/>
          <p:cNvSpPr/>
          <p:nvPr/>
        </p:nvSpPr>
        <p:spPr>
          <a:xfrm>
            <a:off x="29451300" y="-24587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9" name="Freeform 1878"/>
          <p:cNvSpPr/>
          <p:nvPr/>
        </p:nvSpPr>
        <p:spPr>
          <a:xfrm>
            <a:off x="294767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Freeform 1879"/>
          <p:cNvSpPr/>
          <p:nvPr/>
        </p:nvSpPr>
        <p:spPr>
          <a:xfrm>
            <a:off x="295148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1" name="Freeform 1880"/>
          <p:cNvSpPr/>
          <p:nvPr/>
        </p:nvSpPr>
        <p:spPr>
          <a:xfrm>
            <a:off x="29552900" y="-24599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2" name="Freeform 1881"/>
          <p:cNvSpPr/>
          <p:nvPr/>
        </p:nvSpPr>
        <p:spPr>
          <a:xfrm>
            <a:off x="295783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3" name="Freeform 1882"/>
          <p:cNvSpPr/>
          <p:nvPr/>
        </p:nvSpPr>
        <p:spPr>
          <a:xfrm>
            <a:off x="286004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Freeform 1883"/>
          <p:cNvSpPr/>
          <p:nvPr/>
        </p:nvSpPr>
        <p:spPr>
          <a:xfrm>
            <a:off x="286385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5" name="Freeform 1884"/>
          <p:cNvSpPr/>
          <p:nvPr/>
        </p:nvSpPr>
        <p:spPr>
          <a:xfrm>
            <a:off x="28676600" y="-24079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Freeform 1885"/>
          <p:cNvSpPr/>
          <p:nvPr/>
        </p:nvSpPr>
        <p:spPr>
          <a:xfrm>
            <a:off x="287147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7" name="Freeform 1886"/>
          <p:cNvSpPr/>
          <p:nvPr/>
        </p:nvSpPr>
        <p:spPr>
          <a:xfrm>
            <a:off x="287401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8" name="Freeform 1887"/>
          <p:cNvSpPr/>
          <p:nvPr/>
        </p:nvSpPr>
        <p:spPr>
          <a:xfrm>
            <a:off x="287782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Freeform 1888"/>
          <p:cNvSpPr/>
          <p:nvPr/>
        </p:nvSpPr>
        <p:spPr>
          <a:xfrm>
            <a:off x="28816300" y="-24091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0" name="Freeform 1889"/>
          <p:cNvSpPr/>
          <p:nvPr/>
        </p:nvSpPr>
        <p:spPr>
          <a:xfrm>
            <a:off x="288417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1" name="Freeform 1890"/>
          <p:cNvSpPr/>
          <p:nvPr/>
        </p:nvSpPr>
        <p:spPr>
          <a:xfrm>
            <a:off x="288798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Freeform 1891"/>
          <p:cNvSpPr/>
          <p:nvPr/>
        </p:nvSpPr>
        <p:spPr>
          <a:xfrm>
            <a:off x="289179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3" name="Freeform 1892"/>
          <p:cNvSpPr/>
          <p:nvPr/>
        </p:nvSpPr>
        <p:spPr>
          <a:xfrm>
            <a:off x="289560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4" name="Freeform 1893"/>
          <p:cNvSpPr/>
          <p:nvPr/>
        </p:nvSpPr>
        <p:spPr>
          <a:xfrm>
            <a:off x="289814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5" name="Freeform 1894"/>
          <p:cNvSpPr/>
          <p:nvPr/>
        </p:nvSpPr>
        <p:spPr>
          <a:xfrm>
            <a:off x="290195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Freeform 1895"/>
          <p:cNvSpPr/>
          <p:nvPr/>
        </p:nvSpPr>
        <p:spPr>
          <a:xfrm>
            <a:off x="290576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7" name="Freeform 1896"/>
          <p:cNvSpPr/>
          <p:nvPr/>
        </p:nvSpPr>
        <p:spPr>
          <a:xfrm>
            <a:off x="29083000" y="-24206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Freeform 1897"/>
          <p:cNvSpPr/>
          <p:nvPr/>
        </p:nvSpPr>
        <p:spPr>
          <a:xfrm>
            <a:off x="29121100" y="-243586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9" name="Freeform 1898"/>
          <p:cNvSpPr/>
          <p:nvPr/>
        </p:nvSpPr>
        <p:spPr>
          <a:xfrm>
            <a:off x="29159200" y="-245110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0" name="Freeform 1899"/>
          <p:cNvSpPr/>
          <p:nvPr/>
        </p:nvSpPr>
        <p:spPr>
          <a:xfrm>
            <a:off x="29197300" y="-245745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1" name="Freeform 1900"/>
          <p:cNvSpPr/>
          <p:nvPr/>
        </p:nvSpPr>
        <p:spPr>
          <a:xfrm>
            <a:off x="292227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Freeform 1901"/>
          <p:cNvSpPr/>
          <p:nvPr/>
        </p:nvSpPr>
        <p:spPr>
          <a:xfrm>
            <a:off x="292608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3" name="Freeform 1902"/>
          <p:cNvSpPr/>
          <p:nvPr/>
        </p:nvSpPr>
        <p:spPr>
          <a:xfrm>
            <a:off x="29298900" y="-24587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4" name="Freeform 1903"/>
          <p:cNvSpPr/>
          <p:nvPr/>
        </p:nvSpPr>
        <p:spPr>
          <a:xfrm>
            <a:off x="293243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Freeform 1904"/>
          <p:cNvSpPr/>
          <p:nvPr/>
        </p:nvSpPr>
        <p:spPr>
          <a:xfrm>
            <a:off x="293624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6" name="Freeform 1905"/>
          <p:cNvSpPr/>
          <p:nvPr/>
        </p:nvSpPr>
        <p:spPr>
          <a:xfrm>
            <a:off x="294005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7" name="Freeform 1906"/>
          <p:cNvSpPr/>
          <p:nvPr/>
        </p:nvSpPr>
        <p:spPr>
          <a:xfrm>
            <a:off x="29438600" y="-24599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Freeform 1907"/>
          <p:cNvSpPr/>
          <p:nvPr/>
        </p:nvSpPr>
        <p:spPr>
          <a:xfrm>
            <a:off x="294640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9" name="Freeform 1908"/>
          <p:cNvSpPr/>
          <p:nvPr/>
        </p:nvSpPr>
        <p:spPr>
          <a:xfrm>
            <a:off x="29502100" y="-24599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0" name="Freeform 1909"/>
          <p:cNvSpPr/>
          <p:nvPr/>
        </p:nvSpPr>
        <p:spPr>
          <a:xfrm>
            <a:off x="29540200" y="-24612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Freeform 1910"/>
          <p:cNvSpPr/>
          <p:nvPr/>
        </p:nvSpPr>
        <p:spPr>
          <a:xfrm>
            <a:off x="29565600" y="-2461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2" name="Connector 1911"/>
          <p:cNvCxnSpPr/>
          <p:nvPr/>
        </p:nvCxnSpPr>
        <p:spPr>
          <a:xfrm flipH="1">
            <a:off x="28072302" y="-22427141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3" name="Connector 1912"/>
          <p:cNvCxnSpPr/>
          <p:nvPr/>
        </p:nvCxnSpPr>
        <p:spPr>
          <a:xfrm flipH="1">
            <a:off x="27890443" y="-22548324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4" name="Connector 1913"/>
          <p:cNvCxnSpPr/>
          <p:nvPr/>
        </p:nvCxnSpPr>
        <p:spPr>
          <a:xfrm flipH="1">
            <a:off x="27708581" y="-22669507"/>
            <a:ext cx="999313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5" name="Connector 1914"/>
          <p:cNvCxnSpPr/>
          <p:nvPr/>
        </p:nvCxnSpPr>
        <p:spPr>
          <a:xfrm flipH="1" flipV="1">
            <a:off x="28707894" y="-22669507"/>
            <a:ext cx="363720" cy="2423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6" name="Connector 1915"/>
          <p:cNvCxnSpPr/>
          <p:nvPr/>
        </p:nvCxnSpPr>
        <p:spPr>
          <a:xfrm flipH="1" flipV="1">
            <a:off x="28508033" y="-22651865"/>
            <a:ext cx="363717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7" name="Connector 1916"/>
          <p:cNvCxnSpPr/>
          <p:nvPr/>
        </p:nvCxnSpPr>
        <p:spPr>
          <a:xfrm flipH="1" flipV="1">
            <a:off x="28308169" y="-22634224"/>
            <a:ext cx="363721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8" name="Connector 1917"/>
          <p:cNvCxnSpPr/>
          <p:nvPr/>
        </p:nvCxnSpPr>
        <p:spPr>
          <a:xfrm flipH="1" flipV="1">
            <a:off x="28108306" y="-22616582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9" name="Connector 1918"/>
          <p:cNvCxnSpPr/>
          <p:nvPr/>
        </p:nvCxnSpPr>
        <p:spPr>
          <a:xfrm flipH="1" flipV="1">
            <a:off x="27908445" y="-22598939"/>
            <a:ext cx="363720" cy="2423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0" name="Connector 1919"/>
          <p:cNvCxnSpPr/>
          <p:nvPr/>
        </p:nvCxnSpPr>
        <p:spPr>
          <a:xfrm flipH="1" flipV="1">
            <a:off x="27708581" y="-22581299"/>
            <a:ext cx="363721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1" name="Connector 1920"/>
          <p:cNvCxnSpPr/>
          <p:nvPr/>
        </p:nvCxnSpPr>
        <p:spPr>
          <a:xfrm flipH="1">
            <a:off x="29047405" y="-22427141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2" name="Connector 1921"/>
          <p:cNvCxnSpPr/>
          <p:nvPr/>
        </p:nvCxnSpPr>
        <p:spPr>
          <a:xfrm flipH="1">
            <a:off x="28865546" y="-22548324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3" name="Connector 1922"/>
          <p:cNvCxnSpPr/>
          <p:nvPr/>
        </p:nvCxnSpPr>
        <p:spPr>
          <a:xfrm flipH="1">
            <a:off x="28683687" y="-22669507"/>
            <a:ext cx="24207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4" name="Connector 1923"/>
          <p:cNvCxnSpPr/>
          <p:nvPr/>
        </p:nvCxnSpPr>
        <p:spPr>
          <a:xfrm flipV="1">
            <a:off x="28072302" y="-22341068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5" name="Connector 1924"/>
          <p:cNvCxnSpPr/>
          <p:nvPr/>
        </p:nvCxnSpPr>
        <p:spPr>
          <a:xfrm flipV="1">
            <a:off x="27890443" y="-22462252"/>
            <a:ext cx="24206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6" name="Connector 1925"/>
          <p:cNvCxnSpPr/>
          <p:nvPr/>
        </p:nvCxnSpPr>
        <p:spPr>
          <a:xfrm flipV="1">
            <a:off x="27708581" y="-22583435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7" name="Connector 1926"/>
          <p:cNvCxnSpPr/>
          <p:nvPr/>
        </p:nvCxnSpPr>
        <p:spPr>
          <a:xfrm flipH="1" flipV="1">
            <a:off x="29051392" y="-22440614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8" name="Connector 1927"/>
          <p:cNvCxnSpPr/>
          <p:nvPr/>
        </p:nvCxnSpPr>
        <p:spPr>
          <a:xfrm flipH="1" flipV="1">
            <a:off x="28851531" y="-22422972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9" name="Connector 1928"/>
          <p:cNvCxnSpPr/>
          <p:nvPr/>
        </p:nvCxnSpPr>
        <p:spPr>
          <a:xfrm flipH="1" flipV="1">
            <a:off x="28651668" y="-22405331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0" name="Connector 1929"/>
          <p:cNvCxnSpPr/>
          <p:nvPr/>
        </p:nvCxnSpPr>
        <p:spPr>
          <a:xfrm flipH="1" flipV="1">
            <a:off x="28451807" y="-22387689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1" name="Connector 1930"/>
          <p:cNvCxnSpPr/>
          <p:nvPr/>
        </p:nvCxnSpPr>
        <p:spPr>
          <a:xfrm flipH="1" flipV="1">
            <a:off x="28251943" y="-22370048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2" name="Connector 1931"/>
          <p:cNvCxnSpPr/>
          <p:nvPr/>
        </p:nvCxnSpPr>
        <p:spPr>
          <a:xfrm flipH="1" flipV="1">
            <a:off x="28052083" y="-22352406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3" name="Connector 1932"/>
          <p:cNvCxnSpPr/>
          <p:nvPr/>
        </p:nvCxnSpPr>
        <p:spPr>
          <a:xfrm>
            <a:off x="28707894" y="-22669507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4" name="Connector 1933"/>
          <p:cNvCxnSpPr/>
          <p:nvPr/>
        </p:nvCxnSpPr>
        <p:spPr>
          <a:xfrm>
            <a:off x="28508033" y="-22651865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5" name="Connector 1934"/>
          <p:cNvCxnSpPr/>
          <p:nvPr/>
        </p:nvCxnSpPr>
        <p:spPr>
          <a:xfrm>
            <a:off x="28308169" y="-22634224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6" name="Connector 1935"/>
          <p:cNvCxnSpPr/>
          <p:nvPr/>
        </p:nvCxnSpPr>
        <p:spPr>
          <a:xfrm>
            <a:off x="28108306" y="-22616582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7" name="Connector 1936"/>
          <p:cNvCxnSpPr/>
          <p:nvPr/>
        </p:nvCxnSpPr>
        <p:spPr>
          <a:xfrm>
            <a:off x="27908445" y="-22598939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8" name="Connector 1937"/>
          <p:cNvCxnSpPr/>
          <p:nvPr/>
        </p:nvCxnSpPr>
        <p:spPr>
          <a:xfrm>
            <a:off x="27708581" y="-22581299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9" name="Connector 1938"/>
          <p:cNvCxnSpPr/>
          <p:nvPr/>
        </p:nvCxnSpPr>
        <p:spPr>
          <a:xfrm flipH="1" flipV="1">
            <a:off x="28707894" y="-22669507"/>
            <a:ext cx="363720" cy="2423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0" name="Connector 1939"/>
          <p:cNvCxnSpPr/>
          <p:nvPr/>
        </p:nvCxnSpPr>
        <p:spPr>
          <a:xfrm flipH="1" flipV="1">
            <a:off x="27708581" y="-22581299"/>
            <a:ext cx="363721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1" name="Connector 1940"/>
          <p:cNvCxnSpPr/>
          <p:nvPr/>
        </p:nvCxnSpPr>
        <p:spPr>
          <a:xfrm flipH="1">
            <a:off x="28072302" y="-22427141"/>
            <a:ext cx="999312" cy="88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2" name="Connector 1941"/>
          <p:cNvCxnSpPr/>
          <p:nvPr/>
        </p:nvCxnSpPr>
        <p:spPr>
          <a:xfrm flipH="1">
            <a:off x="27708581" y="-22669507"/>
            <a:ext cx="999313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3" name="Connector 1942"/>
          <p:cNvCxnSpPr/>
          <p:nvPr/>
        </p:nvCxnSpPr>
        <p:spPr>
          <a:xfrm flipH="1">
            <a:off x="29047405" y="-23134753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4" name="Connector 1943"/>
          <p:cNvCxnSpPr/>
          <p:nvPr/>
        </p:nvCxnSpPr>
        <p:spPr>
          <a:xfrm flipH="1">
            <a:off x="28865546" y="-23255937"/>
            <a:ext cx="24209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5" name="Connector 1944"/>
          <p:cNvCxnSpPr/>
          <p:nvPr/>
        </p:nvCxnSpPr>
        <p:spPr>
          <a:xfrm flipH="1">
            <a:off x="28683687" y="-23377120"/>
            <a:ext cx="24207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6" name="Connector 1945"/>
          <p:cNvCxnSpPr/>
          <p:nvPr/>
        </p:nvCxnSpPr>
        <p:spPr>
          <a:xfrm>
            <a:off x="28707894" y="-23377120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7" name="Connector 1946"/>
          <p:cNvCxnSpPr/>
          <p:nvPr/>
        </p:nvCxnSpPr>
        <p:spPr>
          <a:xfrm>
            <a:off x="28508033" y="-23359479"/>
            <a:ext cx="20219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8" name="Connector 1947"/>
          <p:cNvCxnSpPr/>
          <p:nvPr/>
        </p:nvCxnSpPr>
        <p:spPr>
          <a:xfrm>
            <a:off x="28308169" y="-23341837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9" name="Connector 1948"/>
          <p:cNvCxnSpPr/>
          <p:nvPr/>
        </p:nvCxnSpPr>
        <p:spPr>
          <a:xfrm>
            <a:off x="28108306" y="-23324194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0" name="Connector 1949"/>
          <p:cNvCxnSpPr/>
          <p:nvPr/>
        </p:nvCxnSpPr>
        <p:spPr>
          <a:xfrm>
            <a:off x="27908445" y="-23306554"/>
            <a:ext cx="20222" cy="134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1" name="Connector 1950"/>
          <p:cNvCxnSpPr/>
          <p:nvPr/>
        </p:nvCxnSpPr>
        <p:spPr>
          <a:xfrm>
            <a:off x="27708581" y="-23288911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2" name="Connector 1951"/>
          <p:cNvCxnSpPr/>
          <p:nvPr/>
        </p:nvCxnSpPr>
        <p:spPr>
          <a:xfrm flipH="1" flipV="1">
            <a:off x="28707894" y="-23377120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3" name="Connector 1952"/>
          <p:cNvCxnSpPr/>
          <p:nvPr/>
        </p:nvCxnSpPr>
        <p:spPr>
          <a:xfrm flipH="1">
            <a:off x="27708581" y="-23377120"/>
            <a:ext cx="999313" cy="88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4" name="Connector 1953"/>
          <p:cNvCxnSpPr/>
          <p:nvPr/>
        </p:nvCxnSpPr>
        <p:spPr>
          <a:xfrm flipV="1">
            <a:off x="29071614" y="-2245144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5" name="Connector 1954"/>
          <p:cNvCxnSpPr/>
          <p:nvPr/>
        </p:nvCxnSpPr>
        <p:spPr>
          <a:xfrm flipV="1">
            <a:off x="28871750" y="-2243379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6" name="Connector 1955"/>
          <p:cNvCxnSpPr/>
          <p:nvPr/>
        </p:nvCxnSpPr>
        <p:spPr>
          <a:xfrm flipV="1">
            <a:off x="28671890" y="-2241615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7" name="Connector 1956"/>
          <p:cNvCxnSpPr/>
          <p:nvPr/>
        </p:nvCxnSpPr>
        <p:spPr>
          <a:xfrm flipV="1">
            <a:off x="28472026" y="-2239851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8" name="Connector 1957"/>
          <p:cNvCxnSpPr/>
          <p:nvPr/>
        </p:nvCxnSpPr>
        <p:spPr>
          <a:xfrm flipV="1">
            <a:off x="28272165" y="-2238087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9" name="Connector 1958"/>
          <p:cNvCxnSpPr/>
          <p:nvPr/>
        </p:nvCxnSpPr>
        <p:spPr>
          <a:xfrm flipV="1">
            <a:off x="28072302" y="-22363231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0" name="Connector 1959"/>
          <p:cNvCxnSpPr/>
          <p:nvPr/>
        </p:nvCxnSpPr>
        <p:spPr>
          <a:xfrm flipH="1">
            <a:off x="29047405" y="-22605175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1" name="Connector 1960"/>
          <p:cNvCxnSpPr/>
          <p:nvPr/>
        </p:nvCxnSpPr>
        <p:spPr>
          <a:xfrm flipH="1">
            <a:off x="29047405" y="-22918912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2" name="Connector 1961"/>
          <p:cNvCxnSpPr/>
          <p:nvPr/>
        </p:nvCxnSpPr>
        <p:spPr>
          <a:xfrm flipV="1">
            <a:off x="29071614" y="-23134753"/>
            <a:ext cx="0" cy="7076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3" name="Connector 1962"/>
          <p:cNvCxnSpPr/>
          <p:nvPr/>
        </p:nvCxnSpPr>
        <p:spPr>
          <a:xfrm flipV="1">
            <a:off x="28707894" y="-23377120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4" name="Connector 1963"/>
          <p:cNvCxnSpPr/>
          <p:nvPr/>
        </p:nvCxnSpPr>
        <p:spPr>
          <a:xfrm flipV="1">
            <a:off x="28508033" y="-23359479"/>
            <a:ext cx="0" cy="70761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5" name="Connector 1964"/>
          <p:cNvCxnSpPr/>
          <p:nvPr/>
        </p:nvCxnSpPr>
        <p:spPr>
          <a:xfrm flipV="1">
            <a:off x="28308169" y="-23341837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6" name="Connector 1965"/>
          <p:cNvCxnSpPr/>
          <p:nvPr/>
        </p:nvCxnSpPr>
        <p:spPr>
          <a:xfrm flipV="1">
            <a:off x="28108306" y="-23324194"/>
            <a:ext cx="0" cy="707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7" name="Connector 1966"/>
          <p:cNvCxnSpPr/>
          <p:nvPr/>
        </p:nvCxnSpPr>
        <p:spPr>
          <a:xfrm flipV="1">
            <a:off x="27908445" y="-23306554"/>
            <a:ext cx="0" cy="70761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8" name="Connector 1967"/>
          <p:cNvCxnSpPr/>
          <p:nvPr/>
        </p:nvCxnSpPr>
        <p:spPr>
          <a:xfrm flipV="1">
            <a:off x="27708581" y="-23288911"/>
            <a:ext cx="0" cy="707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9" name="Connector 1968"/>
          <p:cNvCxnSpPr/>
          <p:nvPr/>
        </p:nvCxnSpPr>
        <p:spPr>
          <a:xfrm flipV="1">
            <a:off x="28707894" y="-22693808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0" name="Connector 1969"/>
          <p:cNvCxnSpPr/>
          <p:nvPr/>
        </p:nvCxnSpPr>
        <p:spPr>
          <a:xfrm flipV="1">
            <a:off x="28508033" y="-22676166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1" name="Connector 1970"/>
          <p:cNvCxnSpPr/>
          <p:nvPr/>
        </p:nvCxnSpPr>
        <p:spPr>
          <a:xfrm flipV="1">
            <a:off x="28308169" y="-22658523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2" name="Connector 1971"/>
          <p:cNvCxnSpPr/>
          <p:nvPr/>
        </p:nvCxnSpPr>
        <p:spPr>
          <a:xfrm flipV="1">
            <a:off x="28108306" y="-2264088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3" name="Connector 1972"/>
          <p:cNvCxnSpPr/>
          <p:nvPr/>
        </p:nvCxnSpPr>
        <p:spPr>
          <a:xfrm flipV="1">
            <a:off x="27908445" y="-2262324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4" name="Connector 1973"/>
          <p:cNvCxnSpPr/>
          <p:nvPr/>
        </p:nvCxnSpPr>
        <p:spPr>
          <a:xfrm flipV="1">
            <a:off x="27708581" y="-2260560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5" name="Connector 1974"/>
          <p:cNvCxnSpPr/>
          <p:nvPr/>
        </p:nvCxnSpPr>
        <p:spPr>
          <a:xfrm>
            <a:off x="28707894" y="-2337712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6" name="Connector 1975"/>
          <p:cNvCxnSpPr/>
          <p:nvPr/>
        </p:nvCxnSpPr>
        <p:spPr>
          <a:xfrm>
            <a:off x="28508033" y="-2335947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7" name="Connector 1976"/>
          <p:cNvCxnSpPr/>
          <p:nvPr/>
        </p:nvCxnSpPr>
        <p:spPr>
          <a:xfrm>
            <a:off x="28308169" y="-2334183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8" name="Connector 1977"/>
          <p:cNvCxnSpPr/>
          <p:nvPr/>
        </p:nvCxnSpPr>
        <p:spPr>
          <a:xfrm>
            <a:off x="28108306" y="-2332419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9" name="Connector 1978"/>
          <p:cNvCxnSpPr/>
          <p:nvPr/>
        </p:nvCxnSpPr>
        <p:spPr>
          <a:xfrm>
            <a:off x="27908445" y="-2330655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0" name="Connector 1979"/>
          <p:cNvCxnSpPr/>
          <p:nvPr/>
        </p:nvCxnSpPr>
        <p:spPr>
          <a:xfrm>
            <a:off x="27708581" y="-23288911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1" name="Connector 1980"/>
          <p:cNvCxnSpPr/>
          <p:nvPr/>
        </p:nvCxnSpPr>
        <p:spPr>
          <a:xfrm flipH="1">
            <a:off x="27708581" y="-22847541"/>
            <a:ext cx="999313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2" name="Connector 1981"/>
          <p:cNvCxnSpPr/>
          <p:nvPr/>
        </p:nvCxnSpPr>
        <p:spPr>
          <a:xfrm flipH="1">
            <a:off x="27708581" y="-23161280"/>
            <a:ext cx="999313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3" name="Connector 1982"/>
          <p:cNvCxnSpPr/>
          <p:nvPr/>
        </p:nvCxnSpPr>
        <p:spPr>
          <a:xfrm flipH="1">
            <a:off x="28683687" y="-22847541"/>
            <a:ext cx="24207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4" name="Connector 1983"/>
          <p:cNvCxnSpPr/>
          <p:nvPr/>
        </p:nvCxnSpPr>
        <p:spPr>
          <a:xfrm flipH="1">
            <a:off x="28683687" y="-23161280"/>
            <a:ext cx="24207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5" name="Connector 1984"/>
          <p:cNvCxnSpPr/>
          <p:nvPr/>
        </p:nvCxnSpPr>
        <p:spPr>
          <a:xfrm flipV="1">
            <a:off x="27708581" y="-22761471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6" name="Connector 1985"/>
          <p:cNvCxnSpPr/>
          <p:nvPr/>
        </p:nvCxnSpPr>
        <p:spPr>
          <a:xfrm flipV="1">
            <a:off x="27708581" y="-23075208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7" name="Connector 1986"/>
          <p:cNvCxnSpPr/>
          <p:nvPr/>
        </p:nvCxnSpPr>
        <p:spPr>
          <a:xfrm flipV="1">
            <a:off x="28707894" y="-23377120"/>
            <a:ext cx="0" cy="7076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8" name="Connector 1987"/>
          <p:cNvCxnSpPr/>
          <p:nvPr/>
        </p:nvCxnSpPr>
        <p:spPr>
          <a:xfrm flipV="1">
            <a:off x="27708581" y="-23288911"/>
            <a:ext cx="0" cy="7076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9" name="Connector 1988"/>
          <p:cNvCxnSpPr/>
          <p:nvPr/>
        </p:nvCxnSpPr>
        <p:spPr>
          <a:xfrm flipV="1">
            <a:off x="29071614" y="-23134753"/>
            <a:ext cx="0" cy="707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0" name="Connector 1989"/>
          <p:cNvCxnSpPr/>
          <p:nvPr/>
        </p:nvCxnSpPr>
        <p:spPr>
          <a:xfrm flipV="1">
            <a:off x="28889755" y="-23255937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1" name="Connector 1990"/>
          <p:cNvCxnSpPr/>
          <p:nvPr/>
        </p:nvCxnSpPr>
        <p:spPr>
          <a:xfrm flipV="1">
            <a:off x="28707894" y="-23377120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2" name="Connector 1991"/>
          <p:cNvCxnSpPr/>
          <p:nvPr/>
        </p:nvCxnSpPr>
        <p:spPr>
          <a:xfrm flipV="1">
            <a:off x="29071614" y="-2245144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3" name="Connector 1992"/>
          <p:cNvCxnSpPr/>
          <p:nvPr/>
        </p:nvCxnSpPr>
        <p:spPr>
          <a:xfrm flipV="1">
            <a:off x="28889755" y="-22572623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4" name="Connector 1993"/>
          <p:cNvCxnSpPr/>
          <p:nvPr/>
        </p:nvCxnSpPr>
        <p:spPr>
          <a:xfrm flipV="1">
            <a:off x="28707894" y="-22693808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5" name="Connector 1994"/>
          <p:cNvCxnSpPr/>
          <p:nvPr/>
        </p:nvCxnSpPr>
        <p:spPr>
          <a:xfrm>
            <a:off x="29071614" y="-2313475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6" name="Connector 1995"/>
          <p:cNvCxnSpPr/>
          <p:nvPr/>
        </p:nvCxnSpPr>
        <p:spPr>
          <a:xfrm>
            <a:off x="28889755" y="-2325593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7" name="Connector 1996"/>
          <p:cNvCxnSpPr/>
          <p:nvPr/>
        </p:nvCxnSpPr>
        <p:spPr>
          <a:xfrm>
            <a:off x="28707894" y="-2337712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8" name="Connector 1997"/>
          <p:cNvCxnSpPr/>
          <p:nvPr/>
        </p:nvCxnSpPr>
        <p:spPr>
          <a:xfrm flipH="1" flipV="1">
            <a:off x="28707894" y="-22847541"/>
            <a:ext cx="363720" cy="2423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9" name="Connector 1998"/>
          <p:cNvCxnSpPr/>
          <p:nvPr/>
        </p:nvCxnSpPr>
        <p:spPr>
          <a:xfrm flipH="1" flipV="1">
            <a:off x="28707894" y="-23161280"/>
            <a:ext cx="363720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0" name="Connector 1999"/>
          <p:cNvCxnSpPr/>
          <p:nvPr/>
        </p:nvCxnSpPr>
        <p:spPr>
          <a:xfrm flipH="1" flipV="1">
            <a:off x="29051392" y="-22618648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1" name="Connector 2000"/>
          <p:cNvCxnSpPr/>
          <p:nvPr/>
        </p:nvCxnSpPr>
        <p:spPr>
          <a:xfrm flipH="1" flipV="1">
            <a:off x="29051392" y="-22932387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2" name="Connector 2001"/>
          <p:cNvCxnSpPr/>
          <p:nvPr/>
        </p:nvCxnSpPr>
        <p:spPr>
          <a:xfrm>
            <a:off x="28707894" y="-22847541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3" name="Connector 2002"/>
          <p:cNvCxnSpPr/>
          <p:nvPr/>
        </p:nvCxnSpPr>
        <p:spPr>
          <a:xfrm>
            <a:off x="28707894" y="-23161280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4" name="Connector 2003"/>
          <p:cNvCxnSpPr/>
          <p:nvPr/>
        </p:nvCxnSpPr>
        <p:spPr>
          <a:xfrm flipV="1">
            <a:off x="28072302" y="-22363231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5" name="Connector 2004"/>
          <p:cNvCxnSpPr/>
          <p:nvPr/>
        </p:nvCxnSpPr>
        <p:spPr>
          <a:xfrm flipV="1">
            <a:off x="27890443" y="-22484415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6" name="Connector 2005"/>
          <p:cNvCxnSpPr/>
          <p:nvPr/>
        </p:nvCxnSpPr>
        <p:spPr>
          <a:xfrm flipV="1">
            <a:off x="27708581" y="-2260560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7" name="Connector 2006"/>
          <p:cNvCxnSpPr/>
          <p:nvPr/>
        </p:nvCxnSpPr>
        <p:spPr>
          <a:xfrm>
            <a:off x="27708581" y="-22759333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8" name="Connector 2007"/>
          <p:cNvCxnSpPr/>
          <p:nvPr/>
        </p:nvCxnSpPr>
        <p:spPr>
          <a:xfrm>
            <a:off x="27708581" y="-23073072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9" name="Freeform 2008"/>
          <p:cNvSpPr/>
          <p:nvPr/>
        </p:nvSpPr>
        <p:spPr>
          <a:xfrm>
            <a:off x="28054300" y="-2241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0" name="Freeform 2009"/>
          <p:cNvSpPr/>
          <p:nvPr/>
        </p:nvSpPr>
        <p:spPr>
          <a:xfrm>
            <a:off x="28092400" y="-2241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1" name="Freeform 2010"/>
          <p:cNvSpPr/>
          <p:nvPr/>
        </p:nvSpPr>
        <p:spPr>
          <a:xfrm>
            <a:off x="28130500" y="-2241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Freeform 2011"/>
          <p:cNvSpPr/>
          <p:nvPr/>
        </p:nvSpPr>
        <p:spPr>
          <a:xfrm>
            <a:off x="28168600" y="-2241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3" name="Freeform 2012"/>
          <p:cNvSpPr/>
          <p:nvPr/>
        </p:nvSpPr>
        <p:spPr>
          <a:xfrm>
            <a:off x="28194000" y="-22415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4" name="Freeform 2013"/>
          <p:cNvSpPr/>
          <p:nvPr/>
        </p:nvSpPr>
        <p:spPr>
          <a:xfrm>
            <a:off x="282321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5" name="Freeform 2014"/>
          <p:cNvSpPr/>
          <p:nvPr/>
        </p:nvSpPr>
        <p:spPr>
          <a:xfrm>
            <a:off x="28270200" y="-2242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6" name="Freeform 2015"/>
          <p:cNvSpPr/>
          <p:nvPr/>
        </p:nvSpPr>
        <p:spPr>
          <a:xfrm>
            <a:off x="282956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7" name="Freeform 2016"/>
          <p:cNvSpPr/>
          <p:nvPr/>
        </p:nvSpPr>
        <p:spPr>
          <a:xfrm>
            <a:off x="28333700" y="-22428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8" name="Freeform 2017"/>
          <p:cNvSpPr/>
          <p:nvPr/>
        </p:nvSpPr>
        <p:spPr>
          <a:xfrm>
            <a:off x="283718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9" name="Freeform 2018"/>
          <p:cNvSpPr/>
          <p:nvPr/>
        </p:nvSpPr>
        <p:spPr>
          <a:xfrm>
            <a:off x="284099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0" name="Freeform 2019"/>
          <p:cNvSpPr/>
          <p:nvPr/>
        </p:nvSpPr>
        <p:spPr>
          <a:xfrm>
            <a:off x="284353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1" name="Freeform 2020"/>
          <p:cNvSpPr/>
          <p:nvPr/>
        </p:nvSpPr>
        <p:spPr>
          <a:xfrm>
            <a:off x="284734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2" name="Freeform 2021"/>
          <p:cNvSpPr/>
          <p:nvPr/>
        </p:nvSpPr>
        <p:spPr>
          <a:xfrm>
            <a:off x="285115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3" name="Freeform 2022"/>
          <p:cNvSpPr/>
          <p:nvPr/>
        </p:nvSpPr>
        <p:spPr>
          <a:xfrm>
            <a:off x="285369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4" name="Freeform 2023"/>
          <p:cNvSpPr/>
          <p:nvPr/>
        </p:nvSpPr>
        <p:spPr>
          <a:xfrm>
            <a:off x="285750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5" name="Freeform 2024"/>
          <p:cNvSpPr/>
          <p:nvPr/>
        </p:nvSpPr>
        <p:spPr>
          <a:xfrm>
            <a:off x="286131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6" name="Freeform 2025"/>
          <p:cNvSpPr/>
          <p:nvPr/>
        </p:nvSpPr>
        <p:spPr>
          <a:xfrm>
            <a:off x="286512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7" name="Freeform 2026"/>
          <p:cNvSpPr/>
          <p:nvPr/>
        </p:nvSpPr>
        <p:spPr>
          <a:xfrm>
            <a:off x="286766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8" name="Freeform 2027"/>
          <p:cNvSpPr/>
          <p:nvPr/>
        </p:nvSpPr>
        <p:spPr>
          <a:xfrm>
            <a:off x="287147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9" name="Freeform 2028"/>
          <p:cNvSpPr/>
          <p:nvPr/>
        </p:nvSpPr>
        <p:spPr>
          <a:xfrm>
            <a:off x="287528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0" name="Freeform 2029"/>
          <p:cNvSpPr/>
          <p:nvPr/>
        </p:nvSpPr>
        <p:spPr>
          <a:xfrm>
            <a:off x="287782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1" name="Freeform 2030"/>
          <p:cNvSpPr/>
          <p:nvPr/>
        </p:nvSpPr>
        <p:spPr>
          <a:xfrm>
            <a:off x="288163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2" name="Freeform 2031"/>
          <p:cNvSpPr/>
          <p:nvPr/>
        </p:nvSpPr>
        <p:spPr>
          <a:xfrm>
            <a:off x="288544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3" name="Freeform 2032"/>
          <p:cNvSpPr/>
          <p:nvPr/>
        </p:nvSpPr>
        <p:spPr>
          <a:xfrm>
            <a:off x="288925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4" name="Freeform 2033"/>
          <p:cNvSpPr/>
          <p:nvPr/>
        </p:nvSpPr>
        <p:spPr>
          <a:xfrm>
            <a:off x="289179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5" name="Freeform 2034"/>
          <p:cNvSpPr/>
          <p:nvPr/>
        </p:nvSpPr>
        <p:spPr>
          <a:xfrm>
            <a:off x="289560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6" name="Freeform 2035"/>
          <p:cNvSpPr/>
          <p:nvPr/>
        </p:nvSpPr>
        <p:spPr>
          <a:xfrm>
            <a:off x="289941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7" name="Freeform 2036"/>
          <p:cNvSpPr/>
          <p:nvPr/>
        </p:nvSpPr>
        <p:spPr>
          <a:xfrm>
            <a:off x="290195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8" name="Freeform 2037"/>
          <p:cNvSpPr/>
          <p:nvPr/>
        </p:nvSpPr>
        <p:spPr>
          <a:xfrm>
            <a:off x="28041600" y="-2241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9" name="Freeform 2038"/>
          <p:cNvSpPr/>
          <p:nvPr/>
        </p:nvSpPr>
        <p:spPr>
          <a:xfrm>
            <a:off x="28079700" y="-22415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0" name="Freeform 2039"/>
          <p:cNvSpPr/>
          <p:nvPr/>
        </p:nvSpPr>
        <p:spPr>
          <a:xfrm>
            <a:off x="281178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1" name="Freeform 2040"/>
          <p:cNvSpPr/>
          <p:nvPr/>
        </p:nvSpPr>
        <p:spPr>
          <a:xfrm>
            <a:off x="28155900" y="-2242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2" name="Freeform 2041"/>
          <p:cNvSpPr/>
          <p:nvPr/>
        </p:nvSpPr>
        <p:spPr>
          <a:xfrm>
            <a:off x="281813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3" name="Freeform 2042"/>
          <p:cNvSpPr/>
          <p:nvPr/>
        </p:nvSpPr>
        <p:spPr>
          <a:xfrm>
            <a:off x="282194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" name="Freeform 2043"/>
          <p:cNvSpPr/>
          <p:nvPr/>
        </p:nvSpPr>
        <p:spPr>
          <a:xfrm>
            <a:off x="282575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5" name="Freeform 2044"/>
          <p:cNvSpPr/>
          <p:nvPr/>
        </p:nvSpPr>
        <p:spPr>
          <a:xfrm>
            <a:off x="282829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6" name="Freeform 2045"/>
          <p:cNvSpPr/>
          <p:nvPr/>
        </p:nvSpPr>
        <p:spPr>
          <a:xfrm>
            <a:off x="283210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7" name="Freeform 2046"/>
          <p:cNvSpPr/>
          <p:nvPr/>
        </p:nvSpPr>
        <p:spPr>
          <a:xfrm>
            <a:off x="283591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8" name="Freeform 2047"/>
          <p:cNvSpPr/>
          <p:nvPr/>
        </p:nvSpPr>
        <p:spPr>
          <a:xfrm>
            <a:off x="283972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9" name="Freeform 2048"/>
          <p:cNvSpPr/>
          <p:nvPr/>
        </p:nvSpPr>
        <p:spPr>
          <a:xfrm>
            <a:off x="284226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0" name="Freeform 2049"/>
          <p:cNvSpPr/>
          <p:nvPr/>
        </p:nvSpPr>
        <p:spPr>
          <a:xfrm>
            <a:off x="284607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1" name="Freeform 2050"/>
          <p:cNvSpPr/>
          <p:nvPr/>
        </p:nvSpPr>
        <p:spPr>
          <a:xfrm>
            <a:off x="284988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2" name="Freeform 2051"/>
          <p:cNvSpPr/>
          <p:nvPr/>
        </p:nvSpPr>
        <p:spPr>
          <a:xfrm>
            <a:off x="285242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3" name="Freeform 2052"/>
          <p:cNvSpPr/>
          <p:nvPr/>
        </p:nvSpPr>
        <p:spPr>
          <a:xfrm>
            <a:off x="285623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4" name="Freeform 2053"/>
          <p:cNvSpPr/>
          <p:nvPr/>
        </p:nvSpPr>
        <p:spPr>
          <a:xfrm>
            <a:off x="286004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5" name="Freeform 2054"/>
          <p:cNvSpPr/>
          <p:nvPr/>
        </p:nvSpPr>
        <p:spPr>
          <a:xfrm>
            <a:off x="286385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6" name="Freeform 2055"/>
          <p:cNvSpPr/>
          <p:nvPr/>
        </p:nvSpPr>
        <p:spPr>
          <a:xfrm>
            <a:off x="28663900" y="-2246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7" name="Freeform 2056"/>
          <p:cNvSpPr/>
          <p:nvPr/>
        </p:nvSpPr>
        <p:spPr>
          <a:xfrm>
            <a:off x="287020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8" name="Freeform 2057"/>
          <p:cNvSpPr/>
          <p:nvPr/>
        </p:nvSpPr>
        <p:spPr>
          <a:xfrm>
            <a:off x="287401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Freeform 2058"/>
          <p:cNvSpPr/>
          <p:nvPr/>
        </p:nvSpPr>
        <p:spPr>
          <a:xfrm>
            <a:off x="287655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0" name="Freeform 2059"/>
          <p:cNvSpPr/>
          <p:nvPr/>
        </p:nvSpPr>
        <p:spPr>
          <a:xfrm>
            <a:off x="28803600" y="-2247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1" name="Freeform 2060"/>
          <p:cNvSpPr/>
          <p:nvPr/>
        </p:nvSpPr>
        <p:spPr>
          <a:xfrm>
            <a:off x="288417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Freeform 2061"/>
          <p:cNvSpPr/>
          <p:nvPr/>
        </p:nvSpPr>
        <p:spPr>
          <a:xfrm>
            <a:off x="288798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3" name="Freeform 2062"/>
          <p:cNvSpPr/>
          <p:nvPr/>
        </p:nvSpPr>
        <p:spPr>
          <a:xfrm>
            <a:off x="289052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4" name="Freeform 2063"/>
          <p:cNvSpPr/>
          <p:nvPr/>
        </p:nvSpPr>
        <p:spPr>
          <a:xfrm>
            <a:off x="28943300" y="-22491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Freeform 2064"/>
          <p:cNvSpPr/>
          <p:nvPr/>
        </p:nvSpPr>
        <p:spPr>
          <a:xfrm>
            <a:off x="289814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6" name="Freeform 2065"/>
          <p:cNvSpPr/>
          <p:nvPr/>
        </p:nvSpPr>
        <p:spPr>
          <a:xfrm>
            <a:off x="290068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7" name="Freeform 2066"/>
          <p:cNvSpPr/>
          <p:nvPr/>
        </p:nvSpPr>
        <p:spPr>
          <a:xfrm>
            <a:off x="280289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Freeform 2067"/>
          <p:cNvSpPr/>
          <p:nvPr/>
        </p:nvSpPr>
        <p:spPr>
          <a:xfrm>
            <a:off x="280670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9" name="Freeform 2068"/>
          <p:cNvSpPr/>
          <p:nvPr/>
        </p:nvSpPr>
        <p:spPr>
          <a:xfrm>
            <a:off x="281051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0" name="Freeform 2069"/>
          <p:cNvSpPr/>
          <p:nvPr/>
        </p:nvSpPr>
        <p:spPr>
          <a:xfrm>
            <a:off x="281432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1" name="Freeform 2070"/>
          <p:cNvSpPr/>
          <p:nvPr/>
        </p:nvSpPr>
        <p:spPr>
          <a:xfrm>
            <a:off x="281686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2" name="Freeform 2071"/>
          <p:cNvSpPr/>
          <p:nvPr/>
        </p:nvSpPr>
        <p:spPr>
          <a:xfrm>
            <a:off x="282067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3" name="Freeform 2072"/>
          <p:cNvSpPr/>
          <p:nvPr/>
        </p:nvSpPr>
        <p:spPr>
          <a:xfrm>
            <a:off x="282448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4" name="Freeform 2073"/>
          <p:cNvSpPr/>
          <p:nvPr/>
        </p:nvSpPr>
        <p:spPr>
          <a:xfrm>
            <a:off x="282702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5" name="Freeform 2074"/>
          <p:cNvSpPr/>
          <p:nvPr/>
        </p:nvSpPr>
        <p:spPr>
          <a:xfrm>
            <a:off x="283083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6" name="Freeform 2075"/>
          <p:cNvSpPr/>
          <p:nvPr/>
        </p:nvSpPr>
        <p:spPr>
          <a:xfrm>
            <a:off x="283464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7" name="Freeform 2076"/>
          <p:cNvSpPr/>
          <p:nvPr/>
        </p:nvSpPr>
        <p:spPr>
          <a:xfrm>
            <a:off x="283845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8" name="Freeform 2077"/>
          <p:cNvSpPr/>
          <p:nvPr/>
        </p:nvSpPr>
        <p:spPr>
          <a:xfrm>
            <a:off x="28409900" y="-22453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9" name="Freeform 2078"/>
          <p:cNvSpPr/>
          <p:nvPr/>
        </p:nvSpPr>
        <p:spPr>
          <a:xfrm>
            <a:off x="284480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0" name="Freeform 2079"/>
          <p:cNvSpPr/>
          <p:nvPr/>
        </p:nvSpPr>
        <p:spPr>
          <a:xfrm>
            <a:off x="284861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1" name="Freeform 2080"/>
          <p:cNvSpPr/>
          <p:nvPr/>
        </p:nvSpPr>
        <p:spPr>
          <a:xfrm>
            <a:off x="285115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2" name="Freeform 2081"/>
          <p:cNvSpPr/>
          <p:nvPr/>
        </p:nvSpPr>
        <p:spPr>
          <a:xfrm>
            <a:off x="28549600" y="-2246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3" name="Freeform 2082"/>
          <p:cNvSpPr/>
          <p:nvPr/>
        </p:nvSpPr>
        <p:spPr>
          <a:xfrm>
            <a:off x="285877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" name="Freeform 2083"/>
          <p:cNvSpPr/>
          <p:nvPr/>
        </p:nvSpPr>
        <p:spPr>
          <a:xfrm>
            <a:off x="286258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5" name="Freeform 2084"/>
          <p:cNvSpPr/>
          <p:nvPr/>
        </p:nvSpPr>
        <p:spPr>
          <a:xfrm>
            <a:off x="286512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6" name="Freeform 2085"/>
          <p:cNvSpPr/>
          <p:nvPr/>
        </p:nvSpPr>
        <p:spPr>
          <a:xfrm>
            <a:off x="286893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7" name="Freeform 2086"/>
          <p:cNvSpPr/>
          <p:nvPr/>
        </p:nvSpPr>
        <p:spPr>
          <a:xfrm>
            <a:off x="287274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8" name="Freeform 2087"/>
          <p:cNvSpPr/>
          <p:nvPr/>
        </p:nvSpPr>
        <p:spPr>
          <a:xfrm>
            <a:off x="287528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9" name="Freeform 2088"/>
          <p:cNvSpPr/>
          <p:nvPr/>
        </p:nvSpPr>
        <p:spPr>
          <a:xfrm>
            <a:off x="287909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0" name="Freeform 2089"/>
          <p:cNvSpPr/>
          <p:nvPr/>
        </p:nvSpPr>
        <p:spPr>
          <a:xfrm>
            <a:off x="288290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1" name="Freeform 2090"/>
          <p:cNvSpPr/>
          <p:nvPr/>
        </p:nvSpPr>
        <p:spPr>
          <a:xfrm>
            <a:off x="288671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2" name="Freeform 2091"/>
          <p:cNvSpPr/>
          <p:nvPr/>
        </p:nvSpPr>
        <p:spPr>
          <a:xfrm>
            <a:off x="288925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3" name="Freeform 2092"/>
          <p:cNvSpPr/>
          <p:nvPr/>
        </p:nvSpPr>
        <p:spPr>
          <a:xfrm>
            <a:off x="289306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4" name="Freeform 2093"/>
          <p:cNvSpPr/>
          <p:nvPr/>
        </p:nvSpPr>
        <p:spPr>
          <a:xfrm>
            <a:off x="289687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5" name="Freeform 2094"/>
          <p:cNvSpPr/>
          <p:nvPr/>
        </p:nvSpPr>
        <p:spPr>
          <a:xfrm>
            <a:off x="289941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6" name="Freeform 2095"/>
          <p:cNvSpPr/>
          <p:nvPr/>
        </p:nvSpPr>
        <p:spPr>
          <a:xfrm>
            <a:off x="28016200" y="-22428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" name="Freeform 2096"/>
          <p:cNvSpPr/>
          <p:nvPr/>
        </p:nvSpPr>
        <p:spPr>
          <a:xfrm>
            <a:off x="280543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8" name="Freeform 2097"/>
          <p:cNvSpPr/>
          <p:nvPr/>
        </p:nvSpPr>
        <p:spPr>
          <a:xfrm>
            <a:off x="280924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9" name="Freeform 2098"/>
          <p:cNvSpPr/>
          <p:nvPr/>
        </p:nvSpPr>
        <p:spPr>
          <a:xfrm>
            <a:off x="281305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0" name="Freeform 2099"/>
          <p:cNvSpPr/>
          <p:nvPr/>
        </p:nvSpPr>
        <p:spPr>
          <a:xfrm>
            <a:off x="28155900" y="-22440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1" name="Freeform 2100"/>
          <p:cNvSpPr/>
          <p:nvPr/>
        </p:nvSpPr>
        <p:spPr>
          <a:xfrm>
            <a:off x="281940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2" name="Freeform 2101"/>
          <p:cNvSpPr/>
          <p:nvPr/>
        </p:nvSpPr>
        <p:spPr>
          <a:xfrm>
            <a:off x="282321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" name="Freeform 2102"/>
          <p:cNvSpPr/>
          <p:nvPr/>
        </p:nvSpPr>
        <p:spPr>
          <a:xfrm>
            <a:off x="282575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" name="Freeform 2103"/>
          <p:cNvSpPr/>
          <p:nvPr/>
        </p:nvSpPr>
        <p:spPr>
          <a:xfrm>
            <a:off x="28295600" y="-22453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Freeform 2104"/>
          <p:cNvSpPr/>
          <p:nvPr/>
        </p:nvSpPr>
        <p:spPr>
          <a:xfrm>
            <a:off x="283337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6" name="Freeform 2105"/>
          <p:cNvSpPr/>
          <p:nvPr/>
        </p:nvSpPr>
        <p:spPr>
          <a:xfrm>
            <a:off x="283718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7" name="Freeform 2106"/>
          <p:cNvSpPr/>
          <p:nvPr/>
        </p:nvSpPr>
        <p:spPr>
          <a:xfrm>
            <a:off x="283972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Freeform 2107"/>
          <p:cNvSpPr/>
          <p:nvPr/>
        </p:nvSpPr>
        <p:spPr>
          <a:xfrm>
            <a:off x="284353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9" name="Freeform 2108"/>
          <p:cNvSpPr/>
          <p:nvPr/>
        </p:nvSpPr>
        <p:spPr>
          <a:xfrm>
            <a:off x="284734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0" name="Freeform 2109"/>
          <p:cNvSpPr/>
          <p:nvPr/>
        </p:nvSpPr>
        <p:spPr>
          <a:xfrm>
            <a:off x="284988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Freeform 2110"/>
          <p:cNvSpPr/>
          <p:nvPr/>
        </p:nvSpPr>
        <p:spPr>
          <a:xfrm>
            <a:off x="285369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2" name="Freeform 2111"/>
          <p:cNvSpPr/>
          <p:nvPr/>
        </p:nvSpPr>
        <p:spPr>
          <a:xfrm>
            <a:off x="285750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3" name="Freeform 2112"/>
          <p:cNvSpPr/>
          <p:nvPr/>
        </p:nvSpPr>
        <p:spPr>
          <a:xfrm>
            <a:off x="286131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Freeform 2113"/>
          <p:cNvSpPr/>
          <p:nvPr/>
        </p:nvSpPr>
        <p:spPr>
          <a:xfrm>
            <a:off x="286385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5" name="Freeform 2114"/>
          <p:cNvSpPr/>
          <p:nvPr/>
        </p:nvSpPr>
        <p:spPr>
          <a:xfrm>
            <a:off x="286766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" name="Freeform 2115"/>
          <p:cNvSpPr/>
          <p:nvPr/>
        </p:nvSpPr>
        <p:spPr>
          <a:xfrm>
            <a:off x="287147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7" name="Freeform 2116"/>
          <p:cNvSpPr/>
          <p:nvPr/>
        </p:nvSpPr>
        <p:spPr>
          <a:xfrm>
            <a:off x="287401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8" name="Freeform 2117"/>
          <p:cNvSpPr/>
          <p:nvPr/>
        </p:nvSpPr>
        <p:spPr>
          <a:xfrm>
            <a:off x="287782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9" name="Freeform 2118"/>
          <p:cNvSpPr/>
          <p:nvPr/>
        </p:nvSpPr>
        <p:spPr>
          <a:xfrm>
            <a:off x="288163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0" name="Freeform 2119"/>
          <p:cNvSpPr/>
          <p:nvPr/>
        </p:nvSpPr>
        <p:spPr>
          <a:xfrm>
            <a:off x="288544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1" name="Freeform 2120"/>
          <p:cNvSpPr/>
          <p:nvPr/>
        </p:nvSpPr>
        <p:spPr>
          <a:xfrm>
            <a:off x="28879800" y="-22504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2" name="Freeform 2121"/>
          <p:cNvSpPr/>
          <p:nvPr/>
        </p:nvSpPr>
        <p:spPr>
          <a:xfrm>
            <a:off x="289179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3" name="Freeform 2122"/>
          <p:cNvSpPr/>
          <p:nvPr/>
        </p:nvSpPr>
        <p:spPr>
          <a:xfrm>
            <a:off x="289560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4" name="Freeform 2123"/>
          <p:cNvSpPr/>
          <p:nvPr/>
        </p:nvSpPr>
        <p:spPr>
          <a:xfrm>
            <a:off x="289814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5" name="Freeform 2124"/>
          <p:cNvSpPr/>
          <p:nvPr/>
        </p:nvSpPr>
        <p:spPr>
          <a:xfrm>
            <a:off x="280035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6" name="Freeform 2125"/>
          <p:cNvSpPr/>
          <p:nvPr/>
        </p:nvSpPr>
        <p:spPr>
          <a:xfrm>
            <a:off x="280416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7" name="Freeform 2126"/>
          <p:cNvSpPr/>
          <p:nvPr/>
        </p:nvSpPr>
        <p:spPr>
          <a:xfrm>
            <a:off x="280797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8" name="Freeform 2127"/>
          <p:cNvSpPr/>
          <p:nvPr/>
        </p:nvSpPr>
        <p:spPr>
          <a:xfrm>
            <a:off x="281178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9" name="Freeform 2128"/>
          <p:cNvSpPr/>
          <p:nvPr/>
        </p:nvSpPr>
        <p:spPr>
          <a:xfrm>
            <a:off x="281432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" name="Freeform 2129"/>
          <p:cNvSpPr/>
          <p:nvPr/>
        </p:nvSpPr>
        <p:spPr>
          <a:xfrm>
            <a:off x="281813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1" name="Freeform 2130"/>
          <p:cNvSpPr/>
          <p:nvPr/>
        </p:nvSpPr>
        <p:spPr>
          <a:xfrm>
            <a:off x="282194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2" name="Freeform 2131"/>
          <p:cNvSpPr/>
          <p:nvPr/>
        </p:nvSpPr>
        <p:spPr>
          <a:xfrm>
            <a:off x="282448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3" name="Freeform 2132"/>
          <p:cNvSpPr/>
          <p:nvPr/>
        </p:nvSpPr>
        <p:spPr>
          <a:xfrm>
            <a:off x="282829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4" name="Freeform 2133"/>
          <p:cNvSpPr/>
          <p:nvPr/>
        </p:nvSpPr>
        <p:spPr>
          <a:xfrm>
            <a:off x="283210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5" name="Freeform 2134"/>
          <p:cNvSpPr/>
          <p:nvPr/>
        </p:nvSpPr>
        <p:spPr>
          <a:xfrm>
            <a:off x="283591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6" name="Freeform 2135"/>
          <p:cNvSpPr/>
          <p:nvPr/>
        </p:nvSpPr>
        <p:spPr>
          <a:xfrm>
            <a:off x="283845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7" name="Freeform 2136"/>
          <p:cNvSpPr/>
          <p:nvPr/>
        </p:nvSpPr>
        <p:spPr>
          <a:xfrm>
            <a:off x="284226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8" name="Freeform 2137"/>
          <p:cNvSpPr/>
          <p:nvPr/>
        </p:nvSpPr>
        <p:spPr>
          <a:xfrm>
            <a:off x="284607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9" name="Freeform 2138"/>
          <p:cNvSpPr/>
          <p:nvPr/>
        </p:nvSpPr>
        <p:spPr>
          <a:xfrm>
            <a:off x="28486100" y="-2247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" name="Freeform 2139"/>
          <p:cNvSpPr/>
          <p:nvPr/>
        </p:nvSpPr>
        <p:spPr>
          <a:xfrm>
            <a:off x="285242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1" name="Freeform 2140"/>
          <p:cNvSpPr/>
          <p:nvPr/>
        </p:nvSpPr>
        <p:spPr>
          <a:xfrm>
            <a:off x="285623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" name="Freeform 2141"/>
          <p:cNvSpPr/>
          <p:nvPr/>
        </p:nvSpPr>
        <p:spPr>
          <a:xfrm>
            <a:off x="286004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" name="Freeform 2142"/>
          <p:cNvSpPr/>
          <p:nvPr/>
        </p:nvSpPr>
        <p:spPr>
          <a:xfrm>
            <a:off x="28625800" y="-22491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" name="Freeform 2143"/>
          <p:cNvSpPr/>
          <p:nvPr/>
        </p:nvSpPr>
        <p:spPr>
          <a:xfrm>
            <a:off x="286639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5" name="Freeform 2144"/>
          <p:cNvSpPr/>
          <p:nvPr/>
        </p:nvSpPr>
        <p:spPr>
          <a:xfrm>
            <a:off x="287020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6" name="Freeform 2145"/>
          <p:cNvSpPr/>
          <p:nvPr/>
        </p:nvSpPr>
        <p:spPr>
          <a:xfrm>
            <a:off x="287274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" name="Freeform 2146"/>
          <p:cNvSpPr/>
          <p:nvPr/>
        </p:nvSpPr>
        <p:spPr>
          <a:xfrm>
            <a:off x="28765500" y="-22504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8" name="Freeform 2147"/>
          <p:cNvSpPr/>
          <p:nvPr/>
        </p:nvSpPr>
        <p:spPr>
          <a:xfrm>
            <a:off x="288036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9" name="Freeform 2148"/>
          <p:cNvSpPr/>
          <p:nvPr/>
        </p:nvSpPr>
        <p:spPr>
          <a:xfrm>
            <a:off x="288417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0" name="Freeform 2149"/>
          <p:cNvSpPr/>
          <p:nvPr/>
        </p:nvSpPr>
        <p:spPr>
          <a:xfrm>
            <a:off x="288671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1" name="Freeform 2150"/>
          <p:cNvSpPr/>
          <p:nvPr/>
        </p:nvSpPr>
        <p:spPr>
          <a:xfrm>
            <a:off x="289052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2" name="Freeform 2151"/>
          <p:cNvSpPr/>
          <p:nvPr/>
        </p:nvSpPr>
        <p:spPr>
          <a:xfrm>
            <a:off x="289433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3" name="Freeform 2152"/>
          <p:cNvSpPr/>
          <p:nvPr/>
        </p:nvSpPr>
        <p:spPr>
          <a:xfrm>
            <a:off x="289687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4" name="Freeform 2153"/>
          <p:cNvSpPr/>
          <p:nvPr/>
        </p:nvSpPr>
        <p:spPr>
          <a:xfrm>
            <a:off x="279908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5" name="Freeform 2154"/>
          <p:cNvSpPr/>
          <p:nvPr/>
        </p:nvSpPr>
        <p:spPr>
          <a:xfrm>
            <a:off x="280289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6" name="Freeform 2155"/>
          <p:cNvSpPr/>
          <p:nvPr/>
        </p:nvSpPr>
        <p:spPr>
          <a:xfrm>
            <a:off x="280670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7" name="Freeform 2156"/>
          <p:cNvSpPr/>
          <p:nvPr/>
        </p:nvSpPr>
        <p:spPr>
          <a:xfrm>
            <a:off x="281051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8" name="Freeform 2157"/>
          <p:cNvSpPr/>
          <p:nvPr/>
        </p:nvSpPr>
        <p:spPr>
          <a:xfrm>
            <a:off x="281305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9" name="Freeform 2158"/>
          <p:cNvSpPr/>
          <p:nvPr/>
        </p:nvSpPr>
        <p:spPr>
          <a:xfrm>
            <a:off x="281686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0" name="Freeform 2159"/>
          <p:cNvSpPr/>
          <p:nvPr/>
        </p:nvSpPr>
        <p:spPr>
          <a:xfrm>
            <a:off x="282067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1" name="Freeform 2160"/>
          <p:cNvSpPr/>
          <p:nvPr/>
        </p:nvSpPr>
        <p:spPr>
          <a:xfrm>
            <a:off x="28232100" y="-2246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2" name="Freeform 2161"/>
          <p:cNvSpPr/>
          <p:nvPr/>
        </p:nvSpPr>
        <p:spPr>
          <a:xfrm>
            <a:off x="282702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3" name="Freeform 2162"/>
          <p:cNvSpPr/>
          <p:nvPr/>
        </p:nvSpPr>
        <p:spPr>
          <a:xfrm>
            <a:off x="283083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" name="Freeform 2163"/>
          <p:cNvSpPr/>
          <p:nvPr/>
        </p:nvSpPr>
        <p:spPr>
          <a:xfrm>
            <a:off x="283464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5" name="Freeform 2164"/>
          <p:cNvSpPr/>
          <p:nvPr/>
        </p:nvSpPr>
        <p:spPr>
          <a:xfrm>
            <a:off x="28371800" y="-2247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6" name="Freeform 2165"/>
          <p:cNvSpPr/>
          <p:nvPr/>
        </p:nvSpPr>
        <p:spPr>
          <a:xfrm>
            <a:off x="284099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7" name="Freeform 2166"/>
          <p:cNvSpPr/>
          <p:nvPr/>
        </p:nvSpPr>
        <p:spPr>
          <a:xfrm>
            <a:off x="284480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8" name="Freeform 2167"/>
          <p:cNvSpPr/>
          <p:nvPr/>
        </p:nvSpPr>
        <p:spPr>
          <a:xfrm>
            <a:off x="284734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9" name="Freeform 2168"/>
          <p:cNvSpPr/>
          <p:nvPr/>
        </p:nvSpPr>
        <p:spPr>
          <a:xfrm>
            <a:off x="285115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0" name="Freeform 2169"/>
          <p:cNvSpPr/>
          <p:nvPr/>
        </p:nvSpPr>
        <p:spPr>
          <a:xfrm>
            <a:off x="285496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1" name="Freeform 2170"/>
          <p:cNvSpPr/>
          <p:nvPr/>
        </p:nvSpPr>
        <p:spPr>
          <a:xfrm>
            <a:off x="285877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2" name="Freeform 2171"/>
          <p:cNvSpPr/>
          <p:nvPr/>
        </p:nvSpPr>
        <p:spPr>
          <a:xfrm>
            <a:off x="286131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3" name="Freeform 2172"/>
          <p:cNvSpPr/>
          <p:nvPr/>
        </p:nvSpPr>
        <p:spPr>
          <a:xfrm>
            <a:off x="286512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4" name="Freeform 2173"/>
          <p:cNvSpPr/>
          <p:nvPr/>
        </p:nvSpPr>
        <p:spPr>
          <a:xfrm>
            <a:off x="286893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5" name="Freeform 2174"/>
          <p:cNvSpPr/>
          <p:nvPr/>
        </p:nvSpPr>
        <p:spPr>
          <a:xfrm>
            <a:off x="287147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6" name="Freeform 2175"/>
          <p:cNvSpPr/>
          <p:nvPr/>
        </p:nvSpPr>
        <p:spPr>
          <a:xfrm>
            <a:off x="287528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7" name="Freeform 2176"/>
          <p:cNvSpPr/>
          <p:nvPr/>
        </p:nvSpPr>
        <p:spPr>
          <a:xfrm>
            <a:off x="287909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8" name="Freeform 2177"/>
          <p:cNvSpPr/>
          <p:nvPr/>
        </p:nvSpPr>
        <p:spPr>
          <a:xfrm>
            <a:off x="288290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9" name="Freeform 2178"/>
          <p:cNvSpPr/>
          <p:nvPr/>
        </p:nvSpPr>
        <p:spPr>
          <a:xfrm>
            <a:off x="288544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0" name="Freeform 2179"/>
          <p:cNvSpPr/>
          <p:nvPr/>
        </p:nvSpPr>
        <p:spPr>
          <a:xfrm>
            <a:off x="288925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1" name="Freeform 2180"/>
          <p:cNvSpPr/>
          <p:nvPr/>
        </p:nvSpPr>
        <p:spPr>
          <a:xfrm>
            <a:off x="289306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2" name="Freeform 2181"/>
          <p:cNvSpPr/>
          <p:nvPr/>
        </p:nvSpPr>
        <p:spPr>
          <a:xfrm>
            <a:off x="289560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3" name="Freeform 2182"/>
          <p:cNvSpPr/>
          <p:nvPr/>
        </p:nvSpPr>
        <p:spPr>
          <a:xfrm>
            <a:off x="27990800" y="-22453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4" name="Freeform 2183"/>
          <p:cNvSpPr/>
          <p:nvPr/>
        </p:nvSpPr>
        <p:spPr>
          <a:xfrm>
            <a:off x="280162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5" name="Freeform 2184"/>
          <p:cNvSpPr/>
          <p:nvPr/>
        </p:nvSpPr>
        <p:spPr>
          <a:xfrm>
            <a:off x="280543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6" name="Freeform 2185"/>
          <p:cNvSpPr/>
          <p:nvPr/>
        </p:nvSpPr>
        <p:spPr>
          <a:xfrm>
            <a:off x="280924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7" name="Freeform 2186"/>
          <p:cNvSpPr/>
          <p:nvPr/>
        </p:nvSpPr>
        <p:spPr>
          <a:xfrm>
            <a:off x="28117800" y="-2246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8" name="Freeform 2187"/>
          <p:cNvSpPr/>
          <p:nvPr/>
        </p:nvSpPr>
        <p:spPr>
          <a:xfrm>
            <a:off x="281559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9" name="Freeform 2188"/>
          <p:cNvSpPr/>
          <p:nvPr/>
        </p:nvSpPr>
        <p:spPr>
          <a:xfrm>
            <a:off x="281940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0" name="Freeform 2189"/>
          <p:cNvSpPr/>
          <p:nvPr/>
        </p:nvSpPr>
        <p:spPr>
          <a:xfrm>
            <a:off x="282194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1" name="Freeform 2190"/>
          <p:cNvSpPr/>
          <p:nvPr/>
        </p:nvSpPr>
        <p:spPr>
          <a:xfrm>
            <a:off x="282575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2" name="Freeform 2191"/>
          <p:cNvSpPr/>
          <p:nvPr/>
        </p:nvSpPr>
        <p:spPr>
          <a:xfrm>
            <a:off x="282956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3" name="Freeform 2192"/>
          <p:cNvSpPr/>
          <p:nvPr/>
        </p:nvSpPr>
        <p:spPr>
          <a:xfrm>
            <a:off x="283337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4" name="Freeform 2193"/>
          <p:cNvSpPr/>
          <p:nvPr/>
        </p:nvSpPr>
        <p:spPr>
          <a:xfrm>
            <a:off x="283591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5" name="Freeform 2194"/>
          <p:cNvSpPr/>
          <p:nvPr/>
        </p:nvSpPr>
        <p:spPr>
          <a:xfrm>
            <a:off x="283972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6" name="Freeform 2195"/>
          <p:cNvSpPr/>
          <p:nvPr/>
        </p:nvSpPr>
        <p:spPr>
          <a:xfrm>
            <a:off x="284353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7" name="Freeform 2196"/>
          <p:cNvSpPr/>
          <p:nvPr/>
        </p:nvSpPr>
        <p:spPr>
          <a:xfrm>
            <a:off x="284607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8" name="Freeform 2197"/>
          <p:cNvSpPr/>
          <p:nvPr/>
        </p:nvSpPr>
        <p:spPr>
          <a:xfrm>
            <a:off x="284988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9" name="Freeform 2198"/>
          <p:cNvSpPr/>
          <p:nvPr/>
        </p:nvSpPr>
        <p:spPr>
          <a:xfrm>
            <a:off x="285369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0" name="Freeform 2199"/>
          <p:cNvSpPr/>
          <p:nvPr/>
        </p:nvSpPr>
        <p:spPr>
          <a:xfrm>
            <a:off x="285750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1" name="Freeform 2200"/>
          <p:cNvSpPr/>
          <p:nvPr/>
        </p:nvSpPr>
        <p:spPr>
          <a:xfrm>
            <a:off x="286004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2" name="Freeform 2201"/>
          <p:cNvSpPr/>
          <p:nvPr/>
        </p:nvSpPr>
        <p:spPr>
          <a:xfrm>
            <a:off x="286385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3" name="Freeform 2202"/>
          <p:cNvSpPr/>
          <p:nvPr/>
        </p:nvSpPr>
        <p:spPr>
          <a:xfrm>
            <a:off x="286766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4" name="Freeform 2203"/>
          <p:cNvSpPr/>
          <p:nvPr/>
        </p:nvSpPr>
        <p:spPr>
          <a:xfrm>
            <a:off x="28702000" y="-22517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5" name="Freeform 2204"/>
          <p:cNvSpPr/>
          <p:nvPr/>
        </p:nvSpPr>
        <p:spPr>
          <a:xfrm>
            <a:off x="287401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6" name="Freeform 2205"/>
          <p:cNvSpPr/>
          <p:nvPr/>
        </p:nvSpPr>
        <p:spPr>
          <a:xfrm>
            <a:off x="287782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7" name="Freeform 2206"/>
          <p:cNvSpPr/>
          <p:nvPr/>
        </p:nvSpPr>
        <p:spPr>
          <a:xfrm>
            <a:off x="288163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8" name="Freeform 2207"/>
          <p:cNvSpPr/>
          <p:nvPr/>
        </p:nvSpPr>
        <p:spPr>
          <a:xfrm>
            <a:off x="28841700" y="-22529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9" name="Freeform 2208"/>
          <p:cNvSpPr/>
          <p:nvPr/>
        </p:nvSpPr>
        <p:spPr>
          <a:xfrm>
            <a:off x="288798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0" name="Freeform 2209"/>
          <p:cNvSpPr/>
          <p:nvPr/>
        </p:nvSpPr>
        <p:spPr>
          <a:xfrm>
            <a:off x="289179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1" name="Freeform 2210"/>
          <p:cNvSpPr/>
          <p:nvPr/>
        </p:nvSpPr>
        <p:spPr>
          <a:xfrm>
            <a:off x="289433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2" name="Freeform 2211"/>
          <p:cNvSpPr/>
          <p:nvPr/>
        </p:nvSpPr>
        <p:spPr>
          <a:xfrm>
            <a:off x="279781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3" name="Freeform 2212"/>
          <p:cNvSpPr/>
          <p:nvPr/>
        </p:nvSpPr>
        <p:spPr>
          <a:xfrm>
            <a:off x="280035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4" name="Freeform 2213"/>
          <p:cNvSpPr/>
          <p:nvPr/>
        </p:nvSpPr>
        <p:spPr>
          <a:xfrm>
            <a:off x="280416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5" name="Freeform 2214"/>
          <p:cNvSpPr/>
          <p:nvPr/>
        </p:nvSpPr>
        <p:spPr>
          <a:xfrm>
            <a:off x="280797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6" name="Freeform 2215"/>
          <p:cNvSpPr/>
          <p:nvPr/>
        </p:nvSpPr>
        <p:spPr>
          <a:xfrm>
            <a:off x="281051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7" name="Freeform 2216"/>
          <p:cNvSpPr/>
          <p:nvPr/>
        </p:nvSpPr>
        <p:spPr>
          <a:xfrm>
            <a:off x="281432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8" name="Freeform 2217"/>
          <p:cNvSpPr/>
          <p:nvPr/>
        </p:nvSpPr>
        <p:spPr>
          <a:xfrm>
            <a:off x="281813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9" name="Freeform 2218"/>
          <p:cNvSpPr/>
          <p:nvPr/>
        </p:nvSpPr>
        <p:spPr>
          <a:xfrm>
            <a:off x="282194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0" name="Freeform 2219"/>
          <p:cNvSpPr/>
          <p:nvPr/>
        </p:nvSpPr>
        <p:spPr>
          <a:xfrm>
            <a:off x="282448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1" name="Freeform 2220"/>
          <p:cNvSpPr/>
          <p:nvPr/>
        </p:nvSpPr>
        <p:spPr>
          <a:xfrm>
            <a:off x="282829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2" name="Freeform 2221"/>
          <p:cNvSpPr/>
          <p:nvPr/>
        </p:nvSpPr>
        <p:spPr>
          <a:xfrm>
            <a:off x="283210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3" name="Freeform 2222"/>
          <p:cNvSpPr/>
          <p:nvPr/>
        </p:nvSpPr>
        <p:spPr>
          <a:xfrm>
            <a:off x="283464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4" name="Freeform 2223"/>
          <p:cNvSpPr/>
          <p:nvPr/>
        </p:nvSpPr>
        <p:spPr>
          <a:xfrm>
            <a:off x="283845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5" name="Freeform 2224"/>
          <p:cNvSpPr/>
          <p:nvPr/>
        </p:nvSpPr>
        <p:spPr>
          <a:xfrm>
            <a:off x="284226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6" name="Freeform 2225"/>
          <p:cNvSpPr/>
          <p:nvPr/>
        </p:nvSpPr>
        <p:spPr>
          <a:xfrm>
            <a:off x="28460700" y="-2250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7" name="Freeform 2226"/>
          <p:cNvSpPr/>
          <p:nvPr/>
        </p:nvSpPr>
        <p:spPr>
          <a:xfrm>
            <a:off x="284861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8" name="Freeform 2227"/>
          <p:cNvSpPr/>
          <p:nvPr/>
        </p:nvSpPr>
        <p:spPr>
          <a:xfrm>
            <a:off x="285242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9" name="Freeform 2228"/>
          <p:cNvSpPr/>
          <p:nvPr/>
        </p:nvSpPr>
        <p:spPr>
          <a:xfrm>
            <a:off x="285623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0" name="Freeform 2229"/>
          <p:cNvSpPr/>
          <p:nvPr/>
        </p:nvSpPr>
        <p:spPr>
          <a:xfrm>
            <a:off x="28587700" y="-22517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1" name="Freeform 2230"/>
          <p:cNvSpPr/>
          <p:nvPr/>
        </p:nvSpPr>
        <p:spPr>
          <a:xfrm>
            <a:off x="286258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2" name="Freeform 2231"/>
          <p:cNvSpPr/>
          <p:nvPr/>
        </p:nvSpPr>
        <p:spPr>
          <a:xfrm>
            <a:off x="286639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3" name="Freeform 2232"/>
          <p:cNvSpPr/>
          <p:nvPr/>
        </p:nvSpPr>
        <p:spPr>
          <a:xfrm>
            <a:off x="286893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4" name="Freeform 2233"/>
          <p:cNvSpPr/>
          <p:nvPr/>
        </p:nvSpPr>
        <p:spPr>
          <a:xfrm>
            <a:off x="287274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5" name="Freeform 2234"/>
          <p:cNvSpPr/>
          <p:nvPr/>
        </p:nvSpPr>
        <p:spPr>
          <a:xfrm>
            <a:off x="287655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6" name="Freeform 2235"/>
          <p:cNvSpPr/>
          <p:nvPr/>
        </p:nvSpPr>
        <p:spPr>
          <a:xfrm>
            <a:off x="288036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7" name="Freeform 2236"/>
          <p:cNvSpPr/>
          <p:nvPr/>
        </p:nvSpPr>
        <p:spPr>
          <a:xfrm>
            <a:off x="288290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8" name="Freeform 2237"/>
          <p:cNvSpPr/>
          <p:nvPr/>
        </p:nvSpPr>
        <p:spPr>
          <a:xfrm>
            <a:off x="288671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9" name="Freeform 2238"/>
          <p:cNvSpPr/>
          <p:nvPr/>
        </p:nvSpPr>
        <p:spPr>
          <a:xfrm>
            <a:off x="289052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0" name="Freeform 2239"/>
          <p:cNvSpPr/>
          <p:nvPr/>
        </p:nvSpPr>
        <p:spPr>
          <a:xfrm>
            <a:off x="289306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1" name="Freeform 2240"/>
          <p:cNvSpPr/>
          <p:nvPr/>
        </p:nvSpPr>
        <p:spPr>
          <a:xfrm>
            <a:off x="279654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2" name="Freeform 2241"/>
          <p:cNvSpPr/>
          <p:nvPr/>
        </p:nvSpPr>
        <p:spPr>
          <a:xfrm>
            <a:off x="279908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3" name="Freeform 2242"/>
          <p:cNvSpPr/>
          <p:nvPr/>
        </p:nvSpPr>
        <p:spPr>
          <a:xfrm>
            <a:off x="280289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4" name="Freeform 2243"/>
          <p:cNvSpPr/>
          <p:nvPr/>
        </p:nvSpPr>
        <p:spPr>
          <a:xfrm>
            <a:off x="28067000" y="-22479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5" name="Freeform 2244"/>
          <p:cNvSpPr/>
          <p:nvPr/>
        </p:nvSpPr>
        <p:spPr>
          <a:xfrm>
            <a:off x="280924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6" name="Freeform 2245"/>
          <p:cNvSpPr/>
          <p:nvPr/>
        </p:nvSpPr>
        <p:spPr>
          <a:xfrm>
            <a:off x="281305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7" name="Freeform 2246"/>
          <p:cNvSpPr/>
          <p:nvPr/>
        </p:nvSpPr>
        <p:spPr>
          <a:xfrm>
            <a:off x="281686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8" name="Freeform 2247"/>
          <p:cNvSpPr/>
          <p:nvPr/>
        </p:nvSpPr>
        <p:spPr>
          <a:xfrm>
            <a:off x="28206700" y="-2249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9" name="Freeform 2248"/>
          <p:cNvSpPr/>
          <p:nvPr/>
        </p:nvSpPr>
        <p:spPr>
          <a:xfrm>
            <a:off x="282321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0" name="Freeform 2249"/>
          <p:cNvSpPr/>
          <p:nvPr/>
        </p:nvSpPr>
        <p:spPr>
          <a:xfrm>
            <a:off x="282702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1" name="Freeform 2250"/>
          <p:cNvSpPr/>
          <p:nvPr/>
        </p:nvSpPr>
        <p:spPr>
          <a:xfrm>
            <a:off x="283083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2" name="Freeform 2251"/>
          <p:cNvSpPr/>
          <p:nvPr/>
        </p:nvSpPr>
        <p:spPr>
          <a:xfrm>
            <a:off x="28333700" y="-22504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3" name="Freeform 2252"/>
          <p:cNvSpPr/>
          <p:nvPr/>
        </p:nvSpPr>
        <p:spPr>
          <a:xfrm>
            <a:off x="283718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4" name="Freeform 2253"/>
          <p:cNvSpPr/>
          <p:nvPr/>
        </p:nvSpPr>
        <p:spPr>
          <a:xfrm>
            <a:off x="284099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5" name="Freeform 2254"/>
          <p:cNvSpPr/>
          <p:nvPr/>
        </p:nvSpPr>
        <p:spPr>
          <a:xfrm>
            <a:off x="284480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6" name="Freeform 2255"/>
          <p:cNvSpPr/>
          <p:nvPr/>
        </p:nvSpPr>
        <p:spPr>
          <a:xfrm>
            <a:off x="284734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7" name="Freeform 2256"/>
          <p:cNvSpPr/>
          <p:nvPr/>
        </p:nvSpPr>
        <p:spPr>
          <a:xfrm>
            <a:off x="285115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8" name="Freeform 2257"/>
          <p:cNvSpPr/>
          <p:nvPr/>
        </p:nvSpPr>
        <p:spPr>
          <a:xfrm>
            <a:off x="285496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9" name="Freeform 2258"/>
          <p:cNvSpPr/>
          <p:nvPr/>
        </p:nvSpPr>
        <p:spPr>
          <a:xfrm>
            <a:off x="285750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0" name="Freeform 2259"/>
          <p:cNvSpPr/>
          <p:nvPr/>
        </p:nvSpPr>
        <p:spPr>
          <a:xfrm>
            <a:off x="286131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1" name="Freeform 2260"/>
          <p:cNvSpPr/>
          <p:nvPr/>
        </p:nvSpPr>
        <p:spPr>
          <a:xfrm>
            <a:off x="286512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2" name="Freeform 2261"/>
          <p:cNvSpPr/>
          <p:nvPr/>
        </p:nvSpPr>
        <p:spPr>
          <a:xfrm>
            <a:off x="286893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3" name="Freeform 2262"/>
          <p:cNvSpPr/>
          <p:nvPr/>
        </p:nvSpPr>
        <p:spPr>
          <a:xfrm>
            <a:off x="287147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4" name="Freeform 2263"/>
          <p:cNvSpPr/>
          <p:nvPr/>
        </p:nvSpPr>
        <p:spPr>
          <a:xfrm>
            <a:off x="287528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5" name="Freeform 2264"/>
          <p:cNvSpPr/>
          <p:nvPr/>
        </p:nvSpPr>
        <p:spPr>
          <a:xfrm>
            <a:off x="287909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6" name="Freeform 2265"/>
          <p:cNvSpPr/>
          <p:nvPr/>
        </p:nvSpPr>
        <p:spPr>
          <a:xfrm>
            <a:off x="288163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7" name="Freeform 2266"/>
          <p:cNvSpPr/>
          <p:nvPr/>
        </p:nvSpPr>
        <p:spPr>
          <a:xfrm>
            <a:off x="288544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8" name="Freeform 2267"/>
          <p:cNvSpPr/>
          <p:nvPr/>
        </p:nvSpPr>
        <p:spPr>
          <a:xfrm>
            <a:off x="288925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9" name="Freeform 2268"/>
          <p:cNvSpPr/>
          <p:nvPr/>
        </p:nvSpPr>
        <p:spPr>
          <a:xfrm>
            <a:off x="28930600" y="-2255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0" name="Freeform 2269"/>
          <p:cNvSpPr/>
          <p:nvPr/>
        </p:nvSpPr>
        <p:spPr>
          <a:xfrm>
            <a:off x="27952700" y="-22479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1" name="Freeform 2270"/>
          <p:cNvSpPr/>
          <p:nvPr/>
        </p:nvSpPr>
        <p:spPr>
          <a:xfrm>
            <a:off x="279781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2" name="Freeform 2271"/>
          <p:cNvSpPr/>
          <p:nvPr/>
        </p:nvSpPr>
        <p:spPr>
          <a:xfrm>
            <a:off x="280162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3" name="Freeform 2272"/>
          <p:cNvSpPr/>
          <p:nvPr/>
        </p:nvSpPr>
        <p:spPr>
          <a:xfrm>
            <a:off x="280543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4" name="Freeform 2273"/>
          <p:cNvSpPr/>
          <p:nvPr/>
        </p:nvSpPr>
        <p:spPr>
          <a:xfrm>
            <a:off x="280797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5" name="Freeform 2274"/>
          <p:cNvSpPr/>
          <p:nvPr/>
        </p:nvSpPr>
        <p:spPr>
          <a:xfrm>
            <a:off x="281178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6" name="Freeform 2275"/>
          <p:cNvSpPr/>
          <p:nvPr/>
        </p:nvSpPr>
        <p:spPr>
          <a:xfrm>
            <a:off x="281559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7" name="Freeform 2276"/>
          <p:cNvSpPr/>
          <p:nvPr/>
        </p:nvSpPr>
        <p:spPr>
          <a:xfrm>
            <a:off x="281940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8" name="Freeform 2277"/>
          <p:cNvSpPr/>
          <p:nvPr/>
        </p:nvSpPr>
        <p:spPr>
          <a:xfrm>
            <a:off x="282194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9" name="Freeform 2278"/>
          <p:cNvSpPr/>
          <p:nvPr/>
        </p:nvSpPr>
        <p:spPr>
          <a:xfrm>
            <a:off x="282575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0" name="Freeform 2279"/>
          <p:cNvSpPr/>
          <p:nvPr/>
        </p:nvSpPr>
        <p:spPr>
          <a:xfrm>
            <a:off x="282956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1" name="Freeform 2280"/>
          <p:cNvSpPr/>
          <p:nvPr/>
        </p:nvSpPr>
        <p:spPr>
          <a:xfrm>
            <a:off x="283210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2" name="Freeform 2281"/>
          <p:cNvSpPr/>
          <p:nvPr/>
        </p:nvSpPr>
        <p:spPr>
          <a:xfrm>
            <a:off x="283591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3" name="Freeform 2282"/>
          <p:cNvSpPr/>
          <p:nvPr/>
        </p:nvSpPr>
        <p:spPr>
          <a:xfrm>
            <a:off x="283972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4" name="Freeform 2283"/>
          <p:cNvSpPr/>
          <p:nvPr/>
        </p:nvSpPr>
        <p:spPr>
          <a:xfrm>
            <a:off x="284353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5" name="Freeform 2284"/>
          <p:cNvSpPr/>
          <p:nvPr/>
        </p:nvSpPr>
        <p:spPr>
          <a:xfrm>
            <a:off x="284607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6" name="Freeform 2285"/>
          <p:cNvSpPr/>
          <p:nvPr/>
        </p:nvSpPr>
        <p:spPr>
          <a:xfrm>
            <a:off x="284988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7" name="Freeform 2286"/>
          <p:cNvSpPr/>
          <p:nvPr/>
        </p:nvSpPr>
        <p:spPr>
          <a:xfrm>
            <a:off x="285369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8" name="Freeform 2287"/>
          <p:cNvSpPr/>
          <p:nvPr/>
        </p:nvSpPr>
        <p:spPr>
          <a:xfrm>
            <a:off x="285623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9" name="Freeform 2288"/>
          <p:cNvSpPr/>
          <p:nvPr/>
        </p:nvSpPr>
        <p:spPr>
          <a:xfrm>
            <a:off x="286004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0" name="Freeform 2289"/>
          <p:cNvSpPr/>
          <p:nvPr/>
        </p:nvSpPr>
        <p:spPr>
          <a:xfrm>
            <a:off x="286385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1" name="Freeform 2290"/>
          <p:cNvSpPr/>
          <p:nvPr/>
        </p:nvSpPr>
        <p:spPr>
          <a:xfrm>
            <a:off x="28676600" y="-22542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2" name="Freeform 2291"/>
          <p:cNvSpPr/>
          <p:nvPr/>
        </p:nvSpPr>
        <p:spPr>
          <a:xfrm>
            <a:off x="287020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3" name="Freeform 2292"/>
          <p:cNvSpPr/>
          <p:nvPr/>
        </p:nvSpPr>
        <p:spPr>
          <a:xfrm>
            <a:off x="287401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4" name="Freeform 2293"/>
          <p:cNvSpPr/>
          <p:nvPr/>
        </p:nvSpPr>
        <p:spPr>
          <a:xfrm>
            <a:off x="287782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5" name="Freeform 2294"/>
          <p:cNvSpPr/>
          <p:nvPr/>
        </p:nvSpPr>
        <p:spPr>
          <a:xfrm>
            <a:off x="28803600" y="-22555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6" name="Freeform 2295"/>
          <p:cNvSpPr/>
          <p:nvPr/>
        </p:nvSpPr>
        <p:spPr>
          <a:xfrm>
            <a:off x="288417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7" name="Freeform 2296"/>
          <p:cNvSpPr/>
          <p:nvPr/>
        </p:nvSpPr>
        <p:spPr>
          <a:xfrm>
            <a:off x="288798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8" name="Freeform 2297"/>
          <p:cNvSpPr/>
          <p:nvPr/>
        </p:nvSpPr>
        <p:spPr>
          <a:xfrm>
            <a:off x="289179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9" name="Freeform 2298"/>
          <p:cNvSpPr/>
          <p:nvPr/>
        </p:nvSpPr>
        <p:spPr>
          <a:xfrm>
            <a:off x="279400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0" name="Freeform 2299"/>
          <p:cNvSpPr/>
          <p:nvPr/>
        </p:nvSpPr>
        <p:spPr>
          <a:xfrm>
            <a:off x="279654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1" name="Freeform 2300"/>
          <p:cNvSpPr/>
          <p:nvPr/>
        </p:nvSpPr>
        <p:spPr>
          <a:xfrm>
            <a:off x="280035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2" name="Freeform 2301"/>
          <p:cNvSpPr/>
          <p:nvPr/>
        </p:nvSpPr>
        <p:spPr>
          <a:xfrm>
            <a:off x="280416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3" name="Freeform 2302"/>
          <p:cNvSpPr/>
          <p:nvPr/>
        </p:nvSpPr>
        <p:spPr>
          <a:xfrm>
            <a:off x="280670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4" name="Freeform 2303"/>
          <p:cNvSpPr/>
          <p:nvPr/>
        </p:nvSpPr>
        <p:spPr>
          <a:xfrm>
            <a:off x="281051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5" name="Freeform 2304"/>
          <p:cNvSpPr/>
          <p:nvPr/>
        </p:nvSpPr>
        <p:spPr>
          <a:xfrm>
            <a:off x="281432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6" name="Freeform 2305"/>
          <p:cNvSpPr/>
          <p:nvPr/>
        </p:nvSpPr>
        <p:spPr>
          <a:xfrm>
            <a:off x="281813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7" name="Freeform 2306"/>
          <p:cNvSpPr/>
          <p:nvPr/>
        </p:nvSpPr>
        <p:spPr>
          <a:xfrm>
            <a:off x="282067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8" name="Freeform 2307"/>
          <p:cNvSpPr/>
          <p:nvPr/>
        </p:nvSpPr>
        <p:spPr>
          <a:xfrm>
            <a:off x="282448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9" name="Freeform 2308"/>
          <p:cNvSpPr/>
          <p:nvPr/>
        </p:nvSpPr>
        <p:spPr>
          <a:xfrm>
            <a:off x="282829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0" name="Freeform 2309"/>
          <p:cNvSpPr/>
          <p:nvPr/>
        </p:nvSpPr>
        <p:spPr>
          <a:xfrm>
            <a:off x="283083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1" name="Freeform 2310"/>
          <p:cNvSpPr/>
          <p:nvPr/>
        </p:nvSpPr>
        <p:spPr>
          <a:xfrm>
            <a:off x="283464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2" name="Freeform 2311"/>
          <p:cNvSpPr/>
          <p:nvPr/>
        </p:nvSpPr>
        <p:spPr>
          <a:xfrm>
            <a:off x="283845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3" name="Freeform 2312"/>
          <p:cNvSpPr/>
          <p:nvPr/>
        </p:nvSpPr>
        <p:spPr>
          <a:xfrm>
            <a:off x="28422600" y="-2252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4" name="Freeform 2313"/>
          <p:cNvSpPr/>
          <p:nvPr/>
        </p:nvSpPr>
        <p:spPr>
          <a:xfrm>
            <a:off x="284480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5" name="Freeform 2314"/>
          <p:cNvSpPr/>
          <p:nvPr/>
        </p:nvSpPr>
        <p:spPr>
          <a:xfrm>
            <a:off x="284861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6" name="Freeform 2315"/>
          <p:cNvSpPr/>
          <p:nvPr/>
        </p:nvSpPr>
        <p:spPr>
          <a:xfrm>
            <a:off x="285242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7" name="Freeform 2316"/>
          <p:cNvSpPr/>
          <p:nvPr/>
        </p:nvSpPr>
        <p:spPr>
          <a:xfrm>
            <a:off x="28549600" y="-22542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8" name="Freeform 2317"/>
          <p:cNvSpPr/>
          <p:nvPr/>
        </p:nvSpPr>
        <p:spPr>
          <a:xfrm>
            <a:off x="285877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9" name="Freeform 2318"/>
          <p:cNvSpPr/>
          <p:nvPr/>
        </p:nvSpPr>
        <p:spPr>
          <a:xfrm>
            <a:off x="286258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0" name="Freeform 2319"/>
          <p:cNvSpPr/>
          <p:nvPr/>
        </p:nvSpPr>
        <p:spPr>
          <a:xfrm>
            <a:off x="286639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1" name="Freeform 2320"/>
          <p:cNvSpPr/>
          <p:nvPr/>
        </p:nvSpPr>
        <p:spPr>
          <a:xfrm>
            <a:off x="286893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2" name="Freeform 2321"/>
          <p:cNvSpPr/>
          <p:nvPr/>
        </p:nvSpPr>
        <p:spPr>
          <a:xfrm>
            <a:off x="287274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3" name="Freeform 2322"/>
          <p:cNvSpPr/>
          <p:nvPr/>
        </p:nvSpPr>
        <p:spPr>
          <a:xfrm>
            <a:off x="287655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4" name="Freeform 2323"/>
          <p:cNvSpPr/>
          <p:nvPr/>
        </p:nvSpPr>
        <p:spPr>
          <a:xfrm>
            <a:off x="287909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5" name="Freeform 2324"/>
          <p:cNvSpPr/>
          <p:nvPr/>
        </p:nvSpPr>
        <p:spPr>
          <a:xfrm>
            <a:off x="288290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6" name="Freeform 2325"/>
          <p:cNvSpPr/>
          <p:nvPr/>
        </p:nvSpPr>
        <p:spPr>
          <a:xfrm>
            <a:off x="288671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7" name="Freeform 2326"/>
          <p:cNvSpPr/>
          <p:nvPr/>
        </p:nvSpPr>
        <p:spPr>
          <a:xfrm>
            <a:off x="289052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8" name="Freeform 2327"/>
          <p:cNvSpPr/>
          <p:nvPr/>
        </p:nvSpPr>
        <p:spPr>
          <a:xfrm>
            <a:off x="27927300" y="-2251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9" name="Freeform 2328"/>
          <p:cNvSpPr/>
          <p:nvPr/>
        </p:nvSpPr>
        <p:spPr>
          <a:xfrm>
            <a:off x="27952700" y="-2251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0" name="Freeform 2329"/>
          <p:cNvSpPr/>
          <p:nvPr/>
        </p:nvSpPr>
        <p:spPr>
          <a:xfrm>
            <a:off x="27990800" y="-2252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1" name="Freeform 2330"/>
          <p:cNvSpPr/>
          <p:nvPr/>
        </p:nvSpPr>
        <p:spPr>
          <a:xfrm>
            <a:off x="28028900" y="-2252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2" name="Freeform 2331"/>
          <p:cNvSpPr/>
          <p:nvPr/>
        </p:nvSpPr>
        <p:spPr>
          <a:xfrm>
            <a:off x="28054300" y="-2252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3" name="Freeform 2332"/>
          <p:cNvSpPr/>
          <p:nvPr/>
        </p:nvSpPr>
        <p:spPr>
          <a:xfrm>
            <a:off x="28092400" y="-2252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4" name="Freeform 2333"/>
          <p:cNvSpPr/>
          <p:nvPr/>
        </p:nvSpPr>
        <p:spPr>
          <a:xfrm>
            <a:off x="28130500" y="-22542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5" name="Freeform 2334"/>
          <p:cNvSpPr/>
          <p:nvPr/>
        </p:nvSpPr>
        <p:spPr>
          <a:xfrm>
            <a:off x="28168600" y="-22542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6" name="Freeform 2335"/>
          <p:cNvSpPr/>
          <p:nvPr/>
        </p:nvSpPr>
        <p:spPr>
          <a:xfrm>
            <a:off x="28194000" y="-2254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7" name="Freeform 2336"/>
          <p:cNvSpPr/>
          <p:nvPr/>
        </p:nvSpPr>
        <p:spPr>
          <a:xfrm>
            <a:off x="28232100" y="-2254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8" name="Freeform 2337"/>
          <p:cNvSpPr/>
          <p:nvPr/>
        </p:nvSpPr>
        <p:spPr>
          <a:xfrm>
            <a:off x="28270200" y="-2255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9" name="Freeform 2338"/>
          <p:cNvSpPr/>
          <p:nvPr/>
        </p:nvSpPr>
        <p:spPr>
          <a:xfrm>
            <a:off x="28295600" y="-2255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0" name="Freeform 2339"/>
          <p:cNvSpPr/>
          <p:nvPr/>
        </p:nvSpPr>
        <p:spPr>
          <a:xfrm>
            <a:off x="28333700" y="-2255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1" name="Freeform 2340"/>
          <p:cNvSpPr/>
          <p:nvPr/>
        </p:nvSpPr>
        <p:spPr>
          <a:xfrm>
            <a:off x="283718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2" name="Freeform 2341"/>
          <p:cNvSpPr/>
          <p:nvPr/>
        </p:nvSpPr>
        <p:spPr>
          <a:xfrm>
            <a:off x="284099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3" name="Freeform 2342"/>
          <p:cNvSpPr/>
          <p:nvPr/>
        </p:nvSpPr>
        <p:spPr>
          <a:xfrm>
            <a:off x="284353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4" name="Freeform 2343"/>
          <p:cNvSpPr/>
          <p:nvPr/>
        </p:nvSpPr>
        <p:spPr>
          <a:xfrm>
            <a:off x="284734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5" name="Freeform 2344"/>
          <p:cNvSpPr/>
          <p:nvPr/>
        </p:nvSpPr>
        <p:spPr>
          <a:xfrm>
            <a:off x="285115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6" name="Freeform 2345"/>
          <p:cNvSpPr/>
          <p:nvPr/>
        </p:nvSpPr>
        <p:spPr>
          <a:xfrm>
            <a:off x="285369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7" name="Freeform 2346"/>
          <p:cNvSpPr/>
          <p:nvPr/>
        </p:nvSpPr>
        <p:spPr>
          <a:xfrm>
            <a:off x="285750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8" name="Freeform 2347"/>
          <p:cNvSpPr/>
          <p:nvPr/>
        </p:nvSpPr>
        <p:spPr>
          <a:xfrm>
            <a:off x="286131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9" name="Freeform 2348"/>
          <p:cNvSpPr/>
          <p:nvPr/>
        </p:nvSpPr>
        <p:spPr>
          <a:xfrm>
            <a:off x="286512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0" name="Freeform 2349"/>
          <p:cNvSpPr/>
          <p:nvPr/>
        </p:nvSpPr>
        <p:spPr>
          <a:xfrm>
            <a:off x="286766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1" name="Freeform 2350"/>
          <p:cNvSpPr/>
          <p:nvPr/>
        </p:nvSpPr>
        <p:spPr>
          <a:xfrm>
            <a:off x="287147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2" name="Freeform 2351"/>
          <p:cNvSpPr/>
          <p:nvPr/>
        </p:nvSpPr>
        <p:spPr>
          <a:xfrm>
            <a:off x="28752800" y="-22567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3" name="Freeform 2352"/>
          <p:cNvSpPr/>
          <p:nvPr/>
        </p:nvSpPr>
        <p:spPr>
          <a:xfrm>
            <a:off x="287782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4" name="Freeform 2353"/>
          <p:cNvSpPr/>
          <p:nvPr/>
        </p:nvSpPr>
        <p:spPr>
          <a:xfrm>
            <a:off x="288163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5" name="Freeform 2354"/>
          <p:cNvSpPr/>
          <p:nvPr/>
        </p:nvSpPr>
        <p:spPr>
          <a:xfrm>
            <a:off x="288544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6" name="Freeform 2355"/>
          <p:cNvSpPr/>
          <p:nvPr/>
        </p:nvSpPr>
        <p:spPr>
          <a:xfrm>
            <a:off x="28892500" y="-22580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7" name="Freeform 2356"/>
          <p:cNvSpPr/>
          <p:nvPr/>
        </p:nvSpPr>
        <p:spPr>
          <a:xfrm>
            <a:off x="27914600" y="-2255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8" name="Freeform 2357"/>
          <p:cNvSpPr/>
          <p:nvPr/>
        </p:nvSpPr>
        <p:spPr>
          <a:xfrm>
            <a:off x="27940000" y="-22567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9" name="Freeform 2358"/>
          <p:cNvSpPr/>
          <p:nvPr/>
        </p:nvSpPr>
        <p:spPr>
          <a:xfrm>
            <a:off x="27978100" y="-22567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0" name="Freeform 2359"/>
          <p:cNvSpPr/>
          <p:nvPr/>
        </p:nvSpPr>
        <p:spPr>
          <a:xfrm>
            <a:off x="28016200" y="-22567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1" name="Freeform 2360"/>
          <p:cNvSpPr/>
          <p:nvPr/>
        </p:nvSpPr>
        <p:spPr>
          <a:xfrm>
            <a:off x="28041600" y="-22567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2" name="Freeform 2361"/>
          <p:cNvSpPr/>
          <p:nvPr/>
        </p:nvSpPr>
        <p:spPr>
          <a:xfrm>
            <a:off x="28079700" y="-22580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3" name="Freeform 2362"/>
          <p:cNvSpPr/>
          <p:nvPr/>
        </p:nvSpPr>
        <p:spPr>
          <a:xfrm>
            <a:off x="28117800" y="-22580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4" name="Freeform 2363"/>
          <p:cNvSpPr/>
          <p:nvPr/>
        </p:nvSpPr>
        <p:spPr>
          <a:xfrm>
            <a:off x="28155900" y="-2258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5" name="Freeform 2364"/>
          <p:cNvSpPr/>
          <p:nvPr/>
        </p:nvSpPr>
        <p:spPr>
          <a:xfrm>
            <a:off x="28181300" y="-2258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6" name="Freeform 2365"/>
          <p:cNvSpPr/>
          <p:nvPr/>
        </p:nvSpPr>
        <p:spPr>
          <a:xfrm>
            <a:off x="28219400" y="-2259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7" name="Freeform 2366"/>
          <p:cNvSpPr/>
          <p:nvPr/>
        </p:nvSpPr>
        <p:spPr>
          <a:xfrm>
            <a:off x="28257500" y="-22593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8" name="Freeform 2367"/>
          <p:cNvSpPr/>
          <p:nvPr/>
        </p:nvSpPr>
        <p:spPr>
          <a:xfrm>
            <a:off x="28282900" y="-2259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9" name="Freeform 2368"/>
          <p:cNvSpPr/>
          <p:nvPr/>
        </p:nvSpPr>
        <p:spPr>
          <a:xfrm>
            <a:off x="28321000" y="-2259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0" name="Freeform 2369"/>
          <p:cNvSpPr/>
          <p:nvPr/>
        </p:nvSpPr>
        <p:spPr>
          <a:xfrm>
            <a:off x="283591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1" name="Freeform 2370"/>
          <p:cNvSpPr/>
          <p:nvPr/>
        </p:nvSpPr>
        <p:spPr>
          <a:xfrm>
            <a:off x="283972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2" name="Freeform 2371"/>
          <p:cNvSpPr/>
          <p:nvPr/>
        </p:nvSpPr>
        <p:spPr>
          <a:xfrm>
            <a:off x="284226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3" name="Freeform 2372"/>
          <p:cNvSpPr/>
          <p:nvPr/>
        </p:nvSpPr>
        <p:spPr>
          <a:xfrm>
            <a:off x="284607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4" name="Freeform 2373"/>
          <p:cNvSpPr/>
          <p:nvPr/>
        </p:nvSpPr>
        <p:spPr>
          <a:xfrm>
            <a:off x="284988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5" name="Freeform 2374"/>
          <p:cNvSpPr/>
          <p:nvPr/>
        </p:nvSpPr>
        <p:spPr>
          <a:xfrm>
            <a:off x="285242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6" name="Freeform 2375"/>
          <p:cNvSpPr/>
          <p:nvPr/>
        </p:nvSpPr>
        <p:spPr>
          <a:xfrm>
            <a:off x="285623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7" name="Freeform 2376"/>
          <p:cNvSpPr/>
          <p:nvPr/>
        </p:nvSpPr>
        <p:spPr>
          <a:xfrm>
            <a:off x="286004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8" name="Freeform 2377"/>
          <p:cNvSpPr/>
          <p:nvPr/>
        </p:nvSpPr>
        <p:spPr>
          <a:xfrm>
            <a:off x="28638500" y="-22567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9" name="Freeform 2378"/>
          <p:cNvSpPr/>
          <p:nvPr/>
        </p:nvSpPr>
        <p:spPr>
          <a:xfrm>
            <a:off x="286639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0" name="Freeform 2379"/>
          <p:cNvSpPr/>
          <p:nvPr/>
        </p:nvSpPr>
        <p:spPr>
          <a:xfrm>
            <a:off x="287020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1" name="Freeform 2380"/>
          <p:cNvSpPr/>
          <p:nvPr/>
        </p:nvSpPr>
        <p:spPr>
          <a:xfrm>
            <a:off x="287401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2" name="Freeform 2381"/>
          <p:cNvSpPr/>
          <p:nvPr/>
        </p:nvSpPr>
        <p:spPr>
          <a:xfrm>
            <a:off x="287655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3" name="Freeform 2382"/>
          <p:cNvSpPr/>
          <p:nvPr/>
        </p:nvSpPr>
        <p:spPr>
          <a:xfrm>
            <a:off x="288036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4" name="Freeform 2383"/>
          <p:cNvSpPr/>
          <p:nvPr/>
        </p:nvSpPr>
        <p:spPr>
          <a:xfrm>
            <a:off x="288417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5" name="Freeform 2384"/>
          <p:cNvSpPr/>
          <p:nvPr/>
        </p:nvSpPr>
        <p:spPr>
          <a:xfrm>
            <a:off x="288798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6" name="Freeform 2385"/>
          <p:cNvSpPr/>
          <p:nvPr/>
        </p:nvSpPr>
        <p:spPr>
          <a:xfrm>
            <a:off x="27901900" y="-2259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7" name="Freeform 2386"/>
          <p:cNvSpPr/>
          <p:nvPr/>
        </p:nvSpPr>
        <p:spPr>
          <a:xfrm>
            <a:off x="27927300" y="-2259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8" name="Freeform 2387"/>
          <p:cNvSpPr/>
          <p:nvPr/>
        </p:nvSpPr>
        <p:spPr>
          <a:xfrm>
            <a:off x="27965400" y="-2259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9" name="Freeform 2388"/>
          <p:cNvSpPr/>
          <p:nvPr/>
        </p:nvSpPr>
        <p:spPr>
          <a:xfrm>
            <a:off x="28003500" y="-2259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0" name="Freeform 2389"/>
          <p:cNvSpPr/>
          <p:nvPr/>
        </p:nvSpPr>
        <p:spPr>
          <a:xfrm>
            <a:off x="28028900" y="-2260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1" name="Freeform 2390"/>
          <p:cNvSpPr/>
          <p:nvPr/>
        </p:nvSpPr>
        <p:spPr>
          <a:xfrm>
            <a:off x="28067000" y="-2260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2" name="Freeform 2391"/>
          <p:cNvSpPr/>
          <p:nvPr/>
        </p:nvSpPr>
        <p:spPr>
          <a:xfrm>
            <a:off x="28105100" y="-2260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3" name="Freeform 2392"/>
          <p:cNvSpPr/>
          <p:nvPr/>
        </p:nvSpPr>
        <p:spPr>
          <a:xfrm>
            <a:off x="28143200" y="-2260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4" name="Freeform 2393"/>
          <p:cNvSpPr/>
          <p:nvPr/>
        </p:nvSpPr>
        <p:spPr>
          <a:xfrm>
            <a:off x="28168600" y="-2261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5" name="Freeform 2394"/>
          <p:cNvSpPr/>
          <p:nvPr/>
        </p:nvSpPr>
        <p:spPr>
          <a:xfrm>
            <a:off x="28206700" y="-2261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6" name="Freeform 2395"/>
          <p:cNvSpPr/>
          <p:nvPr/>
        </p:nvSpPr>
        <p:spPr>
          <a:xfrm>
            <a:off x="28244800" y="-2261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C"/>
          </a:solidFill>
          <a:ln w="3175">
            <a:solidFill>
              <a:srgbClr val="000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7" name="Freeform 2396"/>
          <p:cNvSpPr/>
          <p:nvPr/>
        </p:nvSpPr>
        <p:spPr>
          <a:xfrm>
            <a:off x="28270200" y="-2261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3"/>
          </a:solidFill>
          <a:ln w="3175">
            <a:solidFill>
              <a:srgbClr val="0000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8" name="Freeform 2397"/>
          <p:cNvSpPr/>
          <p:nvPr/>
        </p:nvSpPr>
        <p:spPr>
          <a:xfrm>
            <a:off x="28308300" y="-2260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9" name="Freeform 2398"/>
          <p:cNvSpPr/>
          <p:nvPr/>
        </p:nvSpPr>
        <p:spPr>
          <a:xfrm>
            <a:off x="28346400" y="-22555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0" name="Freeform 2399"/>
          <p:cNvSpPr/>
          <p:nvPr/>
        </p:nvSpPr>
        <p:spPr>
          <a:xfrm>
            <a:off x="28384500" y="-2255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1" name="Freeform 2400"/>
          <p:cNvSpPr/>
          <p:nvPr/>
        </p:nvSpPr>
        <p:spPr>
          <a:xfrm>
            <a:off x="284099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2" name="Freeform 2401"/>
          <p:cNvSpPr/>
          <p:nvPr/>
        </p:nvSpPr>
        <p:spPr>
          <a:xfrm>
            <a:off x="284480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3" name="Freeform 2402"/>
          <p:cNvSpPr/>
          <p:nvPr/>
        </p:nvSpPr>
        <p:spPr>
          <a:xfrm>
            <a:off x="284861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4" name="Freeform 2403"/>
          <p:cNvSpPr/>
          <p:nvPr/>
        </p:nvSpPr>
        <p:spPr>
          <a:xfrm>
            <a:off x="28511500" y="-22567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5" name="Freeform 2404"/>
          <p:cNvSpPr/>
          <p:nvPr/>
        </p:nvSpPr>
        <p:spPr>
          <a:xfrm>
            <a:off x="285496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6" name="Freeform 2405"/>
          <p:cNvSpPr/>
          <p:nvPr/>
        </p:nvSpPr>
        <p:spPr>
          <a:xfrm>
            <a:off x="285877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7" name="Freeform 2406"/>
          <p:cNvSpPr/>
          <p:nvPr/>
        </p:nvSpPr>
        <p:spPr>
          <a:xfrm>
            <a:off x="286258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8" name="Freeform 2407"/>
          <p:cNvSpPr/>
          <p:nvPr/>
        </p:nvSpPr>
        <p:spPr>
          <a:xfrm>
            <a:off x="286512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9" name="Freeform 2408"/>
          <p:cNvSpPr/>
          <p:nvPr/>
        </p:nvSpPr>
        <p:spPr>
          <a:xfrm>
            <a:off x="286893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0" name="Freeform 2409"/>
          <p:cNvSpPr/>
          <p:nvPr/>
        </p:nvSpPr>
        <p:spPr>
          <a:xfrm>
            <a:off x="287274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1" name="Freeform 2410"/>
          <p:cNvSpPr/>
          <p:nvPr/>
        </p:nvSpPr>
        <p:spPr>
          <a:xfrm>
            <a:off x="287528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2" name="Freeform 2411"/>
          <p:cNvSpPr/>
          <p:nvPr/>
        </p:nvSpPr>
        <p:spPr>
          <a:xfrm>
            <a:off x="287909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3" name="Freeform 2412"/>
          <p:cNvSpPr/>
          <p:nvPr/>
        </p:nvSpPr>
        <p:spPr>
          <a:xfrm>
            <a:off x="288290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4" name="Freeform 2413"/>
          <p:cNvSpPr/>
          <p:nvPr/>
        </p:nvSpPr>
        <p:spPr>
          <a:xfrm>
            <a:off x="288671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5" name="Freeform 2414"/>
          <p:cNvSpPr/>
          <p:nvPr/>
        </p:nvSpPr>
        <p:spPr>
          <a:xfrm>
            <a:off x="27889200" y="-2261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6" name="Freeform 2415"/>
          <p:cNvSpPr/>
          <p:nvPr/>
        </p:nvSpPr>
        <p:spPr>
          <a:xfrm>
            <a:off x="27914600" y="-2261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7" name="Freeform 2416"/>
          <p:cNvSpPr/>
          <p:nvPr/>
        </p:nvSpPr>
        <p:spPr>
          <a:xfrm>
            <a:off x="27952700" y="-2261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8" name="Freeform 2417"/>
          <p:cNvSpPr/>
          <p:nvPr/>
        </p:nvSpPr>
        <p:spPr>
          <a:xfrm>
            <a:off x="27990800" y="-2261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9" name="Freeform 2418"/>
          <p:cNvSpPr/>
          <p:nvPr/>
        </p:nvSpPr>
        <p:spPr>
          <a:xfrm>
            <a:off x="28016200" y="-2263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0" name="Freeform 2419"/>
          <p:cNvSpPr/>
          <p:nvPr/>
        </p:nvSpPr>
        <p:spPr>
          <a:xfrm>
            <a:off x="28054300" y="-2263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1" name="Freeform 2420"/>
          <p:cNvSpPr/>
          <p:nvPr/>
        </p:nvSpPr>
        <p:spPr>
          <a:xfrm>
            <a:off x="28092400" y="-2263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2" name="Freeform 2421"/>
          <p:cNvSpPr/>
          <p:nvPr/>
        </p:nvSpPr>
        <p:spPr>
          <a:xfrm>
            <a:off x="28130500" y="-2263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3" name="Freeform 2422"/>
          <p:cNvSpPr/>
          <p:nvPr/>
        </p:nvSpPr>
        <p:spPr>
          <a:xfrm>
            <a:off x="28155900" y="-22644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4" name="Freeform 2423"/>
          <p:cNvSpPr/>
          <p:nvPr/>
        </p:nvSpPr>
        <p:spPr>
          <a:xfrm>
            <a:off x="28194000" y="-2264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5" name="Freeform 2424"/>
          <p:cNvSpPr/>
          <p:nvPr/>
        </p:nvSpPr>
        <p:spPr>
          <a:xfrm>
            <a:off x="28232100" y="-2264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6" name="Freeform 2425"/>
          <p:cNvSpPr/>
          <p:nvPr/>
        </p:nvSpPr>
        <p:spPr>
          <a:xfrm>
            <a:off x="28257500" y="-22644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1"/>
          </a:solidFill>
          <a:ln w="3175">
            <a:solidFill>
              <a:srgbClr val="000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7" name="Freeform 2426"/>
          <p:cNvSpPr/>
          <p:nvPr/>
        </p:nvSpPr>
        <p:spPr>
          <a:xfrm>
            <a:off x="28295600" y="-2260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8" name="Freeform 2427"/>
          <p:cNvSpPr/>
          <p:nvPr/>
        </p:nvSpPr>
        <p:spPr>
          <a:xfrm>
            <a:off x="283337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9" name="Freeform 2428"/>
          <p:cNvSpPr/>
          <p:nvPr/>
        </p:nvSpPr>
        <p:spPr>
          <a:xfrm>
            <a:off x="283718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0" name="Freeform 2429"/>
          <p:cNvSpPr/>
          <p:nvPr/>
        </p:nvSpPr>
        <p:spPr>
          <a:xfrm>
            <a:off x="283972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1" name="Freeform 2430"/>
          <p:cNvSpPr/>
          <p:nvPr/>
        </p:nvSpPr>
        <p:spPr>
          <a:xfrm>
            <a:off x="284353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2" name="Freeform 2431"/>
          <p:cNvSpPr/>
          <p:nvPr/>
        </p:nvSpPr>
        <p:spPr>
          <a:xfrm>
            <a:off x="284734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3" name="Freeform 2432"/>
          <p:cNvSpPr/>
          <p:nvPr/>
        </p:nvSpPr>
        <p:spPr>
          <a:xfrm>
            <a:off x="284988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4" name="Freeform 2433"/>
          <p:cNvSpPr/>
          <p:nvPr/>
        </p:nvSpPr>
        <p:spPr>
          <a:xfrm>
            <a:off x="285369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5" name="Freeform 2434"/>
          <p:cNvSpPr/>
          <p:nvPr/>
        </p:nvSpPr>
        <p:spPr>
          <a:xfrm>
            <a:off x="285750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6" name="Freeform 2435"/>
          <p:cNvSpPr/>
          <p:nvPr/>
        </p:nvSpPr>
        <p:spPr>
          <a:xfrm>
            <a:off x="286131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7" name="Freeform 2436"/>
          <p:cNvSpPr/>
          <p:nvPr/>
        </p:nvSpPr>
        <p:spPr>
          <a:xfrm>
            <a:off x="286385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Freeform 2437"/>
          <p:cNvSpPr/>
          <p:nvPr/>
        </p:nvSpPr>
        <p:spPr>
          <a:xfrm>
            <a:off x="286766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9" name="Freeform 2438"/>
          <p:cNvSpPr/>
          <p:nvPr/>
        </p:nvSpPr>
        <p:spPr>
          <a:xfrm>
            <a:off x="28714700" y="-2259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0" name="Freeform 2439"/>
          <p:cNvSpPr/>
          <p:nvPr/>
        </p:nvSpPr>
        <p:spPr>
          <a:xfrm>
            <a:off x="287401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1" name="Freeform 2440"/>
          <p:cNvSpPr/>
          <p:nvPr/>
        </p:nvSpPr>
        <p:spPr>
          <a:xfrm>
            <a:off x="287782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2" name="Freeform 2441"/>
          <p:cNvSpPr/>
          <p:nvPr/>
        </p:nvSpPr>
        <p:spPr>
          <a:xfrm>
            <a:off x="288163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3" name="Freeform 2442"/>
          <p:cNvSpPr/>
          <p:nvPr/>
        </p:nvSpPr>
        <p:spPr>
          <a:xfrm>
            <a:off x="28854400" y="-2260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4" name="Freeform 2443"/>
          <p:cNvSpPr/>
          <p:nvPr/>
        </p:nvSpPr>
        <p:spPr>
          <a:xfrm>
            <a:off x="27876500" y="-2264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5" name="Freeform 2444"/>
          <p:cNvSpPr/>
          <p:nvPr/>
        </p:nvSpPr>
        <p:spPr>
          <a:xfrm>
            <a:off x="27901900" y="-2264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6" name="Freeform 2445"/>
          <p:cNvSpPr/>
          <p:nvPr/>
        </p:nvSpPr>
        <p:spPr>
          <a:xfrm>
            <a:off x="27940000" y="-2264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7" name="Freeform 2446"/>
          <p:cNvSpPr/>
          <p:nvPr/>
        </p:nvSpPr>
        <p:spPr>
          <a:xfrm>
            <a:off x="27978100" y="-2264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8" name="Freeform 2447"/>
          <p:cNvSpPr/>
          <p:nvPr/>
        </p:nvSpPr>
        <p:spPr>
          <a:xfrm>
            <a:off x="28003500" y="-2265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9" name="Freeform 2448"/>
          <p:cNvSpPr/>
          <p:nvPr/>
        </p:nvSpPr>
        <p:spPr>
          <a:xfrm>
            <a:off x="28041600" y="-2265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0" name="Freeform 2449"/>
          <p:cNvSpPr/>
          <p:nvPr/>
        </p:nvSpPr>
        <p:spPr>
          <a:xfrm>
            <a:off x="28079700" y="-2265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1" name="Freeform 2450"/>
          <p:cNvSpPr/>
          <p:nvPr/>
        </p:nvSpPr>
        <p:spPr>
          <a:xfrm>
            <a:off x="28117800" y="-2265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2" name="Freeform 2451"/>
          <p:cNvSpPr/>
          <p:nvPr/>
        </p:nvSpPr>
        <p:spPr>
          <a:xfrm>
            <a:off x="28143200" y="-2266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3" name="Freeform 2452"/>
          <p:cNvSpPr/>
          <p:nvPr/>
        </p:nvSpPr>
        <p:spPr>
          <a:xfrm>
            <a:off x="28181300" y="-2266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4" name="Freeform 2453"/>
          <p:cNvSpPr/>
          <p:nvPr/>
        </p:nvSpPr>
        <p:spPr>
          <a:xfrm>
            <a:off x="282194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0FF"/>
          </a:solidFill>
          <a:ln w="3175">
            <a:solidFill>
              <a:srgbClr val="001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5" name="Freeform 2454"/>
          <p:cNvSpPr/>
          <p:nvPr/>
        </p:nvSpPr>
        <p:spPr>
          <a:xfrm>
            <a:off x="28244800" y="-22656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6" name="Freeform 2455"/>
          <p:cNvSpPr/>
          <p:nvPr/>
        </p:nvSpPr>
        <p:spPr>
          <a:xfrm>
            <a:off x="28282900" y="-22618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7" name="Freeform 2456"/>
          <p:cNvSpPr/>
          <p:nvPr/>
        </p:nvSpPr>
        <p:spPr>
          <a:xfrm>
            <a:off x="283210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8" name="Freeform 2457"/>
          <p:cNvSpPr/>
          <p:nvPr/>
        </p:nvSpPr>
        <p:spPr>
          <a:xfrm>
            <a:off x="283591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9" name="Freeform 2458"/>
          <p:cNvSpPr/>
          <p:nvPr/>
        </p:nvSpPr>
        <p:spPr>
          <a:xfrm>
            <a:off x="283845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0" name="Freeform 2459"/>
          <p:cNvSpPr/>
          <p:nvPr/>
        </p:nvSpPr>
        <p:spPr>
          <a:xfrm>
            <a:off x="284226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1" name="Freeform 2460"/>
          <p:cNvSpPr/>
          <p:nvPr/>
        </p:nvSpPr>
        <p:spPr>
          <a:xfrm>
            <a:off x="284607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2" name="Freeform 2461"/>
          <p:cNvSpPr/>
          <p:nvPr/>
        </p:nvSpPr>
        <p:spPr>
          <a:xfrm>
            <a:off x="284861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3" name="Freeform 2462"/>
          <p:cNvSpPr/>
          <p:nvPr/>
        </p:nvSpPr>
        <p:spPr>
          <a:xfrm>
            <a:off x="285242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4" name="Freeform 2463"/>
          <p:cNvSpPr/>
          <p:nvPr/>
        </p:nvSpPr>
        <p:spPr>
          <a:xfrm>
            <a:off x="285623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5" name="Freeform 2464"/>
          <p:cNvSpPr/>
          <p:nvPr/>
        </p:nvSpPr>
        <p:spPr>
          <a:xfrm>
            <a:off x="28600400" y="-2259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6" name="Freeform 2465"/>
          <p:cNvSpPr/>
          <p:nvPr/>
        </p:nvSpPr>
        <p:spPr>
          <a:xfrm>
            <a:off x="286258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7" name="Freeform 2466"/>
          <p:cNvSpPr/>
          <p:nvPr/>
        </p:nvSpPr>
        <p:spPr>
          <a:xfrm>
            <a:off x="286639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8" name="Freeform 2467"/>
          <p:cNvSpPr/>
          <p:nvPr/>
        </p:nvSpPr>
        <p:spPr>
          <a:xfrm>
            <a:off x="287020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9" name="Freeform 2468"/>
          <p:cNvSpPr/>
          <p:nvPr/>
        </p:nvSpPr>
        <p:spPr>
          <a:xfrm>
            <a:off x="287274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0" name="Freeform 2469"/>
          <p:cNvSpPr/>
          <p:nvPr/>
        </p:nvSpPr>
        <p:spPr>
          <a:xfrm>
            <a:off x="287655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1" name="Freeform 2470"/>
          <p:cNvSpPr/>
          <p:nvPr/>
        </p:nvSpPr>
        <p:spPr>
          <a:xfrm>
            <a:off x="288036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2" name="Freeform 2471"/>
          <p:cNvSpPr/>
          <p:nvPr/>
        </p:nvSpPr>
        <p:spPr>
          <a:xfrm>
            <a:off x="288417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3" name="Freeform 2472"/>
          <p:cNvSpPr/>
          <p:nvPr/>
        </p:nvSpPr>
        <p:spPr>
          <a:xfrm>
            <a:off x="27863800" y="-2265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4" name="Freeform 2473"/>
          <p:cNvSpPr/>
          <p:nvPr/>
        </p:nvSpPr>
        <p:spPr>
          <a:xfrm>
            <a:off x="27889200" y="-2266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5" name="Freeform 2474"/>
          <p:cNvSpPr/>
          <p:nvPr/>
        </p:nvSpPr>
        <p:spPr>
          <a:xfrm>
            <a:off x="27927300" y="-2266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6" name="Freeform 2475"/>
          <p:cNvSpPr/>
          <p:nvPr/>
        </p:nvSpPr>
        <p:spPr>
          <a:xfrm>
            <a:off x="279654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7" name="Freeform 2476"/>
          <p:cNvSpPr/>
          <p:nvPr/>
        </p:nvSpPr>
        <p:spPr>
          <a:xfrm>
            <a:off x="27990800" y="-2266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8" name="Freeform 2477"/>
          <p:cNvSpPr/>
          <p:nvPr/>
        </p:nvSpPr>
        <p:spPr>
          <a:xfrm>
            <a:off x="280289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9" name="Freeform 2478"/>
          <p:cNvSpPr/>
          <p:nvPr/>
        </p:nvSpPr>
        <p:spPr>
          <a:xfrm>
            <a:off x="28067000" y="-2268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0" name="Freeform 2479"/>
          <p:cNvSpPr/>
          <p:nvPr/>
        </p:nvSpPr>
        <p:spPr>
          <a:xfrm>
            <a:off x="281051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1" name="Freeform 2480"/>
          <p:cNvSpPr/>
          <p:nvPr/>
        </p:nvSpPr>
        <p:spPr>
          <a:xfrm>
            <a:off x="28130500" y="-2268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2" name="Freeform 2481"/>
          <p:cNvSpPr/>
          <p:nvPr/>
        </p:nvSpPr>
        <p:spPr>
          <a:xfrm>
            <a:off x="281686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DFF"/>
          </a:solidFill>
          <a:ln w="3175">
            <a:solidFill>
              <a:srgbClr val="003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3" name="Freeform 2482"/>
          <p:cNvSpPr/>
          <p:nvPr/>
        </p:nvSpPr>
        <p:spPr>
          <a:xfrm>
            <a:off x="282067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29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4" name="Freeform 2483"/>
          <p:cNvSpPr/>
          <p:nvPr/>
        </p:nvSpPr>
        <p:spPr>
          <a:xfrm>
            <a:off x="28232100" y="-2265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5" name="Freeform 2484"/>
          <p:cNvSpPr/>
          <p:nvPr/>
        </p:nvSpPr>
        <p:spPr>
          <a:xfrm>
            <a:off x="28270200" y="-22631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6" name="Freeform 2485"/>
          <p:cNvSpPr/>
          <p:nvPr/>
        </p:nvSpPr>
        <p:spPr>
          <a:xfrm>
            <a:off x="283083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7" name="Freeform 2486"/>
          <p:cNvSpPr/>
          <p:nvPr/>
        </p:nvSpPr>
        <p:spPr>
          <a:xfrm>
            <a:off x="283464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8" name="Freeform 2487"/>
          <p:cNvSpPr/>
          <p:nvPr/>
        </p:nvSpPr>
        <p:spPr>
          <a:xfrm>
            <a:off x="283718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9" name="Freeform 2488"/>
          <p:cNvSpPr/>
          <p:nvPr/>
        </p:nvSpPr>
        <p:spPr>
          <a:xfrm>
            <a:off x="284099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0" name="Freeform 2489"/>
          <p:cNvSpPr/>
          <p:nvPr/>
        </p:nvSpPr>
        <p:spPr>
          <a:xfrm>
            <a:off x="284480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1" name="Freeform 2490"/>
          <p:cNvSpPr/>
          <p:nvPr/>
        </p:nvSpPr>
        <p:spPr>
          <a:xfrm>
            <a:off x="28473400" y="-2259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2" name="Freeform 2491"/>
          <p:cNvSpPr/>
          <p:nvPr/>
        </p:nvSpPr>
        <p:spPr>
          <a:xfrm>
            <a:off x="285115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3" name="Freeform 2492"/>
          <p:cNvSpPr/>
          <p:nvPr/>
        </p:nvSpPr>
        <p:spPr>
          <a:xfrm>
            <a:off x="285496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4" name="Freeform 2493"/>
          <p:cNvSpPr/>
          <p:nvPr/>
        </p:nvSpPr>
        <p:spPr>
          <a:xfrm>
            <a:off x="285877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5" name="Freeform 2494"/>
          <p:cNvSpPr/>
          <p:nvPr/>
        </p:nvSpPr>
        <p:spPr>
          <a:xfrm>
            <a:off x="286131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6" name="Freeform 2495"/>
          <p:cNvSpPr/>
          <p:nvPr/>
        </p:nvSpPr>
        <p:spPr>
          <a:xfrm>
            <a:off x="286512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7" name="Freeform 2496"/>
          <p:cNvSpPr/>
          <p:nvPr/>
        </p:nvSpPr>
        <p:spPr>
          <a:xfrm>
            <a:off x="286893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8" name="Freeform 2497"/>
          <p:cNvSpPr/>
          <p:nvPr/>
        </p:nvSpPr>
        <p:spPr>
          <a:xfrm>
            <a:off x="287147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9" name="Freeform 2498"/>
          <p:cNvSpPr/>
          <p:nvPr/>
        </p:nvSpPr>
        <p:spPr>
          <a:xfrm>
            <a:off x="287528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0" name="Freeform 2499"/>
          <p:cNvSpPr/>
          <p:nvPr/>
        </p:nvSpPr>
        <p:spPr>
          <a:xfrm>
            <a:off x="287909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1" name="Freeform 2500"/>
          <p:cNvSpPr/>
          <p:nvPr/>
        </p:nvSpPr>
        <p:spPr>
          <a:xfrm>
            <a:off x="288290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2" name="Freeform 2501"/>
          <p:cNvSpPr/>
          <p:nvPr/>
        </p:nvSpPr>
        <p:spPr>
          <a:xfrm>
            <a:off x="278511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3" name="Freeform 2502"/>
          <p:cNvSpPr/>
          <p:nvPr/>
        </p:nvSpPr>
        <p:spPr>
          <a:xfrm>
            <a:off x="27876500" y="-2268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4" name="Freeform 2503"/>
          <p:cNvSpPr/>
          <p:nvPr/>
        </p:nvSpPr>
        <p:spPr>
          <a:xfrm>
            <a:off x="279146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5" name="Freeform 2504"/>
          <p:cNvSpPr/>
          <p:nvPr/>
        </p:nvSpPr>
        <p:spPr>
          <a:xfrm>
            <a:off x="279527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6" name="Freeform 2505"/>
          <p:cNvSpPr/>
          <p:nvPr/>
        </p:nvSpPr>
        <p:spPr>
          <a:xfrm>
            <a:off x="279781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7" name="Freeform 2506"/>
          <p:cNvSpPr/>
          <p:nvPr/>
        </p:nvSpPr>
        <p:spPr>
          <a:xfrm>
            <a:off x="280162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8" name="Freeform 2507"/>
          <p:cNvSpPr/>
          <p:nvPr/>
        </p:nvSpPr>
        <p:spPr>
          <a:xfrm>
            <a:off x="280543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9" name="Freeform 2508"/>
          <p:cNvSpPr/>
          <p:nvPr/>
        </p:nvSpPr>
        <p:spPr>
          <a:xfrm>
            <a:off x="280924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0" name="Freeform 2509"/>
          <p:cNvSpPr/>
          <p:nvPr/>
        </p:nvSpPr>
        <p:spPr>
          <a:xfrm>
            <a:off x="281178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1" name="Freeform 2510"/>
          <p:cNvSpPr/>
          <p:nvPr/>
        </p:nvSpPr>
        <p:spPr>
          <a:xfrm>
            <a:off x="281559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2" name="Freeform 2511"/>
          <p:cNvSpPr/>
          <p:nvPr/>
        </p:nvSpPr>
        <p:spPr>
          <a:xfrm>
            <a:off x="28194000" y="-2269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3" name="Freeform 2512"/>
          <p:cNvSpPr/>
          <p:nvPr/>
        </p:nvSpPr>
        <p:spPr>
          <a:xfrm>
            <a:off x="28219400" y="-22682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5FF"/>
          </a:solidFill>
          <a:ln w="3175">
            <a:solidFill>
              <a:srgbClr val="000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4" name="Freeform 2513"/>
          <p:cNvSpPr/>
          <p:nvPr/>
        </p:nvSpPr>
        <p:spPr>
          <a:xfrm>
            <a:off x="28257500" y="-22644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F"/>
          </a:solidFill>
          <a:ln w="3175">
            <a:solidFill>
              <a:srgbClr val="0000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5" name="Freeform 2514"/>
          <p:cNvSpPr/>
          <p:nvPr/>
        </p:nvSpPr>
        <p:spPr>
          <a:xfrm>
            <a:off x="28295600" y="-2261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6" name="Freeform 2515"/>
          <p:cNvSpPr/>
          <p:nvPr/>
        </p:nvSpPr>
        <p:spPr>
          <a:xfrm>
            <a:off x="28333700" y="-2261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7" name="Freeform 2516"/>
          <p:cNvSpPr/>
          <p:nvPr/>
        </p:nvSpPr>
        <p:spPr>
          <a:xfrm>
            <a:off x="28359100" y="-2261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8" name="Freeform 2517"/>
          <p:cNvSpPr/>
          <p:nvPr/>
        </p:nvSpPr>
        <p:spPr>
          <a:xfrm>
            <a:off x="28397200" y="-22644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9" name="Freeform 2518"/>
          <p:cNvSpPr/>
          <p:nvPr/>
        </p:nvSpPr>
        <p:spPr>
          <a:xfrm>
            <a:off x="28435300" y="-22644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A7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0" name="Freeform 2519"/>
          <p:cNvSpPr/>
          <p:nvPr/>
        </p:nvSpPr>
        <p:spPr>
          <a:xfrm>
            <a:off x="28460700" y="-22682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00B3"/>
          </a:solidFill>
          <a:ln w="3175">
            <a:solidFill>
              <a:srgbClr val="0000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1" name="Freeform 2520"/>
          <p:cNvSpPr/>
          <p:nvPr/>
        </p:nvSpPr>
        <p:spPr>
          <a:xfrm>
            <a:off x="28498800" y="-227457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5"/>
                </a:lnTo>
                <a:lnTo>
                  <a:pt x="1" y="12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2" name="Freeform 2521"/>
          <p:cNvSpPr/>
          <p:nvPr/>
        </p:nvSpPr>
        <p:spPr>
          <a:xfrm>
            <a:off x="28536900" y="-227584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1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3" name="Freeform 2522"/>
          <p:cNvSpPr/>
          <p:nvPr/>
        </p:nvSpPr>
        <p:spPr>
          <a:xfrm>
            <a:off x="28575000" y="-227584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2"/>
                </a:lnTo>
                <a:lnTo>
                  <a:pt x="2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4" name="Freeform 2523"/>
          <p:cNvSpPr/>
          <p:nvPr/>
        </p:nvSpPr>
        <p:spPr>
          <a:xfrm>
            <a:off x="28600400" y="-227584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5" name="Freeform 2524"/>
          <p:cNvSpPr/>
          <p:nvPr/>
        </p:nvSpPr>
        <p:spPr>
          <a:xfrm>
            <a:off x="28638500" y="-227584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6" name="Freeform 2525"/>
          <p:cNvSpPr/>
          <p:nvPr/>
        </p:nvSpPr>
        <p:spPr>
          <a:xfrm>
            <a:off x="28676600" y="-227584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7" name="Freeform 2526"/>
          <p:cNvSpPr/>
          <p:nvPr/>
        </p:nvSpPr>
        <p:spPr>
          <a:xfrm>
            <a:off x="28702000" y="-227711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1"/>
                </a:lnTo>
                <a:lnTo>
                  <a:pt x="1" y="12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8" name="Freeform 2527"/>
          <p:cNvSpPr/>
          <p:nvPr/>
        </p:nvSpPr>
        <p:spPr>
          <a:xfrm>
            <a:off x="28740100" y="-227711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9" name="Freeform 2528"/>
          <p:cNvSpPr/>
          <p:nvPr/>
        </p:nvSpPr>
        <p:spPr>
          <a:xfrm>
            <a:off x="28778200" y="-227711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0" name="Freeform 2529"/>
          <p:cNvSpPr/>
          <p:nvPr/>
        </p:nvSpPr>
        <p:spPr>
          <a:xfrm>
            <a:off x="28816300" y="-227711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1" name="Freeform 2530"/>
          <p:cNvSpPr/>
          <p:nvPr/>
        </p:nvSpPr>
        <p:spPr>
          <a:xfrm>
            <a:off x="278384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2" name="Freeform 2531"/>
          <p:cNvSpPr/>
          <p:nvPr/>
        </p:nvSpPr>
        <p:spPr>
          <a:xfrm>
            <a:off x="27863800" y="-2272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3" name="Freeform 2532"/>
          <p:cNvSpPr/>
          <p:nvPr/>
        </p:nvSpPr>
        <p:spPr>
          <a:xfrm>
            <a:off x="27901900" y="-2272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4" name="Freeform 2533"/>
          <p:cNvSpPr/>
          <p:nvPr/>
        </p:nvSpPr>
        <p:spPr>
          <a:xfrm>
            <a:off x="27940000" y="-2272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5" name="Freeform 2534"/>
          <p:cNvSpPr/>
          <p:nvPr/>
        </p:nvSpPr>
        <p:spPr>
          <a:xfrm>
            <a:off x="27978100" y="-2272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6" name="Freeform 2535"/>
          <p:cNvSpPr/>
          <p:nvPr/>
        </p:nvSpPr>
        <p:spPr>
          <a:xfrm>
            <a:off x="280035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7" name="Freeform 2536"/>
          <p:cNvSpPr/>
          <p:nvPr/>
        </p:nvSpPr>
        <p:spPr>
          <a:xfrm>
            <a:off x="280416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8" name="Freeform 2537"/>
          <p:cNvSpPr/>
          <p:nvPr/>
        </p:nvSpPr>
        <p:spPr>
          <a:xfrm>
            <a:off x="28079700" y="-2273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9" name="Freeform 2538"/>
          <p:cNvSpPr/>
          <p:nvPr/>
        </p:nvSpPr>
        <p:spPr>
          <a:xfrm>
            <a:off x="28105100" y="-22733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0" name="Freeform 2539"/>
          <p:cNvSpPr/>
          <p:nvPr/>
        </p:nvSpPr>
        <p:spPr>
          <a:xfrm>
            <a:off x="281432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1" name="Freeform 2540"/>
          <p:cNvSpPr/>
          <p:nvPr/>
        </p:nvSpPr>
        <p:spPr>
          <a:xfrm>
            <a:off x="28181300" y="-2273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52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2" name="Freeform 2541"/>
          <p:cNvSpPr/>
          <p:nvPr/>
        </p:nvSpPr>
        <p:spPr>
          <a:xfrm>
            <a:off x="28206700" y="-22707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2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4FF"/>
          </a:solidFill>
          <a:ln w="3175">
            <a:solidFill>
              <a:srgbClr val="001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3" name="Freeform 2542"/>
          <p:cNvSpPr/>
          <p:nvPr/>
        </p:nvSpPr>
        <p:spPr>
          <a:xfrm>
            <a:off x="28244800" y="-22682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3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7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4" name="Freeform 2543"/>
          <p:cNvSpPr/>
          <p:nvPr/>
        </p:nvSpPr>
        <p:spPr>
          <a:xfrm>
            <a:off x="28282900" y="-2265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7"/>
          </a:solidFill>
          <a:ln w="3175">
            <a:solidFill>
              <a:srgbClr val="0000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5" name="Freeform 2544"/>
          <p:cNvSpPr/>
          <p:nvPr/>
        </p:nvSpPr>
        <p:spPr>
          <a:xfrm>
            <a:off x="28321000" y="-2265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6" name="Freeform 2545"/>
          <p:cNvSpPr/>
          <p:nvPr/>
        </p:nvSpPr>
        <p:spPr>
          <a:xfrm>
            <a:off x="28346400" y="-2265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7"/>
          </a:solidFill>
          <a:ln w="3175">
            <a:solidFill>
              <a:srgbClr val="0000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7" name="Freeform 2546"/>
          <p:cNvSpPr/>
          <p:nvPr/>
        </p:nvSpPr>
        <p:spPr>
          <a:xfrm>
            <a:off x="28384500" y="-22694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6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8" name="Freeform 2547"/>
          <p:cNvSpPr/>
          <p:nvPr/>
        </p:nvSpPr>
        <p:spPr>
          <a:xfrm>
            <a:off x="28422600" y="-22707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9" name="Freeform 2548"/>
          <p:cNvSpPr/>
          <p:nvPr/>
        </p:nvSpPr>
        <p:spPr>
          <a:xfrm>
            <a:off x="28448000" y="-22733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0" name="Freeform 2549"/>
          <p:cNvSpPr/>
          <p:nvPr/>
        </p:nvSpPr>
        <p:spPr>
          <a:xfrm>
            <a:off x="28486100" y="-228346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7"/>
                </a:lnTo>
                <a:lnTo>
                  <a:pt x="3" y="0"/>
                </a:lnTo>
                <a:lnTo>
                  <a:pt x="0" y="8"/>
                </a:lnTo>
                <a:lnTo>
                  <a:pt x="1" y="1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1" name="Freeform 2550"/>
          <p:cNvSpPr/>
          <p:nvPr/>
        </p:nvSpPr>
        <p:spPr>
          <a:xfrm>
            <a:off x="28524200" y="-228727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3"/>
                </a:lnTo>
                <a:lnTo>
                  <a:pt x="1" y="10"/>
                </a:lnTo>
                <a:close/>
              </a:path>
            </a:pathLst>
          </a:custGeom>
          <a:solidFill>
            <a:srgbClr val="00C7FF"/>
          </a:solidFill>
          <a:ln w="3175">
            <a:solidFill>
              <a:srgbClr val="009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2" name="Freeform 2551"/>
          <p:cNvSpPr/>
          <p:nvPr/>
        </p:nvSpPr>
        <p:spPr>
          <a:xfrm>
            <a:off x="28562300" y="-228727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3" name="Freeform 2552"/>
          <p:cNvSpPr/>
          <p:nvPr/>
        </p:nvSpPr>
        <p:spPr>
          <a:xfrm>
            <a:off x="28587700" y="-22885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4" name="Freeform 2553"/>
          <p:cNvSpPr/>
          <p:nvPr/>
        </p:nvSpPr>
        <p:spPr>
          <a:xfrm>
            <a:off x="28625800" y="-22885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5" name="Freeform 2554"/>
          <p:cNvSpPr/>
          <p:nvPr/>
        </p:nvSpPr>
        <p:spPr>
          <a:xfrm>
            <a:off x="28663900" y="-228854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3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6" name="Freeform 2555"/>
          <p:cNvSpPr/>
          <p:nvPr/>
        </p:nvSpPr>
        <p:spPr>
          <a:xfrm>
            <a:off x="28689300" y="-22885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7" name="Freeform 2556"/>
          <p:cNvSpPr/>
          <p:nvPr/>
        </p:nvSpPr>
        <p:spPr>
          <a:xfrm>
            <a:off x="28727400" y="-22885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8" name="Freeform 2557"/>
          <p:cNvSpPr/>
          <p:nvPr/>
        </p:nvSpPr>
        <p:spPr>
          <a:xfrm>
            <a:off x="28765500" y="-22898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9" name="Freeform 2558"/>
          <p:cNvSpPr/>
          <p:nvPr/>
        </p:nvSpPr>
        <p:spPr>
          <a:xfrm>
            <a:off x="28803600" y="-228981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0" name="Freeform 2559"/>
          <p:cNvSpPr/>
          <p:nvPr/>
        </p:nvSpPr>
        <p:spPr>
          <a:xfrm>
            <a:off x="27825700" y="-2274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1" name="Freeform 2560"/>
          <p:cNvSpPr/>
          <p:nvPr/>
        </p:nvSpPr>
        <p:spPr>
          <a:xfrm>
            <a:off x="278511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2" name="Freeform 2561"/>
          <p:cNvSpPr/>
          <p:nvPr/>
        </p:nvSpPr>
        <p:spPr>
          <a:xfrm>
            <a:off x="27889200" y="-2274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3" name="Freeform 2562"/>
          <p:cNvSpPr/>
          <p:nvPr/>
        </p:nvSpPr>
        <p:spPr>
          <a:xfrm>
            <a:off x="27927300" y="-2274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4" name="Freeform 2563"/>
          <p:cNvSpPr/>
          <p:nvPr/>
        </p:nvSpPr>
        <p:spPr>
          <a:xfrm>
            <a:off x="27965400" y="-2274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5" name="Freeform 2564"/>
          <p:cNvSpPr/>
          <p:nvPr/>
        </p:nvSpPr>
        <p:spPr>
          <a:xfrm>
            <a:off x="27990800" y="-2275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6" name="Freeform 2565"/>
          <p:cNvSpPr/>
          <p:nvPr/>
        </p:nvSpPr>
        <p:spPr>
          <a:xfrm>
            <a:off x="280289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7" name="Freeform 2566"/>
          <p:cNvSpPr/>
          <p:nvPr/>
        </p:nvSpPr>
        <p:spPr>
          <a:xfrm>
            <a:off x="280670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8" name="Freeform 2567"/>
          <p:cNvSpPr/>
          <p:nvPr/>
        </p:nvSpPr>
        <p:spPr>
          <a:xfrm>
            <a:off x="280924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9" name="Freeform 2568"/>
          <p:cNvSpPr/>
          <p:nvPr/>
        </p:nvSpPr>
        <p:spPr>
          <a:xfrm>
            <a:off x="281305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0" name="Freeform 2569"/>
          <p:cNvSpPr/>
          <p:nvPr/>
        </p:nvSpPr>
        <p:spPr>
          <a:xfrm>
            <a:off x="28168600" y="-2275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1" name="Freeform 2570"/>
          <p:cNvSpPr/>
          <p:nvPr/>
        </p:nvSpPr>
        <p:spPr>
          <a:xfrm>
            <a:off x="28206700" y="-22745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3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Freeform 2571"/>
          <p:cNvSpPr/>
          <p:nvPr/>
        </p:nvSpPr>
        <p:spPr>
          <a:xfrm>
            <a:off x="28232100" y="-2270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D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3" name="Freeform 2572"/>
          <p:cNvSpPr/>
          <p:nvPr/>
        </p:nvSpPr>
        <p:spPr>
          <a:xfrm>
            <a:off x="28270200" y="-2268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0"/>
          </a:solidFill>
          <a:ln w="3175">
            <a:solidFill>
              <a:srgbClr val="000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4" name="Freeform 2573"/>
          <p:cNvSpPr/>
          <p:nvPr/>
        </p:nvSpPr>
        <p:spPr>
          <a:xfrm>
            <a:off x="283083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5" name="Freeform 2574"/>
          <p:cNvSpPr/>
          <p:nvPr/>
        </p:nvSpPr>
        <p:spPr>
          <a:xfrm>
            <a:off x="28333700" y="-2269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F0"/>
          </a:solidFill>
          <a:ln w="3175">
            <a:solidFill>
              <a:srgbClr val="000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6" name="Freeform 2575"/>
          <p:cNvSpPr/>
          <p:nvPr/>
        </p:nvSpPr>
        <p:spPr>
          <a:xfrm>
            <a:off x="28371800" y="-2272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0D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7" name="Freeform 2576"/>
          <p:cNvSpPr/>
          <p:nvPr/>
        </p:nvSpPr>
        <p:spPr>
          <a:xfrm>
            <a:off x="28409900" y="-2274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8" name="Freeform 2577"/>
          <p:cNvSpPr/>
          <p:nvPr/>
        </p:nvSpPr>
        <p:spPr>
          <a:xfrm>
            <a:off x="28448000" y="-2275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9" name="Freeform 2578"/>
          <p:cNvSpPr/>
          <p:nvPr/>
        </p:nvSpPr>
        <p:spPr>
          <a:xfrm>
            <a:off x="28473400" y="-22860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2"/>
                </a:lnTo>
                <a:lnTo>
                  <a:pt x="3" y="0"/>
                </a:lnTo>
                <a:lnTo>
                  <a:pt x="0" y="8"/>
                </a:lnTo>
                <a:lnTo>
                  <a:pt x="1" y="10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0" name="Freeform 2579"/>
          <p:cNvSpPr/>
          <p:nvPr/>
        </p:nvSpPr>
        <p:spPr>
          <a:xfrm>
            <a:off x="28511500" y="-22923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5"/>
                </a:lnTo>
                <a:lnTo>
                  <a:pt x="1" y="7"/>
                </a:lnTo>
                <a:close/>
              </a:path>
            </a:pathLst>
          </a:custGeom>
          <a:solidFill>
            <a:srgbClr val="31FFCE"/>
          </a:solidFill>
          <a:ln w="3175">
            <a:solidFill>
              <a:srgbClr val="27C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1" name="Freeform 2580"/>
          <p:cNvSpPr/>
          <p:nvPr/>
        </p:nvSpPr>
        <p:spPr>
          <a:xfrm>
            <a:off x="28549600" y="-22936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5FFFA0"/>
          </a:solidFill>
          <a:ln w="3175">
            <a:solidFill>
              <a:srgbClr val="4CC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2" name="Freeform 2581"/>
          <p:cNvSpPr/>
          <p:nvPr/>
        </p:nvSpPr>
        <p:spPr>
          <a:xfrm>
            <a:off x="28575000" y="-22936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6FF99"/>
          </a:solidFill>
          <a:ln w="3175">
            <a:solidFill>
              <a:srgbClr val="52CC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3" name="Freeform 2582"/>
          <p:cNvSpPr/>
          <p:nvPr/>
        </p:nvSpPr>
        <p:spPr>
          <a:xfrm>
            <a:off x="28613100" y="-22948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4" name="Freeform 2583"/>
          <p:cNvSpPr/>
          <p:nvPr/>
        </p:nvSpPr>
        <p:spPr>
          <a:xfrm>
            <a:off x="28651200" y="-22948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5" name="Freeform 2584"/>
          <p:cNvSpPr/>
          <p:nvPr/>
        </p:nvSpPr>
        <p:spPr>
          <a:xfrm>
            <a:off x="28689300" y="-22948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6" name="Freeform 2585"/>
          <p:cNvSpPr/>
          <p:nvPr/>
        </p:nvSpPr>
        <p:spPr>
          <a:xfrm>
            <a:off x="28714700" y="-22948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7" name="Freeform 2586"/>
          <p:cNvSpPr/>
          <p:nvPr/>
        </p:nvSpPr>
        <p:spPr>
          <a:xfrm>
            <a:off x="28752800" y="-22961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8" name="Freeform 2587"/>
          <p:cNvSpPr/>
          <p:nvPr/>
        </p:nvSpPr>
        <p:spPr>
          <a:xfrm>
            <a:off x="28790900" y="-22961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9" name="Freeform 2588"/>
          <p:cNvSpPr/>
          <p:nvPr/>
        </p:nvSpPr>
        <p:spPr>
          <a:xfrm>
            <a:off x="278130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0" name="Freeform 2589"/>
          <p:cNvSpPr/>
          <p:nvPr/>
        </p:nvSpPr>
        <p:spPr>
          <a:xfrm>
            <a:off x="278384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1" name="Freeform 2590"/>
          <p:cNvSpPr/>
          <p:nvPr/>
        </p:nvSpPr>
        <p:spPr>
          <a:xfrm>
            <a:off x="278765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2" name="Freeform 2591"/>
          <p:cNvSpPr/>
          <p:nvPr/>
        </p:nvSpPr>
        <p:spPr>
          <a:xfrm>
            <a:off x="279146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3" name="Freeform 2592"/>
          <p:cNvSpPr/>
          <p:nvPr/>
        </p:nvSpPr>
        <p:spPr>
          <a:xfrm>
            <a:off x="27952700" y="-2277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4" name="Freeform 2593"/>
          <p:cNvSpPr/>
          <p:nvPr/>
        </p:nvSpPr>
        <p:spPr>
          <a:xfrm>
            <a:off x="279781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5" name="Freeform 2594"/>
          <p:cNvSpPr/>
          <p:nvPr/>
        </p:nvSpPr>
        <p:spPr>
          <a:xfrm>
            <a:off x="280162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6" name="Freeform 2595"/>
          <p:cNvSpPr/>
          <p:nvPr/>
        </p:nvSpPr>
        <p:spPr>
          <a:xfrm>
            <a:off x="280543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7" name="Freeform 2596"/>
          <p:cNvSpPr/>
          <p:nvPr/>
        </p:nvSpPr>
        <p:spPr>
          <a:xfrm>
            <a:off x="280797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6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8" name="Freeform 2597"/>
          <p:cNvSpPr/>
          <p:nvPr/>
        </p:nvSpPr>
        <p:spPr>
          <a:xfrm>
            <a:off x="281178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9" name="Freeform 2598"/>
          <p:cNvSpPr/>
          <p:nvPr/>
        </p:nvSpPr>
        <p:spPr>
          <a:xfrm>
            <a:off x="281559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0" name="Freeform 2599"/>
          <p:cNvSpPr/>
          <p:nvPr/>
        </p:nvSpPr>
        <p:spPr>
          <a:xfrm>
            <a:off x="28194000" y="-2275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1" name="Freeform 2600"/>
          <p:cNvSpPr/>
          <p:nvPr/>
        </p:nvSpPr>
        <p:spPr>
          <a:xfrm>
            <a:off x="28219400" y="-22733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A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2" name="Freeform 2601"/>
          <p:cNvSpPr/>
          <p:nvPr/>
        </p:nvSpPr>
        <p:spPr>
          <a:xfrm>
            <a:off x="282575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1FF"/>
          </a:solidFill>
          <a:ln w="3175">
            <a:solidFill>
              <a:srgbClr val="000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3" name="Freeform 2602"/>
          <p:cNvSpPr/>
          <p:nvPr/>
        </p:nvSpPr>
        <p:spPr>
          <a:xfrm>
            <a:off x="282956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4" name="Freeform 2603"/>
          <p:cNvSpPr/>
          <p:nvPr/>
        </p:nvSpPr>
        <p:spPr>
          <a:xfrm>
            <a:off x="28321000" y="-2272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11FF"/>
          </a:solidFill>
          <a:ln w="3175">
            <a:solidFill>
              <a:srgbClr val="000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5" name="Freeform 2604"/>
          <p:cNvSpPr/>
          <p:nvPr/>
        </p:nvSpPr>
        <p:spPr>
          <a:xfrm>
            <a:off x="28359100" y="-2274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2A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6" name="Freeform 2605"/>
          <p:cNvSpPr/>
          <p:nvPr/>
        </p:nvSpPr>
        <p:spPr>
          <a:xfrm>
            <a:off x="28397200" y="-22783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7" name="Freeform 2606"/>
          <p:cNvSpPr/>
          <p:nvPr/>
        </p:nvSpPr>
        <p:spPr>
          <a:xfrm>
            <a:off x="28435300" y="-22809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8" name="Freeform 2607"/>
          <p:cNvSpPr/>
          <p:nvPr/>
        </p:nvSpPr>
        <p:spPr>
          <a:xfrm>
            <a:off x="28460700" y="-228981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3"/>
                </a:lnTo>
                <a:lnTo>
                  <a:pt x="3" y="0"/>
                </a:lnTo>
                <a:lnTo>
                  <a:pt x="0" y="7"/>
                </a:lnTo>
                <a:lnTo>
                  <a:pt x="1" y="11"/>
                </a:lnTo>
                <a:close/>
              </a:path>
            </a:pathLst>
          </a:custGeom>
          <a:solidFill>
            <a:srgbClr val="00E2FF"/>
          </a:solidFill>
          <a:ln w="3175">
            <a:solidFill>
              <a:srgbClr val="00B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9" name="Freeform 2608"/>
          <p:cNvSpPr/>
          <p:nvPr/>
        </p:nvSpPr>
        <p:spPr>
          <a:xfrm>
            <a:off x="28498800" y="-22961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3"/>
                </a:lnTo>
                <a:lnTo>
                  <a:pt x="3" y="0"/>
                </a:lnTo>
                <a:lnTo>
                  <a:pt x="0" y="5"/>
                </a:lnTo>
                <a:lnTo>
                  <a:pt x="1" y="8"/>
                </a:lnTo>
                <a:close/>
              </a:path>
            </a:pathLst>
          </a:custGeom>
          <a:solidFill>
            <a:srgbClr val="64FF9B"/>
          </a:solidFill>
          <a:ln w="3175">
            <a:solidFill>
              <a:srgbClr val="50CC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0" name="Freeform 2609"/>
          <p:cNvSpPr/>
          <p:nvPr/>
        </p:nvSpPr>
        <p:spPr>
          <a:xfrm>
            <a:off x="28536900" y="-22987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A7FF58"/>
          </a:solidFill>
          <a:ln w="3175">
            <a:solidFill>
              <a:srgbClr val="85C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1" name="Freeform 2610"/>
          <p:cNvSpPr/>
          <p:nvPr/>
        </p:nvSpPr>
        <p:spPr>
          <a:xfrm>
            <a:off x="28562300" y="-2299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2" name="Freeform 2611"/>
          <p:cNvSpPr/>
          <p:nvPr/>
        </p:nvSpPr>
        <p:spPr>
          <a:xfrm>
            <a:off x="28600400" y="-2299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BBFF44"/>
          </a:solidFill>
          <a:ln w="3175">
            <a:solidFill>
              <a:srgbClr val="96C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3" name="Freeform 2612"/>
          <p:cNvSpPr/>
          <p:nvPr/>
        </p:nvSpPr>
        <p:spPr>
          <a:xfrm>
            <a:off x="28638500" y="-2299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EFF41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4" name="Freeform 2613"/>
          <p:cNvSpPr/>
          <p:nvPr/>
        </p:nvSpPr>
        <p:spPr>
          <a:xfrm>
            <a:off x="28676600" y="-23012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5" name="Freeform 2614"/>
          <p:cNvSpPr/>
          <p:nvPr/>
        </p:nvSpPr>
        <p:spPr>
          <a:xfrm>
            <a:off x="28702000" y="-2301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6" name="Freeform 2615"/>
          <p:cNvSpPr/>
          <p:nvPr/>
        </p:nvSpPr>
        <p:spPr>
          <a:xfrm>
            <a:off x="28740100" y="-2301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7" name="Freeform 2616"/>
          <p:cNvSpPr/>
          <p:nvPr/>
        </p:nvSpPr>
        <p:spPr>
          <a:xfrm>
            <a:off x="28778200" y="-23012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8" name="Freeform 2617"/>
          <p:cNvSpPr/>
          <p:nvPr/>
        </p:nvSpPr>
        <p:spPr>
          <a:xfrm>
            <a:off x="27800300" y="-22809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9" name="Freeform 2618"/>
          <p:cNvSpPr/>
          <p:nvPr/>
        </p:nvSpPr>
        <p:spPr>
          <a:xfrm>
            <a:off x="27825700" y="-2280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0" name="Freeform 2619"/>
          <p:cNvSpPr/>
          <p:nvPr/>
        </p:nvSpPr>
        <p:spPr>
          <a:xfrm>
            <a:off x="27863800" y="-2280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1" name="Freeform 2620"/>
          <p:cNvSpPr/>
          <p:nvPr/>
        </p:nvSpPr>
        <p:spPr>
          <a:xfrm>
            <a:off x="27901900" y="-2282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2" name="Freeform 2621"/>
          <p:cNvSpPr/>
          <p:nvPr/>
        </p:nvSpPr>
        <p:spPr>
          <a:xfrm>
            <a:off x="27940000" y="-22821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3" name="Freeform 2622"/>
          <p:cNvSpPr/>
          <p:nvPr/>
        </p:nvSpPr>
        <p:spPr>
          <a:xfrm>
            <a:off x="27965400" y="-2282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4" name="Freeform 2623"/>
          <p:cNvSpPr/>
          <p:nvPr/>
        </p:nvSpPr>
        <p:spPr>
          <a:xfrm>
            <a:off x="28003500" y="-2282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5" name="Freeform 2624"/>
          <p:cNvSpPr/>
          <p:nvPr/>
        </p:nvSpPr>
        <p:spPr>
          <a:xfrm>
            <a:off x="28041600" y="-22834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6" name="Freeform 2625"/>
          <p:cNvSpPr/>
          <p:nvPr/>
        </p:nvSpPr>
        <p:spPr>
          <a:xfrm>
            <a:off x="28067000" y="-2283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3FF"/>
          </a:solidFill>
          <a:ln w="3175">
            <a:solidFill>
              <a:srgbClr val="00B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7" name="Freeform 2626"/>
          <p:cNvSpPr/>
          <p:nvPr/>
        </p:nvSpPr>
        <p:spPr>
          <a:xfrm>
            <a:off x="28105100" y="-2283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D4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8" name="Freeform 2627"/>
          <p:cNvSpPr/>
          <p:nvPr/>
        </p:nvSpPr>
        <p:spPr>
          <a:xfrm>
            <a:off x="28143200" y="-2280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AEFF"/>
          </a:solidFill>
          <a:ln w="3175">
            <a:solidFill>
              <a:srgbClr val="008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9" name="Freeform 2628"/>
          <p:cNvSpPr/>
          <p:nvPr/>
        </p:nvSpPr>
        <p:spPr>
          <a:xfrm>
            <a:off x="28181300" y="-2278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0" name="Freeform 2629"/>
          <p:cNvSpPr/>
          <p:nvPr/>
        </p:nvSpPr>
        <p:spPr>
          <a:xfrm>
            <a:off x="28206700" y="-2275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1" name="Freeform 2630"/>
          <p:cNvSpPr/>
          <p:nvPr/>
        </p:nvSpPr>
        <p:spPr>
          <a:xfrm>
            <a:off x="28244800" y="-22733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FFF"/>
          </a:solidFill>
          <a:ln w="3175">
            <a:solidFill>
              <a:srgbClr val="002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2" name="Freeform 2631"/>
          <p:cNvSpPr/>
          <p:nvPr/>
        </p:nvSpPr>
        <p:spPr>
          <a:xfrm>
            <a:off x="28282900" y="-2273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3" name="Freeform 2632"/>
          <p:cNvSpPr/>
          <p:nvPr/>
        </p:nvSpPr>
        <p:spPr>
          <a:xfrm>
            <a:off x="283083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FFF"/>
          </a:solidFill>
          <a:ln w="3175">
            <a:solidFill>
              <a:srgbClr val="002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4" name="Freeform 2633"/>
          <p:cNvSpPr/>
          <p:nvPr/>
        </p:nvSpPr>
        <p:spPr>
          <a:xfrm>
            <a:off x="28346400" y="-2277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5" name="Freeform 2634"/>
          <p:cNvSpPr/>
          <p:nvPr/>
        </p:nvSpPr>
        <p:spPr>
          <a:xfrm>
            <a:off x="28384500" y="-22809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6" name="Freeform 2635"/>
          <p:cNvSpPr/>
          <p:nvPr/>
        </p:nvSpPr>
        <p:spPr>
          <a:xfrm>
            <a:off x="28422600" y="-22860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4"/>
                </a:lnTo>
                <a:lnTo>
                  <a:pt x="2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B8FF"/>
          </a:solidFill>
          <a:ln w="3175">
            <a:solidFill>
              <a:srgbClr val="009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7" name="Freeform 2636"/>
          <p:cNvSpPr/>
          <p:nvPr/>
        </p:nvSpPr>
        <p:spPr>
          <a:xfrm>
            <a:off x="28448000" y="-229743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6"/>
                </a:lnTo>
                <a:lnTo>
                  <a:pt x="3" y="0"/>
                </a:lnTo>
                <a:lnTo>
                  <a:pt x="0" y="9"/>
                </a:lnTo>
                <a:lnTo>
                  <a:pt x="1" y="13"/>
                </a:lnTo>
                <a:close/>
              </a:path>
            </a:pathLst>
          </a:custGeom>
          <a:solidFill>
            <a:srgbClr val="33FFCC"/>
          </a:solidFill>
          <a:ln w="3175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8" name="Freeform 2637"/>
          <p:cNvSpPr/>
          <p:nvPr/>
        </p:nvSpPr>
        <p:spPr>
          <a:xfrm>
            <a:off x="28486100" y="-230378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6"/>
                </a:lnTo>
                <a:lnTo>
                  <a:pt x="3" y="0"/>
                </a:lnTo>
                <a:lnTo>
                  <a:pt x="0" y="5"/>
                </a:lnTo>
                <a:lnTo>
                  <a:pt x="1" y="11"/>
                </a:lnTo>
                <a:close/>
              </a:path>
            </a:pathLst>
          </a:custGeom>
          <a:solidFill>
            <a:srgbClr val="BAFF44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9" name="Freeform 2638"/>
          <p:cNvSpPr/>
          <p:nvPr/>
        </p:nvSpPr>
        <p:spPr>
          <a:xfrm>
            <a:off x="28524200" y="-23063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6"/>
                </a:lnTo>
                <a:lnTo>
                  <a:pt x="2" y="0"/>
                </a:lnTo>
                <a:lnTo>
                  <a:pt x="0" y="2"/>
                </a:lnTo>
                <a:lnTo>
                  <a:pt x="1" y="8"/>
                </a:lnTo>
                <a:close/>
              </a:path>
            </a:pathLst>
          </a:custGeom>
          <a:solidFill>
            <a:srgbClr val="FFFF00"/>
          </a:solidFill>
          <a:ln w="3175">
            <a:solidFill>
              <a:srgbClr val="CC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0" name="Freeform 2639"/>
          <p:cNvSpPr/>
          <p:nvPr/>
        </p:nvSpPr>
        <p:spPr>
          <a:xfrm>
            <a:off x="28549600" y="-23063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E700"/>
          </a:solidFill>
          <a:ln w="3175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1" name="Freeform 2640"/>
          <p:cNvSpPr/>
          <p:nvPr/>
        </p:nvSpPr>
        <p:spPr>
          <a:xfrm>
            <a:off x="28587700" y="-23075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E000"/>
          </a:solidFill>
          <a:ln w="3175">
            <a:solidFill>
              <a:srgbClr val="CC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2" name="Freeform 2641"/>
          <p:cNvSpPr/>
          <p:nvPr/>
        </p:nvSpPr>
        <p:spPr>
          <a:xfrm>
            <a:off x="28625800" y="-23088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FFD800"/>
          </a:solidFill>
          <a:ln w="3175">
            <a:solidFill>
              <a:srgbClr val="CCA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3" name="Freeform 2642"/>
          <p:cNvSpPr/>
          <p:nvPr/>
        </p:nvSpPr>
        <p:spPr>
          <a:xfrm>
            <a:off x="28663900" y="-23088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4" name="Freeform 2643"/>
          <p:cNvSpPr/>
          <p:nvPr/>
        </p:nvSpPr>
        <p:spPr>
          <a:xfrm>
            <a:off x="28689300" y="-23088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5" name="Freeform 2644"/>
          <p:cNvSpPr/>
          <p:nvPr/>
        </p:nvSpPr>
        <p:spPr>
          <a:xfrm>
            <a:off x="28727400" y="-23101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6" name="Freeform 2645"/>
          <p:cNvSpPr/>
          <p:nvPr/>
        </p:nvSpPr>
        <p:spPr>
          <a:xfrm>
            <a:off x="28765500" y="-231013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7" name="Freeform 2646"/>
          <p:cNvSpPr/>
          <p:nvPr/>
        </p:nvSpPr>
        <p:spPr>
          <a:xfrm>
            <a:off x="27787600" y="-229108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8" name="Freeform 2647"/>
          <p:cNvSpPr/>
          <p:nvPr/>
        </p:nvSpPr>
        <p:spPr>
          <a:xfrm>
            <a:off x="27813000" y="-22910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9" name="Freeform 2648"/>
          <p:cNvSpPr/>
          <p:nvPr/>
        </p:nvSpPr>
        <p:spPr>
          <a:xfrm>
            <a:off x="27851100" y="-22923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0" name="Freeform 2649"/>
          <p:cNvSpPr/>
          <p:nvPr/>
        </p:nvSpPr>
        <p:spPr>
          <a:xfrm>
            <a:off x="27889200" y="-22923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1" name="Freeform 2650"/>
          <p:cNvSpPr/>
          <p:nvPr/>
        </p:nvSpPr>
        <p:spPr>
          <a:xfrm>
            <a:off x="27927300" y="-22923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2" name="Freeform 2651"/>
          <p:cNvSpPr/>
          <p:nvPr/>
        </p:nvSpPr>
        <p:spPr>
          <a:xfrm>
            <a:off x="27952700" y="-22923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3" name="Freeform 2652"/>
          <p:cNvSpPr/>
          <p:nvPr/>
        </p:nvSpPr>
        <p:spPr>
          <a:xfrm>
            <a:off x="27990800" y="-229362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4" name="Freeform 2653"/>
          <p:cNvSpPr/>
          <p:nvPr/>
        </p:nvSpPr>
        <p:spPr>
          <a:xfrm>
            <a:off x="28028900" y="-22936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5" name="Freeform 2654"/>
          <p:cNvSpPr/>
          <p:nvPr/>
        </p:nvSpPr>
        <p:spPr>
          <a:xfrm>
            <a:off x="28054300" y="-22936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1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4EFFB1"/>
          </a:solidFill>
          <a:ln w="3175">
            <a:solidFill>
              <a:srgbClr val="3FC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6" name="Freeform 2655"/>
          <p:cNvSpPr/>
          <p:nvPr/>
        </p:nvSpPr>
        <p:spPr>
          <a:xfrm>
            <a:off x="28092400" y="-22923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7"/>
                </a:moveTo>
                <a:lnTo>
                  <a:pt x="4" y="9"/>
                </a:lnTo>
                <a:lnTo>
                  <a:pt x="3" y="7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19FFE6"/>
          </a:solidFill>
          <a:ln w="3175">
            <a:solidFill>
              <a:srgbClr val="14CC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7" name="Freeform 2656"/>
          <p:cNvSpPr/>
          <p:nvPr/>
        </p:nvSpPr>
        <p:spPr>
          <a:xfrm>
            <a:off x="28130500" y="-2283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8" name="Freeform 2657"/>
          <p:cNvSpPr/>
          <p:nvPr/>
        </p:nvSpPr>
        <p:spPr>
          <a:xfrm>
            <a:off x="28168600" y="-22809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9" name="Freeform 2658"/>
          <p:cNvSpPr/>
          <p:nvPr/>
        </p:nvSpPr>
        <p:spPr>
          <a:xfrm>
            <a:off x="28194000" y="-2277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FFF"/>
          </a:solidFill>
          <a:ln w="3175">
            <a:solidFill>
              <a:srgbClr val="004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0" name="Freeform 2659"/>
          <p:cNvSpPr/>
          <p:nvPr/>
        </p:nvSpPr>
        <p:spPr>
          <a:xfrm>
            <a:off x="282321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1" name="Freeform 2660"/>
          <p:cNvSpPr/>
          <p:nvPr/>
        </p:nvSpPr>
        <p:spPr>
          <a:xfrm>
            <a:off x="282702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2" name="Freeform 2661"/>
          <p:cNvSpPr/>
          <p:nvPr/>
        </p:nvSpPr>
        <p:spPr>
          <a:xfrm>
            <a:off x="282956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3" name="Freeform 2662"/>
          <p:cNvSpPr/>
          <p:nvPr/>
        </p:nvSpPr>
        <p:spPr>
          <a:xfrm>
            <a:off x="283337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5FFF"/>
          </a:solidFill>
          <a:ln w="3175">
            <a:solidFill>
              <a:srgbClr val="004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4" name="Freeform 2663"/>
          <p:cNvSpPr/>
          <p:nvPr/>
        </p:nvSpPr>
        <p:spPr>
          <a:xfrm>
            <a:off x="28371800" y="-2282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5" name="Freeform 2664"/>
          <p:cNvSpPr/>
          <p:nvPr/>
        </p:nvSpPr>
        <p:spPr>
          <a:xfrm>
            <a:off x="28409900" y="-22885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2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2FF"/>
          </a:solidFill>
          <a:ln w="3175">
            <a:solidFill>
              <a:srgbClr val="00B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6" name="Freeform 2665"/>
          <p:cNvSpPr/>
          <p:nvPr/>
        </p:nvSpPr>
        <p:spPr>
          <a:xfrm>
            <a:off x="28435300" y="-230886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1" y="18"/>
                </a:moveTo>
                <a:lnTo>
                  <a:pt x="4" y="9"/>
                </a:lnTo>
                <a:lnTo>
                  <a:pt x="3" y="0"/>
                </a:lnTo>
                <a:lnTo>
                  <a:pt x="0" y="16"/>
                </a:lnTo>
                <a:lnTo>
                  <a:pt x="1" y="18"/>
                </a:lnTo>
                <a:close/>
              </a:path>
            </a:pathLst>
          </a:custGeom>
          <a:solidFill>
            <a:srgbClr val="98FF67"/>
          </a:solidFill>
          <a:ln w="3175">
            <a:solidFill>
              <a:srgbClr val="7AC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7" name="Freeform 2666"/>
          <p:cNvSpPr/>
          <p:nvPr/>
        </p:nvSpPr>
        <p:spPr>
          <a:xfrm>
            <a:off x="28473400" y="-231521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9"/>
                </a:lnTo>
                <a:lnTo>
                  <a:pt x="3" y="0"/>
                </a:lnTo>
                <a:lnTo>
                  <a:pt x="0" y="5"/>
                </a:lnTo>
                <a:lnTo>
                  <a:pt x="1" y="14"/>
                </a:lnTo>
                <a:close/>
              </a:path>
            </a:pathLst>
          </a:custGeom>
          <a:solidFill>
            <a:srgbClr val="FFB200"/>
          </a:solidFill>
          <a:ln w="3175">
            <a:solidFill>
              <a:srgbClr val="CC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8" name="Freeform 2667"/>
          <p:cNvSpPr/>
          <p:nvPr/>
        </p:nvSpPr>
        <p:spPr>
          <a:xfrm>
            <a:off x="28511500" y="-23164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7100"/>
          </a:solidFill>
          <a:ln w="3175">
            <a:solidFill>
              <a:srgbClr val="CC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9" name="Freeform 2668"/>
          <p:cNvSpPr/>
          <p:nvPr/>
        </p:nvSpPr>
        <p:spPr>
          <a:xfrm>
            <a:off x="28536900" y="-23177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5A00"/>
          </a:solidFill>
          <a:ln w="3175">
            <a:solidFill>
              <a:srgbClr val="CC4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0" name="Freeform 2669"/>
          <p:cNvSpPr/>
          <p:nvPr/>
        </p:nvSpPr>
        <p:spPr>
          <a:xfrm>
            <a:off x="28575000" y="-232029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2"/>
                </a:lnTo>
                <a:lnTo>
                  <a:pt x="1" y="11"/>
                </a:lnTo>
                <a:close/>
              </a:path>
            </a:pathLst>
          </a:custGeom>
          <a:solidFill>
            <a:srgbClr val="FF4600"/>
          </a:solidFill>
          <a:ln w="3175">
            <a:solidFill>
              <a:srgbClr val="CC3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1" name="Freeform 2670"/>
          <p:cNvSpPr/>
          <p:nvPr/>
        </p:nvSpPr>
        <p:spPr>
          <a:xfrm>
            <a:off x="28613100" y="-232156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3100"/>
          </a:solidFill>
          <a:ln w="3175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2" name="Freeform 2671"/>
          <p:cNvSpPr/>
          <p:nvPr/>
        </p:nvSpPr>
        <p:spPr>
          <a:xfrm>
            <a:off x="28651200" y="-232283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3" name="Freeform 2672"/>
          <p:cNvSpPr/>
          <p:nvPr/>
        </p:nvSpPr>
        <p:spPr>
          <a:xfrm>
            <a:off x="28676600" y="-232283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1"/>
                </a:lnTo>
                <a:lnTo>
                  <a:pt x="3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4" name="Freeform 2673"/>
          <p:cNvSpPr/>
          <p:nvPr/>
        </p:nvSpPr>
        <p:spPr>
          <a:xfrm>
            <a:off x="28714700" y="-232283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5" name="Freeform 2674"/>
          <p:cNvSpPr/>
          <p:nvPr/>
        </p:nvSpPr>
        <p:spPr>
          <a:xfrm>
            <a:off x="28752800" y="-23228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6" name="Freeform 2675"/>
          <p:cNvSpPr/>
          <p:nvPr/>
        </p:nvSpPr>
        <p:spPr>
          <a:xfrm>
            <a:off x="27774900" y="-2296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7" name="Freeform 2676"/>
          <p:cNvSpPr/>
          <p:nvPr/>
        </p:nvSpPr>
        <p:spPr>
          <a:xfrm>
            <a:off x="27800300" y="-2296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8" name="Freeform 2677"/>
          <p:cNvSpPr/>
          <p:nvPr/>
        </p:nvSpPr>
        <p:spPr>
          <a:xfrm>
            <a:off x="27838400" y="-2296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9" name="Freeform 2678"/>
          <p:cNvSpPr/>
          <p:nvPr/>
        </p:nvSpPr>
        <p:spPr>
          <a:xfrm>
            <a:off x="27876500" y="-2296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0" name="Freeform 2679"/>
          <p:cNvSpPr/>
          <p:nvPr/>
        </p:nvSpPr>
        <p:spPr>
          <a:xfrm>
            <a:off x="27914600" y="-2297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1" name="Freeform 2680"/>
          <p:cNvSpPr/>
          <p:nvPr/>
        </p:nvSpPr>
        <p:spPr>
          <a:xfrm>
            <a:off x="27940000" y="-2297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2" name="Freeform 2681"/>
          <p:cNvSpPr/>
          <p:nvPr/>
        </p:nvSpPr>
        <p:spPr>
          <a:xfrm>
            <a:off x="27978100" y="-2297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3" name="Freeform 2682"/>
          <p:cNvSpPr/>
          <p:nvPr/>
        </p:nvSpPr>
        <p:spPr>
          <a:xfrm>
            <a:off x="28016200" y="-2297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4" name="Freeform 2683"/>
          <p:cNvSpPr/>
          <p:nvPr/>
        </p:nvSpPr>
        <p:spPr>
          <a:xfrm>
            <a:off x="28041600" y="-2297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5" name="Freeform 2684"/>
          <p:cNvSpPr/>
          <p:nvPr/>
        </p:nvSpPr>
        <p:spPr>
          <a:xfrm>
            <a:off x="28079700" y="-22923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4FFBB"/>
          </a:solidFill>
          <a:ln w="3175">
            <a:solidFill>
              <a:srgbClr val="36C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6" name="Freeform 2685"/>
          <p:cNvSpPr/>
          <p:nvPr/>
        </p:nvSpPr>
        <p:spPr>
          <a:xfrm>
            <a:off x="28117800" y="-2284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AFF"/>
          </a:solidFill>
          <a:ln w="3175">
            <a:solidFill>
              <a:srgbClr val="00A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7" name="Freeform 2686"/>
          <p:cNvSpPr/>
          <p:nvPr/>
        </p:nvSpPr>
        <p:spPr>
          <a:xfrm>
            <a:off x="28155900" y="-2280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8" name="Freeform 2687"/>
          <p:cNvSpPr/>
          <p:nvPr/>
        </p:nvSpPr>
        <p:spPr>
          <a:xfrm>
            <a:off x="281813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9" name="Freeform 2688"/>
          <p:cNvSpPr/>
          <p:nvPr/>
        </p:nvSpPr>
        <p:spPr>
          <a:xfrm>
            <a:off x="282194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0" name="Freeform 2689"/>
          <p:cNvSpPr/>
          <p:nvPr/>
        </p:nvSpPr>
        <p:spPr>
          <a:xfrm>
            <a:off x="282575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1" name="Freeform 2690"/>
          <p:cNvSpPr/>
          <p:nvPr/>
        </p:nvSpPr>
        <p:spPr>
          <a:xfrm>
            <a:off x="282829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2" name="Freeform 2691"/>
          <p:cNvSpPr/>
          <p:nvPr/>
        </p:nvSpPr>
        <p:spPr>
          <a:xfrm>
            <a:off x="28321000" y="-2279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3" name="Freeform 2692"/>
          <p:cNvSpPr/>
          <p:nvPr/>
        </p:nvSpPr>
        <p:spPr>
          <a:xfrm>
            <a:off x="28359100" y="-2283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4" name="Freeform 2693"/>
          <p:cNvSpPr/>
          <p:nvPr/>
        </p:nvSpPr>
        <p:spPr>
          <a:xfrm>
            <a:off x="28397200" y="-22898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EFF"/>
          </a:solidFill>
          <a:ln w="3175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5" name="Freeform 2694"/>
          <p:cNvSpPr/>
          <p:nvPr/>
        </p:nvSpPr>
        <p:spPr>
          <a:xfrm>
            <a:off x="28422600" y="-231013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1" y="17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7"/>
                </a:lnTo>
                <a:close/>
              </a:path>
            </a:pathLst>
          </a:custGeom>
          <a:solidFill>
            <a:srgbClr val="CBFF34"/>
          </a:solidFill>
          <a:ln w="3175">
            <a:solidFill>
              <a:srgbClr val="A2C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6" name="Freeform 2695"/>
          <p:cNvSpPr/>
          <p:nvPr/>
        </p:nvSpPr>
        <p:spPr>
          <a:xfrm>
            <a:off x="28460700" y="-23177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2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FF4E00"/>
          </a:solidFill>
          <a:ln w="3175">
            <a:solidFill>
              <a:srgbClr val="CC3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7" name="Freeform 2696"/>
          <p:cNvSpPr/>
          <p:nvPr/>
        </p:nvSpPr>
        <p:spPr>
          <a:xfrm>
            <a:off x="28498800" y="-23202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FF0500"/>
          </a:solidFill>
          <a:ln w="3175">
            <a:solidFill>
              <a:srgbClr val="CC0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8" name="Freeform 2697"/>
          <p:cNvSpPr/>
          <p:nvPr/>
        </p:nvSpPr>
        <p:spPr>
          <a:xfrm>
            <a:off x="28524200" y="-23215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EF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9" name="Freeform 2698"/>
          <p:cNvSpPr/>
          <p:nvPr/>
        </p:nvSpPr>
        <p:spPr>
          <a:xfrm>
            <a:off x="28562300" y="-23241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CF0000"/>
          </a:solidFill>
          <a:ln w="3175">
            <a:solidFill>
              <a:srgbClr val="A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0" name="Freeform 2699"/>
          <p:cNvSpPr/>
          <p:nvPr/>
        </p:nvSpPr>
        <p:spPr>
          <a:xfrm>
            <a:off x="28600400" y="-23266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AC0000"/>
          </a:solidFill>
          <a:ln w="3175">
            <a:solidFill>
              <a:srgbClr val="8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1" name="Freeform 2700"/>
          <p:cNvSpPr/>
          <p:nvPr/>
        </p:nvSpPr>
        <p:spPr>
          <a:xfrm>
            <a:off x="28638500" y="-23266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2" name="Freeform 2701"/>
          <p:cNvSpPr/>
          <p:nvPr/>
        </p:nvSpPr>
        <p:spPr>
          <a:xfrm>
            <a:off x="28663900" y="-2326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3" name="Freeform 2702"/>
          <p:cNvSpPr/>
          <p:nvPr/>
        </p:nvSpPr>
        <p:spPr>
          <a:xfrm>
            <a:off x="28702000" y="-23279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4" name="Freeform 2703"/>
          <p:cNvSpPr/>
          <p:nvPr/>
        </p:nvSpPr>
        <p:spPr>
          <a:xfrm>
            <a:off x="28740100" y="-23279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5" name="Freeform 2704"/>
          <p:cNvSpPr/>
          <p:nvPr/>
        </p:nvSpPr>
        <p:spPr>
          <a:xfrm>
            <a:off x="27762200" y="-2296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6" name="Freeform 2705"/>
          <p:cNvSpPr/>
          <p:nvPr/>
        </p:nvSpPr>
        <p:spPr>
          <a:xfrm>
            <a:off x="27787600" y="-22961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7" name="Freeform 2706"/>
          <p:cNvSpPr/>
          <p:nvPr/>
        </p:nvSpPr>
        <p:spPr>
          <a:xfrm>
            <a:off x="27825700" y="-2297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8" name="Freeform 2707"/>
          <p:cNvSpPr/>
          <p:nvPr/>
        </p:nvSpPr>
        <p:spPr>
          <a:xfrm>
            <a:off x="27863800" y="-2297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9" name="Freeform 2708"/>
          <p:cNvSpPr/>
          <p:nvPr/>
        </p:nvSpPr>
        <p:spPr>
          <a:xfrm>
            <a:off x="27901900" y="-2297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0" name="Freeform 2709"/>
          <p:cNvSpPr/>
          <p:nvPr/>
        </p:nvSpPr>
        <p:spPr>
          <a:xfrm>
            <a:off x="27927300" y="-22974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1" name="Freeform 2710"/>
          <p:cNvSpPr/>
          <p:nvPr/>
        </p:nvSpPr>
        <p:spPr>
          <a:xfrm>
            <a:off x="279654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2" name="Freeform 2711"/>
          <p:cNvSpPr/>
          <p:nvPr/>
        </p:nvSpPr>
        <p:spPr>
          <a:xfrm>
            <a:off x="28003500" y="-2298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3" name="Freeform 2712"/>
          <p:cNvSpPr/>
          <p:nvPr/>
        </p:nvSpPr>
        <p:spPr>
          <a:xfrm>
            <a:off x="28028900" y="-22987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4" name="Freeform 2713"/>
          <p:cNvSpPr/>
          <p:nvPr/>
        </p:nvSpPr>
        <p:spPr>
          <a:xfrm>
            <a:off x="28067000" y="-2293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5" name="Freeform 2714"/>
          <p:cNvSpPr/>
          <p:nvPr/>
        </p:nvSpPr>
        <p:spPr>
          <a:xfrm>
            <a:off x="28105100" y="-2286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6" name="Freeform 2715"/>
          <p:cNvSpPr/>
          <p:nvPr/>
        </p:nvSpPr>
        <p:spPr>
          <a:xfrm>
            <a:off x="28143200" y="-2282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7" name="Freeform 2716"/>
          <p:cNvSpPr/>
          <p:nvPr/>
        </p:nvSpPr>
        <p:spPr>
          <a:xfrm>
            <a:off x="28168600" y="-2279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8" name="Freeform 2717"/>
          <p:cNvSpPr/>
          <p:nvPr/>
        </p:nvSpPr>
        <p:spPr>
          <a:xfrm>
            <a:off x="282067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9" name="Freeform 2718"/>
          <p:cNvSpPr/>
          <p:nvPr/>
        </p:nvSpPr>
        <p:spPr>
          <a:xfrm>
            <a:off x="282448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0" name="Freeform 2719"/>
          <p:cNvSpPr/>
          <p:nvPr/>
        </p:nvSpPr>
        <p:spPr>
          <a:xfrm>
            <a:off x="282702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1" name="Freeform 2720"/>
          <p:cNvSpPr/>
          <p:nvPr/>
        </p:nvSpPr>
        <p:spPr>
          <a:xfrm>
            <a:off x="28308300" y="-2280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2" name="Freeform 2721"/>
          <p:cNvSpPr/>
          <p:nvPr/>
        </p:nvSpPr>
        <p:spPr>
          <a:xfrm>
            <a:off x="28346400" y="-22847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3" name="Freeform 2722"/>
          <p:cNvSpPr/>
          <p:nvPr/>
        </p:nvSpPr>
        <p:spPr>
          <a:xfrm>
            <a:off x="28384500" y="-22910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4" name="Freeform 2723"/>
          <p:cNvSpPr/>
          <p:nvPr/>
        </p:nvSpPr>
        <p:spPr>
          <a:xfrm>
            <a:off x="28409900" y="-231013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0"/>
                </a:lnTo>
                <a:lnTo>
                  <a:pt x="3" y="0"/>
                </a:lnTo>
                <a:lnTo>
                  <a:pt x="0" y="15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5" name="Freeform 2724"/>
          <p:cNvSpPr/>
          <p:nvPr/>
        </p:nvSpPr>
        <p:spPr>
          <a:xfrm>
            <a:off x="28448000" y="-23190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6" name="Freeform 2725"/>
          <p:cNvSpPr/>
          <p:nvPr/>
        </p:nvSpPr>
        <p:spPr>
          <a:xfrm>
            <a:off x="28486100" y="-23202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7" name="Freeform 2726"/>
          <p:cNvSpPr/>
          <p:nvPr/>
        </p:nvSpPr>
        <p:spPr>
          <a:xfrm>
            <a:off x="28511500" y="-2321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8" name="Freeform 2727"/>
          <p:cNvSpPr/>
          <p:nvPr/>
        </p:nvSpPr>
        <p:spPr>
          <a:xfrm>
            <a:off x="28549600" y="-2325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9" name="Freeform 2728"/>
          <p:cNvSpPr/>
          <p:nvPr/>
        </p:nvSpPr>
        <p:spPr>
          <a:xfrm>
            <a:off x="28587700" y="-2326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0" name="Freeform 2729"/>
          <p:cNvSpPr/>
          <p:nvPr/>
        </p:nvSpPr>
        <p:spPr>
          <a:xfrm>
            <a:off x="28625800" y="-2327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1" name="Freeform 2730"/>
          <p:cNvSpPr/>
          <p:nvPr/>
        </p:nvSpPr>
        <p:spPr>
          <a:xfrm>
            <a:off x="28651200" y="-2327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2" name="Freeform 2731"/>
          <p:cNvSpPr/>
          <p:nvPr/>
        </p:nvSpPr>
        <p:spPr>
          <a:xfrm>
            <a:off x="28689300" y="-2327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3" name="Freeform 2732"/>
          <p:cNvSpPr/>
          <p:nvPr/>
        </p:nvSpPr>
        <p:spPr>
          <a:xfrm>
            <a:off x="28727400" y="-23279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4" name="Freeform 2733"/>
          <p:cNvSpPr/>
          <p:nvPr/>
        </p:nvSpPr>
        <p:spPr>
          <a:xfrm>
            <a:off x="27749500" y="-2297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5" name="Freeform 2734"/>
          <p:cNvSpPr/>
          <p:nvPr/>
        </p:nvSpPr>
        <p:spPr>
          <a:xfrm>
            <a:off x="27774900" y="-2297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6" name="Freeform 2735"/>
          <p:cNvSpPr/>
          <p:nvPr/>
        </p:nvSpPr>
        <p:spPr>
          <a:xfrm>
            <a:off x="27813000" y="-2297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7" name="Freeform 2736"/>
          <p:cNvSpPr/>
          <p:nvPr/>
        </p:nvSpPr>
        <p:spPr>
          <a:xfrm>
            <a:off x="278511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8" name="Freeform 2737"/>
          <p:cNvSpPr/>
          <p:nvPr/>
        </p:nvSpPr>
        <p:spPr>
          <a:xfrm>
            <a:off x="27889200" y="-2298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9" name="Freeform 2738"/>
          <p:cNvSpPr/>
          <p:nvPr/>
        </p:nvSpPr>
        <p:spPr>
          <a:xfrm>
            <a:off x="279146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0" name="Freeform 2739"/>
          <p:cNvSpPr/>
          <p:nvPr/>
        </p:nvSpPr>
        <p:spPr>
          <a:xfrm>
            <a:off x="279527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1" name="Freeform 2740"/>
          <p:cNvSpPr/>
          <p:nvPr/>
        </p:nvSpPr>
        <p:spPr>
          <a:xfrm>
            <a:off x="27990800" y="-2299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2" name="Freeform 2741"/>
          <p:cNvSpPr/>
          <p:nvPr/>
        </p:nvSpPr>
        <p:spPr>
          <a:xfrm>
            <a:off x="28016200" y="-2299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3" name="Freeform 2742"/>
          <p:cNvSpPr/>
          <p:nvPr/>
        </p:nvSpPr>
        <p:spPr>
          <a:xfrm>
            <a:off x="28054300" y="-22948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7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4" name="Freeform 2743"/>
          <p:cNvSpPr/>
          <p:nvPr/>
        </p:nvSpPr>
        <p:spPr>
          <a:xfrm>
            <a:off x="28092400" y="-2286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5" name="Freeform 2744"/>
          <p:cNvSpPr/>
          <p:nvPr/>
        </p:nvSpPr>
        <p:spPr>
          <a:xfrm>
            <a:off x="28130500" y="-2283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6" name="Freeform 2745"/>
          <p:cNvSpPr/>
          <p:nvPr/>
        </p:nvSpPr>
        <p:spPr>
          <a:xfrm>
            <a:off x="28155900" y="-2279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7" name="Freeform 2746"/>
          <p:cNvSpPr/>
          <p:nvPr/>
        </p:nvSpPr>
        <p:spPr>
          <a:xfrm>
            <a:off x="28194000" y="-22771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8" name="Freeform 2747"/>
          <p:cNvSpPr/>
          <p:nvPr/>
        </p:nvSpPr>
        <p:spPr>
          <a:xfrm>
            <a:off x="282321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9" name="Freeform 2748"/>
          <p:cNvSpPr/>
          <p:nvPr/>
        </p:nvSpPr>
        <p:spPr>
          <a:xfrm>
            <a:off x="28257500" y="-2278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0" name="Freeform 2749"/>
          <p:cNvSpPr/>
          <p:nvPr/>
        </p:nvSpPr>
        <p:spPr>
          <a:xfrm>
            <a:off x="28295600" y="-2280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1" name="Freeform 2750"/>
          <p:cNvSpPr/>
          <p:nvPr/>
        </p:nvSpPr>
        <p:spPr>
          <a:xfrm>
            <a:off x="28333700" y="-2284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2" name="Freeform 2751"/>
          <p:cNvSpPr/>
          <p:nvPr/>
        </p:nvSpPr>
        <p:spPr>
          <a:xfrm>
            <a:off x="28371800" y="-22910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3" name="Freeform 2752"/>
          <p:cNvSpPr/>
          <p:nvPr/>
        </p:nvSpPr>
        <p:spPr>
          <a:xfrm>
            <a:off x="28397200" y="-231140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4" name="Freeform 2753"/>
          <p:cNvSpPr/>
          <p:nvPr/>
        </p:nvSpPr>
        <p:spPr>
          <a:xfrm>
            <a:off x="28435300" y="-23202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5" name="Freeform 2754"/>
          <p:cNvSpPr/>
          <p:nvPr/>
        </p:nvSpPr>
        <p:spPr>
          <a:xfrm>
            <a:off x="28473400" y="-23215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6" name="Freeform 2755"/>
          <p:cNvSpPr/>
          <p:nvPr/>
        </p:nvSpPr>
        <p:spPr>
          <a:xfrm>
            <a:off x="28498800" y="-2322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7" name="Freeform 2756"/>
          <p:cNvSpPr/>
          <p:nvPr/>
        </p:nvSpPr>
        <p:spPr>
          <a:xfrm>
            <a:off x="28536900" y="-2325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8" name="Freeform 2757"/>
          <p:cNvSpPr/>
          <p:nvPr/>
        </p:nvSpPr>
        <p:spPr>
          <a:xfrm>
            <a:off x="28575000" y="-2327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9" name="Freeform 2758"/>
          <p:cNvSpPr/>
          <p:nvPr/>
        </p:nvSpPr>
        <p:spPr>
          <a:xfrm>
            <a:off x="28613100" y="-2327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0" name="Freeform 2759"/>
          <p:cNvSpPr/>
          <p:nvPr/>
        </p:nvSpPr>
        <p:spPr>
          <a:xfrm>
            <a:off x="28638500" y="-2329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1" name="Freeform 2760"/>
          <p:cNvSpPr/>
          <p:nvPr/>
        </p:nvSpPr>
        <p:spPr>
          <a:xfrm>
            <a:off x="28676600" y="-2329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2" name="Freeform 2761"/>
          <p:cNvSpPr/>
          <p:nvPr/>
        </p:nvSpPr>
        <p:spPr>
          <a:xfrm>
            <a:off x="28714700" y="-2329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3" name="Freeform 2762"/>
          <p:cNvSpPr/>
          <p:nvPr/>
        </p:nvSpPr>
        <p:spPr>
          <a:xfrm>
            <a:off x="27736800" y="-2298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4" name="Freeform 2763"/>
          <p:cNvSpPr/>
          <p:nvPr/>
        </p:nvSpPr>
        <p:spPr>
          <a:xfrm>
            <a:off x="277622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5" name="Freeform 2764"/>
          <p:cNvSpPr/>
          <p:nvPr/>
        </p:nvSpPr>
        <p:spPr>
          <a:xfrm>
            <a:off x="278003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6" name="Freeform 2765"/>
          <p:cNvSpPr/>
          <p:nvPr/>
        </p:nvSpPr>
        <p:spPr>
          <a:xfrm>
            <a:off x="278384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7" name="Freeform 2766"/>
          <p:cNvSpPr/>
          <p:nvPr/>
        </p:nvSpPr>
        <p:spPr>
          <a:xfrm>
            <a:off x="27876500" y="-2298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8" name="Freeform 2767"/>
          <p:cNvSpPr/>
          <p:nvPr/>
        </p:nvSpPr>
        <p:spPr>
          <a:xfrm>
            <a:off x="279019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9" name="Freeform 2768"/>
          <p:cNvSpPr/>
          <p:nvPr/>
        </p:nvSpPr>
        <p:spPr>
          <a:xfrm>
            <a:off x="279400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0" name="Freeform 2769"/>
          <p:cNvSpPr/>
          <p:nvPr/>
        </p:nvSpPr>
        <p:spPr>
          <a:xfrm>
            <a:off x="27978100" y="-2299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1" name="Freeform 2770"/>
          <p:cNvSpPr/>
          <p:nvPr/>
        </p:nvSpPr>
        <p:spPr>
          <a:xfrm>
            <a:off x="28003500" y="-2299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2" name="Freeform 2771"/>
          <p:cNvSpPr/>
          <p:nvPr/>
        </p:nvSpPr>
        <p:spPr>
          <a:xfrm>
            <a:off x="28041600" y="-22948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3" name="Freeform 2772"/>
          <p:cNvSpPr/>
          <p:nvPr/>
        </p:nvSpPr>
        <p:spPr>
          <a:xfrm>
            <a:off x="28079700" y="-2287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4" name="Freeform 2773"/>
          <p:cNvSpPr/>
          <p:nvPr/>
        </p:nvSpPr>
        <p:spPr>
          <a:xfrm>
            <a:off x="28117800" y="-2283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5" name="Freeform 2774"/>
          <p:cNvSpPr/>
          <p:nvPr/>
        </p:nvSpPr>
        <p:spPr>
          <a:xfrm>
            <a:off x="28143200" y="-2280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6" name="Freeform 2775"/>
          <p:cNvSpPr/>
          <p:nvPr/>
        </p:nvSpPr>
        <p:spPr>
          <a:xfrm>
            <a:off x="28181300" y="-2278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7" name="Freeform 2776"/>
          <p:cNvSpPr/>
          <p:nvPr/>
        </p:nvSpPr>
        <p:spPr>
          <a:xfrm>
            <a:off x="282194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8" name="Freeform 2777"/>
          <p:cNvSpPr/>
          <p:nvPr/>
        </p:nvSpPr>
        <p:spPr>
          <a:xfrm>
            <a:off x="28244800" y="-2279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9" name="Freeform 2778"/>
          <p:cNvSpPr/>
          <p:nvPr/>
        </p:nvSpPr>
        <p:spPr>
          <a:xfrm>
            <a:off x="28282900" y="-2282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0" name="Freeform 2779"/>
          <p:cNvSpPr/>
          <p:nvPr/>
        </p:nvSpPr>
        <p:spPr>
          <a:xfrm>
            <a:off x="28321000" y="-2286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1" name="Freeform 2780"/>
          <p:cNvSpPr/>
          <p:nvPr/>
        </p:nvSpPr>
        <p:spPr>
          <a:xfrm>
            <a:off x="28359100" y="-229235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2" name="Freeform 2781"/>
          <p:cNvSpPr/>
          <p:nvPr/>
        </p:nvSpPr>
        <p:spPr>
          <a:xfrm>
            <a:off x="28384500" y="-231267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1" y="17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7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3" name="Freeform 2782"/>
          <p:cNvSpPr/>
          <p:nvPr/>
        </p:nvSpPr>
        <p:spPr>
          <a:xfrm>
            <a:off x="28422600" y="-23202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4" name="Freeform 2783"/>
          <p:cNvSpPr/>
          <p:nvPr/>
        </p:nvSpPr>
        <p:spPr>
          <a:xfrm>
            <a:off x="28460700" y="-23228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5" name="Freeform 2784"/>
          <p:cNvSpPr/>
          <p:nvPr/>
        </p:nvSpPr>
        <p:spPr>
          <a:xfrm>
            <a:off x="28486100" y="-2324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6" name="Freeform 2785"/>
          <p:cNvSpPr/>
          <p:nvPr/>
        </p:nvSpPr>
        <p:spPr>
          <a:xfrm>
            <a:off x="28524200" y="-2326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7" name="Freeform 2786"/>
          <p:cNvSpPr/>
          <p:nvPr/>
        </p:nvSpPr>
        <p:spPr>
          <a:xfrm>
            <a:off x="28562300" y="-2329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8" name="Freeform 2787"/>
          <p:cNvSpPr/>
          <p:nvPr/>
        </p:nvSpPr>
        <p:spPr>
          <a:xfrm>
            <a:off x="28600400" y="-2329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9" name="Freeform 2788"/>
          <p:cNvSpPr/>
          <p:nvPr/>
        </p:nvSpPr>
        <p:spPr>
          <a:xfrm>
            <a:off x="28625800" y="-2329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0" name="Freeform 2789"/>
          <p:cNvSpPr/>
          <p:nvPr/>
        </p:nvSpPr>
        <p:spPr>
          <a:xfrm>
            <a:off x="28663900" y="-2330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1" name="Freeform 2790"/>
          <p:cNvSpPr/>
          <p:nvPr/>
        </p:nvSpPr>
        <p:spPr>
          <a:xfrm>
            <a:off x="28702000" y="-2330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2" name="Freeform 2791"/>
          <p:cNvSpPr/>
          <p:nvPr/>
        </p:nvSpPr>
        <p:spPr>
          <a:xfrm>
            <a:off x="27724100" y="-2298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3" name="Freeform 2792"/>
          <p:cNvSpPr/>
          <p:nvPr/>
        </p:nvSpPr>
        <p:spPr>
          <a:xfrm>
            <a:off x="27749500" y="-22987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4" name="Freeform 2793"/>
          <p:cNvSpPr/>
          <p:nvPr/>
        </p:nvSpPr>
        <p:spPr>
          <a:xfrm>
            <a:off x="277876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5" name="Freeform 2794"/>
          <p:cNvSpPr/>
          <p:nvPr/>
        </p:nvSpPr>
        <p:spPr>
          <a:xfrm>
            <a:off x="278257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6" name="Freeform 2795"/>
          <p:cNvSpPr/>
          <p:nvPr/>
        </p:nvSpPr>
        <p:spPr>
          <a:xfrm>
            <a:off x="27863800" y="-2299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7" name="Freeform 2796"/>
          <p:cNvSpPr/>
          <p:nvPr/>
        </p:nvSpPr>
        <p:spPr>
          <a:xfrm>
            <a:off x="278892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8" name="Freeform 2797"/>
          <p:cNvSpPr/>
          <p:nvPr/>
        </p:nvSpPr>
        <p:spPr>
          <a:xfrm>
            <a:off x="27927300" y="-2301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9" name="Freeform 2798"/>
          <p:cNvSpPr/>
          <p:nvPr/>
        </p:nvSpPr>
        <p:spPr>
          <a:xfrm>
            <a:off x="27965400" y="-2301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0" name="Freeform 2799"/>
          <p:cNvSpPr/>
          <p:nvPr/>
        </p:nvSpPr>
        <p:spPr>
          <a:xfrm>
            <a:off x="27990800" y="-2301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1" name="Freeform 2800"/>
          <p:cNvSpPr/>
          <p:nvPr/>
        </p:nvSpPr>
        <p:spPr>
          <a:xfrm>
            <a:off x="28028900" y="-22961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2" name="Freeform 2801"/>
          <p:cNvSpPr/>
          <p:nvPr/>
        </p:nvSpPr>
        <p:spPr>
          <a:xfrm>
            <a:off x="28067000" y="-2288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3" name="Freeform 2802"/>
          <p:cNvSpPr/>
          <p:nvPr/>
        </p:nvSpPr>
        <p:spPr>
          <a:xfrm>
            <a:off x="28105100" y="-2284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4" name="Freeform 2803"/>
          <p:cNvSpPr/>
          <p:nvPr/>
        </p:nvSpPr>
        <p:spPr>
          <a:xfrm>
            <a:off x="28130500" y="-2282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5" name="Freeform 2804"/>
          <p:cNvSpPr/>
          <p:nvPr/>
        </p:nvSpPr>
        <p:spPr>
          <a:xfrm>
            <a:off x="28168600" y="-2279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6" name="Freeform 2805"/>
          <p:cNvSpPr/>
          <p:nvPr/>
        </p:nvSpPr>
        <p:spPr>
          <a:xfrm>
            <a:off x="28206700" y="-2279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7" name="Freeform 2806"/>
          <p:cNvSpPr/>
          <p:nvPr/>
        </p:nvSpPr>
        <p:spPr>
          <a:xfrm>
            <a:off x="28232100" y="-2279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8" name="Freeform 2807"/>
          <p:cNvSpPr/>
          <p:nvPr/>
        </p:nvSpPr>
        <p:spPr>
          <a:xfrm>
            <a:off x="28270200" y="-2283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9" name="Freeform 2808"/>
          <p:cNvSpPr/>
          <p:nvPr/>
        </p:nvSpPr>
        <p:spPr>
          <a:xfrm>
            <a:off x="28308300" y="-2287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0" name="Freeform 2809"/>
          <p:cNvSpPr/>
          <p:nvPr/>
        </p:nvSpPr>
        <p:spPr>
          <a:xfrm>
            <a:off x="28346400" y="-229362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1" name="Freeform 2810"/>
          <p:cNvSpPr/>
          <p:nvPr/>
        </p:nvSpPr>
        <p:spPr>
          <a:xfrm>
            <a:off x="28371800" y="-231267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0"/>
                </a:lnTo>
                <a:lnTo>
                  <a:pt x="3" y="0"/>
                </a:lnTo>
                <a:lnTo>
                  <a:pt x="0" y="15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2" name="Freeform 2811"/>
          <p:cNvSpPr/>
          <p:nvPr/>
        </p:nvSpPr>
        <p:spPr>
          <a:xfrm>
            <a:off x="28409900" y="-23215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3" name="Freeform 2812"/>
          <p:cNvSpPr/>
          <p:nvPr/>
        </p:nvSpPr>
        <p:spPr>
          <a:xfrm>
            <a:off x="28448000" y="-23228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4" name="Freeform 2813"/>
          <p:cNvSpPr/>
          <p:nvPr/>
        </p:nvSpPr>
        <p:spPr>
          <a:xfrm>
            <a:off x="28473400" y="-2324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5" name="Freeform 2814"/>
          <p:cNvSpPr/>
          <p:nvPr/>
        </p:nvSpPr>
        <p:spPr>
          <a:xfrm>
            <a:off x="28511500" y="-2327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6" name="Freeform 2815"/>
          <p:cNvSpPr/>
          <p:nvPr/>
        </p:nvSpPr>
        <p:spPr>
          <a:xfrm>
            <a:off x="28549600" y="-2329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7" name="Freeform 2816"/>
          <p:cNvSpPr/>
          <p:nvPr/>
        </p:nvSpPr>
        <p:spPr>
          <a:xfrm>
            <a:off x="28587700" y="-2330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8" name="Freeform 2817"/>
          <p:cNvSpPr/>
          <p:nvPr/>
        </p:nvSpPr>
        <p:spPr>
          <a:xfrm>
            <a:off x="28613100" y="-2330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9" name="Freeform 2818"/>
          <p:cNvSpPr/>
          <p:nvPr/>
        </p:nvSpPr>
        <p:spPr>
          <a:xfrm>
            <a:off x="28651200" y="-2330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0" name="Freeform 2819"/>
          <p:cNvSpPr/>
          <p:nvPr/>
        </p:nvSpPr>
        <p:spPr>
          <a:xfrm>
            <a:off x="28689300" y="-23304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1" name="Freeform 2820"/>
          <p:cNvSpPr/>
          <p:nvPr/>
        </p:nvSpPr>
        <p:spPr>
          <a:xfrm>
            <a:off x="27711400" y="-2299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2" name="Freeform 2821"/>
          <p:cNvSpPr/>
          <p:nvPr/>
        </p:nvSpPr>
        <p:spPr>
          <a:xfrm>
            <a:off x="277368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3" name="Freeform 2822"/>
          <p:cNvSpPr/>
          <p:nvPr/>
        </p:nvSpPr>
        <p:spPr>
          <a:xfrm>
            <a:off x="277749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4" name="Freeform 2823"/>
          <p:cNvSpPr/>
          <p:nvPr/>
        </p:nvSpPr>
        <p:spPr>
          <a:xfrm>
            <a:off x="27813000" y="-2301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5" name="Freeform 2824"/>
          <p:cNvSpPr/>
          <p:nvPr/>
        </p:nvSpPr>
        <p:spPr>
          <a:xfrm>
            <a:off x="27851100" y="-2301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6" name="Freeform 2825"/>
          <p:cNvSpPr/>
          <p:nvPr/>
        </p:nvSpPr>
        <p:spPr>
          <a:xfrm>
            <a:off x="27876500" y="-2301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7" name="Freeform 2826"/>
          <p:cNvSpPr/>
          <p:nvPr/>
        </p:nvSpPr>
        <p:spPr>
          <a:xfrm>
            <a:off x="27914600" y="-2301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8" name="Freeform 2827"/>
          <p:cNvSpPr/>
          <p:nvPr/>
        </p:nvSpPr>
        <p:spPr>
          <a:xfrm>
            <a:off x="27952700" y="-2302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9" name="Freeform 2828"/>
          <p:cNvSpPr/>
          <p:nvPr/>
        </p:nvSpPr>
        <p:spPr>
          <a:xfrm>
            <a:off x="27978100" y="-23025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0" name="Freeform 2829"/>
          <p:cNvSpPr/>
          <p:nvPr/>
        </p:nvSpPr>
        <p:spPr>
          <a:xfrm>
            <a:off x="28016200" y="-22974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7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1" name="Freeform 2830"/>
          <p:cNvSpPr/>
          <p:nvPr/>
        </p:nvSpPr>
        <p:spPr>
          <a:xfrm>
            <a:off x="280543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2" name="Freeform 2831"/>
          <p:cNvSpPr/>
          <p:nvPr/>
        </p:nvSpPr>
        <p:spPr>
          <a:xfrm>
            <a:off x="28092400" y="-2286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3" name="Freeform 2832"/>
          <p:cNvSpPr/>
          <p:nvPr/>
        </p:nvSpPr>
        <p:spPr>
          <a:xfrm>
            <a:off x="28117800" y="-22821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4" name="Freeform 2833"/>
          <p:cNvSpPr/>
          <p:nvPr/>
        </p:nvSpPr>
        <p:spPr>
          <a:xfrm>
            <a:off x="28155900" y="-22796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5" name="Freeform 2834"/>
          <p:cNvSpPr/>
          <p:nvPr/>
        </p:nvSpPr>
        <p:spPr>
          <a:xfrm>
            <a:off x="28194000" y="-2280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6" name="Freeform 2835"/>
          <p:cNvSpPr/>
          <p:nvPr/>
        </p:nvSpPr>
        <p:spPr>
          <a:xfrm>
            <a:off x="28219400" y="-2280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7" name="Freeform 2836"/>
          <p:cNvSpPr/>
          <p:nvPr/>
        </p:nvSpPr>
        <p:spPr>
          <a:xfrm>
            <a:off x="28257500" y="-2283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8" name="Freeform 2837"/>
          <p:cNvSpPr/>
          <p:nvPr/>
        </p:nvSpPr>
        <p:spPr>
          <a:xfrm>
            <a:off x="28295600" y="-2287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9" name="Freeform 2838"/>
          <p:cNvSpPr/>
          <p:nvPr/>
        </p:nvSpPr>
        <p:spPr>
          <a:xfrm>
            <a:off x="28333700" y="-22936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0" name="Freeform 2839"/>
          <p:cNvSpPr/>
          <p:nvPr/>
        </p:nvSpPr>
        <p:spPr>
          <a:xfrm>
            <a:off x="28359100" y="-231394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1" name="Freeform 2840"/>
          <p:cNvSpPr/>
          <p:nvPr/>
        </p:nvSpPr>
        <p:spPr>
          <a:xfrm>
            <a:off x="28397200" y="-232283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2" name="Freeform 2841"/>
          <p:cNvSpPr/>
          <p:nvPr/>
        </p:nvSpPr>
        <p:spPr>
          <a:xfrm>
            <a:off x="28435300" y="-23241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3" name="Freeform 2842"/>
          <p:cNvSpPr/>
          <p:nvPr/>
        </p:nvSpPr>
        <p:spPr>
          <a:xfrm>
            <a:off x="28460700" y="-2325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4" name="Freeform 2843"/>
          <p:cNvSpPr/>
          <p:nvPr/>
        </p:nvSpPr>
        <p:spPr>
          <a:xfrm>
            <a:off x="28498800" y="-2327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5" name="Freeform 2844"/>
          <p:cNvSpPr/>
          <p:nvPr/>
        </p:nvSpPr>
        <p:spPr>
          <a:xfrm>
            <a:off x="28536900" y="-2330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6" name="Freeform 2845"/>
          <p:cNvSpPr/>
          <p:nvPr/>
        </p:nvSpPr>
        <p:spPr>
          <a:xfrm>
            <a:off x="28575000" y="-2330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7" name="Freeform 2846"/>
          <p:cNvSpPr/>
          <p:nvPr/>
        </p:nvSpPr>
        <p:spPr>
          <a:xfrm>
            <a:off x="28600400" y="-2331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8" name="Freeform 2847"/>
          <p:cNvSpPr/>
          <p:nvPr/>
        </p:nvSpPr>
        <p:spPr>
          <a:xfrm>
            <a:off x="28638500" y="-2331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9" name="Freeform 2848"/>
          <p:cNvSpPr/>
          <p:nvPr/>
        </p:nvSpPr>
        <p:spPr>
          <a:xfrm>
            <a:off x="28676600" y="-23317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0" name="Rectangle 2849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1" name="Rectangle 2850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52" name="Picture 28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853" name="Picture 28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854" name="TextBox 28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2855" name="TextBox 2854"/>
          <p:cNvSpPr txBox="1"/>
          <p:nvPr/>
        </p:nvSpPr>
        <p:spPr>
          <a:xfrm>
            <a:off x="359993" y="4983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2856" name="TextBox 2855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857" name="TextBox 2856"/>
          <p:cNvSpPr txBox="1"/>
          <p:nvPr/>
        </p:nvSpPr>
        <p:spPr>
          <a:xfrm>
            <a:off x="5624562" y="3150693"/>
            <a:ext cx="1608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88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3698" y="1676853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621838" y="1555669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439978" y="1434486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2439290" y="1434486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239428" y="1452127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2039565" y="1469769"/>
            <a:ext cx="363721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 flipV="1">
            <a:off x="1839703" y="1487411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1639840" y="1505052"/>
            <a:ext cx="363721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1439978" y="1522694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778802" y="1676853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596942" y="1555669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415082" y="1434486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803698" y="1762924"/>
            <a:ext cx="24209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621838" y="1641741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439978" y="1520557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782789" y="1663378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582927" y="1681020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383065" y="1698662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183202" y="1716304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1983340" y="1733945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1783478" y="1751587"/>
            <a:ext cx="20220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439290" y="1434486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239428" y="1452127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39565" y="1469769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839703" y="1487411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639840" y="1505052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439978" y="1522694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2439290" y="1434486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1439978" y="1522694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803698" y="1676853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439978" y="1434486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778802" y="967129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596942" y="845946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415082" y="724762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39290" y="724762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239428" y="742404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039565" y="760045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839703" y="77768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639840" y="795329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439978" y="812970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 flipV="1">
            <a:off x="2439290" y="724762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1439978" y="724762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03010" y="165255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603148" y="1670195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403286" y="1687837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203423" y="170547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003561" y="1723120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803698" y="174076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2778802" y="1418992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2778802" y="1157181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03010" y="967129"/>
            <a:ext cx="0" cy="7097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439290" y="724762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239428" y="742404"/>
            <a:ext cx="0" cy="70972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039565" y="760045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839703" y="777687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639840" y="795329"/>
            <a:ext cx="0" cy="70972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439978" y="812970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439290" y="1410187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239428" y="1427828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039565" y="144547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839703" y="146311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639840" y="1480753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1439978" y="1498395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439290" y="72476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239428" y="74240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039565" y="760045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839703" y="777687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639840" y="79532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439978" y="812970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1439978" y="1176625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1439978" y="914814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2415082" y="1176625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2415082" y="914814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439978" y="1262696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439978" y="1000886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439290" y="724762"/>
            <a:ext cx="0" cy="7097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439978" y="812970"/>
            <a:ext cx="0" cy="7097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803010" y="967129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621150" y="845946"/>
            <a:ext cx="0" cy="70972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439290" y="724762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803010" y="165255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621150" y="153137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439290" y="1410187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03010" y="96712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621150" y="845946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439290" y="72476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 flipV="1">
            <a:off x="2439290" y="1176625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 flipV="1">
            <a:off x="2439290" y="914814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 flipV="1">
            <a:off x="2782789" y="1405518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 flipV="1">
            <a:off x="2782789" y="114370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439290" y="1176625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439290" y="914814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803698" y="174076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621838" y="161957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439978" y="1498395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439978" y="1264833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439978" y="1003022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17907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828800" y="168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8923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9304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968500" y="167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9939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20320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2070100" y="167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20955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2133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21717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2209800" y="1663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22352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22733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2311400" y="1625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23368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23749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24130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24511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2476500" y="1587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2514600" y="1536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2552700" y="1498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25781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26162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26543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26924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27178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27559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7780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816100" y="1689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8415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8796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9177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955800" y="167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9812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0193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0574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0828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1209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1590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21971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22225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2606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298700" y="1612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3241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362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4003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4384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2463800" y="1574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2501900" y="1524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2540000" y="1498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25654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26035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2641600" y="1485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2679700" y="147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27051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27432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7653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803400" y="167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8288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8669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9050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9431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9685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20066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20447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20701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21082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1463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1844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209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2479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286000" y="1600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3114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349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3876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4257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451100" y="1574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489200" y="152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5273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552700" y="147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5908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6289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667000" y="147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26924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27305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752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7907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8288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8542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8923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304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558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939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2032000" y="1651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20574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2095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21336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2171700" y="1638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2197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2352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273300" y="1600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2987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3368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3749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4130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438400" y="1562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476500" y="1511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514600" y="147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5400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25781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26162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26543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26797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2717800" y="1460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17399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1778000" y="1663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18161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18415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18796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1917700" y="1651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19431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19812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20193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20574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2082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21209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21590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2184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2222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22606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22860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2324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23622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2400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2425700" y="1549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2463800" y="149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25019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25273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25654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2603500" y="1460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26416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26670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27051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17272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17653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18034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1828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18669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19050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19304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1968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20066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20447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2070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2108200" y="162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21463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2171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22098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2247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22860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2311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23495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23876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2413000" y="1549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2451100" y="1498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24892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2527300" y="1447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25527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25908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26289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26543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26924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1714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17526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17907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18161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1854200" y="1638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1892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19177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1955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1993900" y="162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20320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20574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2095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21336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2159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21971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22352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22733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2298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23368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2374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2400300" y="1536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2438400" y="1485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2476500" y="1447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25146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2540000" y="1447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25781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26162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26416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2679700" y="1435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1701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1739900" y="1638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17780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1803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1841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18796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19050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19431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1981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20193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2044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20828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2120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2146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2184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22225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22606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22860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2324100" y="158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23622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2387600" y="1524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2425700" y="147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24638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25019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25273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25654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26035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26289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26670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1689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1727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1765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1790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18288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18669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1892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1930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19685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20066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2032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2070100" y="160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21082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2133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2171700" y="1549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2209800" y="1511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6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2247900" y="1511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9"/>
          </a:solidFill>
          <a:ln w="3175">
            <a:solidFill>
              <a:srgbClr val="0000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2273300" y="1549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B"/>
          </a:solidFill>
          <a:ln w="3175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2311400" y="1549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2349500" y="1549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2374900" y="1511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00B9"/>
          </a:solidFill>
          <a:ln w="3175">
            <a:solidFill>
              <a:srgbClr val="0000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2413000" y="1460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8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24511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49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2489200" y="1422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5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25146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25527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2590800" y="1409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26162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26543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1676400" y="162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1714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17526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17780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1816100" y="1612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18542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18796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1917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1955800" y="160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1993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20193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2057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2095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21209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2159000" y="1524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5"/>
          </a:solidFill>
          <a:ln w="3175">
            <a:solidFill>
              <a:srgbClr val="000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2197100" y="1422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7"/>
                </a:lnTo>
                <a:lnTo>
                  <a:pt x="3" y="0"/>
                </a:lnTo>
                <a:lnTo>
                  <a:pt x="0" y="8"/>
                </a:lnTo>
                <a:lnTo>
                  <a:pt x="1" y="10"/>
                </a:lnTo>
                <a:close/>
              </a:path>
            </a:pathLst>
          </a:custGeom>
          <a:solidFill>
            <a:srgbClr val="0001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2235200" y="14224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7"/>
                </a:moveTo>
                <a:lnTo>
                  <a:pt x="3" y="10"/>
                </a:lnTo>
                <a:lnTo>
                  <a:pt x="2" y="4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2260600" y="1473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1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00E3"/>
          </a:solidFill>
          <a:ln w="3175">
            <a:solidFill>
              <a:srgbClr val="0000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2298700" y="1485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2336800" y="1485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2362200" y="1447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5"/>
                </a:lnTo>
                <a:lnTo>
                  <a:pt x="3" y="0"/>
                </a:lnTo>
                <a:lnTo>
                  <a:pt x="0" y="3"/>
                </a:lnTo>
                <a:lnTo>
                  <a:pt x="1" y="8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2400300" y="14097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8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2438400" y="1384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72FF"/>
          </a:solidFill>
          <a:ln w="3175">
            <a:solidFill>
              <a:srgbClr val="005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2476500" y="137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2501900" y="137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25400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25781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2603500" y="135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2641600" y="135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1663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17018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1739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1765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1803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18415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Freeform 428"/>
          <p:cNvSpPr/>
          <p:nvPr/>
        </p:nvSpPr>
        <p:spPr>
          <a:xfrm>
            <a:off x="18669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19050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19431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19812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2006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2044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20828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21082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2146300" y="152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D"/>
          </a:solidFill>
          <a:ln w="3175">
            <a:solidFill>
              <a:srgbClr val="00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2184400" y="1409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0030FF"/>
          </a:solidFill>
          <a:ln w="3175">
            <a:solidFill>
              <a:srgbClr val="002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2222500" y="140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2247900" y="143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2286000" y="143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2324100" y="1435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2349500" y="1397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2387600" y="1358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2425700" y="1333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B5FF"/>
          </a:solidFill>
          <a:ln w="3175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2463800" y="1333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CFF"/>
          </a:solidFill>
          <a:ln w="3175">
            <a:solidFill>
              <a:srgbClr val="00A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24892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25273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2565400" y="1320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25908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2628900" y="1308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1651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1689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17272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1752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1790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18288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1854200" y="158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1892300" y="158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19304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19685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1993900" y="1574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2032000" y="1574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2070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20955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2133600" y="1511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D"/>
          </a:solidFill>
          <a:ln w="3175">
            <a:solidFill>
              <a:srgbClr val="00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2171700" y="1397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22098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E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22352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22733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2311400" y="1409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2336800" y="138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6FFF"/>
          </a:solidFill>
          <a:ln w="3175">
            <a:solidFill>
              <a:srgbClr val="005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2374900" y="1346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2413000" y="132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2451100" y="130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2476500" y="1308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25146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2552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25781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2616200" y="1295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1638300" y="160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1676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1714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17399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1778000" y="158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18161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18415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1879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Freeform 488"/>
          <p:cNvSpPr/>
          <p:nvPr/>
        </p:nvSpPr>
        <p:spPr>
          <a:xfrm>
            <a:off x="1917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Freeform 489"/>
          <p:cNvSpPr/>
          <p:nvPr/>
        </p:nvSpPr>
        <p:spPr>
          <a:xfrm>
            <a:off x="1955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Freeform 490"/>
          <p:cNvSpPr/>
          <p:nvPr/>
        </p:nvSpPr>
        <p:spPr>
          <a:xfrm>
            <a:off x="19812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Freeform 491"/>
          <p:cNvSpPr/>
          <p:nvPr/>
        </p:nvSpPr>
        <p:spPr>
          <a:xfrm>
            <a:off x="20193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Freeform 492"/>
          <p:cNvSpPr/>
          <p:nvPr/>
        </p:nvSpPr>
        <p:spPr>
          <a:xfrm>
            <a:off x="20574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Freeform 493"/>
          <p:cNvSpPr/>
          <p:nvPr/>
        </p:nvSpPr>
        <p:spPr>
          <a:xfrm>
            <a:off x="20828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Freeform 494"/>
          <p:cNvSpPr/>
          <p:nvPr/>
        </p:nvSpPr>
        <p:spPr>
          <a:xfrm>
            <a:off x="2120900" y="149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Freeform 495"/>
          <p:cNvSpPr/>
          <p:nvPr/>
        </p:nvSpPr>
        <p:spPr>
          <a:xfrm>
            <a:off x="2159000" y="13843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Freeform 496"/>
          <p:cNvSpPr/>
          <p:nvPr/>
        </p:nvSpPr>
        <p:spPr>
          <a:xfrm>
            <a:off x="21971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Freeform 497"/>
          <p:cNvSpPr/>
          <p:nvPr/>
        </p:nvSpPr>
        <p:spPr>
          <a:xfrm>
            <a:off x="22225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Freeform 498"/>
          <p:cNvSpPr/>
          <p:nvPr/>
        </p:nvSpPr>
        <p:spPr>
          <a:xfrm>
            <a:off x="22606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Freeform 499"/>
          <p:cNvSpPr/>
          <p:nvPr/>
        </p:nvSpPr>
        <p:spPr>
          <a:xfrm>
            <a:off x="22987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Freeform 500"/>
          <p:cNvSpPr/>
          <p:nvPr/>
        </p:nvSpPr>
        <p:spPr>
          <a:xfrm>
            <a:off x="23241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Freeform 501"/>
          <p:cNvSpPr/>
          <p:nvPr/>
        </p:nvSpPr>
        <p:spPr>
          <a:xfrm>
            <a:off x="23622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Freeform 502"/>
          <p:cNvSpPr/>
          <p:nvPr/>
        </p:nvSpPr>
        <p:spPr>
          <a:xfrm>
            <a:off x="2400300" y="130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Freeform 503"/>
          <p:cNvSpPr/>
          <p:nvPr/>
        </p:nvSpPr>
        <p:spPr>
          <a:xfrm>
            <a:off x="2438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Freeform 504"/>
          <p:cNvSpPr/>
          <p:nvPr/>
        </p:nvSpPr>
        <p:spPr>
          <a:xfrm>
            <a:off x="24638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Freeform 505"/>
          <p:cNvSpPr/>
          <p:nvPr/>
        </p:nvSpPr>
        <p:spPr>
          <a:xfrm>
            <a:off x="25019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Freeform 506"/>
          <p:cNvSpPr/>
          <p:nvPr/>
        </p:nvSpPr>
        <p:spPr>
          <a:xfrm>
            <a:off x="2540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Freeform 507"/>
          <p:cNvSpPr/>
          <p:nvPr/>
        </p:nvSpPr>
        <p:spPr>
          <a:xfrm>
            <a:off x="25654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Freeform 508"/>
          <p:cNvSpPr/>
          <p:nvPr/>
        </p:nvSpPr>
        <p:spPr>
          <a:xfrm>
            <a:off x="26035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Freeform 509"/>
          <p:cNvSpPr/>
          <p:nvPr/>
        </p:nvSpPr>
        <p:spPr>
          <a:xfrm>
            <a:off x="1625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Freeform 510"/>
          <p:cNvSpPr/>
          <p:nvPr/>
        </p:nvSpPr>
        <p:spPr>
          <a:xfrm>
            <a:off x="1663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Freeform 511"/>
          <p:cNvSpPr/>
          <p:nvPr/>
        </p:nvSpPr>
        <p:spPr>
          <a:xfrm>
            <a:off x="17018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Freeform 512"/>
          <p:cNvSpPr/>
          <p:nvPr/>
        </p:nvSpPr>
        <p:spPr>
          <a:xfrm>
            <a:off x="17272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Freeform 513"/>
          <p:cNvSpPr/>
          <p:nvPr/>
        </p:nvSpPr>
        <p:spPr>
          <a:xfrm>
            <a:off x="1765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Freeform 514"/>
          <p:cNvSpPr/>
          <p:nvPr/>
        </p:nvSpPr>
        <p:spPr>
          <a:xfrm>
            <a:off x="1803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Freeform 515"/>
          <p:cNvSpPr/>
          <p:nvPr/>
        </p:nvSpPr>
        <p:spPr>
          <a:xfrm>
            <a:off x="18288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Freeform 516"/>
          <p:cNvSpPr/>
          <p:nvPr/>
        </p:nvSpPr>
        <p:spPr>
          <a:xfrm>
            <a:off x="18669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Freeform 517"/>
          <p:cNvSpPr/>
          <p:nvPr/>
        </p:nvSpPr>
        <p:spPr>
          <a:xfrm>
            <a:off x="1905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Freeform 518"/>
          <p:cNvSpPr/>
          <p:nvPr/>
        </p:nvSpPr>
        <p:spPr>
          <a:xfrm>
            <a:off x="1943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Freeform 519"/>
          <p:cNvSpPr/>
          <p:nvPr/>
        </p:nvSpPr>
        <p:spPr>
          <a:xfrm>
            <a:off x="19685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Freeform 520"/>
          <p:cNvSpPr/>
          <p:nvPr/>
        </p:nvSpPr>
        <p:spPr>
          <a:xfrm>
            <a:off x="20066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Freeform 521"/>
          <p:cNvSpPr/>
          <p:nvPr/>
        </p:nvSpPr>
        <p:spPr>
          <a:xfrm>
            <a:off x="20447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Freeform 522"/>
          <p:cNvSpPr/>
          <p:nvPr/>
        </p:nvSpPr>
        <p:spPr>
          <a:xfrm>
            <a:off x="20701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Freeform 523"/>
          <p:cNvSpPr/>
          <p:nvPr/>
        </p:nvSpPr>
        <p:spPr>
          <a:xfrm>
            <a:off x="2108200" y="1498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Freeform 524"/>
          <p:cNvSpPr/>
          <p:nvPr/>
        </p:nvSpPr>
        <p:spPr>
          <a:xfrm>
            <a:off x="2146300" y="1384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Freeform 525"/>
          <p:cNvSpPr/>
          <p:nvPr/>
        </p:nvSpPr>
        <p:spPr>
          <a:xfrm>
            <a:off x="2184400" y="138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Freeform 526"/>
          <p:cNvSpPr/>
          <p:nvPr/>
        </p:nvSpPr>
        <p:spPr>
          <a:xfrm>
            <a:off x="22098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Freeform 527"/>
          <p:cNvSpPr/>
          <p:nvPr/>
        </p:nvSpPr>
        <p:spPr>
          <a:xfrm>
            <a:off x="22479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Freeform 528"/>
          <p:cNvSpPr/>
          <p:nvPr/>
        </p:nvSpPr>
        <p:spPr>
          <a:xfrm>
            <a:off x="2286000" y="139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Freeform 529"/>
          <p:cNvSpPr/>
          <p:nvPr/>
        </p:nvSpPr>
        <p:spPr>
          <a:xfrm>
            <a:off x="23114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Freeform 530"/>
          <p:cNvSpPr/>
          <p:nvPr/>
        </p:nvSpPr>
        <p:spPr>
          <a:xfrm>
            <a:off x="2349500" y="1333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Freeform 531"/>
          <p:cNvSpPr/>
          <p:nvPr/>
        </p:nvSpPr>
        <p:spPr>
          <a:xfrm>
            <a:off x="2387600" y="129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Freeform 532"/>
          <p:cNvSpPr/>
          <p:nvPr/>
        </p:nvSpPr>
        <p:spPr>
          <a:xfrm>
            <a:off x="24257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Freeform 533"/>
          <p:cNvSpPr/>
          <p:nvPr/>
        </p:nvSpPr>
        <p:spPr>
          <a:xfrm>
            <a:off x="24511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Freeform 534"/>
          <p:cNvSpPr/>
          <p:nvPr/>
        </p:nvSpPr>
        <p:spPr>
          <a:xfrm>
            <a:off x="24892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Freeform 535"/>
          <p:cNvSpPr/>
          <p:nvPr/>
        </p:nvSpPr>
        <p:spPr>
          <a:xfrm>
            <a:off x="25273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25527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25908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16129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16510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Freeform 540"/>
          <p:cNvSpPr/>
          <p:nvPr/>
        </p:nvSpPr>
        <p:spPr>
          <a:xfrm>
            <a:off x="16891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Freeform 541"/>
          <p:cNvSpPr/>
          <p:nvPr/>
        </p:nvSpPr>
        <p:spPr>
          <a:xfrm>
            <a:off x="17145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Freeform 542"/>
          <p:cNvSpPr/>
          <p:nvPr/>
        </p:nvSpPr>
        <p:spPr>
          <a:xfrm>
            <a:off x="17526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Freeform 543"/>
          <p:cNvSpPr/>
          <p:nvPr/>
        </p:nvSpPr>
        <p:spPr>
          <a:xfrm>
            <a:off x="17907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Freeform 544"/>
          <p:cNvSpPr/>
          <p:nvPr/>
        </p:nvSpPr>
        <p:spPr>
          <a:xfrm>
            <a:off x="18161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Freeform 545"/>
          <p:cNvSpPr/>
          <p:nvPr/>
        </p:nvSpPr>
        <p:spPr>
          <a:xfrm>
            <a:off x="1854200" y="156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Freeform 546"/>
          <p:cNvSpPr/>
          <p:nvPr/>
        </p:nvSpPr>
        <p:spPr>
          <a:xfrm>
            <a:off x="18923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Freeform 547"/>
          <p:cNvSpPr/>
          <p:nvPr/>
        </p:nvSpPr>
        <p:spPr>
          <a:xfrm>
            <a:off x="1930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Freeform 548"/>
          <p:cNvSpPr/>
          <p:nvPr/>
        </p:nvSpPr>
        <p:spPr>
          <a:xfrm>
            <a:off x="19558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Freeform 549"/>
          <p:cNvSpPr/>
          <p:nvPr/>
        </p:nvSpPr>
        <p:spPr>
          <a:xfrm>
            <a:off x="19939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Freeform 550"/>
          <p:cNvSpPr/>
          <p:nvPr/>
        </p:nvSpPr>
        <p:spPr>
          <a:xfrm>
            <a:off x="20320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Freeform 551"/>
          <p:cNvSpPr/>
          <p:nvPr/>
        </p:nvSpPr>
        <p:spPr>
          <a:xfrm>
            <a:off x="20574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Freeform 552"/>
          <p:cNvSpPr/>
          <p:nvPr/>
        </p:nvSpPr>
        <p:spPr>
          <a:xfrm>
            <a:off x="2095500" y="1485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Freeform 553"/>
          <p:cNvSpPr/>
          <p:nvPr/>
        </p:nvSpPr>
        <p:spPr>
          <a:xfrm>
            <a:off x="2133600" y="13716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Freeform 554"/>
          <p:cNvSpPr/>
          <p:nvPr/>
        </p:nvSpPr>
        <p:spPr>
          <a:xfrm>
            <a:off x="21717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Freeform 555"/>
          <p:cNvSpPr/>
          <p:nvPr/>
        </p:nvSpPr>
        <p:spPr>
          <a:xfrm>
            <a:off x="21971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Freeform 556"/>
          <p:cNvSpPr/>
          <p:nvPr/>
        </p:nvSpPr>
        <p:spPr>
          <a:xfrm>
            <a:off x="22352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Freeform 557"/>
          <p:cNvSpPr/>
          <p:nvPr/>
        </p:nvSpPr>
        <p:spPr>
          <a:xfrm>
            <a:off x="22733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Freeform 558"/>
          <p:cNvSpPr/>
          <p:nvPr/>
        </p:nvSpPr>
        <p:spPr>
          <a:xfrm>
            <a:off x="22987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Freeform 559"/>
          <p:cNvSpPr/>
          <p:nvPr/>
        </p:nvSpPr>
        <p:spPr>
          <a:xfrm>
            <a:off x="23368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Freeform 560"/>
          <p:cNvSpPr/>
          <p:nvPr/>
        </p:nvSpPr>
        <p:spPr>
          <a:xfrm>
            <a:off x="2374900" y="129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Freeform 561"/>
          <p:cNvSpPr/>
          <p:nvPr/>
        </p:nvSpPr>
        <p:spPr>
          <a:xfrm>
            <a:off x="24130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Freeform 562"/>
          <p:cNvSpPr/>
          <p:nvPr/>
        </p:nvSpPr>
        <p:spPr>
          <a:xfrm>
            <a:off x="24384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Freeform 563"/>
          <p:cNvSpPr/>
          <p:nvPr/>
        </p:nvSpPr>
        <p:spPr>
          <a:xfrm>
            <a:off x="24765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Freeform 564"/>
          <p:cNvSpPr/>
          <p:nvPr/>
        </p:nvSpPr>
        <p:spPr>
          <a:xfrm>
            <a:off x="25146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Freeform 565"/>
          <p:cNvSpPr/>
          <p:nvPr/>
        </p:nvSpPr>
        <p:spPr>
          <a:xfrm>
            <a:off x="25400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Freeform 566"/>
          <p:cNvSpPr/>
          <p:nvPr/>
        </p:nvSpPr>
        <p:spPr>
          <a:xfrm>
            <a:off x="2578100" y="1282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Freeform 567"/>
          <p:cNvSpPr/>
          <p:nvPr/>
        </p:nvSpPr>
        <p:spPr>
          <a:xfrm>
            <a:off x="16002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Freeform 568"/>
          <p:cNvSpPr/>
          <p:nvPr/>
        </p:nvSpPr>
        <p:spPr>
          <a:xfrm>
            <a:off x="16383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Freeform 569"/>
          <p:cNvSpPr/>
          <p:nvPr/>
        </p:nvSpPr>
        <p:spPr>
          <a:xfrm>
            <a:off x="16764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Freeform 570"/>
          <p:cNvSpPr/>
          <p:nvPr/>
        </p:nvSpPr>
        <p:spPr>
          <a:xfrm>
            <a:off x="17018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Freeform 571"/>
          <p:cNvSpPr/>
          <p:nvPr/>
        </p:nvSpPr>
        <p:spPr>
          <a:xfrm>
            <a:off x="17399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Freeform 572"/>
          <p:cNvSpPr/>
          <p:nvPr/>
        </p:nvSpPr>
        <p:spPr>
          <a:xfrm>
            <a:off x="17780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Freeform 573"/>
          <p:cNvSpPr/>
          <p:nvPr/>
        </p:nvSpPr>
        <p:spPr>
          <a:xfrm>
            <a:off x="18161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Freeform 574"/>
          <p:cNvSpPr/>
          <p:nvPr/>
        </p:nvSpPr>
        <p:spPr>
          <a:xfrm>
            <a:off x="18415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Freeform 575"/>
          <p:cNvSpPr/>
          <p:nvPr/>
        </p:nvSpPr>
        <p:spPr>
          <a:xfrm>
            <a:off x="18796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Freeform 576"/>
          <p:cNvSpPr/>
          <p:nvPr/>
        </p:nvSpPr>
        <p:spPr>
          <a:xfrm>
            <a:off x="1917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Freeform 577"/>
          <p:cNvSpPr/>
          <p:nvPr/>
        </p:nvSpPr>
        <p:spPr>
          <a:xfrm>
            <a:off x="19431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Freeform 578"/>
          <p:cNvSpPr/>
          <p:nvPr/>
        </p:nvSpPr>
        <p:spPr>
          <a:xfrm>
            <a:off x="1981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Freeform 579"/>
          <p:cNvSpPr/>
          <p:nvPr/>
        </p:nvSpPr>
        <p:spPr>
          <a:xfrm>
            <a:off x="20193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Freeform 580"/>
          <p:cNvSpPr/>
          <p:nvPr/>
        </p:nvSpPr>
        <p:spPr>
          <a:xfrm>
            <a:off x="20447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Freeform 581"/>
          <p:cNvSpPr/>
          <p:nvPr/>
        </p:nvSpPr>
        <p:spPr>
          <a:xfrm>
            <a:off x="2082800" y="147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F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Freeform 582"/>
          <p:cNvSpPr/>
          <p:nvPr/>
        </p:nvSpPr>
        <p:spPr>
          <a:xfrm>
            <a:off x="2120900" y="13589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Freeform 583"/>
          <p:cNvSpPr/>
          <p:nvPr/>
        </p:nvSpPr>
        <p:spPr>
          <a:xfrm>
            <a:off x="21590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Freeform 584"/>
          <p:cNvSpPr/>
          <p:nvPr/>
        </p:nvSpPr>
        <p:spPr>
          <a:xfrm>
            <a:off x="21844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Freeform 585"/>
          <p:cNvSpPr/>
          <p:nvPr/>
        </p:nvSpPr>
        <p:spPr>
          <a:xfrm>
            <a:off x="22225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Freeform 586"/>
          <p:cNvSpPr/>
          <p:nvPr/>
        </p:nvSpPr>
        <p:spPr>
          <a:xfrm>
            <a:off x="22606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Freeform 587"/>
          <p:cNvSpPr/>
          <p:nvPr/>
        </p:nvSpPr>
        <p:spPr>
          <a:xfrm>
            <a:off x="22860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Freeform 588"/>
          <p:cNvSpPr/>
          <p:nvPr/>
        </p:nvSpPr>
        <p:spPr>
          <a:xfrm>
            <a:off x="2324100" y="1308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B2FF"/>
          </a:solidFill>
          <a:ln w="3175">
            <a:solidFill>
              <a:srgbClr val="008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Freeform 589"/>
          <p:cNvSpPr/>
          <p:nvPr/>
        </p:nvSpPr>
        <p:spPr>
          <a:xfrm>
            <a:off x="2362200" y="127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EAFF"/>
          </a:solidFill>
          <a:ln w="3175">
            <a:solidFill>
              <a:srgbClr val="00B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Freeform 590"/>
          <p:cNvSpPr/>
          <p:nvPr/>
        </p:nvSpPr>
        <p:spPr>
          <a:xfrm>
            <a:off x="2400300" y="127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7FFF8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Freeform 591"/>
          <p:cNvSpPr/>
          <p:nvPr/>
        </p:nvSpPr>
        <p:spPr>
          <a:xfrm>
            <a:off x="2425700" y="127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4FFFB"/>
          </a:solidFill>
          <a:ln w="3175">
            <a:solidFill>
              <a:srgbClr val="03C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Freeform 592"/>
          <p:cNvSpPr/>
          <p:nvPr/>
        </p:nvSpPr>
        <p:spPr>
          <a:xfrm>
            <a:off x="2463800" y="127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Freeform 593"/>
          <p:cNvSpPr/>
          <p:nvPr/>
        </p:nvSpPr>
        <p:spPr>
          <a:xfrm>
            <a:off x="2501900" y="125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Freeform 594"/>
          <p:cNvSpPr/>
          <p:nvPr/>
        </p:nvSpPr>
        <p:spPr>
          <a:xfrm>
            <a:off x="2527300" y="125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Freeform 595"/>
          <p:cNvSpPr/>
          <p:nvPr/>
        </p:nvSpPr>
        <p:spPr>
          <a:xfrm>
            <a:off x="2565400" y="125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Freeform 596"/>
          <p:cNvSpPr/>
          <p:nvPr/>
        </p:nvSpPr>
        <p:spPr>
          <a:xfrm>
            <a:off x="1587500" y="1473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Freeform 597"/>
          <p:cNvSpPr/>
          <p:nvPr/>
        </p:nvSpPr>
        <p:spPr>
          <a:xfrm>
            <a:off x="1625600" y="1473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Freeform 598"/>
          <p:cNvSpPr/>
          <p:nvPr/>
        </p:nvSpPr>
        <p:spPr>
          <a:xfrm>
            <a:off x="1663700" y="1473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Freeform 599"/>
          <p:cNvSpPr/>
          <p:nvPr/>
        </p:nvSpPr>
        <p:spPr>
          <a:xfrm>
            <a:off x="1689100" y="1473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Freeform 600"/>
          <p:cNvSpPr/>
          <p:nvPr/>
        </p:nvSpPr>
        <p:spPr>
          <a:xfrm>
            <a:off x="1727200" y="1460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Freeform 601"/>
          <p:cNvSpPr/>
          <p:nvPr/>
        </p:nvSpPr>
        <p:spPr>
          <a:xfrm>
            <a:off x="1765300" y="1460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Freeform 602"/>
          <p:cNvSpPr/>
          <p:nvPr/>
        </p:nvSpPr>
        <p:spPr>
          <a:xfrm>
            <a:off x="1803400" y="1460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Freeform 603"/>
          <p:cNvSpPr/>
          <p:nvPr/>
        </p:nvSpPr>
        <p:spPr>
          <a:xfrm>
            <a:off x="1828800" y="1460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Freeform 604"/>
          <p:cNvSpPr/>
          <p:nvPr/>
        </p:nvSpPr>
        <p:spPr>
          <a:xfrm>
            <a:off x="1866900" y="1447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Freeform 605"/>
          <p:cNvSpPr/>
          <p:nvPr/>
        </p:nvSpPr>
        <p:spPr>
          <a:xfrm>
            <a:off x="1905000" y="1447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Freeform 606"/>
          <p:cNvSpPr/>
          <p:nvPr/>
        </p:nvSpPr>
        <p:spPr>
          <a:xfrm>
            <a:off x="1930400" y="1447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Freeform 607"/>
          <p:cNvSpPr/>
          <p:nvPr/>
        </p:nvSpPr>
        <p:spPr>
          <a:xfrm>
            <a:off x="1968500" y="1447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Freeform 608"/>
          <p:cNvSpPr/>
          <p:nvPr/>
        </p:nvSpPr>
        <p:spPr>
          <a:xfrm>
            <a:off x="2006600" y="14351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3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Freeform 609"/>
          <p:cNvSpPr/>
          <p:nvPr/>
        </p:nvSpPr>
        <p:spPr>
          <a:xfrm>
            <a:off x="2044700" y="1435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Freeform 610"/>
          <p:cNvSpPr/>
          <p:nvPr/>
        </p:nvSpPr>
        <p:spPr>
          <a:xfrm>
            <a:off x="2070100" y="1397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6"/>
                </a:lnTo>
                <a:lnTo>
                  <a:pt x="3" y="0"/>
                </a:lnTo>
                <a:lnTo>
                  <a:pt x="0" y="3"/>
                </a:lnTo>
                <a:lnTo>
                  <a:pt x="1" y="10"/>
                </a:lnTo>
                <a:close/>
              </a:path>
            </a:pathLst>
          </a:custGeom>
          <a:solidFill>
            <a:srgbClr val="0000F4"/>
          </a:solidFill>
          <a:ln w="3175">
            <a:solidFill>
              <a:srgbClr val="000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Freeform 611"/>
          <p:cNvSpPr/>
          <p:nvPr/>
        </p:nvSpPr>
        <p:spPr>
          <a:xfrm>
            <a:off x="2108200" y="1282700"/>
            <a:ext cx="50800" cy="190500"/>
          </a:xfrm>
          <a:custGeom>
            <a:avLst/>
            <a:gdLst/>
            <a:ahLst/>
            <a:cxnLst/>
            <a:rect l="l" t="t" r="r" b="b"/>
            <a:pathLst>
              <a:path w="4" h="15">
                <a:moveTo>
                  <a:pt x="1" y="15"/>
                </a:moveTo>
                <a:lnTo>
                  <a:pt x="4" y="6"/>
                </a:lnTo>
                <a:lnTo>
                  <a:pt x="3" y="0"/>
                </a:lnTo>
                <a:lnTo>
                  <a:pt x="0" y="9"/>
                </a:lnTo>
                <a:lnTo>
                  <a:pt x="1" y="15"/>
                </a:lnTo>
                <a:close/>
              </a:path>
            </a:pathLst>
          </a:custGeom>
          <a:solidFill>
            <a:srgbClr val="007A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Freeform 612"/>
          <p:cNvSpPr/>
          <p:nvPr/>
        </p:nvSpPr>
        <p:spPr>
          <a:xfrm>
            <a:off x="2146300" y="1282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6"/>
                </a:moveTo>
                <a:lnTo>
                  <a:pt x="3" y="8"/>
                </a:lnTo>
                <a:lnTo>
                  <a:pt x="2" y="3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BAFF"/>
          </a:solidFill>
          <a:ln w="3175">
            <a:solidFill>
              <a:srgbClr val="009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Freeform 613"/>
          <p:cNvSpPr/>
          <p:nvPr/>
        </p:nvSpPr>
        <p:spPr>
          <a:xfrm>
            <a:off x="2171700" y="1320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Freeform 614"/>
          <p:cNvSpPr/>
          <p:nvPr/>
        </p:nvSpPr>
        <p:spPr>
          <a:xfrm>
            <a:off x="2209800" y="1333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Freeform 615"/>
          <p:cNvSpPr/>
          <p:nvPr/>
        </p:nvSpPr>
        <p:spPr>
          <a:xfrm>
            <a:off x="2247900" y="1320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Freeform 616"/>
          <p:cNvSpPr/>
          <p:nvPr/>
        </p:nvSpPr>
        <p:spPr>
          <a:xfrm>
            <a:off x="2286000" y="11938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0" y="15"/>
                </a:moveTo>
                <a:lnTo>
                  <a:pt x="3" y="12"/>
                </a:lnTo>
                <a:lnTo>
                  <a:pt x="2" y="0"/>
                </a:lnTo>
                <a:lnTo>
                  <a:pt x="0" y="10"/>
                </a:lnTo>
                <a:lnTo>
                  <a:pt x="0" y="15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Freeform 617"/>
          <p:cNvSpPr/>
          <p:nvPr/>
        </p:nvSpPr>
        <p:spPr>
          <a:xfrm>
            <a:off x="2311400" y="1092200"/>
            <a:ext cx="50800" cy="254000"/>
          </a:xfrm>
          <a:custGeom>
            <a:avLst/>
            <a:gdLst/>
            <a:ahLst/>
            <a:cxnLst/>
            <a:rect l="l" t="t" r="r" b="b"/>
            <a:pathLst>
              <a:path w="4" h="20">
                <a:moveTo>
                  <a:pt x="1" y="20"/>
                </a:moveTo>
                <a:lnTo>
                  <a:pt x="4" y="17"/>
                </a:lnTo>
                <a:lnTo>
                  <a:pt x="3" y="0"/>
                </a:lnTo>
                <a:lnTo>
                  <a:pt x="0" y="8"/>
                </a:lnTo>
                <a:lnTo>
                  <a:pt x="1" y="20"/>
                </a:lnTo>
                <a:close/>
              </a:path>
            </a:pathLst>
          </a:custGeom>
          <a:solidFill>
            <a:srgbClr val="52FFAD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Freeform 618"/>
          <p:cNvSpPr/>
          <p:nvPr/>
        </p:nvSpPr>
        <p:spPr>
          <a:xfrm>
            <a:off x="2349500" y="10795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1" y="18"/>
                </a:moveTo>
                <a:lnTo>
                  <a:pt x="4" y="15"/>
                </a:lnTo>
                <a:lnTo>
                  <a:pt x="3" y="0"/>
                </a:lnTo>
                <a:lnTo>
                  <a:pt x="0" y="1"/>
                </a:lnTo>
                <a:lnTo>
                  <a:pt x="1" y="18"/>
                </a:lnTo>
                <a:close/>
              </a:path>
            </a:pathLst>
          </a:custGeom>
          <a:solidFill>
            <a:srgbClr val="9CFF63"/>
          </a:solidFill>
          <a:ln w="3175">
            <a:solidFill>
              <a:srgbClr val="7DC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Freeform 619"/>
          <p:cNvSpPr/>
          <p:nvPr/>
        </p:nvSpPr>
        <p:spPr>
          <a:xfrm>
            <a:off x="2387600" y="1066800"/>
            <a:ext cx="38100" cy="203200"/>
          </a:xfrm>
          <a:custGeom>
            <a:avLst/>
            <a:gdLst/>
            <a:ahLst/>
            <a:cxnLst/>
            <a:rect l="l" t="t" r="r" b="b"/>
            <a:pathLst>
              <a:path w="3" h="16">
                <a:moveTo>
                  <a:pt x="1" y="16"/>
                </a:moveTo>
                <a:lnTo>
                  <a:pt x="3" y="16"/>
                </a:lnTo>
                <a:lnTo>
                  <a:pt x="2" y="0"/>
                </a:lnTo>
                <a:lnTo>
                  <a:pt x="0" y="1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EC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Freeform 620"/>
          <p:cNvSpPr/>
          <p:nvPr/>
        </p:nvSpPr>
        <p:spPr>
          <a:xfrm>
            <a:off x="2413000" y="10668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3FF4C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Freeform 621"/>
          <p:cNvSpPr/>
          <p:nvPr/>
        </p:nvSpPr>
        <p:spPr>
          <a:xfrm>
            <a:off x="2451100" y="10668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Freeform 622"/>
          <p:cNvSpPr/>
          <p:nvPr/>
        </p:nvSpPr>
        <p:spPr>
          <a:xfrm>
            <a:off x="2489200" y="1054100"/>
            <a:ext cx="38100" cy="215900"/>
          </a:xfrm>
          <a:custGeom>
            <a:avLst/>
            <a:gdLst/>
            <a:ahLst/>
            <a:cxnLst/>
            <a:rect l="l" t="t" r="r" b="b"/>
            <a:pathLst>
              <a:path w="3" h="17">
                <a:moveTo>
                  <a:pt x="1" y="17"/>
                </a:moveTo>
                <a:lnTo>
                  <a:pt x="3" y="16"/>
                </a:lnTo>
                <a:lnTo>
                  <a:pt x="2" y="0"/>
                </a:lnTo>
                <a:lnTo>
                  <a:pt x="0" y="1"/>
                </a:lnTo>
                <a:lnTo>
                  <a:pt x="1" y="17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Freeform 623"/>
          <p:cNvSpPr/>
          <p:nvPr/>
        </p:nvSpPr>
        <p:spPr>
          <a:xfrm>
            <a:off x="2514600" y="10541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Freeform 624"/>
          <p:cNvSpPr/>
          <p:nvPr/>
        </p:nvSpPr>
        <p:spPr>
          <a:xfrm>
            <a:off x="2552700" y="10541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Freeform 625"/>
          <p:cNvSpPr/>
          <p:nvPr/>
        </p:nvSpPr>
        <p:spPr>
          <a:xfrm>
            <a:off x="1574800" y="142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Freeform 626"/>
          <p:cNvSpPr/>
          <p:nvPr/>
        </p:nvSpPr>
        <p:spPr>
          <a:xfrm>
            <a:off x="16129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Freeform 627"/>
          <p:cNvSpPr/>
          <p:nvPr/>
        </p:nvSpPr>
        <p:spPr>
          <a:xfrm>
            <a:off x="1651000" y="140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Freeform 628"/>
          <p:cNvSpPr/>
          <p:nvPr/>
        </p:nvSpPr>
        <p:spPr>
          <a:xfrm>
            <a:off x="1676400" y="140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Freeform 629"/>
          <p:cNvSpPr/>
          <p:nvPr/>
        </p:nvSpPr>
        <p:spPr>
          <a:xfrm>
            <a:off x="1714500" y="140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Freeform 630"/>
          <p:cNvSpPr/>
          <p:nvPr/>
        </p:nvSpPr>
        <p:spPr>
          <a:xfrm>
            <a:off x="17526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Freeform 631"/>
          <p:cNvSpPr/>
          <p:nvPr/>
        </p:nvSpPr>
        <p:spPr>
          <a:xfrm>
            <a:off x="1790700" y="1397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Freeform 632"/>
          <p:cNvSpPr/>
          <p:nvPr/>
        </p:nvSpPr>
        <p:spPr>
          <a:xfrm>
            <a:off x="1816100" y="1397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Freeform 633"/>
          <p:cNvSpPr/>
          <p:nvPr/>
        </p:nvSpPr>
        <p:spPr>
          <a:xfrm>
            <a:off x="1854200" y="1397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Freeform 634"/>
          <p:cNvSpPr/>
          <p:nvPr/>
        </p:nvSpPr>
        <p:spPr>
          <a:xfrm>
            <a:off x="1892300" y="139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Freeform 635"/>
          <p:cNvSpPr/>
          <p:nvPr/>
        </p:nvSpPr>
        <p:spPr>
          <a:xfrm>
            <a:off x="19177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Freeform 636"/>
          <p:cNvSpPr/>
          <p:nvPr/>
        </p:nvSpPr>
        <p:spPr>
          <a:xfrm>
            <a:off x="19558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Freeform 637"/>
          <p:cNvSpPr/>
          <p:nvPr/>
        </p:nvSpPr>
        <p:spPr>
          <a:xfrm>
            <a:off x="19939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Freeform 638"/>
          <p:cNvSpPr/>
          <p:nvPr/>
        </p:nvSpPr>
        <p:spPr>
          <a:xfrm>
            <a:off x="20320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Freeform 639"/>
          <p:cNvSpPr/>
          <p:nvPr/>
        </p:nvSpPr>
        <p:spPr>
          <a:xfrm>
            <a:off x="2057400" y="134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Freeform 640"/>
          <p:cNvSpPr/>
          <p:nvPr/>
        </p:nvSpPr>
        <p:spPr>
          <a:xfrm>
            <a:off x="2095500" y="1270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10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Freeform 641"/>
          <p:cNvSpPr/>
          <p:nvPr/>
        </p:nvSpPr>
        <p:spPr>
          <a:xfrm>
            <a:off x="2133600" y="1270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6FFF8"/>
          </a:solidFill>
          <a:ln w="3175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Freeform 642"/>
          <p:cNvSpPr/>
          <p:nvPr/>
        </p:nvSpPr>
        <p:spPr>
          <a:xfrm>
            <a:off x="2159000" y="1257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5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EDFF"/>
          </a:solidFill>
          <a:ln w="3175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Freeform 643"/>
          <p:cNvSpPr/>
          <p:nvPr/>
        </p:nvSpPr>
        <p:spPr>
          <a:xfrm>
            <a:off x="2197100" y="1257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EAFF"/>
          </a:solidFill>
          <a:ln w="3175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Freeform 644"/>
          <p:cNvSpPr/>
          <p:nvPr/>
        </p:nvSpPr>
        <p:spPr>
          <a:xfrm>
            <a:off x="2235200" y="1257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EAFF"/>
          </a:solidFill>
          <a:ln w="3175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Freeform 645"/>
          <p:cNvSpPr/>
          <p:nvPr/>
        </p:nvSpPr>
        <p:spPr>
          <a:xfrm>
            <a:off x="2273300" y="11303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5"/>
                </a:lnTo>
                <a:lnTo>
                  <a:pt x="2" y="0"/>
                </a:lnTo>
                <a:lnTo>
                  <a:pt x="0" y="10"/>
                </a:lnTo>
                <a:lnTo>
                  <a:pt x="1" y="15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Freeform 646"/>
          <p:cNvSpPr/>
          <p:nvPr/>
        </p:nvSpPr>
        <p:spPr>
          <a:xfrm>
            <a:off x="2298700" y="10160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6"/>
                </a:lnTo>
                <a:lnTo>
                  <a:pt x="3" y="0"/>
                </a:lnTo>
                <a:lnTo>
                  <a:pt x="0" y="9"/>
                </a:lnTo>
                <a:lnTo>
                  <a:pt x="1" y="14"/>
                </a:lnTo>
                <a:close/>
              </a:path>
            </a:pathLst>
          </a:custGeom>
          <a:solidFill>
            <a:srgbClr val="FFE400"/>
          </a:solidFill>
          <a:ln w="3175">
            <a:solidFill>
              <a:srgbClr val="CCB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Freeform 647"/>
          <p:cNvSpPr/>
          <p:nvPr/>
        </p:nvSpPr>
        <p:spPr>
          <a:xfrm>
            <a:off x="2336800" y="9398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6"/>
                </a:lnTo>
                <a:lnTo>
                  <a:pt x="1" y="12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Freeform 648"/>
          <p:cNvSpPr/>
          <p:nvPr/>
        </p:nvSpPr>
        <p:spPr>
          <a:xfrm>
            <a:off x="2374900" y="939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FF4300"/>
          </a:solidFill>
          <a:ln w="3175">
            <a:solidFill>
              <a:srgbClr val="CC3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Freeform 649"/>
          <p:cNvSpPr/>
          <p:nvPr/>
        </p:nvSpPr>
        <p:spPr>
          <a:xfrm>
            <a:off x="2400300" y="9398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Freeform 650"/>
          <p:cNvSpPr/>
          <p:nvPr/>
        </p:nvSpPr>
        <p:spPr>
          <a:xfrm>
            <a:off x="2438400" y="9398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Freeform 651"/>
          <p:cNvSpPr/>
          <p:nvPr/>
        </p:nvSpPr>
        <p:spPr>
          <a:xfrm>
            <a:off x="2476500" y="9271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0"/>
                </a:lnTo>
                <a:lnTo>
                  <a:pt x="3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Freeform 652"/>
          <p:cNvSpPr/>
          <p:nvPr/>
        </p:nvSpPr>
        <p:spPr>
          <a:xfrm>
            <a:off x="2514600" y="9271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Freeform 653"/>
          <p:cNvSpPr/>
          <p:nvPr/>
        </p:nvSpPr>
        <p:spPr>
          <a:xfrm>
            <a:off x="2540000" y="927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Freeform 654"/>
          <p:cNvSpPr/>
          <p:nvPr/>
        </p:nvSpPr>
        <p:spPr>
          <a:xfrm>
            <a:off x="15621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Freeform 655"/>
          <p:cNvSpPr/>
          <p:nvPr/>
        </p:nvSpPr>
        <p:spPr>
          <a:xfrm>
            <a:off x="16002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Freeform 656"/>
          <p:cNvSpPr/>
          <p:nvPr/>
        </p:nvSpPr>
        <p:spPr>
          <a:xfrm>
            <a:off x="16383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Freeform 657"/>
          <p:cNvSpPr/>
          <p:nvPr/>
        </p:nvSpPr>
        <p:spPr>
          <a:xfrm>
            <a:off x="1663700" y="1409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Freeform 658"/>
          <p:cNvSpPr/>
          <p:nvPr/>
        </p:nvSpPr>
        <p:spPr>
          <a:xfrm>
            <a:off x="17018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Freeform 659"/>
          <p:cNvSpPr/>
          <p:nvPr/>
        </p:nvSpPr>
        <p:spPr>
          <a:xfrm>
            <a:off x="17399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Freeform 660"/>
          <p:cNvSpPr/>
          <p:nvPr/>
        </p:nvSpPr>
        <p:spPr>
          <a:xfrm>
            <a:off x="1778000" y="139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Freeform 661"/>
          <p:cNvSpPr/>
          <p:nvPr/>
        </p:nvSpPr>
        <p:spPr>
          <a:xfrm>
            <a:off x="1803400" y="1397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Freeform 662"/>
          <p:cNvSpPr/>
          <p:nvPr/>
        </p:nvSpPr>
        <p:spPr>
          <a:xfrm>
            <a:off x="18415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Freeform 663"/>
          <p:cNvSpPr/>
          <p:nvPr/>
        </p:nvSpPr>
        <p:spPr>
          <a:xfrm>
            <a:off x="18796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Freeform 664"/>
          <p:cNvSpPr/>
          <p:nvPr/>
        </p:nvSpPr>
        <p:spPr>
          <a:xfrm>
            <a:off x="19050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Freeform 665"/>
          <p:cNvSpPr/>
          <p:nvPr/>
        </p:nvSpPr>
        <p:spPr>
          <a:xfrm>
            <a:off x="1943100" y="1384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Freeform 666"/>
          <p:cNvSpPr/>
          <p:nvPr/>
        </p:nvSpPr>
        <p:spPr>
          <a:xfrm>
            <a:off x="19812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Freeform 667"/>
          <p:cNvSpPr/>
          <p:nvPr/>
        </p:nvSpPr>
        <p:spPr>
          <a:xfrm>
            <a:off x="20193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Freeform 668"/>
          <p:cNvSpPr/>
          <p:nvPr/>
        </p:nvSpPr>
        <p:spPr>
          <a:xfrm>
            <a:off x="20447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Freeform 669"/>
          <p:cNvSpPr/>
          <p:nvPr/>
        </p:nvSpPr>
        <p:spPr>
          <a:xfrm>
            <a:off x="2082800" y="1257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A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Freeform 670"/>
          <p:cNvSpPr/>
          <p:nvPr/>
        </p:nvSpPr>
        <p:spPr>
          <a:xfrm>
            <a:off x="2120900" y="123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2DFFD2"/>
          </a:solidFill>
          <a:ln w="3175">
            <a:solidFill>
              <a:srgbClr val="24C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Freeform 671"/>
          <p:cNvSpPr/>
          <p:nvPr/>
        </p:nvSpPr>
        <p:spPr>
          <a:xfrm>
            <a:off x="2146300" y="121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Freeform 672"/>
          <p:cNvSpPr/>
          <p:nvPr/>
        </p:nvSpPr>
        <p:spPr>
          <a:xfrm>
            <a:off x="2184400" y="121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40FFBF"/>
          </a:solidFill>
          <a:ln w="3175">
            <a:solidFill>
              <a:srgbClr val="34CC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Freeform 673"/>
          <p:cNvSpPr/>
          <p:nvPr/>
        </p:nvSpPr>
        <p:spPr>
          <a:xfrm>
            <a:off x="2222500" y="1206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40FFBF"/>
          </a:solidFill>
          <a:ln w="3175">
            <a:solidFill>
              <a:srgbClr val="34CC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Freeform 674"/>
          <p:cNvSpPr/>
          <p:nvPr/>
        </p:nvSpPr>
        <p:spPr>
          <a:xfrm>
            <a:off x="2260600" y="10922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3"/>
                </a:lnTo>
                <a:lnTo>
                  <a:pt x="2" y="0"/>
                </a:lnTo>
                <a:lnTo>
                  <a:pt x="0" y="9"/>
                </a:lnTo>
                <a:lnTo>
                  <a:pt x="1" y="13"/>
                </a:lnTo>
                <a:close/>
              </a:path>
            </a:pathLst>
          </a:custGeom>
          <a:solidFill>
            <a:srgbClr val="A6FF59"/>
          </a:solidFill>
          <a:ln w="3175">
            <a:solidFill>
              <a:srgbClr val="85C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Freeform 675"/>
          <p:cNvSpPr/>
          <p:nvPr/>
        </p:nvSpPr>
        <p:spPr>
          <a:xfrm>
            <a:off x="2286000" y="9779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3"/>
                </a:lnTo>
                <a:lnTo>
                  <a:pt x="3" y="0"/>
                </a:lnTo>
                <a:lnTo>
                  <a:pt x="0" y="9"/>
                </a:lnTo>
                <a:lnTo>
                  <a:pt x="1" y="12"/>
                </a:lnTo>
                <a:close/>
              </a:path>
            </a:pathLst>
          </a:custGeom>
          <a:solidFill>
            <a:srgbClr val="FF9600"/>
          </a:solidFill>
          <a:ln w="3175">
            <a:solidFill>
              <a:srgbClr val="CC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Freeform 676"/>
          <p:cNvSpPr/>
          <p:nvPr/>
        </p:nvSpPr>
        <p:spPr>
          <a:xfrm>
            <a:off x="2324100" y="914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5"/>
                </a:lnTo>
                <a:lnTo>
                  <a:pt x="1" y="8"/>
                </a:lnTo>
                <a:close/>
              </a:path>
            </a:pathLst>
          </a:custGeom>
          <a:solidFill>
            <a:srgbClr val="FE0000"/>
          </a:solidFill>
          <a:ln w="3175">
            <a:solidFill>
              <a:srgbClr val="C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Freeform 677"/>
          <p:cNvSpPr/>
          <p:nvPr/>
        </p:nvSpPr>
        <p:spPr>
          <a:xfrm>
            <a:off x="2362200" y="90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C10000"/>
          </a:solidFill>
          <a:ln w="3175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Freeform 678"/>
          <p:cNvSpPr/>
          <p:nvPr/>
        </p:nvSpPr>
        <p:spPr>
          <a:xfrm>
            <a:off x="23876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Freeform 679"/>
          <p:cNvSpPr/>
          <p:nvPr/>
        </p:nvSpPr>
        <p:spPr>
          <a:xfrm>
            <a:off x="2425700" y="889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Freeform 680"/>
          <p:cNvSpPr/>
          <p:nvPr/>
        </p:nvSpPr>
        <p:spPr>
          <a:xfrm>
            <a:off x="2463800" y="889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Freeform 681"/>
          <p:cNvSpPr/>
          <p:nvPr/>
        </p:nvSpPr>
        <p:spPr>
          <a:xfrm>
            <a:off x="25019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Freeform 682"/>
          <p:cNvSpPr/>
          <p:nvPr/>
        </p:nvSpPr>
        <p:spPr>
          <a:xfrm>
            <a:off x="2527300" y="88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Freeform 683"/>
          <p:cNvSpPr/>
          <p:nvPr/>
        </p:nvSpPr>
        <p:spPr>
          <a:xfrm>
            <a:off x="15494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Freeform 684"/>
          <p:cNvSpPr/>
          <p:nvPr/>
        </p:nvSpPr>
        <p:spPr>
          <a:xfrm>
            <a:off x="15875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Freeform 685"/>
          <p:cNvSpPr/>
          <p:nvPr/>
        </p:nvSpPr>
        <p:spPr>
          <a:xfrm>
            <a:off x="1625600" y="139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Freeform 686"/>
          <p:cNvSpPr/>
          <p:nvPr/>
        </p:nvSpPr>
        <p:spPr>
          <a:xfrm>
            <a:off x="16510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Freeform 687"/>
          <p:cNvSpPr/>
          <p:nvPr/>
        </p:nvSpPr>
        <p:spPr>
          <a:xfrm>
            <a:off x="16891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Freeform 688"/>
          <p:cNvSpPr/>
          <p:nvPr/>
        </p:nvSpPr>
        <p:spPr>
          <a:xfrm>
            <a:off x="17272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Freeform 689"/>
          <p:cNvSpPr/>
          <p:nvPr/>
        </p:nvSpPr>
        <p:spPr>
          <a:xfrm>
            <a:off x="17653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Freeform 690"/>
          <p:cNvSpPr/>
          <p:nvPr/>
        </p:nvSpPr>
        <p:spPr>
          <a:xfrm>
            <a:off x="17907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Freeform 691"/>
          <p:cNvSpPr/>
          <p:nvPr/>
        </p:nvSpPr>
        <p:spPr>
          <a:xfrm>
            <a:off x="18288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Freeform 692"/>
          <p:cNvSpPr/>
          <p:nvPr/>
        </p:nvSpPr>
        <p:spPr>
          <a:xfrm>
            <a:off x="1866900" y="138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Freeform 693"/>
          <p:cNvSpPr/>
          <p:nvPr/>
        </p:nvSpPr>
        <p:spPr>
          <a:xfrm>
            <a:off x="18923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Freeform 694"/>
          <p:cNvSpPr/>
          <p:nvPr/>
        </p:nvSpPr>
        <p:spPr>
          <a:xfrm>
            <a:off x="19304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Freeform 695"/>
          <p:cNvSpPr/>
          <p:nvPr/>
        </p:nvSpPr>
        <p:spPr>
          <a:xfrm>
            <a:off x="19685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Freeform 696"/>
          <p:cNvSpPr/>
          <p:nvPr/>
        </p:nvSpPr>
        <p:spPr>
          <a:xfrm>
            <a:off x="20066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Freeform 697"/>
          <p:cNvSpPr/>
          <p:nvPr/>
        </p:nvSpPr>
        <p:spPr>
          <a:xfrm>
            <a:off x="20320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Freeform 698"/>
          <p:cNvSpPr/>
          <p:nvPr/>
        </p:nvSpPr>
        <p:spPr>
          <a:xfrm>
            <a:off x="2070100" y="1244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Freeform 699"/>
          <p:cNvSpPr/>
          <p:nvPr/>
        </p:nvSpPr>
        <p:spPr>
          <a:xfrm>
            <a:off x="2108200" y="1193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44FFBB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Freeform 700"/>
          <p:cNvSpPr/>
          <p:nvPr/>
        </p:nvSpPr>
        <p:spPr>
          <a:xfrm>
            <a:off x="2133600" y="119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67FF98"/>
          </a:solidFill>
          <a:ln w="3175">
            <a:solidFill>
              <a:srgbClr val="52CC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Freeform 701"/>
          <p:cNvSpPr/>
          <p:nvPr/>
        </p:nvSpPr>
        <p:spPr>
          <a:xfrm>
            <a:off x="2171700" y="119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6CFF93"/>
          </a:solidFill>
          <a:ln w="3175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reeform 702"/>
          <p:cNvSpPr/>
          <p:nvPr/>
        </p:nvSpPr>
        <p:spPr>
          <a:xfrm>
            <a:off x="2209800" y="118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6CFF93"/>
          </a:solidFill>
          <a:ln w="3175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Freeform 703"/>
          <p:cNvSpPr/>
          <p:nvPr/>
        </p:nvSpPr>
        <p:spPr>
          <a:xfrm>
            <a:off x="2247900" y="1066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2"/>
                </a:lnTo>
                <a:lnTo>
                  <a:pt x="2" y="0"/>
                </a:lnTo>
                <a:lnTo>
                  <a:pt x="0" y="9"/>
                </a:lnTo>
                <a:lnTo>
                  <a:pt x="1" y="11"/>
                </a:lnTo>
                <a:close/>
              </a:path>
            </a:pathLst>
          </a:custGeom>
          <a:solidFill>
            <a:srgbClr val="D0FF2F"/>
          </a:solidFill>
          <a:ln w="3175">
            <a:solidFill>
              <a:srgbClr val="A6C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Freeform 704"/>
          <p:cNvSpPr/>
          <p:nvPr/>
        </p:nvSpPr>
        <p:spPr>
          <a:xfrm>
            <a:off x="2273300" y="9525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2"/>
                </a:lnTo>
                <a:lnTo>
                  <a:pt x="3" y="0"/>
                </a:lnTo>
                <a:lnTo>
                  <a:pt x="0" y="9"/>
                </a:lnTo>
                <a:lnTo>
                  <a:pt x="1" y="11"/>
                </a:lnTo>
                <a:close/>
              </a:path>
            </a:pathLst>
          </a:custGeom>
          <a:solidFill>
            <a:srgbClr val="FF6E00"/>
          </a:solidFill>
          <a:ln w="3175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Freeform 705"/>
          <p:cNvSpPr/>
          <p:nvPr/>
        </p:nvSpPr>
        <p:spPr>
          <a:xfrm>
            <a:off x="2311400" y="889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2"/>
                </a:lnTo>
                <a:lnTo>
                  <a:pt x="3" y="0"/>
                </a:lnTo>
                <a:lnTo>
                  <a:pt x="0" y="5"/>
                </a:lnTo>
                <a:lnTo>
                  <a:pt x="1" y="7"/>
                </a:lnTo>
                <a:close/>
              </a:path>
            </a:pathLst>
          </a:custGeom>
          <a:solidFill>
            <a:srgbClr val="DA0000"/>
          </a:solidFill>
          <a:ln w="3175">
            <a:solidFill>
              <a:srgbClr val="A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Freeform 706"/>
          <p:cNvSpPr/>
          <p:nvPr/>
        </p:nvSpPr>
        <p:spPr>
          <a:xfrm>
            <a:off x="2349500" y="876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A0000"/>
          </a:solidFill>
          <a:ln w="3175">
            <a:solidFill>
              <a:srgbClr val="7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Freeform 707"/>
          <p:cNvSpPr/>
          <p:nvPr/>
        </p:nvSpPr>
        <p:spPr>
          <a:xfrm>
            <a:off x="2374900" y="87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Freeform 708"/>
          <p:cNvSpPr/>
          <p:nvPr/>
        </p:nvSpPr>
        <p:spPr>
          <a:xfrm>
            <a:off x="2413000" y="86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Freeform 709"/>
          <p:cNvSpPr/>
          <p:nvPr/>
        </p:nvSpPr>
        <p:spPr>
          <a:xfrm>
            <a:off x="2451100" y="86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Freeform 710"/>
          <p:cNvSpPr/>
          <p:nvPr/>
        </p:nvSpPr>
        <p:spPr>
          <a:xfrm>
            <a:off x="2489200" y="863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Freeform 711"/>
          <p:cNvSpPr/>
          <p:nvPr/>
        </p:nvSpPr>
        <p:spPr>
          <a:xfrm>
            <a:off x="2514600" y="86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Freeform 712"/>
          <p:cNvSpPr/>
          <p:nvPr/>
        </p:nvSpPr>
        <p:spPr>
          <a:xfrm>
            <a:off x="15367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Freeform 713"/>
          <p:cNvSpPr/>
          <p:nvPr/>
        </p:nvSpPr>
        <p:spPr>
          <a:xfrm>
            <a:off x="15748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reeform 714"/>
          <p:cNvSpPr/>
          <p:nvPr/>
        </p:nvSpPr>
        <p:spPr>
          <a:xfrm>
            <a:off x="1612900" y="139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Freeform 715"/>
          <p:cNvSpPr/>
          <p:nvPr/>
        </p:nvSpPr>
        <p:spPr>
          <a:xfrm>
            <a:off x="16383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Freeform 716"/>
          <p:cNvSpPr/>
          <p:nvPr/>
        </p:nvSpPr>
        <p:spPr>
          <a:xfrm>
            <a:off x="16764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Freeform 717"/>
          <p:cNvSpPr/>
          <p:nvPr/>
        </p:nvSpPr>
        <p:spPr>
          <a:xfrm>
            <a:off x="17145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Freeform 718"/>
          <p:cNvSpPr/>
          <p:nvPr/>
        </p:nvSpPr>
        <p:spPr>
          <a:xfrm>
            <a:off x="1752600" y="138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Freeform 719"/>
          <p:cNvSpPr/>
          <p:nvPr/>
        </p:nvSpPr>
        <p:spPr>
          <a:xfrm>
            <a:off x="17780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Freeform 720"/>
          <p:cNvSpPr/>
          <p:nvPr/>
        </p:nvSpPr>
        <p:spPr>
          <a:xfrm>
            <a:off x="18161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Freeform 721"/>
          <p:cNvSpPr/>
          <p:nvPr/>
        </p:nvSpPr>
        <p:spPr>
          <a:xfrm>
            <a:off x="18542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Freeform 722"/>
          <p:cNvSpPr/>
          <p:nvPr/>
        </p:nvSpPr>
        <p:spPr>
          <a:xfrm>
            <a:off x="18796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Freeform 723"/>
          <p:cNvSpPr/>
          <p:nvPr/>
        </p:nvSpPr>
        <p:spPr>
          <a:xfrm>
            <a:off x="19177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Freeform 724"/>
          <p:cNvSpPr/>
          <p:nvPr/>
        </p:nvSpPr>
        <p:spPr>
          <a:xfrm>
            <a:off x="19558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Freeform 725"/>
          <p:cNvSpPr/>
          <p:nvPr/>
        </p:nvSpPr>
        <p:spPr>
          <a:xfrm>
            <a:off x="19939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Freeform 726"/>
          <p:cNvSpPr/>
          <p:nvPr/>
        </p:nvSpPr>
        <p:spPr>
          <a:xfrm>
            <a:off x="20193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Freeform 727"/>
          <p:cNvSpPr/>
          <p:nvPr/>
        </p:nvSpPr>
        <p:spPr>
          <a:xfrm>
            <a:off x="2057400" y="1231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Freeform 728"/>
          <p:cNvSpPr/>
          <p:nvPr/>
        </p:nvSpPr>
        <p:spPr>
          <a:xfrm>
            <a:off x="2095500" y="119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Freeform 729"/>
          <p:cNvSpPr/>
          <p:nvPr/>
        </p:nvSpPr>
        <p:spPr>
          <a:xfrm>
            <a:off x="2120900" y="118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Freeform 730"/>
          <p:cNvSpPr/>
          <p:nvPr/>
        </p:nvSpPr>
        <p:spPr>
          <a:xfrm>
            <a:off x="2159000" y="118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CFF83"/>
          </a:solidFill>
          <a:ln w="3175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Freeform 731"/>
          <p:cNvSpPr/>
          <p:nvPr/>
        </p:nvSpPr>
        <p:spPr>
          <a:xfrm>
            <a:off x="2197100" y="118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CFF83"/>
          </a:solidFill>
          <a:ln w="3175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Freeform 732"/>
          <p:cNvSpPr/>
          <p:nvPr/>
        </p:nvSpPr>
        <p:spPr>
          <a:xfrm>
            <a:off x="2235200" y="10541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0"/>
                </a:lnTo>
                <a:close/>
              </a:path>
            </a:pathLst>
          </a:custGeom>
          <a:solidFill>
            <a:srgbClr val="E1FF1E"/>
          </a:solidFill>
          <a:ln w="3175">
            <a:solidFill>
              <a:srgbClr val="B4C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Freeform 733"/>
          <p:cNvSpPr/>
          <p:nvPr/>
        </p:nvSpPr>
        <p:spPr>
          <a:xfrm>
            <a:off x="2260600" y="9398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FF5D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Freeform 734"/>
          <p:cNvSpPr/>
          <p:nvPr/>
        </p:nvSpPr>
        <p:spPr>
          <a:xfrm>
            <a:off x="2298700" y="876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90000"/>
          </a:solidFill>
          <a:ln w="3175">
            <a:solidFill>
              <a:srgbClr val="A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Freeform 735"/>
          <p:cNvSpPr/>
          <p:nvPr/>
        </p:nvSpPr>
        <p:spPr>
          <a:xfrm>
            <a:off x="2336800" y="863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A0000"/>
          </a:solidFill>
          <a:ln w="3175">
            <a:solidFill>
              <a:srgbClr val="6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Freeform 736"/>
          <p:cNvSpPr/>
          <p:nvPr/>
        </p:nvSpPr>
        <p:spPr>
          <a:xfrm>
            <a:off x="23622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Freeform 737"/>
          <p:cNvSpPr/>
          <p:nvPr/>
        </p:nvSpPr>
        <p:spPr>
          <a:xfrm>
            <a:off x="24003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Freeform 738"/>
          <p:cNvSpPr/>
          <p:nvPr/>
        </p:nvSpPr>
        <p:spPr>
          <a:xfrm>
            <a:off x="24384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Freeform 739"/>
          <p:cNvSpPr/>
          <p:nvPr/>
        </p:nvSpPr>
        <p:spPr>
          <a:xfrm>
            <a:off x="24765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Freeform 740"/>
          <p:cNvSpPr/>
          <p:nvPr/>
        </p:nvSpPr>
        <p:spPr>
          <a:xfrm>
            <a:off x="25019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Freeform 741"/>
          <p:cNvSpPr/>
          <p:nvPr/>
        </p:nvSpPr>
        <p:spPr>
          <a:xfrm>
            <a:off x="15240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Freeform 742"/>
          <p:cNvSpPr/>
          <p:nvPr/>
        </p:nvSpPr>
        <p:spPr>
          <a:xfrm>
            <a:off x="15621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Freeform 743"/>
          <p:cNvSpPr/>
          <p:nvPr/>
        </p:nvSpPr>
        <p:spPr>
          <a:xfrm>
            <a:off x="16002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Freeform 744"/>
          <p:cNvSpPr/>
          <p:nvPr/>
        </p:nvSpPr>
        <p:spPr>
          <a:xfrm>
            <a:off x="16256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Freeform 745"/>
          <p:cNvSpPr/>
          <p:nvPr/>
        </p:nvSpPr>
        <p:spPr>
          <a:xfrm>
            <a:off x="16637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Freeform 746"/>
          <p:cNvSpPr/>
          <p:nvPr/>
        </p:nvSpPr>
        <p:spPr>
          <a:xfrm>
            <a:off x="17018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Freeform 747"/>
          <p:cNvSpPr/>
          <p:nvPr/>
        </p:nvSpPr>
        <p:spPr>
          <a:xfrm>
            <a:off x="17399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Freeform 748"/>
          <p:cNvSpPr/>
          <p:nvPr/>
        </p:nvSpPr>
        <p:spPr>
          <a:xfrm>
            <a:off x="17653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Freeform 749"/>
          <p:cNvSpPr/>
          <p:nvPr/>
        </p:nvSpPr>
        <p:spPr>
          <a:xfrm>
            <a:off x="18034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Freeform 750"/>
          <p:cNvSpPr/>
          <p:nvPr/>
        </p:nvSpPr>
        <p:spPr>
          <a:xfrm>
            <a:off x="18415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Freeform 751"/>
          <p:cNvSpPr/>
          <p:nvPr/>
        </p:nvSpPr>
        <p:spPr>
          <a:xfrm>
            <a:off x="1866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Freeform 752"/>
          <p:cNvSpPr/>
          <p:nvPr/>
        </p:nvSpPr>
        <p:spPr>
          <a:xfrm>
            <a:off x="19050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Freeform 753"/>
          <p:cNvSpPr/>
          <p:nvPr/>
        </p:nvSpPr>
        <p:spPr>
          <a:xfrm>
            <a:off x="1943100" y="1358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Freeform 754"/>
          <p:cNvSpPr/>
          <p:nvPr/>
        </p:nvSpPr>
        <p:spPr>
          <a:xfrm>
            <a:off x="19812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Freeform 755"/>
          <p:cNvSpPr/>
          <p:nvPr/>
        </p:nvSpPr>
        <p:spPr>
          <a:xfrm>
            <a:off x="2006600" y="132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Freeform 756"/>
          <p:cNvSpPr/>
          <p:nvPr/>
        </p:nvSpPr>
        <p:spPr>
          <a:xfrm>
            <a:off x="2044700" y="1231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Freeform 757"/>
          <p:cNvSpPr/>
          <p:nvPr/>
        </p:nvSpPr>
        <p:spPr>
          <a:xfrm>
            <a:off x="2082800" y="1181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Freeform 758"/>
          <p:cNvSpPr/>
          <p:nvPr/>
        </p:nvSpPr>
        <p:spPr>
          <a:xfrm>
            <a:off x="2108200" y="116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Freeform 759"/>
          <p:cNvSpPr/>
          <p:nvPr/>
        </p:nvSpPr>
        <p:spPr>
          <a:xfrm>
            <a:off x="2146300" y="116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Freeform 760"/>
          <p:cNvSpPr/>
          <p:nvPr/>
        </p:nvSpPr>
        <p:spPr>
          <a:xfrm>
            <a:off x="2184400" y="116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Freeform 761"/>
          <p:cNvSpPr/>
          <p:nvPr/>
        </p:nvSpPr>
        <p:spPr>
          <a:xfrm>
            <a:off x="2222500" y="10414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Freeform 762"/>
          <p:cNvSpPr/>
          <p:nvPr/>
        </p:nvSpPr>
        <p:spPr>
          <a:xfrm>
            <a:off x="2247900" y="9398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Freeform 763"/>
          <p:cNvSpPr/>
          <p:nvPr/>
        </p:nvSpPr>
        <p:spPr>
          <a:xfrm>
            <a:off x="2286000" y="876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Freeform 764"/>
          <p:cNvSpPr/>
          <p:nvPr/>
        </p:nvSpPr>
        <p:spPr>
          <a:xfrm>
            <a:off x="23241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Freeform 765"/>
          <p:cNvSpPr/>
          <p:nvPr/>
        </p:nvSpPr>
        <p:spPr>
          <a:xfrm>
            <a:off x="23495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Freeform 766"/>
          <p:cNvSpPr/>
          <p:nvPr/>
        </p:nvSpPr>
        <p:spPr>
          <a:xfrm>
            <a:off x="23876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Freeform 767"/>
          <p:cNvSpPr/>
          <p:nvPr/>
        </p:nvSpPr>
        <p:spPr>
          <a:xfrm>
            <a:off x="24257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Freeform 768"/>
          <p:cNvSpPr/>
          <p:nvPr/>
        </p:nvSpPr>
        <p:spPr>
          <a:xfrm>
            <a:off x="2463800" y="850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Freeform 769"/>
          <p:cNvSpPr/>
          <p:nvPr/>
        </p:nvSpPr>
        <p:spPr>
          <a:xfrm>
            <a:off x="24892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Freeform 770"/>
          <p:cNvSpPr/>
          <p:nvPr/>
        </p:nvSpPr>
        <p:spPr>
          <a:xfrm>
            <a:off x="15113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Freeform 771"/>
          <p:cNvSpPr/>
          <p:nvPr/>
        </p:nvSpPr>
        <p:spPr>
          <a:xfrm>
            <a:off x="15494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Freeform 772"/>
          <p:cNvSpPr/>
          <p:nvPr/>
        </p:nvSpPr>
        <p:spPr>
          <a:xfrm>
            <a:off x="15875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Freeform 773"/>
          <p:cNvSpPr/>
          <p:nvPr/>
        </p:nvSpPr>
        <p:spPr>
          <a:xfrm>
            <a:off x="16129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Freeform 774"/>
          <p:cNvSpPr/>
          <p:nvPr/>
        </p:nvSpPr>
        <p:spPr>
          <a:xfrm>
            <a:off x="16510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Freeform 775"/>
          <p:cNvSpPr/>
          <p:nvPr/>
        </p:nvSpPr>
        <p:spPr>
          <a:xfrm>
            <a:off x="1689100" y="1371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Freeform 776"/>
          <p:cNvSpPr/>
          <p:nvPr/>
        </p:nvSpPr>
        <p:spPr>
          <a:xfrm>
            <a:off x="17272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Freeform 777"/>
          <p:cNvSpPr/>
          <p:nvPr/>
        </p:nvSpPr>
        <p:spPr>
          <a:xfrm>
            <a:off x="17526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Freeform 778"/>
          <p:cNvSpPr/>
          <p:nvPr/>
        </p:nvSpPr>
        <p:spPr>
          <a:xfrm>
            <a:off x="17907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Freeform 779"/>
          <p:cNvSpPr/>
          <p:nvPr/>
        </p:nvSpPr>
        <p:spPr>
          <a:xfrm>
            <a:off x="18288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Freeform 780"/>
          <p:cNvSpPr/>
          <p:nvPr/>
        </p:nvSpPr>
        <p:spPr>
          <a:xfrm>
            <a:off x="18542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Freeform 781"/>
          <p:cNvSpPr/>
          <p:nvPr/>
        </p:nvSpPr>
        <p:spPr>
          <a:xfrm>
            <a:off x="18923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Freeform 782"/>
          <p:cNvSpPr/>
          <p:nvPr/>
        </p:nvSpPr>
        <p:spPr>
          <a:xfrm>
            <a:off x="19304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Freeform 783"/>
          <p:cNvSpPr/>
          <p:nvPr/>
        </p:nvSpPr>
        <p:spPr>
          <a:xfrm>
            <a:off x="19685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Freeform 784"/>
          <p:cNvSpPr/>
          <p:nvPr/>
        </p:nvSpPr>
        <p:spPr>
          <a:xfrm>
            <a:off x="1993900" y="130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Freeform 785"/>
          <p:cNvSpPr/>
          <p:nvPr/>
        </p:nvSpPr>
        <p:spPr>
          <a:xfrm>
            <a:off x="2032000" y="1219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Freeform 786"/>
          <p:cNvSpPr/>
          <p:nvPr/>
        </p:nvSpPr>
        <p:spPr>
          <a:xfrm>
            <a:off x="2070100" y="1168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Freeform 787"/>
          <p:cNvSpPr/>
          <p:nvPr/>
        </p:nvSpPr>
        <p:spPr>
          <a:xfrm>
            <a:off x="2095500" y="116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Freeform 788"/>
          <p:cNvSpPr/>
          <p:nvPr/>
        </p:nvSpPr>
        <p:spPr>
          <a:xfrm>
            <a:off x="21336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Freeform 789"/>
          <p:cNvSpPr/>
          <p:nvPr/>
        </p:nvSpPr>
        <p:spPr>
          <a:xfrm>
            <a:off x="21717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Freeform 790"/>
          <p:cNvSpPr/>
          <p:nvPr/>
        </p:nvSpPr>
        <p:spPr>
          <a:xfrm>
            <a:off x="2209800" y="10414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0"/>
                </a:lnTo>
                <a:lnTo>
                  <a:pt x="2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Freeform 791"/>
          <p:cNvSpPr/>
          <p:nvPr/>
        </p:nvSpPr>
        <p:spPr>
          <a:xfrm>
            <a:off x="2235200" y="927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Freeform 792"/>
          <p:cNvSpPr/>
          <p:nvPr/>
        </p:nvSpPr>
        <p:spPr>
          <a:xfrm>
            <a:off x="2273300" y="863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Freeform 793"/>
          <p:cNvSpPr/>
          <p:nvPr/>
        </p:nvSpPr>
        <p:spPr>
          <a:xfrm>
            <a:off x="2311400" y="850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Freeform 794"/>
          <p:cNvSpPr/>
          <p:nvPr/>
        </p:nvSpPr>
        <p:spPr>
          <a:xfrm>
            <a:off x="23368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Freeform 795"/>
          <p:cNvSpPr/>
          <p:nvPr/>
        </p:nvSpPr>
        <p:spPr>
          <a:xfrm>
            <a:off x="23749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Freeform 796"/>
          <p:cNvSpPr/>
          <p:nvPr/>
        </p:nvSpPr>
        <p:spPr>
          <a:xfrm>
            <a:off x="24130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Freeform 797"/>
          <p:cNvSpPr/>
          <p:nvPr/>
        </p:nvSpPr>
        <p:spPr>
          <a:xfrm>
            <a:off x="24511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Freeform 798"/>
          <p:cNvSpPr/>
          <p:nvPr/>
        </p:nvSpPr>
        <p:spPr>
          <a:xfrm>
            <a:off x="24765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Freeform 799"/>
          <p:cNvSpPr/>
          <p:nvPr/>
        </p:nvSpPr>
        <p:spPr>
          <a:xfrm>
            <a:off x="14986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Freeform 800"/>
          <p:cNvSpPr/>
          <p:nvPr/>
        </p:nvSpPr>
        <p:spPr>
          <a:xfrm>
            <a:off x="15367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Freeform 801"/>
          <p:cNvSpPr/>
          <p:nvPr/>
        </p:nvSpPr>
        <p:spPr>
          <a:xfrm>
            <a:off x="15748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Freeform 802"/>
          <p:cNvSpPr/>
          <p:nvPr/>
        </p:nvSpPr>
        <p:spPr>
          <a:xfrm>
            <a:off x="16002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Freeform 803"/>
          <p:cNvSpPr/>
          <p:nvPr/>
        </p:nvSpPr>
        <p:spPr>
          <a:xfrm>
            <a:off x="16383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Freeform 804"/>
          <p:cNvSpPr/>
          <p:nvPr/>
        </p:nvSpPr>
        <p:spPr>
          <a:xfrm>
            <a:off x="16764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Freeform 805"/>
          <p:cNvSpPr/>
          <p:nvPr/>
        </p:nvSpPr>
        <p:spPr>
          <a:xfrm>
            <a:off x="17145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Freeform 806"/>
          <p:cNvSpPr/>
          <p:nvPr/>
        </p:nvSpPr>
        <p:spPr>
          <a:xfrm>
            <a:off x="17399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Freeform 807"/>
          <p:cNvSpPr/>
          <p:nvPr/>
        </p:nvSpPr>
        <p:spPr>
          <a:xfrm>
            <a:off x="17780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Freeform 808"/>
          <p:cNvSpPr/>
          <p:nvPr/>
        </p:nvSpPr>
        <p:spPr>
          <a:xfrm>
            <a:off x="18161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Freeform 809"/>
          <p:cNvSpPr/>
          <p:nvPr/>
        </p:nvSpPr>
        <p:spPr>
          <a:xfrm>
            <a:off x="18415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Freeform 810"/>
          <p:cNvSpPr/>
          <p:nvPr/>
        </p:nvSpPr>
        <p:spPr>
          <a:xfrm>
            <a:off x="18796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Freeform 811"/>
          <p:cNvSpPr/>
          <p:nvPr/>
        </p:nvSpPr>
        <p:spPr>
          <a:xfrm>
            <a:off x="19177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Freeform 812"/>
          <p:cNvSpPr/>
          <p:nvPr/>
        </p:nvSpPr>
        <p:spPr>
          <a:xfrm>
            <a:off x="19558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Freeform 813"/>
          <p:cNvSpPr/>
          <p:nvPr/>
        </p:nvSpPr>
        <p:spPr>
          <a:xfrm>
            <a:off x="1981200" y="129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Freeform 814"/>
          <p:cNvSpPr/>
          <p:nvPr/>
        </p:nvSpPr>
        <p:spPr>
          <a:xfrm>
            <a:off x="2019300" y="1206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Freeform 815"/>
          <p:cNvSpPr/>
          <p:nvPr/>
        </p:nvSpPr>
        <p:spPr>
          <a:xfrm>
            <a:off x="2057400" y="116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Freeform 816"/>
          <p:cNvSpPr/>
          <p:nvPr/>
        </p:nvSpPr>
        <p:spPr>
          <a:xfrm>
            <a:off x="20828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Freeform 817"/>
          <p:cNvSpPr/>
          <p:nvPr/>
        </p:nvSpPr>
        <p:spPr>
          <a:xfrm>
            <a:off x="21209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Freeform 818"/>
          <p:cNvSpPr/>
          <p:nvPr/>
        </p:nvSpPr>
        <p:spPr>
          <a:xfrm>
            <a:off x="2159000" y="1155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Freeform 819"/>
          <p:cNvSpPr/>
          <p:nvPr/>
        </p:nvSpPr>
        <p:spPr>
          <a:xfrm>
            <a:off x="2197100" y="10287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Freeform 820"/>
          <p:cNvSpPr/>
          <p:nvPr/>
        </p:nvSpPr>
        <p:spPr>
          <a:xfrm>
            <a:off x="2222500" y="927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Freeform 821"/>
          <p:cNvSpPr/>
          <p:nvPr/>
        </p:nvSpPr>
        <p:spPr>
          <a:xfrm>
            <a:off x="2260600" y="850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Freeform 822"/>
          <p:cNvSpPr/>
          <p:nvPr/>
        </p:nvSpPr>
        <p:spPr>
          <a:xfrm>
            <a:off x="2298700" y="838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Freeform 823"/>
          <p:cNvSpPr/>
          <p:nvPr/>
        </p:nvSpPr>
        <p:spPr>
          <a:xfrm>
            <a:off x="23241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Freeform 824"/>
          <p:cNvSpPr/>
          <p:nvPr/>
        </p:nvSpPr>
        <p:spPr>
          <a:xfrm>
            <a:off x="23622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Freeform 825"/>
          <p:cNvSpPr/>
          <p:nvPr/>
        </p:nvSpPr>
        <p:spPr>
          <a:xfrm>
            <a:off x="24003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Freeform 826"/>
          <p:cNvSpPr/>
          <p:nvPr/>
        </p:nvSpPr>
        <p:spPr>
          <a:xfrm>
            <a:off x="2438400" y="82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Freeform 827"/>
          <p:cNvSpPr/>
          <p:nvPr/>
        </p:nvSpPr>
        <p:spPr>
          <a:xfrm>
            <a:off x="24638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Freeform 828"/>
          <p:cNvSpPr/>
          <p:nvPr/>
        </p:nvSpPr>
        <p:spPr>
          <a:xfrm>
            <a:off x="1485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Freeform 829"/>
          <p:cNvSpPr/>
          <p:nvPr/>
        </p:nvSpPr>
        <p:spPr>
          <a:xfrm>
            <a:off x="15240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Freeform 830"/>
          <p:cNvSpPr/>
          <p:nvPr/>
        </p:nvSpPr>
        <p:spPr>
          <a:xfrm>
            <a:off x="15621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Freeform 831"/>
          <p:cNvSpPr/>
          <p:nvPr/>
        </p:nvSpPr>
        <p:spPr>
          <a:xfrm>
            <a:off x="15875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Freeform 832"/>
          <p:cNvSpPr/>
          <p:nvPr/>
        </p:nvSpPr>
        <p:spPr>
          <a:xfrm>
            <a:off x="16256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Freeform 833"/>
          <p:cNvSpPr/>
          <p:nvPr/>
        </p:nvSpPr>
        <p:spPr>
          <a:xfrm>
            <a:off x="16637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Freeform 834"/>
          <p:cNvSpPr/>
          <p:nvPr/>
        </p:nvSpPr>
        <p:spPr>
          <a:xfrm>
            <a:off x="17018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Freeform 835"/>
          <p:cNvSpPr/>
          <p:nvPr/>
        </p:nvSpPr>
        <p:spPr>
          <a:xfrm>
            <a:off x="17272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Freeform 836"/>
          <p:cNvSpPr/>
          <p:nvPr/>
        </p:nvSpPr>
        <p:spPr>
          <a:xfrm>
            <a:off x="17653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Freeform 837"/>
          <p:cNvSpPr/>
          <p:nvPr/>
        </p:nvSpPr>
        <p:spPr>
          <a:xfrm>
            <a:off x="18034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Freeform 838"/>
          <p:cNvSpPr/>
          <p:nvPr/>
        </p:nvSpPr>
        <p:spPr>
          <a:xfrm>
            <a:off x="1828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Freeform 839"/>
          <p:cNvSpPr/>
          <p:nvPr/>
        </p:nvSpPr>
        <p:spPr>
          <a:xfrm>
            <a:off x="18669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Freeform 840"/>
          <p:cNvSpPr/>
          <p:nvPr/>
        </p:nvSpPr>
        <p:spPr>
          <a:xfrm>
            <a:off x="1905000" y="133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Freeform 841"/>
          <p:cNvSpPr/>
          <p:nvPr/>
        </p:nvSpPr>
        <p:spPr>
          <a:xfrm>
            <a:off x="19431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Freeform 842"/>
          <p:cNvSpPr/>
          <p:nvPr/>
        </p:nvSpPr>
        <p:spPr>
          <a:xfrm>
            <a:off x="1968500" y="129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Freeform 843"/>
          <p:cNvSpPr/>
          <p:nvPr/>
        </p:nvSpPr>
        <p:spPr>
          <a:xfrm>
            <a:off x="2006600" y="1206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Freeform 844"/>
          <p:cNvSpPr/>
          <p:nvPr/>
        </p:nvSpPr>
        <p:spPr>
          <a:xfrm>
            <a:off x="2044700" y="115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Freeform 845"/>
          <p:cNvSpPr/>
          <p:nvPr/>
        </p:nvSpPr>
        <p:spPr>
          <a:xfrm>
            <a:off x="2070100" y="1143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Freeform 846"/>
          <p:cNvSpPr/>
          <p:nvPr/>
        </p:nvSpPr>
        <p:spPr>
          <a:xfrm>
            <a:off x="2108200" y="114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Freeform 847"/>
          <p:cNvSpPr/>
          <p:nvPr/>
        </p:nvSpPr>
        <p:spPr>
          <a:xfrm>
            <a:off x="2146300" y="114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Freeform 848"/>
          <p:cNvSpPr/>
          <p:nvPr/>
        </p:nvSpPr>
        <p:spPr>
          <a:xfrm>
            <a:off x="2184400" y="10160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Freeform 849"/>
          <p:cNvSpPr/>
          <p:nvPr/>
        </p:nvSpPr>
        <p:spPr>
          <a:xfrm>
            <a:off x="2209800" y="914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Freeform 850"/>
          <p:cNvSpPr/>
          <p:nvPr/>
        </p:nvSpPr>
        <p:spPr>
          <a:xfrm>
            <a:off x="2247900" y="850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Freeform 851"/>
          <p:cNvSpPr/>
          <p:nvPr/>
        </p:nvSpPr>
        <p:spPr>
          <a:xfrm>
            <a:off x="22860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Freeform 852"/>
          <p:cNvSpPr/>
          <p:nvPr/>
        </p:nvSpPr>
        <p:spPr>
          <a:xfrm>
            <a:off x="23114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Freeform 853"/>
          <p:cNvSpPr/>
          <p:nvPr/>
        </p:nvSpPr>
        <p:spPr>
          <a:xfrm>
            <a:off x="23495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Freeform 854"/>
          <p:cNvSpPr/>
          <p:nvPr/>
        </p:nvSpPr>
        <p:spPr>
          <a:xfrm>
            <a:off x="23876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Freeform 855"/>
          <p:cNvSpPr/>
          <p:nvPr/>
        </p:nvSpPr>
        <p:spPr>
          <a:xfrm>
            <a:off x="2425700" y="825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Freeform 856"/>
          <p:cNvSpPr/>
          <p:nvPr/>
        </p:nvSpPr>
        <p:spPr>
          <a:xfrm>
            <a:off x="24511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Freeform 857"/>
          <p:cNvSpPr/>
          <p:nvPr/>
        </p:nvSpPr>
        <p:spPr>
          <a:xfrm>
            <a:off x="14732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Freeform 858"/>
          <p:cNvSpPr/>
          <p:nvPr/>
        </p:nvSpPr>
        <p:spPr>
          <a:xfrm>
            <a:off x="1511300" y="1358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reeform 859"/>
          <p:cNvSpPr/>
          <p:nvPr/>
        </p:nvSpPr>
        <p:spPr>
          <a:xfrm>
            <a:off x="15494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reeform 860"/>
          <p:cNvSpPr/>
          <p:nvPr/>
        </p:nvSpPr>
        <p:spPr>
          <a:xfrm>
            <a:off x="15748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Freeform 861"/>
          <p:cNvSpPr/>
          <p:nvPr/>
        </p:nvSpPr>
        <p:spPr>
          <a:xfrm>
            <a:off x="16129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Freeform 862"/>
          <p:cNvSpPr/>
          <p:nvPr/>
        </p:nvSpPr>
        <p:spPr>
          <a:xfrm>
            <a:off x="1651000" y="1346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Freeform 863"/>
          <p:cNvSpPr/>
          <p:nvPr/>
        </p:nvSpPr>
        <p:spPr>
          <a:xfrm>
            <a:off x="16891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Freeform 864"/>
          <p:cNvSpPr/>
          <p:nvPr/>
        </p:nvSpPr>
        <p:spPr>
          <a:xfrm>
            <a:off x="17145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Freeform 865"/>
          <p:cNvSpPr/>
          <p:nvPr/>
        </p:nvSpPr>
        <p:spPr>
          <a:xfrm>
            <a:off x="17526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Freeform 866"/>
          <p:cNvSpPr/>
          <p:nvPr/>
        </p:nvSpPr>
        <p:spPr>
          <a:xfrm>
            <a:off x="17907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Freeform 867"/>
          <p:cNvSpPr/>
          <p:nvPr/>
        </p:nvSpPr>
        <p:spPr>
          <a:xfrm>
            <a:off x="1816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Freeform 868"/>
          <p:cNvSpPr/>
          <p:nvPr/>
        </p:nvSpPr>
        <p:spPr>
          <a:xfrm>
            <a:off x="18542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Freeform 869"/>
          <p:cNvSpPr/>
          <p:nvPr/>
        </p:nvSpPr>
        <p:spPr>
          <a:xfrm>
            <a:off x="18923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Freeform 870"/>
          <p:cNvSpPr/>
          <p:nvPr/>
        </p:nvSpPr>
        <p:spPr>
          <a:xfrm>
            <a:off x="1930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Freeform 871"/>
          <p:cNvSpPr/>
          <p:nvPr/>
        </p:nvSpPr>
        <p:spPr>
          <a:xfrm>
            <a:off x="1955800" y="128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Freeform 872"/>
          <p:cNvSpPr/>
          <p:nvPr/>
        </p:nvSpPr>
        <p:spPr>
          <a:xfrm>
            <a:off x="1993900" y="1193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Freeform 873"/>
          <p:cNvSpPr/>
          <p:nvPr/>
        </p:nvSpPr>
        <p:spPr>
          <a:xfrm>
            <a:off x="2032000" y="115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Freeform 874"/>
          <p:cNvSpPr/>
          <p:nvPr/>
        </p:nvSpPr>
        <p:spPr>
          <a:xfrm>
            <a:off x="2057400" y="114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Freeform 875"/>
          <p:cNvSpPr/>
          <p:nvPr/>
        </p:nvSpPr>
        <p:spPr>
          <a:xfrm>
            <a:off x="2095500" y="113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Freeform 876"/>
          <p:cNvSpPr/>
          <p:nvPr/>
        </p:nvSpPr>
        <p:spPr>
          <a:xfrm>
            <a:off x="2133600" y="113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Freeform 877"/>
          <p:cNvSpPr/>
          <p:nvPr/>
        </p:nvSpPr>
        <p:spPr>
          <a:xfrm>
            <a:off x="2171700" y="1016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0"/>
                </a:lnTo>
                <a:lnTo>
                  <a:pt x="2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Freeform 878"/>
          <p:cNvSpPr/>
          <p:nvPr/>
        </p:nvSpPr>
        <p:spPr>
          <a:xfrm>
            <a:off x="2197100" y="901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Freeform 879"/>
          <p:cNvSpPr/>
          <p:nvPr/>
        </p:nvSpPr>
        <p:spPr>
          <a:xfrm>
            <a:off x="2235200" y="838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Freeform 880"/>
          <p:cNvSpPr/>
          <p:nvPr/>
        </p:nvSpPr>
        <p:spPr>
          <a:xfrm>
            <a:off x="2273300" y="825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Freeform 881"/>
          <p:cNvSpPr/>
          <p:nvPr/>
        </p:nvSpPr>
        <p:spPr>
          <a:xfrm>
            <a:off x="22987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Freeform 882"/>
          <p:cNvSpPr/>
          <p:nvPr/>
        </p:nvSpPr>
        <p:spPr>
          <a:xfrm>
            <a:off x="23368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Freeform 883"/>
          <p:cNvSpPr/>
          <p:nvPr/>
        </p:nvSpPr>
        <p:spPr>
          <a:xfrm>
            <a:off x="23749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Freeform 884"/>
          <p:cNvSpPr/>
          <p:nvPr/>
        </p:nvSpPr>
        <p:spPr>
          <a:xfrm>
            <a:off x="2413000" y="81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Freeform 885"/>
          <p:cNvSpPr/>
          <p:nvPr/>
        </p:nvSpPr>
        <p:spPr>
          <a:xfrm>
            <a:off x="24384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Freeform 886"/>
          <p:cNvSpPr/>
          <p:nvPr/>
        </p:nvSpPr>
        <p:spPr>
          <a:xfrm>
            <a:off x="14605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Freeform 887"/>
          <p:cNvSpPr/>
          <p:nvPr/>
        </p:nvSpPr>
        <p:spPr>
          <a:xfrm>
            <a:off x="14986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Freeform 888"/>
          <p:cNvSpPr/>
          <p:nvPr/>
        </p:nvSpPr>
        <p:spPr>
          <a:xfrm>
            <a:off x="15367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Freeform 889"/>
          <p:cNvSpPr/>
          <p:nvPr/>
        </p:nvSpPr>
        <p:spPr>
          <a:xfrm>
            <a:off x="1562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Freeform 890"/>
          <p:cNvSpPr/>
          <p:nvPr/>
        </p:nvSpPr>
        <p:spPr>
          <a:xfrm>
            <a:off x="16002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Freeform 891"/>
          <p:cNvSpPr/>
          <p:nvPr/>
        </p:nvSpPr>
        <p:spPr>
          <a:xfrm>
            <a:off x="16383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Freeform 892"/>
          <p:cNvSpPr/>
          <p:nvPr/>
        </p:nvSpPr>
        <p:spPr>
          <a:xfrm>
            <a:off x="16764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Freeform 893"/>
          <p:cNvSpPr/>
          <p:nvPr/>
        </p:nvSpPr>
        <p:spPr>
          <a:xfrm>
            <a:off x="17018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Freeform 894"/>
          <p:cNvSpPr/>
          <p:nvPr/>
        </p:nvSpPr>
        <p:spPr>
          <a:xfrm>
            <a:off x="17399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Freeform 895"/>
          <p:cNvSpPr/>
          <p:nvPr/>
        </p:nvSpPr>
        <p:spPr>
          <a:xfrm>
            <a:off x="1778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Freeform 896"/>
          <p:cNvSpPr/>
          <p:nvPr/>
        </p:nvSpPr>
        <p:spPr>
          <a:xfrm>
            <a:off x="18034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Freeform 897"/>
          <p:cNvSpPr/>
          <p:nvPr/>
        </p:nvSpPr>
        <p:spPr>
          <a:xfrm>
            <a:off x="1841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Freeform 898"/>
          <p:cNvSpPr/>
          <p:nvPr/>
        </p:nvSpPr>
        <p:spPr>
          <a:xfrm>
            <a:off x="18796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Freeform 899"/>
          <p:cNvSpPr/>
          <p:nvPr/>
        </p:nvSpPr>
        <p:spPr>
          <a:xfrm>
            <a:off x="1917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Freeform 900"/>
          <p:cNvSpPr/>
          <p:nvPr/>
        </p:nvSpPr>
        <p:spPr>
          <a:xfrm>
            <a:off x="1943100" y="127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Freeform 901"/>
          <p:cNvSpPr/>
          <p:nvPr/>
        </p:nvSpPr>
        <p:spPr>
          <a:xfrm>
            <a:off x="1981200" y="1181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Freeform 902"/>
          <p:cNvSpPr/>
          <p:nvPr/>
        </p:nvSpPr>
        <p:spPr>
          <a:xfrm>
            <a:off x="2019300" y="114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Freeform 903"/>
          <p:cNvSpPr/>
          <p:nvPr/>
        </p:nvSpPr>
        <p:spPr>
          <a:xfrm>
            <a:off x="2044700" y="113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Freeform 904"/>
          <p:cNvSpPr/>
          <p:nvPr/>
        </p:nvSpPr>
        <p:spPr>
          <a:xfrm>
            <a:off x="2082800" y="113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Freeform 905"/>
          <p:cNvSpPr/>
          <p:nvPr/>
        </p:nvSpPr>
        <p:spPr>
          <a:xfrm>
            <a:off x="2120900" y="113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reeform 906"/>
          <p:cNvSpPr/>
          <p:nvPr/>
        </p:nvSpPr>
        <p:spPr>
          <a:xfrm>
            <a:off x="2159000" y="1003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Freeform 907"/>
          <p:cNvSpPr/>
          <p:nvPr/>
        </p:nvSpPr>
        <p:spPr>
          <a:xfrm>
            <a:off x="2184400" y="901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Freeform 908"/>
          <p:cNvSpPr/>
          <p:nvPr/>
        </p:nvSpPr>
        <p:spPr>
          <a:xfrm>
            <a:off x="2222500" y="825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reeform 909"/>
          <p:cNvSpPr/>
          <p:nvPr/>
        </p:nvSpPr>
        <p:spPr>
          <a:xfrm>
            <a:off x="2260600" y="812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Freeform 910"/>
          <p:cNvSpPr/>
          <p:nvPr/>
        </p:nvSpPr>
        <p:spPr>
          <a:xfrm>
            <a:off x="22860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Freeform 911"/>
          <p:cNvSpPr/>
          <p:nvPr/>
        </p:nvSpPr>
        <p:spPr>
          <a:xfrm>
            <a:off x="23241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reeform 912"/>
          <p:cNvSpPr/>
          <p:nvPr/>
        </p:nvSpPr>
        <p:spPr>
          <a:xfrm>
            <a:off x="2362200" y="812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Freeform 913"/>
          <p:cNvSpPr/>
          <p:nvPr/>
        </p:nvSpPr>
        <p:spPr>
          <a:xfrm>
            <a:off x="2400300" y="800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Freeform 914"/>
          <p:cNvSpPr/>
          <p:nvPr/>
        </p:nvSpPr>
        <p:spPr>
          <a:xfrm>
            <a:off x="24257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Freeform 915"/>
          <p:cNvSpPr/>
          <p:nvPr/>
        </p:nvSpPr>
        <p:spPr>
          <a:xfrm>
            <a:off x="1447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Freeform 916"/>
          <p:cNvSpPr/>
          <p:nvPr/>
        </p:nvSpPr>
        <p:spPr>
          <a:xfrm>
            <a:off x="14859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Freeform 917"/>
          <p:cNvSpPr/>
          <p:nvPr/>
        </p:nvSpPr>
        <p:spPr>
          <a:xfrm>
            <a:off x="15240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Freeform 918"/>
          <p:cNvSpPr/>
          <p:nvPr/>
        </p:nvSpPr>
        <p:spPr>
          <a:xfrm>
            <a:off x="15621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Freeform 919"/>
          <p:cNvSpPr/>
          <p:nvPr/>
        </p:nvSpPr>
        <p:spPr>
          <a:xfrm>
            <a:off x="15875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Freeform 920"/>
          <p:cNvSpPr/>
          <p:nvPr/>
        </p:nvSpPr>
        <p:spPr>
          <a:xfrm>
            <a:off x="16256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Freeform 921"/>
          <p:cNvSpPr/>
          <p:nvPr/>
        </p:nvSpPr>
        <p:spPr>
          <a:xfrm>
            <a:off x="16637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Freeform 922"/>
          <p:cNvSpPr/>
          <p:nvPr/>
        </p:nvSpPr>
        <p:spPr>
          <a:xfrm>
            <a:off x="1689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Freeform 923"/>
          <p:cNvSpPr/>
          <p:nvPr/>
        </p:nvSpPr>
        <p:spPr>
          <a:xfrm>
            <a:off x="17272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Freeform 924"/>
          <p:cNvSpPr/>
          <p:nvPr/>
        </p:nvSpPr>
        <p:spPr>
          <a:xfrm>
            <a:off x="17653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Freeform 925"/>
          <p:cNvSpPr/>
          <p:nvPr/>
        </p:nvSpPr>
        <p:spPr>
          <a:xfrm>
            <a:off x="1803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Freeform 926"/>
          <p:cNvSpPr/>
          <p:nvPr/>
        </p:nvSpPr>
        <p:spPr>
          <a:xfrm>
            <a:off x="18288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Freeform 927"/>
          <p:cNvSpPr/>
          <p:nvPr/>
        </p:nvSpPr>
        <p:spPr>
          <a:xfrm>
            <a:off x="18669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Freeform 928"/>
          <p:cNvSpPr/>
          <p:nvPr/>
        </p:nvSpPr>
        <p:spPr>
          <a:xfrm>
            <a:off x="1905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Freeform 929"/>
          <p:cNvSpPr/>
          <p:nvPr/>
        </p:nvSpPr>
        <p:spPr>
          <a:xfrm>
            <a:off x="1930400" y="127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Freeform 930"/>
          <p:cNvSpPr/>
          <p:nvPr/>
        </p:nvSpPr>
        <p:spPr>
          <a:xfrm>
            <a:off x="1968500" y="1181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Freeform 931"/>
          <p:cNvSpPr/>
          <p:nvPr/>
        </p:nvSpPr>
        <p:spPr>
          <a:xfrm>
            <a:off x="2006600" y="1130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Freeform 932"/>
          <p:cNvSpPr/>
          <p:nvPr/>
        </p:nvSpPr>
        <p:spPr>
          <a:xfrm>
            <a:off x="2032000" y="111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Freeform 933"/>
          <p:cNvSpPr/>
          <p:nvPr/>
        </p:nvSpPr>
        <p:spPr>
          <a:xfrm>
            <a:off x="2070100" y="111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Freeform 934"/>
          <p:cNvSpPr/>
          <p:nvPr/>
        </p:nvSpPr>
        <p:spPr>
          <a:xfrm>
            <a:off x="2108200" y="111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Freeform 935"/>
          <p:cNvSpPr/>
          <p:nvPr/>
        </p:nvSpPr>
        <p:spPr>
          <a:xfrm>
            <a:off x="2146300" y="9906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Freeform 936"/>
          <p:cNvSpPr/>
          <p:nvPr/>
        </p:nvSpPr>
        <p:spPr>
          <a:xfrm>
            <a:off x="2171700" y="889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Freeform 937"/>
          <p:cNvSpPr/>
          <p:nvPr/>
        </p:nvSpPr>
        <p:spPr>
          <a:xfrm>
            <a:off x="2209800" y="825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Freeform 938"/>
          <p:cNvSpPr/>
          <p:nvPr/>
        </p:nvSpPr>
        <p:spPr>
          <a:xfrm>
            <a:off x="2247900" y="81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Freeform 939"/>
          <p:cNvSpPr/>
          <p:nvPr/>
        </p:nvSpPr>
        <p:spPr>
          <a:xfrm>
            <a:off x="22733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Freeform 940"/>
          <p:cNvSpPr/>
          <p:nvPr/>
        </p:nvSpPr>
        <p:spPr>
          <a:xfrm>
            <a:off x="23114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Freeform 941"/>
          <p:cNvSpPr/>
          <p:nvPr/>
        </p:nvSpPr>
        <p:spPr>
          <a:xfrm>
            <a:off x="23495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Freeform 942"/>
          <p:cNvSpPr/>
          <p:nvPr/>
        </p:nvSpPr>
        <p:spPr>
          <a:xfrm>
            <a:off x="2387600" y="800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Freeform 943"/>
          <p:cNvSpPr/>
          <p:nvPr/>
        </p:nvSpPr>
        <p:spPr>
          <a:xfrm>
            <a:off x="2413000" y="78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Freeform 944"/>
          <p:cNvSpPr/>
          <p:nvPr/>
        </p:nvSpPr>
        <p:spPr>
          <a:xfrm>
            <a:off x="1435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Freeform 945"/>
          <p:cNvSpPr/>
          <p:nvPr/>
        </p:nvSpPr>
        <p:spPr>
          <a:xfrm>
            <a:off x="1473200" y="133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Freeform 946"/>
          <p:cNvSpPr/>
          <p:nvPr/>
        </p:nvSpPr>
        <p:spPr>
          <a:xfrm>
            <a:off x="15113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Freeform 947"/>
          <p:cNvSpPr/>
          <p:nvPr/>
        </p:nvSpPr>
        <p:spPr>
          <a:xfrm>
            <a:off x="1549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Freeform 948"/>
          <p:cNvSpPr/>
          <p:nvPr/>
        </p:nvSpPr>
        <p:spPr>
          <a:xfrm>
            <a:off x="15748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Freeform 949"/>
          <p:cNvSpPr/>
          <p:nvPr/>
        </p:nvSpPr>
        <p:spPr>
          <a:xfrm>
            <a:off x="16129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Freeform 950"/>
          <p:cNvSpPr/>
          <p:nvPr/>
        </p:nvSpPr>
        <p:spPr>
          <a:xfrm>
            <a:off x="16510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Freeform 951"/>
          <p:cNvSpPr/>
          <p:nvPr/>
        </p:nvSpPr>
        <p:spPr>
          <a:xfrm>
            <a:off x="16764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Freeform 952"/>
          <p:cNvSpPr/>
          <p:nvPr/>
        </p:nvSpPr>
        <p:spPr>
          <a:xfrm>
            <a:off x="1714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Freeform 953"/>
          <p:cNvSpPr/>
          <p:nvPr/>
        </p:nvSpPr>
        <p:spPr>
          <a:xfrm>
            <a:off x="17526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Freeform 954"/>
          <p:cNvSpPr/>
          <p:nvPr/>
        </p:nvSpPr>
        <p:spPr>
          <a:xfrm>
            <a:off x="17907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Freeform 955"/>
          <p:cNvSpPr/>
          <p:nvPr/>
        </p:nvSpPr>
        <p:spPr>
          <a:xfrm>
            <a:off x="18161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Freeform 956"/>
          <p:cNvSpPr/>
          <p:nvPr/>
        </p:nvSpPr>
        <p:spPr>
          <a:xfrm>
            <a:off x="18542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Freeform 957"/>
          <p:cNvSpPr/>
          <p:nvPr/>
        </p:nvSpPr>
        <p:spPr>
          <a:xfrm>
            <a:off x="18923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Freeform 958"/>
          <p:cNvSpPr/>
          <p:nvPr/>
        </p:nvSpPr>
        <p:spPr>
          <a:xfrm>
            <a:off x="1917700" y="125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Freeform 959"/>
          <p:cNvSpPr/>
          <p:nvPr/>
        </p:nvSpPr>
        <p:spPr>
          <a:xfrm>
            <a:off x="1955800" y="1168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Freeform 960"/>
          <p:cNvSpPr/>
          <p:nvPr/>
        </p:nvSpPr>
        <p:spPr>
          <a:xfrm>
            <a:off x="1993900" y="1130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Freeform 961"/>
          <p:cNvSpPr/>
          <p:nvPr/>
        </p:nvSpPr>
        <p:spPr>
          <a:xfrm>
            <a:off x="2032000" y="111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Freeform 962"/>
          <p:cNvSpPr/>
          <p:nvPr/>
        </p:nvSpPr>
        <p:spPr>
          <a:xfrm>
            <a:off x="2057400" y="110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Freeform 963"/>
          <p:cNvSpPr/>
          <p:nvPr/>
        </p:nvSpPr>
        <p:spPr>
          <a:xfrm>
            <a:off x="2095500" y="110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Freeform 964"/>
          <p:cNvSpPr/>
          <p:nvPr/>
        </p:nvSpPr>
        <p:spPr>
          <a:xfrm>
            <a:off x="2133600" y="9906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0"/>
                </a:lnTo>
                <a:lnTo>
                  <a:pt x="2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Freeform 965"/>
          <p:cNvSpPr/>
          <p:nvPr/>
        </p:nvSpPr>
        <p:spPr>
          <a:xfrm>
            <a:off x="2159000" y="876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Freeform 966"/>
          <p:cNvSpPr/>
          <p:nvPr/>
        </p:nvSpPr>
        <p:spPr>
          <a:xfrm>
            <a:off x="2197100" y="812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Freeform 967"/>
          <p:cNvSpPr/>
          <p:nvPr/>
        </p:nvSpPr>
        <p:spPr>
          <a:xfrm>
            <a:off x="2235200" y="800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Freeform 968"/>
          <p:cNvSpPr/>
          <p:nvPr/>
        </p:nvSpPr>
        <p:spPr>
          <a:xfrm>
            <a:off x="2273300" y="800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Freeform 969"/>
          <p:cNvSpPr/>
          <p:nvPr/>
        </p:nvSpPr>
        <p:spPr>
          <a:xfrm>
            <a:off x="2298700" y="78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Freeform 970"/>
          <p:cNvSpPr/>
          <p:nvPr/>
        </p:nvSpPr>
        <p:spPr>
          <a:xfrm>
            <a:off x="2336800" y="78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Freeform 971"/>
          <p:cNvSpPr/>
          <p:nvPr/>
        </p:nvSpPr>
        <p:spPr>
          <a:xfrm>
            <a:off x="2374900" y="787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Freeform 972"/>
          <p:cNvSpPr/>
          <p:nvPr/>
        </p:nvSpPr>
        <p:spPr>
          <a:xfrm>
            <a:off x="2400300" y="78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4" name="Connector 973"/>
          <p:cNvCxnSpPr/>
          <p:nvPr/>
        </p:nvCxnSpPr>
        <p:spPr>
          <a:xfrm flipH="1">
            <a:off x="28969214" y="-23722066"/>
            <a:ext cx="999313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 flipH="1">
            <a:off x="28787356" y="-23843250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 flipH="1">
            <a:off x="28605494" y="-23964433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 flipH="1" flipV="1">
            <a:off x="29604806" y="-23964433"/>
            <a:ext cx="363721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 flipH="1" flipV="1">
            <a:off x="29404946" y="-23946792"/>
            <a:ext cx="363717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H="1" flipV="1">
            <a:off x="29205082" y="-23929150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 flipH="1" flipV="1">
            <a:off x="29005218" y="-23911509"/>
            <a:ext cx="363721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 flipH="1" flipV="1">
            <a:off x="28805358" y="-23893867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 flipH="1" flipV="1">
            <a:off x="28605494" y="-23876224"/>
            <a:ext cx="363720" cy="2423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 flipH="1">
            <a:off x="29944317" y="-23722066"/>
            <a:ext cx="24210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 flipH="1">
            <a:off x="29762459" y="-23843250"/>
            <a:ext cx="24209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 flipH="1">
            <a:off x="29580600" y="-23964433"/>
            <a:ext cx="24206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 flipV="1">
            <a:off x="28969214" y="-23635994"/>
            <a:ext cx="24210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 flipV="1">
            <a:off x="28787356" y="-23757179"/>
            <a:ext cx="24206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 flipV="1">
            <a:off x="28605494" y="-23878362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 flipH="1" flipV="1">
            <a:off x="29948305" y="-23735540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 flipH="1" flipV="1">
            <a:off x="29748444" y="-23717899"/>
            <a:ext cx="20219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 flipH="1" flipV="1">
            <a:off x="29548580" y="-23700257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 flipH="1" flipV="1">
            <a:off x="29348720" y="-23682616"/>
            <a:ext cx="20219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H="1" flipV="1">
            <a:off x="29148856" y="-23664974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 flipH="1" flipV="1">
            <a:off x="28948995" y="-23647331"/>
            <a:ext cx="20219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29604806" y="-23964433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9404946" y="-23946792"/>
            <a:ext cx="20219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29205082" y="-23929150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29005218" y="-23911509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28805358" y="-23893867"/>
            <a:ext cx="20222" cy="134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28605494" y="-23876224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 flipH="1" flipV="1">
            <a:off x="29604806" y="-23964433"/>
            <a:ext cx="363721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 flipH="1" flipV="1">
            <a:off x="28605494" y="-23876224"/>
            <a:ext cx="363720" cy="2423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 flipH="1">
            <a:off x="28969214" y="-23722066"/>
            <a:ext cx="999313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H="1">
            <a:off x="28605494" y="-23964433"/>
            <a:ext cx="999312" cy="88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H="1">
            <a:off x="29944317" y="-24428649"/>
            <a:ext cx="24210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 flipH="1">
            <a:off x="29762459" y="-24549833"/>
            <a:ext cx="24209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 flipH="1">
            <a:off x="29580600" y="-24671016"/>
            <a:ext cx="24206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29604806" y="-24671016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>
            <a:off x="29404946" y="-24653374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>
            <a:off x="29205082" y="-24635733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>
            <a:off x="29005218" y="-24618091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>
            <a:off x="28805358" y="-24600450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>
            <a:off x="28605494" y="-24582808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H="1" flipV="1">
            <a:off x="29604806" y="-24671016"/>
            <a:ext cx="363721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H="1">
            <a:off x="28605494" y="-24671016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V="1">
            <a:off x="29968527" y="-2374636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 flipV="1">
            <a:off x="29768663" y="-23728725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V="1">
            <a:off x="29568802" y="-2371108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V="1">
            <a:off x="29368939" y="-23693442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 flipV="1">
            <a:off x="29169078" y="-2367579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 flipV="1">
            <a:off x="28969214" y="-2365815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 flipH="1">
            <a:off x="29944317" y="-23921884"/>
            <a:ext cx="24210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 flipH="1">
            <a:off x="29944317" y="-24220470"/>
            <a:ext cx="24210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 flipV="1">
            <a:off x="29968527" y="-24428649"/>
            <a:ext cx="0" cy="7065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 flipV="1">
            <a:off x="29604806" y="-24671016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 flipV="1">
            <a:off x="29404946" y="-24653374"/>
            <a:ext cx="0" cy="70658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 flipV="1">
            <a:off x="29205082" y="-24635733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 flipV="1">
            <a:off x="29005218" y="-24618091"/>
            <a:ext cx="0" cy="70658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 flipV="1">
            <a:off x="28805358" y="-24600450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 flipV="1">
            <a:off x="28605494" y="-24582808"/>
            <a:ext cx="0" cy="70658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 flipV="1">
            <a:off x="29604806" y="-2398873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 flipV="1">
            <a:off x="29404946" y="-2397109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 flipV="1">
            <a:off x="29205082" y="-23953451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 flipV="1">
            <a:off x="29005218" y="-23935808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 flipV="1">
            <a:off x="28805358" y="-23918167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6" name="Connector 1035"/>
          <p:cNvCxnSpPr/>
          <p:nvPr/>
        </p:nvCxnSpPr>
        <p:spPr>
          <a:xfrm flipV="1">
            <a:off x="28605494" y="-23900525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29604806" y="-24671016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29404946" y="-24653374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29205082" y="-2463573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Connector 1039"/>
          <p:cNvCxnSpPr/>
          <p:nvPr/>
        </p:nvCxnSpPr>
        <p:spPr>
          <a:xfrm>
            <a:off x="29005218" y="-24618091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>
            <a:off x="28805358" y="-2460045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>
            <a:off x="28605494" y="-24582808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 flipH="1">
            <a:off x="28605494" y="-24164252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 flipH="1">
            <a:off x="28605494" y="-24462838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 flipH="1">
            <a:off x="29580600" y="-24164252"/>
            <a:ext cx="24206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 flipH="1">
            <a:off x="29580600" y="-24462838"/>
            <a:ext cx="24206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 flipV="1">
            <a:off x="28605494" y="-24078179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 flipV="1">
            <a:off x="28605494" y="-24376766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V="1">
            <a:off x="29604806" y="-24671016"/>
            <a:ext cx="0" cy="7065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28605494" y="-24582808"/>
            <a:ext cx="0" cy="70658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 flipV="1">
            <a:off x="29968527" y="-24428649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 1051"/>
          <p:cNvCxnSpPr/>
          <p:nvPr/>
        </p:nvCxnSpPr>
        <p:spPr>
          <a:xfrm flipV="1">
            <a:off x="29786668" y="-24549833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 flipV="1">
            <a:off x="29604806" y="-24671016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 flipV="1">
            <a:off x="29968527" y="-2374636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 flipV="1">
            <a:off x="29786668" y="-23867550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 flipV="1">
            <a:off x="29604806" y="-2398873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>
            <a:off x="29968527" y="-24428649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>
            <a:off x="29786668" y="-2454983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Connector 1058"/>
          <p:cNvCxnSpPr/>
          <p:nvPr/>
        </p:nvCxnSpPr>
        <p:spPr>
          <a:xfrm>
            <a:off x="29604806" y="-24671016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0" name="Connector 1059"/>
          <p:cNvCxnSpPr/>
          <p:nvPr/>
        </p:nvCxnSpPr>
        <p:spPr>
          <a:xfrm flipH="1" flipV="1">
            <a:off x="29604806" y="-24164252"/>
            <a:ext cx="363721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nector 1060"/>
          <p:cNvCxnSpPr/>
          <p:nvPr/>
        </p:nvCxnSpPr>
        <p:spPr>
          <a:xfrm flipH="1" flipV="1">
            <a:off x="29604806" y="-24462838"/>
            <a:ext cx="363721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2" name="Connector 1061"/>
          <p:cNvCxnSpPr/>
          <p:nvPr/>
        </p:nvCxnSpPr>
        <p:spPr>
          <a:xfrm flipH="1" flipV="1">
            <a:off x="29948305" y="-23935359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 flipH="1" flipV="1">
            <a:off x="29948305" y="-24233945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>
            <a:off x="29604806" y="-24164252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>
            <a:off x="29604806" y="-24462838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 flipV="1">
            <a:off x="28969214" y="-2365815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 flipV="1">
            <a:off x="28787356" y="-23779342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 flipV="1">
            <a:off x="28605494" y="-23900525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9" name="Connector 1068"/>
          <p:cNvCxnSpPr/>
          <p:nvPr/>
        </p:nvCxnSpPr>
        <p:spPr>
          <a:xfrm>
            <a:off x="28605494" y="-24076043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Connector 1069"/>
          <p:cNvCxnSpPr/>
          <p:nvPr/>
        </p:nvCxnSpPr>
        <p:spPr>
          <a:xfrm>
            <a:off x="28605494" y="-24374630"/>
            <a:ext cx="20222" cy="134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1" name="Freeform 1070"/>
          <p:cNvSpPr/>
          <p:nvPr/>
        </p:nvSpPr>
        <p:spPr>
          <a:xfrm>
            <a:off x="28956000" y="-23698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Freeform 1071"/>
          <p:cNvSpPr/>
          <p:nvPr/>
        </p:nvSpPr>
        <p:spPr>
          <a:xfrm>
            <a:off x="28994100" y="-2371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Freeform 1072"/>
          <p:cNvSpPr/>
          <p:nvPr/>
        </p:nvSpPr>
        <p:spPr>
          <a:xfrm>
            <a:off x="290195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Freeform 1073"/>
          <p:cNvSpPr/>
          <p:nvPr/>
        </p:nvSpPr>
        <p:spPr>
          <a:xfrm>
            <a:off x="290576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Freeform 1074"/>
          <p:cNvSpPr/>
          <p:nvPr/>
        </p:nvSpPr>
        <p:spPr>
          <a:xfrm>
            <a:off x="29095700" y="-23710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Freeform 1075"/>
          <p:cNvSpPr/>
          <p:nvPr/>
        </p:nvSpPr>
        <p:spPr>
          <a:xfrm>
            <a:off x="29133800" y="-2372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Freeform 1076"/>
          <p:cNvSpPr/>
          <p:nvPr/>
        </p:nvSpPr>
        <p:spPr>
          <a:xfrm>
            <a:off x="291592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Freeform 1077"/>
          <p:cNvSpPr/>
          <p:nvPr/>
        </p:nvSpPr>
        <p:spPr>
          <a:xfrm>
            <a:off x="291973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Freeform 1078"/>
          <p:cNvSpPr/>
          <p:nvPr/>
        </p:nvSpPr>
        <p:spPr>
          <a:xfrm>
            <a:off x="29235400" y="-2372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Freeform 1079"/>
          <p:cNvSpPr/>
          <p:nvPr/>
        </p:nvSpPr>
        <p:spPr>
          <a:xfrm>
            <a:off x="292608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Freeform 1080"/>
          <p:cNvSpPr/>
          <p:nvPr/>
        </p:nvSpPr>
        <p:spPr>
          <a:xfrm>
            <a:off x="292989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Freeform 1081"/>
          <p:cNvSpPr/>
          <p:nvPr/>
        </p:nvSpPr>
        <p:spPr>
          <a:xfrm>
            <a:off x="293370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Freeform 1082"/>
          <p:cNvSpPr/>
          <p:nvPr/>
        </p:nvSpPr>
        <p:spPr>
          <a:xfrm>
            <a:off x="293751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Freeform 1083"/>
          <p:cNvSpPr/>
          <p:nvPr/>
        </p:nvSpPr>
        <p:spPr>
          <a:xfrm>
            <a:off x="294005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Freeform 1084"/>
          <p:cNvSpPr/>
          <p:nvPr/>
        </p:nvSpPr>
        <p:spPr>
          <a:xfrm>
            <a:off x="294386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Freeform 1085"/>
          <p:cNvSpPr/>
          <p:nvPr/>
        </p:nvSpPr>
        <p:spPr>
          <a:xfrm>
            <a:off x="29476700" y="-2379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Freeform 1086"/>
          <p:cNvSpPr/>
          <p:nvPr/>
        </p:nvSpPr>
        <p:spPr>
          <a:xfrm>
            <a:off x="295021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Freeform 1087"/>
          <p:cNvSpPr/>
          <p:nvPr/>
        </p:nvSpPr>
        <p:spPr>
          <a:xfrm>
            <a:off x="295402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Freeform 1088"/>
          <p:cNvSpPr/>
          <p:nvPr/>
        </p:nvSpPr>
        <p:spPr>
          <a:xfrm>
            <a:off x="295783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Freeform 1089"/>
          <p:cNvSpPr/>
          <p:nvPr/>
        </p:nvSpPr>
        <p:spPr>
          <a:xfrm>
            <a:off x="296164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Freeform 1090"/>
          <p:cNvSpPr/>
          <p:nvPr/>
        </p:nvSpPr>
        <p:spPr>
          <a:xfrm>
            <a:off x="296418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Freeform 1091"/>
          <p:cNvSpPr/>
          <p:nvPr/>
        </p:nvSpPr>
        <p:spPr>
          <a:xfrm>
            <a:off x="296799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Freeform 1092"/>
          <p:cNvSpPr/>
          <p:nvPr/>
        </p:nvSpPr>
        <p:spPr>
          <a:xfrm>
            <a:off x="29718000" y="-2379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Freeform 1093"/>
          <p:cNvSpPr/>
          <p:nvPr/>
        </p:nvSpPr>
        <p:spPr>
          <a:xfrm>
            <a:off x="297434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Freeform 1094"/>
          <p:cNvSpPr/>
          <p:nvPr/>
        </p:nvSpPr>
        <p:spPr>
          <a:xfrm>
            <a:off x="297815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Freeform 1095"/>
          <p:cNvSpPr/>
          <p:nvPr/>
        </p:nvSpPr>
        <p:spPr>
          <a:xfrm>
            <a:off x="298196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Freeform 1096"/>
          <p:cNvSpPr/>
          <p:nvPr/>
        </p:nvSpPr>
        <p:spPr>
          <a:xfrm>
            <a:off x="298577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Freeform 1097"/>
          <p:cNvSpPr/>
          <p:nvPr/>
        </p:nvSpPr>
        <p:spPr>
          <a:xfrm>
            <a:off x="298831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Freeform 1098"/>
          <p:cNvSpPr/>
          <p:nvPr/>
        </p:nvSpPr>
        <p:spPr>
          <a:xfrm>
            <a:off x="299212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Freeform 1099"/>
          <p:cNvSpPr/>
          <p:nvPr/>
        </p:nvSpPr>
        <p:spPr>
          <a:xfrm>
            <a:off x="28943300" y="-2371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Freeform 1100"/>
          <p:cNvSpPr/>
          <p:nvPr/>
        </p:nvSpPr>
        <p:spPr>
          <a:xfrm>
            <a:off x="28981400" y="-2371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Freeform 1101"/>
          <p:cNvSpPr/>
          <p:nvPr/>
        </p:nvSpPr>
        <p:spPr>
          <a:xfrm>
            <a:off x="290068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Freeform 1102"/>
          <p:cNvSpPr/>
          <p:nvPr/>
        </p:nvSpPr>
        <p:spPr>
          <a:xfrm>
            <a:off x="290449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Freeform 1103"/>
          <p:cNvSpPr/>
          <p:nvPr/>
        </p:nvSpPr>
        <p:spPr>
          <a:xfrm>
            <a:off x="290830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Freeform 1104"/>
          <p:cNvSpPr/>
          <p:nvPr/>
        </p:nvSpPr>
        <p:spPr>
          <a:xfrm>
            <a:off x="29121100" y="-2372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Freeform 1105"/>
          <p:cNvSpPr/>
          <p:nvPr/>
        </p:nvSpPr>
        <p:spPr>
          <a:xfrm>
            <a:off x="291465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Freeform 1106"/>
          <p:cNvSpPr/>
          <p:nvPr/>
        </p:nvSpPr>
        <p:spPr>
          <a:xfrm>
            <a:off x="291846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Freeform 1107"/>
          <p:cNvSpPr/>
          <p:nvPr/>
        </p:nvSpPr>
        <p:spPr>
          <a:xfrm>
            <a:off x="29222700" y="-2373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Freeform 1108"/>
          <p:cNvSpPr/>
          <p:nvPr/>
        </p:nvSpPr>
        <p:spPr>
          <a:xfrm>
            <a:off x="292481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Freeform 1109"/>
          <p:cNvSpPr/>
          <p:nvPr/>
        </p:nvSpPr>
        <p:spPr>
          <a:xfrm>
            <a:off x="292862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Freeform 1110"/>
          <p:cNvSpPr/>
          <p:nvPr/>
        </p:nvSpPr>
        <p:spPr>
          <a:xfrm>
            <a:off x="293243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Freeform 1111"/>
          <p:cNvSpPr/>
          <p:nvPr/>
        </p:nvSpPr>
        <p:spPr>
          <a:xfrm>
            <a:off x="29362400" y="-2376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Freeform 1112"/>
          <p:cNvSpPr/>
          <p:nvPr/>
        </p:nvSpPr>
        <p:spPr>
          <a:xfrm>
            <a:off x="29387800" y="-23774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Freeform 1113"/>
          <p:cNvSpPr/>
          <p:nvPr/>
        </p:nvSpPr>
        <p:spPr>
          <a:xfrm>
            <a:off x="294259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Freeform 1114"/>
          <p:cNvSpPr/>
          <p:nvPr/>
        </p:nvSpPr>
        <p:spPr>
          <a:xfrm>
            <a:off x="29464000" y="-2379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Freeform 1115"/>
          <p:cNvSpPr/>
          <p:nvPr/>
        </p:nvSpPr>
        <p:spPr>
          <a:xfrm>
            <a:off x="294894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Freeform 1116"/>
          <p:cNvSpPr/>
          <p:nvPr/>
        </p:nvSpPr>
        <p:spPr>
          <a:xfrm>
            <a:off x="295275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Freeform 1117"/>
          <p:cNvSpPr/>
          <p:nvPr/>
        </p:nvSpPr>
        <p:spPr>
          <a:xfrm>
            <a:off x="295656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Freeform 1118"/>
          <p:cNvSpPr/>
          <p:nvPr/>
        </p:nvSpPr>
        <p:spPr>
          <a:xfrm>
            <a:off x="296037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Freeform 1119"/>
          <p:cNvSpPr/>
          <p:nvPr/>
        </p:nvSpPr>
        <p:spPr>
          <a:xfrm>
            <a:off x="296291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Freeform 1120"/>
          <p:cNvSpPr/>
          <p:nvPr/>
        </p:nvSpPr>
        <p:spPr>
          <a:xfrm>
            <a:off x="296672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Freeform 1121"/>
          <p:cNvSpPr/>
          <p:nvPr/>
        </p:nvSpPr>
        <p:spPr>
          <a:xfrm>
            <a:off x="297053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Freeform 1122"/>
          <p:cNvSpPr/>
          <p:nvPr/>
        </p:nvSpPr>
        <p:spPr>
          <a:xfrm>
            <a:off x="297307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Freeform 1123"/>
          <p:cNvSpPr/>
          <p:nvPr/>
        </p:nvSpPr>
        <p:spPr>
          <a:xfrm>
            <a:off x="297688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Freeform 1124"/>
          <p:cNvSpPr/>
          <p:nvPr/>
        </p:nvSpPr>
        <p:spPr>
          <a:xfrm>
            <a:off x="298069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Freeform 1125"/>
          <p:cNvSpPr/>
          <p:nvPr/>
        </p:nvSpPr>
        <p:spPr>
          <a:xfrm>
            <a:off x="29845000" y="-23787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Freeform 1126"/>
          <p:cNvSpPr/>
          <p:nvPr/>
        </p:nvSpPr>
        <p:spPr>
          <a:xfrm>
            <a:off x="298704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Freeform 1127"/>
          <p:cNvSpPr/>
          <p:nvPr/>
        </p:nvSpPr>
        <p:spPr>
          <a:xfrm>
            <a:off x="299085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Freeform 1128"/>
          <p:cNvSpPr/>
          <p:nvPr/>
        </p:nvSpPr>
        <p:spPr>
          <a:xfrm>
            <a:off x="28930600" y="-2372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Freeform 1129"/>
          <p:cNvSpPr/>
          <p:nvPr/>
        </p:nvSpPr>
        <p:spPr>
          <a:xfrm>
            <a:off x="28968700" y="-2372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Freeform 1130"/>
          <p:cNvSpPr/>
          <p:nvPr/>
        </p:nvSpPr>
        <p:spPr>
          <a:xfrm>
            <a:off x="29006800" y="-2372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Freeform 1131"/>
          <p:cNvSpPr/>
          <p:nvPr/>
        </p:nvSpPr>
        <p:spPr>
          <a:xfrm>
            <a:off x="290322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Freeform 1132"/>
          <p:cNvSpPr/>
          <p:nvPr/>
        </p:nvSpPr>
        <p:spPr>
          <a:xfrm>
            <a:off x="290703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Freeform 1133"/>
          <p:cNvSpPr/>
          <p:nvPr/>
        </p:nvSpPr>
        <p:spPr>
          <a:xfrm>
            <a:off x="29108400" y="-2373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Freeform 1134"/>
          <p:cNvSpPr/>
          <p:nvPr/>
        </p:nvSpPr>
        <p:spPr>
          <a:xfrm>
            <a:off x="291338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Freeform 1135"/>
          <p:cNvSpPr/>
          <p:nvPr/>
        </p:nvSpPr>
        <p:spPr>
          <a:xfrm>
            <a:off x="29171900" y="-2373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Freeform 1136"/>
          <p:cNvSpPr/>
          <p:nvPr/>
        </p:nvSpPr>
        <p:spPr>
          <a:xfrm>
            <a:off x="292100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Freeform 1137"/>
          <p:cNvSpPr/>
          <p:nvPr/>
        </p:nvSpPr>
        <p:spPr>
          <a:xfrm>
            <a:off x="292354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Freeform 1138"/>
          <p:cNvSpPr/>
          <p:nvPr/>
        </p:nvSpPr>
        <p:spPr>
          <a:xfrm>
            <a:off x="292735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Freeform 1139"/>
          <p:cNvSpPr/>
          <p:nvPr/>
        </p:nvSpPr>
        <p:spPr>
          <a:xfrm>
            <a:off x="293116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Freeform 1140"/>
          <p:cNvSpPr/>
          <p:nvPr/>
        </p:nvSpPr>
        <p:spPr>
          <a:xfrm>
            <a:off x="29349700" y="-23774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Freeform 1141"/>
          <p:cNvSpPr/>
          <p:nvPr/>
        </p:nvSpPr>
        <p:spPr>
          <a:xfrm>
            <a:off x="293751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Freeform 1142"/>
          <p:cNvSpPr/>
          <p:nvPr/>
        </p:nvSpPr>
        <p:spPr>
          <a:xfrm>
            <a:off x="294132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Freeform 1143"/>
          <p:cNvSpPr/>
          <p:nvPr/>
        </p:nvSpPr>
        <p:spPr>
          <a:xfrm>
            <a:off x="29451300" y="-23812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Freeform 1144"/>
          <p:cNvSpPr/>
          <p:nvPr/>
        </p:nvSpPr>
        <p:spPr>
          <a:xfrm>
            <a:off x="294767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Freeform 1145"/>
          <p:cNvSpPr/>
          <p:nvPr/>
        </p:nvSpPr>
        <p:spPr>
          <a:xfrm>
            <a:off x="295148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Freeform 1146"/>
          <p:cNvSpPr/>
          <p:nvPr/>
        </p:nvSpPr>
        <p:spPr>
          <a:xfrm>
            <a:off x="295529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Freeform 1147"/>
          <p:cNvSpPr/>
          <p:nvPr/>
        </p:nvSpPr>
        <p:spPr>
          <a:xfrm>
            <a:off x="295910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Freeform 1148"/>
          <p:cNvSpPr/>
          <p:nvPr/>
        </p:nvSpPr>
        <p:spPr>
          <a:xfrm>
            <a:off x="296164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Freeform 1149"/>
          <p:cNvSpPr/>
          <p:nvPr/>
        </p:nvSpPr>
        <p:spPr>
          <a:xfrm>
            <a:off x="296545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Freeform 1150"/>
          <p:cNvSpPr/>
          <p:nvPr/>
        </p:nvSpPr>
        <p:spPr>
          <a:xfrm>
            <a:off x="29692600" y="-23812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Freeform 1151"/>
          <p:cNvSpPr/>
          <p:nvPr/>
        </p:nvSpPr>
        <p:spPr>
          <a:xfrm>
            <a:off x="297180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Freeform 1152"/>
          <p:cNvSpPr/>
          <p:nvPr/>
        </p:nvSpPr>
        <p:spPr>
          <a:xfrm>
            <a:off x="297561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Freeform 1153"/>
          <p:cNvSpPr/>
          <p:nvPr/>
        </p:nvSpPr>
        <p:spPr>
          <a:xfrm>
            <a:off x="297942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Freeform 1154"/>
          <p:cNvSpPr/>
          <p:nvPr/>
        </p:nvSpPr>
        <p:spPr>
          <a:xfrm>
            <a:off x="298323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Freeform 1155"/>
          <p:cNvSpPr/>
          <p:nvPr/>
        </p:nvSpPr>
        <p:spPr>
          <a:xfrm>
            <a:off x="298577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Freeform 1156"/>
          <p:cNvSpPr/>
          <p:nvPr/>
        </p:nvSpPr>
        <p:spPr>
          <a:xfrm>
            <a:off x="29895800" y="-23799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Freeform 1157"/>
          <p:cNvSpPr/>
          <p:nvPr/>
        </p:nvSpPr>
        <p:spPr>
          <a:xfrm>
            <a:off x="28917900" y="-23723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Freeform 1158"/>
          <p:cNvSpPr/>
          <p:nvPr/>
        </p:nvSpPr>
        <p:spPr>
          <a:xfrm>
            <a:off x="289560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Freeform 1159"/>
          <p:cNvSpPr/>
          <p:nvPr/>
        </p:nvSpPr>
        <p:spPr>
          <a:xfrm>
            <a:off x="28994100" y="-2373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Freeform 1160"/>
          <p:cNvSpPr/>
          <p:nvPr/>
        </p:nvSpPr>
        <p:spPr>
          <a:xfrm>
            <a:off x="290195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Freeform 1161"/>
          <p:cNvSpPr/>
          <p:nvPr/>
        </p:nvSpPr>
        <p:spPr>
          <a:xfrm>
            <a:off x="29057600" y="-2373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Freeform 1162"/>
          <p:cNvSpPr/>
          <p:nvPr/>
        </p:nvSpPr>
        <p:spPr>
          <a:xfrm>
            <a:off x="290957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Freeform 1163"/>
          <p:cNvSpPr/>
          <p:nvPr/>
        </p:nvSpPr>
        <p:spPr>
          <a:xfrm>
            <a:off x="291211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Freeform 1164"/>
          <p:cNvSpPr/>
          <p:nvPr/>
        </p:nvSpPr>
        <p:spPr>
          <a:xfrm>
            <a:off x="291592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Freeform 1165"/>
          <p:cNvSpPr/>
          <p:nvPr/>
        </p:nvSpPr>
        <p:spPr>
          <a:xfrm>
            <a:off x="291973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Freeform 1166"/>
          <p:cNvSpPr/>
          <p:nvPr/>
        </p:nvSpPr>
        <p:spPr>
          <a:xfrm>
            <a:off x="292354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Freeform 1167"/>
          <p:cNvSpPr/>
          <p:nvPr/>
        </p:nvSpPr>
        <p:spPr>
          <a:xfrm>
            <a:off x="292608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Freeform 1168"/>
          <p:cNvSpPr/>
          <p:nvPr/>
        </p:nvSpPr>
        <p:spPr>
          <a:xfrm>
            <a:off x="292989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Freeform 1169"/>
          <p:cNvSpPr/>
          <p:nvPr/>
        </p:nvSpPr>
        <p:spPr>
          <a:xfrm>
            <a:off x="293370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Freeform 1170"/>
          <p:cNvSpPr/>
          <p:nvPr/>
        </p:nvSpPr>
        <p:spPr>
          <a:xfrm>
            <a:off x="293624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Freeform 1171"/>
          <p:cNvSpPr/>
          <p:nvPr/>
        </p:nvSpPr>
        <p:spPr>
          <a:xfrm>
            <a:off x="294005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Freeform 1172"/>
          <p:cNvSpPr/>
          <p:nvPr/>
        </p:nvSpPr>
        <p:spPr>
          <a:xfrm>
            <a:off x="294386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Freeform 1173"/>
          <p:cNvSpPr/>
          <p:nvPr/>
        </p:nvSpPr>
        <p:spPr>
          <a:xfrm>
            <a:off x="294767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Freeform 1174"/>
          <p:cNvSpPr/>
          <p:nvPr/>
        </p:nvSpPr>
        <p:spPr>
          <a:xfrm>
            <a:off x="295021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Freeform 1175"/>
          <p:cNvSpPr/>
          <p:nvPr/>
        </p:nvSpPr>
        <p:spPr>
          <a:xfrm>
            <a:off x="295402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Freeform 1176"/>
          <p:cNvSpPr/>
          <p:nvPr/>
        </p:nvSpPr>
        <p:spPr>
          <a:xfrm>
            <a:off x="295783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Freeform 1177"/>
          <p:cNvSpPr/>
          <p:nvPr/>
        </p:nvSpPr>
        <p:spPr>
          <a:xfrm>
            <a:off x="296037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Freeform 1178"/>
          <p:cNvSpPr/>
          <p:nvPr/>
        </p:nvSpPr>
        <p:spPr>
          <a:xfrm>
            <a:off x="296418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Freeform 1179"/>
          <p:cNvSpPr/>
          <p:nvPr/>
        </p:nvSpPr>
        <p:spPr>
          <a:xfrm>
            <a:off x="296799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Freeform 1180"/>
          <p:cNvSpPr/>
          <p:nvPr/>
        </p:nvSpPr>
        <p:spPr>
          <a:xfrm>
            <a:off x="29705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Freeform 1181"/>
          <p:cNvSpPr/>
          <p:nvPr/>
        </p:nvSpPr>
        <p:spPr>
          <a:xfrm>
            <a:off x="297434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Freeform 1182"/>
          <p:cNvSpPr/>
          <p:nvPr/>
        </p:nvSpPr>
        <p:spPr>
          <a:xfrm>
            <a:off x="297815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Freeform 1183"/>
          <p:cNvSpPr/>
          <p:nvPr/>
        </p:nvSpPr>
        <p:spPr>
          <a:xfrm>
            <a:off x="298196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Freeform 1184"/>
          <p:cNvSpPr/>
          <p:nvPr/>
        </p:nvSpPr>
        <p:spPr>
          <a:xfrm>
            <a:off x="298450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Freeform 1185"/>
          <p:cNvSpPr/>
          <p:nvPr/>
        </p:nvSpPr>
        <p:spPr>
          <a:xfrm>
            <a:off x="298831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Freeform 1186"/>
          <p:cNvSpPr/>
          <p:nvPr/>
        </p:nvSpPr>
        <p:spPr>
          <a:xfrm>
            <a:off x="289052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Freeform 1187"/>
          <p:cNvSpPr/>
          <p:nvPr/>
        </p:nvSpPr>
        <p:spPr>
          <a:xfrm>
            <a:off x="28943300" y="-2373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Freeform 1188"/>
          <p:cNvSpPr/>
          <p:nvPr/>
        </p:nvSpPr>
        <p:spPr>
          <a:xfrm>
            <a:off x="289814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Freeform 1189"/>
          <p:cNvSpPr/>
          <p:nvPr/>
        </p:nvSpPr>
        <p:spPr>
          <a:xfrm>
            <a:off x="290068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Freeform 1190"/>
          <p:cNvSpPr/>
          <p:nvPr/>
        </p:nvSpPr>
        <p:spPr>
          <a:xfrm>
            <a:off x="290449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Freeform 1191"/>
          <p:cNvSpPr/>
          <p:nvPr/>
        </p:nvSpPr>
        <p:spPr>
          <a:xfrm>
            <a:off x="290830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Freeform 1192"/>
          <p:cNvSpPr/>
          <p:nvPr/>
        </p:nvSpPr>
        <p:spPr>
          <a:xfrm>
            <a:off x="291084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Freeform 1193"/>
          <p:cNvSpPr/>
          <p:nvPr/>
        </p:nvSpPr>
        <p:spPr>
          <a:xfrm>
            <a:off x="291465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Freeform 1194"/>
          <p:cNvSpPr/>
          <p:nvPr/>
        </p:nvSpPr>
        <p:spPr>
          <a:xfrm>
            <a:off x="291846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Freeform 1195"/>
          <p:cNvSpPr/>
          <p:nvPr/>
        </p:nvSpPr>
        <p:spPr>
          <a:xfrm>
            <a:off x="292227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Freeform 1196"/>
          <p:cNvSpPr/>
          <p:nvPr/>
        </p:nvSpPr>
        <p:spPr>
          <a:xfrm>
            <a:off x="29248100" y="-23761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Freeform 1197"/>
          <p:cNvSpPr/>
          <p:nvPr/>
        </p:nvSpPr>
        <p:spPr>
          <a:xfrm>
            <a:off x="292862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Freeform 1198"/>
          <p:cNvSpPr/>
          <p:nvPr/>
        </p:nvSpPr>
        <p:spPr>
          <a:xfrm>
            <a:off x="29324300" y="-2378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Freeform 1199"/>
          <p:cNvSpPr/>
          <p:nvPr/>
        </p:nvSpPr>
        <p:spPr>
          <a:xfrm>
            <a:off x="29349700" y="-2379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Freeform 1200"/>
          <p:cNvSpPr/>
          <p:nvPr/>
        </p:nvSpPr>
        <p:spPr>
          <a:xfrm>
            <a:off x="293878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Freeform 1201"/>
          <p:cNvSpPr/>
          <p:nvPr/>
        </p:nvSpPr>
        <p:spPr>
          <a:xfrm>
            <a:off x="294259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Freeform 1202"/>
          <p:cNvSpPr/>
          <p:nvPr/>
        </p:nvSpPr>
        <p:spPr>
          <a:xfrm>
            <a:off x="294640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Freeform 1203"/>
          <p:cNvSpPr/>
          <p:nvPr/>
        </p:nvSpPr>
        <p:spPr>
          <a:xfrm>
            <a:off x="294894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Freeform 1204"/>
          <p:cNvSpPr/>
          <p:nvPr/>
        </p:nvSpPr>
        <p:spPr>
          <a:xfrm>
            <a:off x="295275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Freeform 1205"/>
          <p:cNvSpPr/>
          <p:nvPr/>
        </p:nvSpPr>
        <p:spPr>
          <a:xfrm>
            <a:off x="295656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Freeform 1206"/>
          <p:cNvSpPr/>
          <p:nvPr/>
        </p:nvSpPr>
        <p:spPr>
          <a:xfrm>
            <a:off x="295910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Freeform 1207"/>
          <p:cNvSpPr/>
          <p:nvPr/>
        </p:nvSpPr>
        <p:spPr>
          <a:xfrm>
            <a:off x="296291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Freeform 1208"/>
          <p:cNvSpPr/>
          <p:nvPr/>
        </p:nvSpPr>
        <p:spPr>
          <a:xfrm>
            <a:off x="296672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Freeform 1209"/>
          <p:cNvSpPr/>
          <p:nvPr/>
        </p:nvSpPr>
        <p:spPr>
          <a:xfrm>
            <a:off x="297053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Freeform 1210"/>
          <p:cNvSpPr/>
          <p:nvPr/>
        </p:nvSpPr>
        <p:spPr>
          <a:xfrm>
            <a:off x="297307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Freeform 1211"/>
          <p:cNvSpPr/>
          <p:nvPr/>
        </p:nvSpPr>
        <p:spPr>
          <a:xfrm>
            <a:off x="297688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Freeform 1212"/>
          <p:cNvSpPr/>
          <p:nvPr/>
        </p:nvSpPr>
        <p:spPr>
          <a:xfrm>
            <a:off x="298069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Freeform 1213"/>
          <p:cNvSpPr/>
          <p:nvPr/>
        </p:nvSpPr>
        <p:spPr>
          <a:xfrm>
            <a:off x="29832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Freeform 1214"/>
          <p:cNvSpPr/>
          <p:nvPr/>
        </p:nvSpPr>
        <p:spPr>
          <a:xfrm>
            <a:off x="298704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Freeform 1215"/>
          <p:cNvSpPr/>
          <p:nvPr/>
        </p:nvSpPr>
        <p:spPr>
          <a:xfrm>
            <a:off x="288925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Freeform 1216"/>
          <p:cNvSpPr/>
          <p:nvPr/>
        </p:nvSpPr>
        <p:spPr>
          <a:xfrm>
            <a:off x="28930600" y="-2374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Freeform 1217"/>
          <p:cNvSpPr/>
          <p:nvPr/>
        </p:nvSpPr>
        <p:spPr>
          <a:xfrm>
            <a:off x="28968700" y="-2374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Freeform 1218"/>
          <p:cNvSpPr/>
          <p:nvPr/>
        </p:nvSpPr>
        <p:spPr>
          <a:xfrm>
            <a:off x="28994100" y="-2374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Freeform 1219"/>
          <p:cNvSpPr/>
          <p:nvPr/>
        </p:nvSpPr>
        <p:spPr>
          <a:xfrm>
            <a:off x="290322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Freeform 1220"/>
          <p:cNvSpPr/>
          <p:nvPr/>
        </p:nvSpPr>
        <p:spPr>
          <a:xfrm>
            <a:off x="290703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Freeform 1221"/>
          <p:cNvSpPr/>
          <p:nvPr/>
        </p:nvSpPr>
        <p:spPr>
          <a:xfrm>
            <a:off x="290957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Freeform 1222"/>
          <p:cNvSpPr/>
          <p:nvPr/>
        </p:nvSpPr>
        <p:spPr>
          <a:xfrm>
            <a:off x="29133800" y="-23761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Freeform 1223"/>
          <p:cNvSpPr/>
          <p:nvPr/>
        </p:nvSpPr>
        <p:spPr>
          <a:xfrm>
            <a:off x="291719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Freeform 1224"/>
          <p:cNvSpPr/>
          <p:nvPr/>
        </p:nvSpPr>
        <p:spPr>
          <a:xfrm>
            <a:off x="292100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Freeform 1225"/>
          <p:cNvSpPr/>
          <p:nvPr/>
        </p:nvSpPr>
        <p:spPr>
          <a:xfrm>
            <a:off x="292354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Freeform 1226"/>
          <p:cNvSpPr/>
          <p:nvPr/>
        </p:nvSpPr>
        <p:spPr>
          <a:xfrm>
            <a:off x="29273500" y="-2378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Freeform 1227"/>
          <p:cNvSpPr/>
          <p:nvPr/>
        </p:nvSpPr>
        <p:spPr>
          <a:xfrm>
            <a:off x="29311600" y="-2379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Freeform 1228"/>
          <p:cNvSpPr/>
          <p:nvPr/>
        </p:nvSpPr>
        <p:spPr>
          <a:xfrm>
            <a:off x="293370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Freeform 1229"/>
          <p:cNvSpPr/>
          <p:nvPr/>
        </p:nvSpPr>
        <p:spPr>
          <a:xfrm>
            <a:off x="293751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Freeform 1230"/>
          <p:cNvSpPr/>
          <p:nvPr/>
        </p:nvSpPr>
        <p:spPr>
          <a:xfrm>
            <a:off x="294132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Freeform 1231"/>
          <p:cNvSpPr/>
          <p:nvPr/>
        </p:nvSpPr>
        <p:spPr>
          <a:xfrm>
            <a:off x="294513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Freeform 1232"/>
          <p:cNvSpPr/>
          <p:nvPr/>
        </p:nvSpPr>
        <p:spPr>
          <a:xfrm>
            <a:off x="294767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Freeform 1233"/>
          <p:cNvSpPr/>
          <p:nvPr/>
        </p:nvSpPr>
        <p:spPr>
          <a:xfrm>
            <a:off x="295148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Freeform 1234"/>
          <p:cNvSpPr/>
          <p:nvPr/>
        </p:nvSpPr>
        <p:spPr>
          <a:xfrm>
            <a:off x="295529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Freeform 1235"/>
          <p:cNvSpPr/>
          <p:nvPr/>
        </p:nvSpPr>
        <p:spPr>
          <a:xfrm>
            <a:off x="295783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Freeform 1236"/>
          <p:cNvSpPr/>
          <p:nvPr/>
        </p:nvSpPr>
        <p:spPr>
          <a:xfrm>
            <a:off x="296164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Freeform 1237"/>
          <p:cNvSpPr/>
          <p:nvPr/>
        </p:nvSpPr>
        <p:spPr>
          <a:xfrm>
            <a:off x="296545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Freeform 1238"/>
          <p:cNvSpPr/>
          <p:nvPr/>
        </p:nvSpPr>
        <p:spPr>
          <a:xfrm>
            <a:off x="296926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Freeform 1239"/>
          <p:cNvSpPr/>
          <p:nvPr/>
        </p:nvSpPr>
        <p:spPr>
          <a:xfrm>
            <a:off x="297180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Freeform 1240"/>
          <p:cNvSpPr/>
          <p:nvPr/>
        </p:nvSpPr>
        <p:spPr>
          <a:xfrm>
            <a:off x="297561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Freeform 1241"/>
          <p:cNvSpPr/>
          <p:nvPr/>
        </p:nvSpPr>
        <p:spPr>
          <a:xfrm>
            <a:off x="297942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Freeform 1242"/>
          <p:cNvSpPr/>
          <p:nvPr/>
        </p:nvSpPr>
        <p:spPr>
          <a:xfrm>
            <a:off x="298196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Freeform 1243"/>
          <p:cNvSpPr/>
          <p:nvPr/>
        </p:nvSpPr>
        <p:spPr>
          <a:xfrm>
            <a:off x="29857700" y="-23825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Freeform 1244"/>
          <p:cNvSpPr/>
          <p:nvPr/>
        </p:nvSpPr>
        <p:spPr>
          <a:xfrm>
            <a:off x="28879800" y="-2374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Freeform 1245"/>
          <p:cNvSpPr/>
          <p:nvPr/>
        </p:nvSpPr>
        <p:spPr>
          <a:xfrm>
            <a:off x="289179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Freeform 1246"/>
          <p:cNvSpPr/>
          <p:nvPr/>
        </p:nvSpPr>
        <p:spPr>
          <a:xfrm>
            <a:off x="28956000" y="-2376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Freeform 1247"/>
          <p:cNvSpPr/>
          <p:nvPr/>
        </p:nvSpPr>
        <p:spPr>
          <a:xfrm>
            <a:off x="289814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Freeform 1248"/>
          <p:cNvSpPr/>
          <p:nvPr/>
        </p:nvSpPr>
        <p:spPr>
          <a:xfrm>
            <a:off x="290195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Freeform 1249"/>
          <p:cNvSpPr/>
          <p:nvPr/>
        </p:nvSpPr>
        <p:spPr>
          <a:xfrm>
            <a:off x="290576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Freeform 1250"/>
          <p:cNvSpPr/>
          <p:nvPr/>
        </p:nvSpPr>
        <p:spPr>
          <a:xfrm>
            <a:off x="290830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Freeform 1251"/>
          <p:cNvSpPr/>
          <p:nvPr/>
        </p:nvSpPr>
        <p:spPr>
          <a:xfrm>
            <a:off x="291211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Freeform 1252"/>
          <p:cNvSpPr/>
          <p:nvPr/>
        </p:nvSpPr>
        <p:spPr>
          <a:xfrm>
            <a:off x="291592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Freeform 1253"/>
          <p:cNvSpPr/>
          <p:nvPr/>
        </p:nvSpPr>
        <p:spPr>
          <a:xfrm>
            <a:off x="291973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Freeform 1254"/>
          <p:cNvSpPr/>
          <p:nvPr/>
        </p:nvSpPr>
        <p:spPr>
          <a:xfrm>
            <a:off x="292227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Freeform 1255"/>
          <p:cNvSpPr/>
          <p:nvPr/>
        </p:nvSpPr>
        <p:spPr>
          <a:xfrm>
            <a:off x="292608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Freeform 1256"/>
          <p:cNvSpPr/>
          <p:nvPr/>
        </p:nvSpPr>
        <p:spPr>
          <a:xfrm>
            <a:off x="292989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Freeform 1257"/>
          <p:cNvSpPr/>
          <p:nvPr/>
        </p:nvSpPr>
        <p:spPr>
          <a:xfrm>
            <a:off x="293243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Freeform 1258"/>
          <p:cNvSpPr/>
          <p:nvPr/>
        </p:nvSpPr>
        <p:spPr>
          <a:xfrm>
            <a:off x="293624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Freeform 1259"/>
          <p:cNvSpPr/>
          <p:nvPr/>
        </p:nvSpPr>
        <p:spPr>
          <a:xfrm>
            <a:off x="294005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Freeform 1260"/>
          <p:cNvSpPr/>
          <p:nvPr/>
        </p:nvSpPr>
        <p:spPr>
          <a:xfrm>
            <a:off x="294386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Freeform 1261"/>
          <p:cNvSpPr/>
          <p:nvPr/>
        </p:nvSpPr>
        <p:spPr>
          <a:xfrm>
            <a:off x="294640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Freeform 1262"/>
          <p:cNvSpPr/>
          <p:nvPr/>
        </p:nvSpPr>
        <p:spPr>
          <a:xfrm>
            <a:off x="295021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Freeform 1263"/>
          <p:cNvSpPr/>
          <p:nvPr/>
        </p:nvSpPr>
        <p:spPr>
          <a:xfrm>
            <a:off x="295402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Freeform 1264"/>
          <p:cNvSpPr/>
          <p:nvPr/>
        </p:nvSpPr>
        <p:spPr>
          <a:xfrm>
            <a:off x="295656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Freeform 1265"/>
          <p:cNvSpPr/>
          <p:nvPr/>
        </p:nvSpPr>
        <p:spPr>
          <a:xfrm>
            <a:off x="296037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Freeform 1266"/>
          <p:cNvSpPr/>
          <p:nvPr/>
        </p:nvSpPr>
        <p:spPr>
          <a:xfrm>
            <a:off x="296418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Freeform 1267"/>
          <p:cNvSpPr/>
          <p:nvPr/>
        </p:nvSpPr>
        <p:spPr>
          <a:xfrm>
            <a:off x="296799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Freeform 1268"/>
          <p:cNvSpPr/>
          <p:nvPr/>
        </p:nvSpPr>
        <p:spPr>
          <a:xfrm>
            <a:off x="297053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Freeform 1269"/>
          <p:cNvSpPr/>
          <p:nvPr/>
        </p:nvSpPr>
        <p:spPr>
          <a:xfrm>
            <a:off x="297434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Freeform 1270"/>
          <p:cNvSpPr/>
          <p:nvPr/>
        </p:nvSpPr>
        <p:spPr>
          <a:xfrm>
            <a:off x="297815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Freeform 1271"/>
          <p:cNvSpPr/>
          <p:nvPr/>
        </p:nvSpPr>
        <p:spPr>
          <a:xfrm>
            <a:off x="298069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Freeform 1272"/>
          <p:cNvSpPr/>
          <p:nvPr/>
        </p:nvSpPr>
        <p:spPr>
          <a:xfrm>
            <a:off x="298450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Freeform 1273"/>
          <p:cNvSpPr/>
          <p:nvPr/>
        </p:nvSpPr>
        <p:spPr>
          <a:xfrm>
            <a:off x="288671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Freeform 1274"/>
          <p:cNvSpPr/>
          <p:nvPr/>
        </p:nvSpPr>
        <p:spPr>
          <a:xfrm>
            <a:off x="28905200" y="-2376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Freeform 1275"/>
          <p:cNvSpPr/>
          <p:nvPr/>
        </p:nvSpPr>
        <p:spPr>
          <a:xfrm>
            <a:off x="289433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Freeform 1276"/>
          <p:cNvSpPr/>
          <p:nvPr/>
        </p:nvSpPr>
        <p:spPr>
          <a:xfrm>
            <a:off x="289687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Freeform 1277"/>
          <p:cNvSpPr/>
          <p:nvPr/>
        </p:nvSpPr>
        <p:spPr>
          <a:xfrm>
            <a:off x="290068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Freeform 1278"/>
          <p:cNvSpPr/>
          <p:nvPr/>
        </p:nvSpPr>
        <p:spPr>
          <a:xfrm>
            <a:off x="290449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Freeform 1279"/>
          <p:cNvSpPr/>
          <p:nvPr/>
        </p:nvSpPr>
        <p:spPr>
          <a:xfrm>
            <a:off x="290703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Freeform 1280"/>
          <p:cNvSpPr/>
          <p:nvPr/>
        </p:nvSpPr>
        <p:spPr>
          <a:xfrm>
            <a:off x="291084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Freeform 1281"/>
          <p:cNvSpPr/>
          <p:nvPr/>
        </p:nvSpPr>
        <p:spPr>
          <a:xfrm>
            <a:off x="291465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Freeform 1282"/>
          <p:cNvSpPr/>
          <p:nvPr/>
        </p:nvSpPr>
        <p:spPr>
          <a:xfrm>
            <a:off x="291846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Freeform 1283"/>
          <p:cNvSpPr/>
          <p:nvPr/>
        </p:nvSpPr>
        <p:spPr>
          <a:xfrm>
            <a:off x="29210000" y="-23787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Freeform 1284"/>
          <p:cNvSpPr/>
          <p:nvPr/>
        </p:nvSpPr>
        <p:spPr>
          <a:xfrm>
            <a:off x="292481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Freeform 1285"/>
          <p:cNvSpPr/>
          <p:nvPr/>
        </p:nvSpPr>
        <p:spPr>
          <a:xfrm>
            <a:off x="29286200" y="-23812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Freeform 1286"/>
          <p:cNvSpPr/>
          <p:nvPr/>
        </p:nvSpPr>
        <p:spPr>
          <a:xfrm>
            <a:off x="293116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Freeform 1287"/>
          <p:cNvSpPr/>
          <p:nvPr/>
        </p:nvSpPr>
        <p:spPr>
          <a:xfrm>
            <a:off x="293497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Freeform 1288"/>
          <p:cNvSpPr/>
          <p:nvPr/>
        </p:nvSpPr>
        <p:spPr>
          <a:xfrm>
            <a:off x="293878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Freeform 1289"/>
          <p:cNvSpPr/>
          <p:nvPr/>
        </p:nvSpPr>
        <p:spPr>
          <a:xfrm>
            <a:off x="294259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Freeform 1290"/>
          <p:cNvSpPr/>
          <p:nvPr/>
        </p:nvSpPr>
        <p:spPr>
          <a:xfrm>
            <a:off x="294513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Freeform 1291"/>
          <p:cNvSpPr/>
          <p:nvPr/>
        </p:nvSpPr>
        <p:spPr>
          <a:xfrm>
            <a:off x="294894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Freeform 1292"/>
          <p:cNvSpPr/>
          <p:nvPr/>
        </p:nvSpPr>
        <p:spPr>
          <a:xfrm>
            <a:off x="295275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Freeform 1293"/>
          <p:cNvSpPr/>
          <p:nvPr/>
        </p:nvSpPr>
        <p:spPr>
          <a:xfrm>
            <a:off x="295529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Freeform 1294"/>
          <p:cNvSpPr/>
          <p:nvPr/>
        </p:nvSpPr>
        <p:spPr>
          <a:xfrm>
            <a:off x="295910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Freeform 1295"/>
          <p:cNvSpPr/>
          <p:nvPr/>
        </p:nvSpPr>
        <p:spPr>
          <a:xfrm>
            <a:off x="296291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Freeform 1296"/>
          <p:cNvSpPr/>
          <p:nvPr/>
        </p:nvSpPr>
        <p:spPr>
          <a:xfrm>
            <a:off x="296672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Freeform 1297"/>
          <p:cNvSpPr/>
          <p:nvPr/>
        </p:nvSpPr>
        <p:spPr>
          <a:xfrm>
            <a:off x="296926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Freeform 1298"/>
          <p:cNvSpPr/>
          <p:nvPr/>
        </p:nvSpPr>
        <p:spPr>
          <a:xfrm>
            <a:off x="297307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Freeform 1299"/>
          <p:cNvSpPr/>
          <p:nvPr/>
        </p:nvSpPr>
        <p:spPr>
          <a:xfrm>
            <a:off x="297688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Freeform 1300"/>
          <p:cNvSpPr/>
          <p:nvPr/>
        </p:nvSpPr>
        <p:spPr>
          <a:xfrm>
            <a:off x="297942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Freeform 1301"/>
          <p:cNvSpPr/>
          <p:nvPr/>
        </p:nvSpPr>
        <p:spPr>
          <a:xfrm>
            <a:off x="298323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Freeform 1302"/>
          <p:cNvSpPr/>
          <p:nvPr/>
        </p:nvSpPr>
        <p:spPr>
          <a:xfrm>
            <a:off x="288544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Freeform 1303"/>
          <p:cNvSpPr/>
          <p:nvPr/>
        </p:nvSpPr>
        <p:spPr>
          <a:xfrm>
            <a:off x="288925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Freeform 1304"/>
          <p:cNvSpPr/>
          <p:nvPr/>
        </p:nvSpPr>
        <p:spPr>
          <a:xfrm>
            <a:off x="28930600" y="-2377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Freeform 1305"/>
          <p:cNvSpPr/>
          <p:nvPr/>
        </p:nvSpPr>
        <p:spPr>
          <a:xfrm>
            <a:off x="28956000" y="-23774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Freeform 1306"/>
          <p:cNvSpPr/>
          <p:nvPr/>
        </p:nvSpPr>
        <p:spPr>
          <a:xfrm>
            <a:off x="289941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Freeform 1307"/>
          <p:cNvSpPr/>
          <p:nvPr/>
        </p:nvSpPr>
        <p:spPr>
          <a:xfrm>
            <a:off x="290322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Freeform 1308"/>
          <p:cNvSpPr/>
          <p:nvPr/>
        </p:nvSpPr>
        <p:spPr>
          <a:xfrm>
            <a:off x="290576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Freeform 1309"/>
          <p:cNvSpPr/>
          <p:nvPr/>
        </p:nvSpPr>
        <p:spPr>
          <a:xfrm>
            <a:off x="29095700" y="-23787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Freeform 1310"/>
          <p:cNvSpPr/>
          <p:nvPr/>
        </p:nvSpPr>
        <p:spPr>
          <a:xfrm>
            <a:off x="291338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Freeform 1311"/>
          <p:cNvSpPr/>
          <p:nvPr/>
        </p:nvSpPr>
        <p:spPr>
          <a:xfrm>
            <a:off x="291719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Freeform 1312"/>
          <p:cNvSpPr/>
          <p:nvPr/>
        </p:nvSpPr>
        <p:spPr>
          <a:xfrm>
            <a:off x="291973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Freeform 1313"/>
          <p:cNvSpPr/>
          <p:nvPr/>
        </p:nvSpPr>
        <p:spPr>
          <a:xfrm>
            <a:off x="29235400" y="-2381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Freeform 1314"/>
          <p:cNvSpPr/>
          <p:nvPr/>
        </p:nvSpPr>
        <p:spPr>
          <a:xfrm>
            <a:off x="292735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Freeform 1315"/>
          <p:cNvSpPr/>
          <p:nvPr/>
        </p:nvSpPr>
        <p:spPr>
          <a:xfrm>
            <a:off x="292989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Freeform 1316"/>
          <p:cNvSpPr/>
          <p:nvPr/>
        </p:nvSpPr>
        <p:spPr>
          <a:xfrm>
            <a:off x="293370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Freeform 1317"/>
          <p:cNvSpPr/>
          <p:nvPr/>
        </p:nvSpPr>
        <p:spPr>
          <a:xfrm>
            <a:off x="293751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Freeform 1318"/>
          <p:cNvSpPr/>
          <p:nvPr/>
        </p:nvSpPr>
        <p:spPr>
          <a:xfrm>
            <a:off x="294132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Freeform 1319"/>
          <p:cNvSpPr/>
          <p:nvPr/>
        </p:nvSpPr>
        <p:spPr>
          <a:xfrm>
            <a:off x="294386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Freeform 1320"/>
          <p:cNvSpPr/>
          <p:nvPr/>
        </p:nvSpPr>
        <p:spPr>
          <a:xfrm>
            <a:off x="294767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Freeform 1321"/>
          <p:cNvSpPr/>
          <p:nvPr/>
        </p:nvSpPr>
        <p:spPr>
          <a:xfrm>
            <a:off x="295148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Freeform 1322"/>
          <p:cNvSpPr/>
          <p:nvPr/>
        </p:nvSpPr>
        <p:spPr>
          <a:xfrm>
            <a:off x="295402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Freeform 1323"/>
          <p:cNvSpPr/>
          <p:nvPr/>
        </p:nvSpPr>
        <p:spPr>
          <a:xfrm>
            <a:off x="295783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Freeform 1324"/>
          <p:cNvSpPr/>
          <p:nvPr/>
        </p:nvSpPr>
        <p:spPr>
          <a:xfrm>
            <a:off x="296164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Freeform 1325"/>
          <p:cNvSpPr/>
          <p:nvPr/>
        </p:nvSpPr>
        <p:spPr>
          <a:xfrm>
            <a:off x="296545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Freeform 1326"/>
          <p:cNvSpPr/>
          <p:nvPr/>
        </p:nvSpPr>
        <p:spPr>
          <a:xfrm>
            <a:off x="296799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Freeform 1327"/>
          <p:cNvSpPr/>
          <p:nvPr/>
        </p:nvSpPr>
        <p:spPr>
          <a:xfrm>
            <a:off x="297180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Freeform 1328"/>
          <p:cNvSpPr/>
          <p:nvPr/>
        </p:nvSpPr>
        <p:spPr>
          <a:xfrm>
            <a:off x="297561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Freeform 1329"/>
          <p:cNvSpPr/>
          <p:nvPr/>
        </p:nvSpPr>
        <p:spPr>
          <a:xfrm>
            <a:off x="297815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Freeform 1330"/>
          <p:cNvSpPr/>
          <p:nvPr/>
        </p:nvSpPr>
        <p:spPr>
          <a:xfrm>
            <a:off x="298196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Freeform 1331"/>
          <p:cNvSpPr/>
          <p:nvPr/>
        </p:nvSpPr>
        <p:spPr>
          <a:xfrm>
            <a:off x="28841700" y="-2377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Freeform 1332"/>
          <p:cNvSpPr/>
          <p:nvPr/>
        </p:nvSpPr>
        <p:spPr>
          <a:xfrm>
            <a:off x="288798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Freeform 1333"/>
          <p:cNvSpPr/>
          <p:nvPr/>
        </p:nvSpPr>
        <p:spPr>
          <a:xfrm>
            <a:off x="28917900" y="-2378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Freeform 1334"/>
          <p:cNvSpPr/>
          <p:nvPr/>
        </p:nvSpPr>
        <p:spPr>
          <a:xfrm>
            <a:off x="289433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Freeform 1335"/>
          <p:cNvSpPr/>
          <p:nvPr/>
        </p:nvSpPr>
        <p:spPr>
          <a:xfrm>
            <a:off x="289814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Freeform 1336"/>
          <p:cNvSpPr/>
          <p:nvPr/>
        </p:nvSpPr>
        <p:spPr>
          <a:xfrm>
            <a:off x="290195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Freeform 1337"/>
          <p:cNvSpPr/>
          <p:nvPr/>
        </p:nvSpPr>
        <p:spPr>
          <a:xfrm>
            <a:off x="290449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Freeform 1338"/>
          <p:cNvSpPr/>
          <p:nvPr/>
        </p:nvSpPr>
        <p:spPr>
          <a:xfrm>
            <a:off x="290830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Freeform 1339"/>
          <p:cNvSpPr/>
          <p:nvPr/>
        </p:nvSpPr>
        <p:spPr>
          <a:xfrm>
            <a:off x="291211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Freeform 1340"/>
          <p:cNvSpPr/>
          <p:nvPr/>
        </p:nvSpPr>
        <p:spPr>
          <a:xfrm>
            <a:off x="291592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Freeform 1341"/>
          <p:cNvSpPr/>
          <p:nvPr/>
        </p:nvSpPr>
        <p:spPr>
          <a:xfrm>
            <a:off x="291846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Freeform 1342"/>
          <p:cNvSpPr/>
          <p:nvPr/>
        </p:nvSpPr>
        <p:spPr>
          <a:xfrm>
            <a:off x="292227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Freeform 1343"/>
          <p:cNvSpPr/>
          <p:nvPr/>
        </p:nvSpPr>
        <p:spPr>
          <a:xfrm>
            <a:off x="292608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Freeform 1344"/>
          <p:cNvSpPr/>
          <p:nvPr/>
        </p:nvSpPr>
        <p:spPr>
          <a:xfrm>
            <a:off x="292862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Freeform 1345"/>
          <p:cNvSpPr/>
          <p:nvPr/>
        </p:nvSpPr>
        <p:spPr>
          <a:xfrm>
            <a:off x="293243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Freeform 1346"/>
          <p:cNvSpPr/>
          <p:nvPr/>
        </p:nvSpPr>
        <p:spPr>
          <a:xfrm>
            <a:off x="293624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Freeform 1347"/>
          <p:cNvSpPr/>
          <p:nvPr/>
        </p:nvSpPr>
        <p:spPr>
          <a:xfrm>
            <a:off x="294005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Freeform 1348"/>
          <p:cNvSpPr/>
          <p:nvPr/>
        </p:nvSpPr>
        <p:spPr>
          <a:xfrm>
            <a:off x="294259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Freeform 1349"/>
          <p:cNvSpPr/>
          <p:nvPr/>
        </p:nvSpPr>
        <p:spPr>
          <a:xfrm>
            <a:off x="294640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Freeform 1350"/>
          <p:cNvSpPr/>
          <p:nvPr/>
        </p:nvSpPr>
        <p:spPr>
          <a:xfrm>
            <a:off x="295021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Freeform 1351"/>
          <p:cNvSpPr/>
          <p:nvPr/>
        </p:nvSpPr>
        <p:spPr>
          <a:xfrm>
            <a:off x="295275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Freeform 1352"/>
          <p:cNvSpPr/>
          <p:nvPr/>
        </p:nvSpPr>
        <p:spPr>
          <a:xfrm>
            <a:off x="295656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Freeform 1353"/>
          <p:cNvSpPr/>
          <p:nvPr/>
        </p:nvSpPr>
        <p:spPr>
          <a:xfrm>
            <a:off x="296037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Freeform 1354"/>
          <p:cNvSpPr/>
          <p:nvPr/>
        </p:nvSpPr>
        <p:spPr>
          <a:xfrm>
            <a:off x="296418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Freeform 1355"/>
          <p:cNvSpPr/>
          <p:nvPr/>
        </p:nvSpPr>
        <p:spPr>
          <a:xfrm>
            <a:off x="296672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Freeform 1356"/>
          <p:cNvSpPr/>
          <p:nvPr/>
        </p:nvSpPr>
        <p:spPr>
          <a:xfrm>
            <a:off x="297053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Freeform 1357"/>
          <p:cNvSpPr/>
          <p:nvPr/>
        </p:nvSpPr>
        <p:spPr>
          <a:xfrm>
            <a:off x="297434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Freeform 1358"/>
          <p:cNvSpPr/>
          <p:nvPr/>
        </p:nvSpPr>
        <p:spPr>
          <a:xfrm>
            <a:off x="297688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Freeform 1359"/>
          <p:cNvSpPr/>
          <p:nvPr/>
        </p:nvSpPr>
        <p:spPr>
          <a:xfrm>
            <a:off x="298069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Freeform 1360"/>
          <p:cNvSpPr/>
          <p:nvPr/>
        </p:nvSpPr>
        <p:spPr>
          <a:xfrm>
            <a:off x="288290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Freeform 1361"/>
          <p:cNvSpPr/>
          <p:nvPr/>
        </p:nvSpPr>
        <p:spPr>
          <a:xfrm>
            <a:off x="28867100" y="-2378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Freeform 1362"/>
          <p:cNvSpPr/>
          <p:nvPr/>
        </p:nvSpPr>
        <p:spPr>
          <a:xfrm>
            <a:off x="289052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Freeform 1363"/>
          <p:cNvSpPr/>
          <p:nvPr/>
        </p:nvSpPr>
        <p:spPr>
          <a:xfrm>
            <a:off x="289306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Freeform 1364"/>
          <p:cNvSpPr/>
          <p:nvPr/>
        </p:nvSpPr>
        <p:spPr>
          <a:xfrm>
            <a:off x="289687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Freeform 1365"/>
          <p:cNvSpPr/>
          <p:nvPr/>
        </p:nvSpPr>
        <p:spPr>
          <a:xfrm>
            <a:off x="290068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Freeform 1366"/>
          <p:cNvSpPr/>
          <p:nvPr/>
        </p:nvSpPr>
        <p:spPr>
          <a:xfrm>
            <a:off x="29032200" y="-23799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Freeform 1367"/>
          <p:cNvSpPr/>
          <p:nvPr/>
        </p:nvSpPr>
        <p:spPr>
          <a:xfrm>
            <a:off x="290703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Freeform 1368"/>
          <p:cNvSpPr/>
          <p:nvPr/>
        </p:nvSpPr>
        <p:spPr>
          <a:xfrm>
            <a:off x="291084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Freeform 1369"/>
          <p:cNvSpPr/>
          <p:nvPr/>
        </p:nvSpPr>
        <p:spPr>
          <a:xfrm>
            <a:off x="291465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Freeform 1370"/>
          <p:cNvSpPr/>
          <p:nvPr/>
        </p:nvSpPr>
        <p:spPr>
          <a:xfrm>
            <a:off x="29171900" y="-23812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Freeform 1371"/>
          <p:cNvSpPr/>
          <p:nvPr/>
        </p:nvSpPr>
        <p:spPr>
          <a:xfrm>
            <a:off x="292100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Freeform 1372"/>
          <p:cNvSpPr/>
          <p:nvPr/>
        </p:nvSpPr>
        <p:spPr>
          <a:xfrm>
            <a:off x="292481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Freeform 1373"/>
          <p:cNvSpPr/>
          <p:nvPr/>
        </p:nvSpPr>
        <p:spPr>
          <a:xfrm>
            <a:off x="292735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Freeform 1374"/>
          <p:cNvSpPr/>
          <p:nvPr/>
        </p:nvSpPr>
        <p:spPr>
          <a:xfrm>
            <a:off x="293116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Freeform 1375"/>
          <p:cNvSpPr/>
          <p:nvPr/>
        </p:nvSpPr>
        <p:spPr>
          <a:xfrm>
            <a:off x="293497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Freeform 1376"/>
          <p:cNvSpPr/>
          <p:nvPr/>
        </p:nvSpPr>
        <p:spPr>
          <a:xfrm>
            <a:off x="293878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Freeform 1377"/>
          <p:cNvSpPr/>
          <p:nvPr/>
        </p:nvSpPr>
        <p:spPr>
          <a:xfrm>
            <a:off x="294132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Freeform 1378"/>
          <p:cNvSpPr/>
          <p:nvPr/>
        </p:nvSpPr>
        <p:spPr>
          <a:xfrm>
            <a:off x="294513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Freeform 1379"/>
          <p:cNvSpPr/>
          <p:nvPr/>
        </p:nvSpPr>
        <p:spPr>
          <a:xfrm>
            <a:off x="294894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Freeform 1380"/>
          <p:cNvSpPr/>
          <p:nvPr/>
        </p:nvSpPr>
        <p:spPr>
          <a:xfrm>
            <a:off x="295148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Freeform 1381"/>
          <p:cNvSpPr/>
          <p:nvPr/>
        </p:nvSpPr>
        <p:spPr>
          <a:xfrm>
            <a:off x="295529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Freeform 1382"/>
          <p:cNvSpPr/>
          <p:nvPr/>
        </p:nvSpPr>
        <p:spPr>
          <a:xfrm>
            <a:off x="295910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Freeform 1383"/>
          <p:cNvSpPr/>
          <p:nvPr/>
        </p:nvSpPr>
        <p:spPr>
          <a:xfrm>
            <a:off x="296291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Freeform 1384"/>
          <p:cNvSpPr/>
          <p:nvPr/>
        </p:nvSpPr>
        <p:spPr>
          <a:xfrm>
            <a:off x="296545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Freeform 1385"/>
          <p:cNvSpPr/>
          <p:nvPr/>
        </p:nvSpPr>
        <p:spPr>
          <a:xfrm>
            <a:off x="296926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Freeform 1386"/>
          <p:cNvSpPr/>
          <p:nvPr/>
        </p:nvSpPr>
        <p:spPr>
          <a:xfrm>
            <a:off x="297307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Freeform 1387"/>
          <p:cNvSpPr/>
          <p:nvPr/>
        </p:nvSpPr>
        <p:spPr>
          <a:xfrm>
            <a:off x="297561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Freeform 1388"/>
          <p:cNvSpPr/>
          <p:nvPr/>
        </p:nvSpPr>
        <p:spPr>
          <a:xfrm>
            <a:off x="297942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Freeform 1389"/>
          <p:cNvSpPr/>
          <p:nvPr/>
        </p:nvSpPr>
        <p:spPr>
          <a:xfrm>
            <a:off x="288163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Freeform 1390"/>
          <p:cNvSpPr/>
          <p:nvPr/>
        </p:nvSpPr>
        <p:spPr>
          <a:xfrm>
            <a:off x="28854400" y="-2379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Freeform 1391"/>
          <p:cNvSpPr/>
          <p:nvPr/>
        </p:nvSpPr>
        <p:spPr>
          <a:xfrm>
            <a:off x="28892500" y="-2379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Freeform 1392"/>
          <p:cNvSpPr/>
          <p:nvPr/>
        </p:nvSpPr>
        <p:spPr>
          <a:xfrm>
            <a:off x="289179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Freeform 1393"/>
          <p:cNvSpPr/>
          <p:nvPr/>
        </p:nvSpPr>
        <p:spPr>
          <a:xfrm>
            <a:off x="289560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Freeform 1394"/>
          <p:cNvSpPr/>
          <p:nvPr/>
        </p:nvSpPr>
        <p:spPr>
          <a:xfrm>
            <a:off x="28994100" y="-2381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Freeform 1395"/>
          <p:cNvSpPr/>
          <p:nvPr/>
        </p:nvSpPr>
        <p:spPr>
          <a:xfrm>
            <a:off x="290195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Freeform 1396"/>
          <p:cNvSpPr/>
          <p:nvPr/>
        </p:nvSpPr>
        <p:spPr>
          <a:xfrm>
            <a:off x="290576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Freeform 1397"/>
          <p:cNvSpPr/>
          <p:nvPr/>
        </p:nvSpPr>
        <p:spPr>
          <a:xfrm>
            <a:off x="290957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Freeform 1398"/>
          <p:cNvSpPr/>
          <p:nvPr/>
        </p:nvSpPr>
        <p:spPr>
          <a:xfrm>
            <a:off x="29133800" y="-2382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Freeform 1399"/>
          <p:cNvSpPr/>
          <p:nvPr/>
        </p:nvSpPr>
        <p:spPr>
          <a:xfrm>
            <a:off x="291592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Freeform 1400"/>
          <p:cNvSpPr/>
          <p:nvPr/>
        </p:nvSpPr>
        <p:spPr>
          <a:xfrm>
            <a:off x="291973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Freeform 1401"/>
          <p:cNvSpPr/>
          <p:nvPr/>
        </p:nvSpPr>
        <p:spPr>
          <a:xfrm>
            <a:off x="292354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Freeform 1402"/>
          <p:cNvSpPr/>
          <p:nvPr/>
        </p:nvSpPr>
        <p:spPr>
          <a:xfrm>
            <a:off x="292608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Freeform 1403"/>
          <p:cNvSpPr/>
          <p:nvPr/>
        </p:nvSpPr>
        <p:spPr>
          <a:xfrm>
            <a:off x="29298900" y="-2388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Freeform 1404"/>
          <p:cNvSpPr/>
          <p:nvPr/>
        </p:nvSpPr>
        <p:spPr>
          <a:xfrm>
            <a:off x="29337000" y="-23914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00D6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Freeform 1405"/>
          <p:cNvSpPr/>
          <p:nvPr/>
        </p:nvSpPr>
        <p:spPr>
          <a:xfrm>
            <a:off x="29375100" y="-23914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D5"/>
          </a:solidFill>
          <a:ln w="3175">
            <a:solidFill>
              <a:srgbClr val="000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Freeform 1406"/>
          <p:cNvSpPr/>
          <p:nvPr/>
        </p:nvSpPr>
        <p:spPr>
          <a:xfrm>
            <a:off x="294005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Freeform 1407"/>
          <p:cNvSpPr/>
          <p:nvPr/>
        </p:nvSpPr>
        <p:spPr>
          <a:xfrm>
            <a:off x="29438600" y="-2388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8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Freeform 1408"/>
          <p:cNvSpPr/>
          <p:nvPr/>
        </p:nvSpPr>
        <p:spPr>
          <a:xfrm>
            <a:off x="294767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Freeform 1409"/>
          <p:cNvSpPr/>
          <p:nvPr/>
        </p:nvSpPr>
        <p:spPr>
          <a:xfrm>
            <a:off x="29502100" y="-2388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95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Freeform 1410"/>
          <p:cNvSpPr/>
          <p:nvPr/>
        </p:nvSpPr>
        <p:spPr>
          <a:xfrm>
            <a:off x="29540200" y="-23901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A4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Freeform 1411"/>
          <p:cNvSpPr/>
          <p:nvPr/>
        </p:nvSpPr>
        <p:spPr>
          <a:xfrm>
            <a:off x="29578300" y="-23914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Freeform 1412"/>
          <p:cNvSpPr/>
          <p:nvPr/>
        </p:nvSpPr>
        <p:spPr>
          <a:xfrm>
            <a:off x="29616400" y="-2391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Freeform 1413"/>
          <p:cNvSpPr/>
          <p:nvPr/>
        </p:nvSpPr>
        <p:spPr>
          <a:xfrm>
            <a:off x="29641800" y="-23914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AC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Freeform 1414"/>
          <p:cNvSpPr/>
          <p:nvPr/>
        </p:nvSpPr>
        <p:spPr>
          <a:xfrm>
            <a:off x="296799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B"/>
          </a:solidFill>
          <a:ln w="3175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Freeform 1415"/>
          <p:cNvSpPr/>
          <p:nvPr/>
        </p:nvSpPr>
        <p:spPr>
          <a:xfrm>
            <a:off x="29718000" y="-2390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Freeform 1416"/>
          <p:cNvSpPr/>
          <p:nvPr/>
        </p:nvSpPr>
        <p:spPr>
          <a:xfrm>
            <a:off x="297434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Freeform 1417"/>
          <p:cNvSpPr/>
          <p:nvPr/>
        </p:nvSpPr>
        <p:spPr>
          <a:xfrm>
            <a:off x="297815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Freeform 1418"/>
          <p:cNvSpPr/>
          <p:nvPr/>
        </p:nvSpPr>
        <p:spPr>
          <a:xfrm>
            <a:off x="28803600" y="-2381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Freeform 1419"/>
          <p:cNvSpPr/>
          <p:nvPr/>
        </p:nvSpPr>
        <p:spPr>
          <a:xfrm>
            <a:off x="288417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Freeform 1420"/>
          <p:cNvSpPr/>
          <p:nvPr/>
        </p:nvSpPr>
        <p:spPr>
          <a:xfrm>
            <a:off x="28879800" y="-23825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Freeform 1421"/>
          <p:cNvSpPr/>
          <p:nvPr/>
        </p:nvSpPr>
        <p:spPr>
          <a:xfrm>
            <a:off x="28905200" y="-2382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Freeform 1422"/>
          <p:cNvSpPr/>
          <p:nvPr/>
        </p:nvSpPr>
        <p:spPr>
          <a:xfrm>
            <a:off x="28943300" y="-2382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Freeform 1423"/>
          <p:cNvSpPr/>
          <p:nvPr/>
        </p:nvSpPr>
        <p:spPr>
          <a:xfrm>
            <a:off x="28981400" y="-23837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Freeform 1424"/>
          <p:cNvSpPr/>
          <p:nvPr/>
        </p:nvSpPr>
        <p:spPr>
          <a:xfrm>
            <a:off x="290068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Freeform 1425"/>
          <p:cNvSpPr/>
          <p:nvPr/>
        </p:nvSpPr>
        <p:spPr>
          <a:xfrm>
            <a:off x="290449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Freeform 1426"/>
          <p:cNvSpPr/>
          <p:nvPr/>
        </p:nvSpPr>
        <p:spPr>
          <a:xfrm>
            <a:off x="290830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Freeform 1427"/>
          <p:cNvSpPr/>
          <p:nvPr/>
        </p:nvSpPr>
        <p:spPr>
          <a:xfrm>
            <a:off x="29121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Freeform 1428"/>
          <p:cNvSpPr/>
          <p:nvPr/>
        </p:nvSpPr>
        <p:spPr>
          <a:xfrm>
            <a:off x="291465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Freeform 1429"/>
          <p:cNvSpPr/>
          <p:nvPr/>
        </p:nvSpPr>
        <p:spPr>
          <a:xfrm>
            <a:off x="291846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Freeform 1430"/>
          <p:cNvSpPr/>
          <p:nvPr/>
        </p:nvSpPr>
        <p:spPr>
          <a:xfrm>
            <a:off x="292227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Freeform 1431"/>
          <p:cNvSpPr/>
          <p:nvPr/>
        </p:nvSpPr>
        <p:spPr>
          <a:xfrm>
            <a:off x="292481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Freeform 1432"/>
          <p:cNvSpPr/>
          <p:nvPr/>
        </p:nvSpPr>
        <p:spPr>
          <a:xfrm>
            <a:off x="292862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Freeform 1433"/>
          <p:cNvSpPr/>
          <p:nvPr/>
        </p:nvSpPr>
        <p:spPr>
          <a:xfrm>
            <a:off x="29324300" y="-23964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00FF"/>
          </a:solidFill>
          <a:ln w="3175">
            <a:solidFill>
              <a:srgbClr val="000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Freeform 1434"/>
          <p:cNvSpPr/>
          <p:nvPr/>
        </p:nvSpPr>
        <p:spPr>
          <a:xfrm>
            <a:off x="29362400" y="-23964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2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Freeform 1435"/>
          <p:cNvSpPr/>
          <p:nvPr/>
        </p:nvSpPr>
        <p:spPr>
          <a:xfrm>
            <a:off x="29387800" y="-23939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5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Freeform 1436"/>
          <p:cNvSpPr/>
          <p:nvPr/>
        </p:nvSpPr>
        <p:spPr>
          <a:xfrm>
            <a:off x="29425900" y="-23926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B"/>
          </a:solidFill>
          <a:ln w="3175">
            <a:solidFill>
              <a:srgbClr val="0000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Freeform 1437"/>
          <p:cNvSpPr/>
          <p:nvPr/>
        </p:nvSpPr>
        <p:spPr>
          <a:xfrm>
            <a:off x="29464000" y="-23914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Freeform 1438"/>
          <p:cNvSpPr/>
          <p:nvPr/>
        </p:nvSpPr>
        <p:spPr>
          <a:xfrm>
            <a:off x="29489400" y="-23926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C3"/>
          </a:solidFill>
          <a:ln w="3175">
            <a:solidFill>
              <a:srgbClr val="000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Freeform 1439"/>
          <p:cNvSpPr/>
          <p:nvPr/>
        </p:nvSpPr>
        <p:spPr>
          <a:xfrm>
            <a:off x="29527500" y="-23952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Freeform 1440"/>
          <p:cNvSpPr/>
          <p:nvPr/>
        </p:nvSpPr>
        <p:spPr>
          <a:xfrm>
            <a:off x="29565600" y="-23977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Freeform 1441"/>
          <p:cNvSpPr/>
          <p:nvPr/>
        </p:nvSpPr>
        <p:spPr>
          <a:xfrm>
            <a:off x="29603700" y="-23977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FD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Freeform 1442"/>
          <p:cNvSpPr/>
          <p:nvPr/>
        </p:nvSpPr>
        <p:spPr>
          <a:xfrm>
            <a:off x="29629100" y="-23964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Freeform 1443"/>
          <p:cNvSpPr/>
          <p:nvPr/>
        </p:nvSpPr>
        <p:spPr>
          <a:xfrm>
            <a:off x="29667200" y="-23952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A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Freeform 1444"/>
          <p:cNvSpPr/>
          <p:nvPr/>
        </p:nvSpPr>
        <p:spPr>
          <a:xfrm>
            <a:off x="29705300" y="-23964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Freeform 1445"/>
          <p:cNvSpPr/>
          <p:nvPr/>
        </p:nvSpPr>
        <p:spPr>
          <a:xfrm>
            <a:off x="29730700" y="-23964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Freeform 1446"/>
          <p:cNvSpPr/>
          <p:nvPr/>
        </p:nvSpPr>
        <p:spPr>
          <a:xfrm>
            <a:off x="29768800" y="-23964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Freeform 1447"/>
          <p:cNvSpPr/>
          <p:nvPr/>
        </p:nvSpPr>
        <p:spPr>
          <a:xfrm>
            <a:off x="287909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Freeform 1448"/>
          <p:cNvSpPr/>
          <p:nvPr/>
        </p:nvSpPr>
        <p:spPr>
          <a:xfrm>
            <a:off x="28829000" y="-23837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Freeform 1449"/>
          <p:cNvSpPr/>
          <p:nvPr/>
        </p:nvSpPr>
        <p:spPr>
          <a:xfrm>
            <a:off x="28867100" y="-2383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Freeform 1450"/>
          <p:cNvSpPr/>
          <p:nvPr/>
        </p:nvSpPr>
        <p:spPr>
          <a:xfrm>
            <a:off x="28892500" y="-2383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Freeform 1451"/>
          <p:cNvSpPr/>
          <p:nvPr/>
        </p:nvSpPr>
        <p:spPr>
          <a:xfrm>
            <a:off x="28930600" y="-23850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Freeform 1452"/>
          <p:cNvSpPr/>
          <p:nvPr/>
        </p:nvSpPr>
        <p:spPr>
          <a:xfrm>
            <a:off x="28968700" y="-23850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Freeform 1453"/>
          <p:cNvSpPr/>
          <p:nvPr/>
        </p:nvSpPr>
        <p:spPr>
          <a:xfrm>
            <a:off x="289941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Freeform 1454"/>
          <p:cNvSpPr/>
          <p:nvPr/>
        </p:nvSpPr>
        <p:spPr>
          <a:xfrm>
            <a:off x="290322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Freeform 1455"/>
          <p:cNvSpPr/>
          <p:nvPr/>
        </p:nvSpPr>
        <p:spPr>
          <a:xfrm>
            <a:off x="290703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Freeform 1456"/>
          <p:cNvSpPr/>
          <p:nvPr/>
        </p:nvSpPr>
        <p:spPr>
          <a:xfrm>
            <a:off x="29108400" y="-2386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Freeform 1457"/>
          <p:cNvSpPr/>
          <p:nvPr/>
        </p:nvSpPr>
        <p:spPr>
          <a:xfrm>
            <a:off x="291338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Freeform 1458"/>
          <p:cNvSpPr/>
          <p:nvPr/>
        </p:nvSpPr>
        <p:spPr>
          <a:xfrm>
            <a:off x="291719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Freeform 1459"/>
          <p:cNvSpPr/>
          <p:nvPr/>
        </p:nvSpPr>
        <p:spPr>
          <a:xfrm>
            <a:off x="29210000" y="-2387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Freeform 1460"/>
          <p:cNvSpPr/>
          <p:nvPr/>
        </p:nvSpPr>
        <p:spPr>
          <a:xfrm>
            <a:off x="292354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Freeform 1461"/>
          <p:cNvSpPr/>
          <p:nvPr/>
        </p:nvSpPr>
        <p:spPr>
          <a:xfrm>
            <a:off x="29273500" y="-23914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Freeform 1462"/>
          <p:cNvSpPr/>
          <p:nvPr/>
        </p:nvSpPr>
        <p:spPr>
          <a:xfrm>
            <a:off x="29311600" y="-23977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Freeform 1463"/>
          <p:cNvSpPr/>
          <p:nvPr/>
        </p:nvSpPr>
        <p:spPr>
          <a:xfrm>
            <a:off x="29349700" y="-2397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Freeform 1464"/>
          <p:cNvSpPr/>
          <p:nvPr/>
        </p:nvSpPr>
        <p:spPr>
          <a:xfrm>
            <a:off x="293751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Freeform 1465"/>
          <p:cNvSpPr/>
          <p:nvPr/>
        </p:nvSpPr>
        <p:spPr>
          <a:xfrm>
            <a:off x="294132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B"/>
          </a:solidFill>
          <a:ln w="3175">
            <a:solidFill>
              <a:srgbClr val="000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Freeform 1466"/>
          <p:cNvSpPr/>
          <p:nvPr/>
        </p:nvSpPr>
        <p:spPr>
          <a:xfrm>
            <a:off x="29451300" y="-23952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Freeform 1467"/>
          <p:cNvSpPr/>
          <p:nvPr/>
        </p:nvSpPr>
        <p:spPr>
          <a:xfrm>
            <a:off x="29476700" y="-23977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01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Freeform 1468"/>
          <p:cNvSpPr/>
          <p:nvPr/>
        </p:nvSpPr>
        <p:spPr>
          <a:xfrm>
            <a:off x="29514800" y="-2399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1EFF"/>
          </a:solidFill>
          <a:ln w="3175">
            <a:solidFill>
              <a:srgbClr val="001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Freeform 1469"/>
          <p:cNvSpPr/>
          <p:nvPr/>
        </p:nvSpPr>
        <p:spPr>
          <a:xfrm>
            <a:off x="29552900" y="-24015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Freeform 1470"/>
          <p:cNvSpPr/>
          <p:nvPr/>
        </p:nvSpPr>
        <p:spPr>
          <a:xfrm>
            <a:off x="29591000" y="-2401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49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Freeform 1471"/>
          <p:cNvSpPr/>
          <p:nvPr/>
        </p:nvSpPr>
        <p:spPr>
          <a:xfrm>
            <a:off x="29616400" y="-24015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Freeform 1472"/>
          <p:cNvSpPr/>
          <p:nvPr/>
        </p:nvSpPr>
        <p:spPr>
          <a:xfrm>
            <a:off x="29654500" y="-24015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Freeform 1473"/>
          <p:cNvSpPr/>
          <p:nvPr/>
        </p:nvSpPr>
        <p:spPr>
          <a:xfrm>
            <a:off x="29692600" y="-24015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Freeform 1474"/>
          <p:cNvSpPr/>
          <p:nvPr/>
        </p:nvSpPr>
        <p:spPr>
          <a:xfrm>
            <a:off x="29718000" y="-2401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Freeform 1475"/>
          <p:cNvSpPr/>
          <p:nvPr/>
        </p:nvSpPr>
        <p:spPr>
          <a:xfrm>
            <a:off x="29756100" y="-24028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Freeform 1476"/>
          <p:cNvSpPr/>
          <p:nvPr/>
        </p:nvSpPr>
        <p:spPr>
          <a:xfrm>
            <a:off x="28778200" y="-23837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Freeform 1477"/>
          <p:cNvSpPr/>
          <p:nvPr/>
        </p:nvSpPr>
        <p:spPr>
          <a:xfrm>
            <a:off x="288163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Freeform 1478"/>
          <p:cNvSpPr/>
          <p:nvPr/>
        </p:nvSpPr>
        <p:spPr>
          <a:xfrm>
            <a:off x="288544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Freeform 1479"/>
          <p:cNvSpPr/>
          <p:nvPr/>
        </p:nvSpPr>
        <p:spPr>
          <a:xfrm>
            <a:off x="288798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Freeform 1480"/>
          <p:cNvSpPr/>
          <p:nvPr/>
        </p:nvSpPr>
        <p:spPr>
          <a:xfrm>
            <a:off x="289179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Freeform 1481"/>
          <p:cNvSpPr/>
          <p:nvPr/>
        </p:nvSpPr>
        <p:spPr>
          <a:xfrm>
            <a:off x="289560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Freeform 1482"/>
          <p:cNvSpPr/>
          <p:nvPr/>
        </p:nvSpPr>
        <p:spPr>
          <a:xfrm>
            <a:off x="289941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Freeform 1483"/>
          <p:cNvSpPr/>
          <p:nvPr/>
        </p:nvSpPr>
        <p:spPr>
          <a:xfrm>
            <a:off x="290195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Freeform 1484"/>
          <p:cNvSpPr/>
          <p:nvPr/>
        </p:nvSpPr>
        <p:spPr>
          <a:xfrm>
            <a:off x="290576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Freeform 1485"/>
          <p:cNvSpPr/>
          <p:nvPr/>
        </p:nvSpPr>
        <p:spPr>
          <a:xfrm>
            <a:off x="290957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Freeform 1486"/>
          <p:cNvSpPr/>
          <p:nvPr/>
        </p:nvSpPr>
        <p:spPr>
          <a:xfrm>
            <a:off x="291211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Freeform 1487"/>
          <p:cNvSpPr/>
          <p:nvPr/>
        </p:nvSpPr>
        <p:spPr>
          <a:xfrm>
            <a:off x="291592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Freeform 1488"/>
          <p:cNvSpPr/>
          <p:nvPr/>
        </p:nvSpPr>
        <p:spPr>
          <a:xfrm>
            <a:off x="291973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Freeform 1489"/>
          <p:cNvSpPr/>
          <p:nvPr/>
        </p:nvSpPr>
        <p:spPr>
          <a:xfrm>
            <a:off x="292354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Freeform 1490"/>
          <p:cNvSpPr/>
          <p:nvPr/>
        </p:nvSpPr>
        <p:spPr>
          <a:xfrm>
            <a:off x="29260800" y="-23914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Freeform 1491"/>
          <p:cNvSpPr/>
          <p:nvPr/>
        </p:nvSpPr>
        <p:spPr>
          <a:xfrm>
            <a:off x="29298900" y="-23990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18FF"/>
          </a:solidFill>
          <a:ln w="3175">
            <a:solidFill>
              <a:srgbClr val="001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Freeform 1492"/>
          <p:cNvSpPr/>
          <p:nvPr/>
        </p:nvSpPr>
        <p:spPr>
          <a:xfrm>
            <a:off x="29337000" y="-2399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3FF"/>
          </a:solidFill>
          <a:ln w="3175">
            <a:solidFill>
              <a:srgbClr val="003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Freeform 1493"/>
          <p:cNvSpPr/>
          <p:nvPr/>
        </p:nvSpPr>
        <p:spPr>
          <a:xfrm>
            <a:off x="293624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Freeform 1494"/>
          <p:cNvSpPr/>
          <p:nvPr/>
        </p:nvSpPr>
        <p:spPr>
          <a:xfrm>
            <a:off x="294005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Freeform 1495"/>
          <p:cNvSpPr/>
          <p:nvPr/>
        </p:nvSpPr>
        <p:spPr>
          <a:xfrm>
            <a:off x="29438600" y="-2399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Freeform 1496"/>
          <p:cNvSpPr/>
          <p:nvPr/>
        </p:nvSpPr>
        <p:spPr>
          <a:xfrm>
            <a:off x="29464000" y="-24003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Freeform 1497"/>
          <p:cNvSpPr/>
          <p:nvPr/>
        </p:nvSpPr>
        <p:spPr>
          <a:xfrm>
            <a:off x="29502100" y="-2402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Freeform 1498"/>
          <p:cNvSpPr/>
          <p:nvPr/>
        </p:nvSpPr>
        <p:spPr>
          <a:xfrm>
            <a:off x="29540200" y="-24053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Freeform 1499"/>
          <p:cNvSpPr/>
          <p:nvPr/>
        </p:nvSpPr>
        <p:spPr>
          <a:xfrm>
            <a:off x="29578300" y="-2406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7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Freeform 1500"/>
          <p:cNvSpPr/>
          <p:nvPr/>
        </p:nvSpPr>
        <p:spPr>
          <a:xfrm>
            <a:off x="29603700" y="-24066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Freeform 1501"/>
          <p:cNvSpPr/>
          <p:nvPr/>
        </p:nvSpPr>
        <p:spPr>
          <a:xfrm>
            <a:off x="29641800" y="-24066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Freeform 1502"/>
          <p:cNvSpPr/>
          <p:nvPr/>
        </p:nvSpPr>
        <p:spPr>
          <a:xfrm>
            <a:off x="29679900" y="-24079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Freeform 1503"/>
          <p:cNvSpPr/>
          <p:nvPr/>
        </p:nvSpPr>
        <p:spPr>
          <a:xfrm>
            <a:off x="29705300" y="-24079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Freeform 1504"/>
          <p:cNvSpPr/>
          <p:nvPr/>
        </p:nvSpPr>
        <p:spPr>
          <a:xfrm>
            <a:off x="29743400" y="-24079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Freeform 1505"/>
          <p:cNvSpPr/>
          <p:nvPr/>
        </p:nvSpPr>
        <p:spPr>
          <a:xfrm>
            <a:off x="28765500" y="-23837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Freeform 1506"/>
          <p:cNvSpPr/>
          <p:nvPr/>
        </p:nvSpPr>
        <p:spPr>
          <a:xfrm>
            <a:off x="288036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Freeform 1507"/>
          <p:cNvSpPr/>
          <p:nvPr/>
        </p:nvSpPr>
        <p:spPr>
          <a:xfrm>
            <a:off x="28841700" y="-23850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Freeform 1508"/>
          <p:cNvSpPr/>
          <p:nvPr/>
        </p:nvSpPr>
        <p:spPr>
          <a:xfrm>
            <a:off x="288671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Freeform 1509"/>
          <p:cNvSpPr/>
          <p:nvPr/>
        </p:nvSpPr>
        <p:spPr>
          <a:xfrm>
            <a:off x="289052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Freeform 1510"/>
          <p:cNvSpPr/>
          <p:nvPr/>
        </p:nvSpPr>
        <p:spPr>
          <a:xfrm>
            <a:off x="28943300" y="-2386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Freeform 1511"/>
          <p:cNvSpPr/>
          <p:nvPr/>
        </p:nvSpPr>
        <p:spPr>
          <a:xfrm>
            <a:off x="289814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Freeform 1512"/>
          <p:cNvSpPr/>
          <p:nvPr/>
        </p:nvSpPr>
        <p:spPr>
          <a:xfrm>
            <a:off x="290068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Freeform 1513"/>
          <p:cNvSpPr/>
          <p:nvPr/>
        </p:nvSpPr>
        <p:spPr>
          <a:xfrm>
            <a:off x="290449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Freeform 1514"/>
          <p:cNvSpPr/>
          <p:nvPr/>
        </p:nvSpPr>
        <p:spPr>
          <a:xfrm>
            <a:off x="29083000" y="-2387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Freeform 1515"/>
          <p:cNvSpPr/>
          <p:nvPr/>
        </p:nvSpPr>
        <p:spPr>
          <a:xfrm>
            <a:off x="291084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Freeform 1516"/>
          <p:cNvSpPr/>
          <p:nvPr/>
        </p:nvSpPr>
        <p:spPr>
          <a:xfrm>
            <a:off x="291465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Freeform 1517"/>
          <p:cNvSpPr/>
          <p:nvPr/>
        </p:nvSpPr>
        <p:spPr>
          <a:xfrm>
            <a:off x="291846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Freeform 1518"/>
          <p:cNvSpPr/>
          <p:nvPr/>
        </p:nvSpPr>
        <p:spPr>
          <a:xfrm>
            <a:off x="29222700" y="-2388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Freeform 1519"/>
          <p:cNvSpPr/>
          <p:nvPr/>
        </p:nvSpPr>
        <p:spPr>
          <a:xfrm>
            <a:off x="29248100" y="-2392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Freeform 1520"/>
          <p:cNvSpPr/>
          <p:nvPr/>
        </p:nvSpPr>
        <p:spPr>
          <a:xfrm>
            <a:off x="29286200" y="-23990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Freeform 1521"/>
          <p:cNvSpPr/>
          <p:nvPr/>
        </p:nvSpPr>
        <p:spPr>
          <a:xfrm>
            <a:off x="29324300" y="-2400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Freeform 1522"/>
          <p:cNvSpPr/>
          <p:nvPr/>
        </p:nvSpPr>
        <p:spPr>
          <a:xfrm>
            <a:off x="29349700" y="-2401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50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Freeform 1523"/>
          <p:cNvSpPr/>
          <p:nvPr/>
        </p:nvSpPr>
        <p:spPr>
          <a:xfrm>
            <a:off x="29387800" y="-2401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Freeform 1524"/>
          <p:cNvSpPr/>
          <p:nvPr/>
        </p:nvSpPr>
        <p:spPr>
          <a:xfrm>
            <a:off x="29425900" y="-2401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Freeform 1525"/>
          <p:cNvSpPr/>
          <p:nvPr/>
        </p:nvSpPr>
        <p:spPr>
          <a:xfrm>
            <a:off x="29464000" y="-2402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0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3"/>
                </a:lnTo>
                <a:close/>
              </a:path>
            </a:pathLst>
          </a:custGeom>
          <a:solidFill>
            <a:srgbClr val="005EFF"/>
          </a:solidFill>
          <a:ln w="3175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Freeform 1526"/>
          <p:cNvSpPr/>
          <p:nvPr/>
        </p:nvSpPr>
        <p:spPr>
          <a:xfrm>
            <a:off x="29489400" y="-24053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Freeform 1527"/>
          <p:cNvSpPr/>
          <p:nvPr/>
        </p:nvSpPr>
        <p:spPr>
          <a:xfrm>
            <a:off x="29527500" y="-2407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Freeform 1528"/>
          <p:cNvSpPr/>
          <p:nvPr/>
        </p:nvSpPr>
        <p:spPr>
          <a:xfrm>
            <a:off x="29565600" y="-24104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B9FF"/>
          </a:solidFill>
          <a:ln w="3175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Freeform 1529"/>
          <p:cNvSpPr/>
          <p:nvPr/>
        </p:nvSpPr>
        <p:spPr>
          <a:xfrm>
            <a:off x="29591000" y="-24130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Freeform 1530"/>
          <p:cNvSpPr/>
          <p:nvPr/>
        </p:nvSpPr>
        <p:spPr>
          <a:xfrm>
            <a:off x="29629100" y="-24130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Freeform 1531"/>
          <p:cNvSpPr/>
          <p:nvPr/>
        </p:nvSpPr>
        <p:spPr>
          <a:xfrm>
            <a:off x="29667200" y="-24142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Freeform 1532"/>
          <p:cNvSpPr/>
          <p:nvPr/>
        </p:nvSpPr>
        <p:spPr>
          <a:xfrm>
            <a:off x="29692600" y="-24142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Freeform 1533"/>
          <p:cNvSpPr/>
          <p:nvPr/>
        </p:nvSpPr>
        <p:spPr>
          <a:xfrm>
            <a:off x="29730700" y="-24142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Freeform 1534"/>
          <p:cNvSpPr/>
          <p:nvPr/>
        </p:nvSpPr>
        <p:spPr>
          <a:xfrm>
            <a:off x="28752800" y="-23837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Freeform 1535"/>
          <p:cNvSpPr/>
          <p:nvPr/>
        </p:nvSpPr>
        <p:spPr>
          <a:xfrm>
            <a:off x="28790900" y="-2385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Freeform 1536"/>
          <p:cNvSpPr/>
          <p:nvPr/>
        </p:nvSpPr>
        <p:spPr>
          <a:xfrm>
            <a:off x="28829000" y="-2385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Freeform 1537"/>
          <p:cNvSpPr/>
          <p:nvPr/>
        </p:nvSpPr>
        <p:spPr>
          <a:xfrm>
            <a:off x="288544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Freeform 1538"/>
          <p:cNvSpPr/>
          <p:nvPr/>
        </p:nvSpPr>
        <p:spPr>
          <a:xfrm>
            <a:off x="288925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Freeform 1539"/>
          <p:cNvSpPr/>
          <p:nvPr/>
        </p:nvSpPr>
        <p:spPr>
          <a:xfrm>
            <a:off x="28930600" y="-23850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Freeform 1540"/>
          <p:cNvSpPr/>
          <p:nvPr/>
        </p:nvSpPr>
        <p:spPr>
          <a:xfrm>
            <a:off x="28968700" y="-2386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Freeform 1541"/>
          <p:cNvSpPr/>
          <p:nvPr/>
        </p:nvSpPr>
        <p:spPr>
          <a:xfrm>
            <a:off x="289941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Freeform 1542"/>
          <p:cNvSpPr/>
          <p:nvPr/>
        </p:nvSpPr>
        <p:spPr>
          <a:xfrm>
            <a:off x="29032200" y="-2386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Freeform 1543"/>
          <p:cNvSpPr/>
          <p:nvPr/>
        </p:nvSpPr>
        <p:spPr>
          <a:xfrm>
            <a:off x="29070300" y="-2386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Freeform 1544"/>
          <p:cNvSpPr/>
          <p:nvPr/>
        </p:nvSpPr>
        <p:spPr>
          <a:xfrm>
            <a:off x="29095700" y="-2387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Freeform 1545"/>
          <p:cNvSpPr/>
          <p:nvPr/>
        </p:nvSpPr>
        <p:spPr>
          <a:xfrm>
            <a:off x="29133800" y="-23876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Freeform 1546"/>
          <p:cNvSpPr/>
          <p:nvPr/>
        </p:nvSpPr>
        <p:spPr>
          <a:xfrm>
            <a:off x="29171900" y="-2388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Freeform 1547"/>
          <p:cNvSpPr/>
          <p:nvPr/>
        </p:nvSpPr>
        <p:spPr>
          <a:xfrm>
            <a:off x="29210000" y="-2390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Freeform 1548"/>
          <p:cNvSpPr/>
          <p:nvPr/>
        </p:nvSpPr>
        <p:spPr>
          <a:xfrm>
            <a:off x="29235400" y="-23939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Freeform 1549"/>
          <p:cNvSpPr/>
          <p:nvPr/>
        </p:nvSpPr>
        <p:spPr>
          <a:xfrm>
            <a:off x="29273500" y="-24003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AFF"/>
          </a:solidFill>
          <a:ln w="3175">
            <a:solidFill>
              <a:srgbClr val="001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Freeform 1550"/>
          <p:cNvSpPr/>
          <p:nvPr/>
        </p:nvSpPr>
        <p:spPr>
          <a:xfrm>
            <a:off x="29311600" y="-2402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Freeform 1551"/>
          <p:cNvSpPr/>
          <p:nvPr/>
        </p:nvSpPr>
        <p:spPr>
          <a:xfrm>
            <a:off x="29337000" y="-2402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Freeform 1552"/>
          <p:cNvSpPr/>
          <p:nvPr/>
        </p:nvSpPr>
        <p:spPr>
          <a:xfrm>
            <a:off x="293751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A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Freeform 1553"/>
          <p:cNvSpPr/>
          <p:nvPr/>
        </p:nvSpPr>
        <p:spPr>
          <a:xfrm>
            <a:off x="294132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Freeform 1554"/>
          <p:cNvSpPr/>
          <p:nvPr/>
        </p:nvSpPr>
        <p:spPr>
          <a:xfrm>
            <a:off x="29451300" y="-2405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Freeform 1555"/>
          <p:cNvSpPr/>
          <p:nvPr/>
        </p:nvSpPr>
        <p:spPr>
          <a:xfrm>
            <a:off x="29476700" y="-2406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8CFF"/>
          </a:solidFill>
          <a:ln w="3175">
            <a:solidFill>
              <a:srgbClr val="007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Freeform 1556"/>
          <p:cNvSpPr/>
          <p:nvPr/>
        </p:nvSpPr>
        <p:spPr>
          <a:xfrm>
            <a:off x="29514800" y="-2409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ADFF"/>
          </a:solidFill>
          <a:ln w="3175">
            <a:solidFill>
              <a:srgbClr val="008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Freeform 1557"/>
          <p:cNvSpPr/>
          <p:nvPr/>
        </p:nvSpPr>
        <p:spPr>
          <a:xfrm>
            <a:off x="29552900" y="-24130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D6FF"/>
          </a:solidFill>
          <a:ln w="3175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Freeform 1558"/>
          <p:cNvSpPr/>
          <p:nvPr/>
        </p:nvSpPr>
        <p:spPr>
          <a:xfrm>
            <a:off x="29578300" y="-24168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DFFF2"/>
          </a:solidFill>
          <a:ln w="3175">
            <a:solidFill>
              <a:srgbClr val="0AC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Freeform 1559"/>
          <p:cNvSpPr/>
          <p:nvPr/>
        </p:nvSpPr>
        <p:spPr>
          <a:xfrm>
            <a:off x="29616400" y="-24231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5"/>
                </a:lnTo>
                <a:lnTo>
                  <a:pt x="1" y="8"/>
                </a:lnTo>
                <a:close/>
              </a:path>
            </a:pathLst>
          </a:custGeom>
          <a:solidFill>
            <a:srgbClr val="42FFBD"/>
          </a:solidFill>
          <a:ln w="3175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Freeform 1560"/>
          <p:cNvSpPr/>
          <p:nvPr/>
        </p:nvSpPr>
        <p:spPr>
          <a:xfrm>
            <a:off x="29654500" y="-242316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Freeform 1561"/>
          <p:cNvSpPr/>
          <p:nvPr/>
        </p:nvSpPr>
        <p:spPr>
          <a:xfrm>
            <a:off x="29692600" y="-24231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Freeform 1562"/>
          <p:cNvSpPr/>
          <p:nvPr/>
        </p:nvSpPr>
        <p:spPr>
          <a:xfrm>
            <a:off x="29718000" y="-24231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Freeform 1563"/>
          <p:cNvSpPr/>
          <p:nvPr/>
        </p:nvSpPr>
        <p:spPr>
          <a:xfrm>
            <a:off x="28740100" y="-2386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Freeform 1564"/>
          <p:cNvSpPr/>
          <p:nvPr/>
        </p:nvSpPr>
        <p:spPr>
          <a:xfrm>
            <a:off x="28778200" y="-2387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Freeform 1565"/>
          <p:cNvSpPr/>
          <p:nvPr/>
        </p:nvSpPr>
        <p:spPr>
          <a:xfrm>
            <a:off x="28816300" y="-23876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Freeform 1566"/>
          <p:cNvSpPr/>
          <p:nvPr/>
        </p:nvSpPr>
        <p:spPr>
          <a:xfrm>
            <a:off x="288417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Freeform 1567"/>
          <p:cNvSpPr/>
          <p:nvPr/>
        </p:nvSpPr>
        <p:spPr>
          <a:xfrm>
            <a:off x="28879800" y="-2387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Freeform 1568"/>
          <p:cNvSpPr/>
          <p:nvPr/>
        </p:nvSpPr>
        <p:spPr>
          <a:xfrm>
            <a:off x="28917900" y="-2388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Freeform 1569"/>
          <p:cNvSpPr/>
          <p:nvPr/>
        </p:nvSpPr>
        <p:spPr>
          <a:xfrm>
            <a:off x="28956000" y="-2388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Freeform 1570"/>
          <p:cNvSpPr/>
          <p:nvPr/>
        </p:nvSpPr>
        <p:spPr>
          <a:xfrm>
            <a:off x="289814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Freeform 1571"/>
          <p:cNvSpPr/>
          <p:nvPr/>
        </p:nvSpPr>
        <p:spPr>
          <a:xfrm>
            <a:off x="29019500" y="-2388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Freeform 1572"/>
          <p:cNvSpPr/>
          <p:nvPr/>
        </p:nvSpPr>
        <p:spPr>
          <a:xfrm>
            <a:off x="29057600" y="-23901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Freeform 1573"/>
          <p:cNvSpPr/>
          <p:nvPr/>
        </p:nvSpPr>
        <p:spPr>
          <a:xfrm>
            <a:off x="29083000" y="-2390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Freeform 1574"/>
          <p:cNvSpPr/>
          <p:nvPr/>
        </p:nvSpPr>
        <p:spPr>
          <a:xfrm>
            <a:off x="29121100" y="-2390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Freeform 1575"/>
          <p:cNvSpPr/>
          <p:nvPr/>
        </p:nvSpPr>
        <p:spPr>
          <a:xfrm>
            <a:off x="29159200" y="-23914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Freeform 1576"/>
          <p:cNvSpPr/>
          <p:nvPr/>
        </p:nvSpPr>
        <p:spPr>
          <a:xfrm>
            <a:off x="29197300" y="-2392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F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Freeform 1577"/>
          <p:cNvSpPr/>
          <p:nvPr/>
        </p:nvSpPr>
        <p:spPr>
          <a:xfrm>
            <a:off x="29222700" y="-240538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9"/>
                </a:lnTo>
                <a:lnTo>
                  <a:pt x="3" y="0"/>
                </a:lnTo>
                <a:lnTo>
                  <a:pt x="0" y="10"/>
                </a:lnTo>
                <a:lnTo>
                  <a:pt x="1" y="12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Freeform 1578"/>
          <p:cNvSpPr/>
          <p:nvPr/>
        </p:nvSpPr>
        <p:spPr>
          <a:xfrm>
            <a:off x="29260800" y="-241427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1"/>
                </a:lnTo>
                <a:lnTo>
                  <a:pt x="3" y="0"/>
                </a:lnTo>
                <a:lnTo>
                  <a:pt x="0" y="7"/>
                </a:lnTo>
                <a:lnTo>
                  <a:pt x="1" y="16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Freeform 1579"/>
          <p:cNvSpPr/>
          <p:nvPr/>
        </p:nvSpPr>
        <p:spPr>
          <a:xfrm>
            <a:off x="29298900" y="-241427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9"/>
                </a:lnTo>
                <a:lnTo>
                  <a:pt x="2" y="1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C1FF"/>
          </a:solidFill>
          <a:ln w="3175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Freeform 1580"/>
          <p:cNvSpPr/>
          <p:nvPr/>
        </p:nvSpPr>
        <p:spPr>
          <a:xfrm>
            <a:off x="29324300" y="-241300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1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Freeform 1581"/>
          <p:cNvSpPr/>
          <p:nvPr/>
        </p:nvSpPr>
        <p:spPr>
          <a:xfrm>
            <a:off x="29362400" y="-24117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Freeform 1582"/>
          <p:cNvSpPr/>
          <p:nvPr/>
        </p:nvSpPr>
        <p:spPr>
          <a:xfrm>
            <a:off x="29400500" y="-24117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B0FF"/>
          </a:solidFill>
          <a:ln w="3175">
            <a:solidFill>
              <a:srgbClr val="008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Freeform 1583"/>
          <p:cNvSpPr/>
          <p:nvPr/>
        </p:nvSpPr>
        <p:spPr>
          <a:xfrm>
            <a:off x="29438600" y="-24117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Freeform 1584"/>
          <p:cNvSpPr/>
          <p:nvPr/>
        </p:nvSpPr>
        <p:spPr>
          <a:xfrm>
            <a:off x="29464000" y="-241427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Freeform 1585"/>
          <p:cNvSpPr/>
          <p:nvPr/>
        </p:nvSpPr>
        <p:spPr>
          <a:xfrm>
            <a:off x="29502100" y="-24168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6"/>
                </a:lnTo>
                <a:lnTo>
                  <a:pt x="3" y="0"/>
                </a:lnTo>
                <a:lnTo>
                  <a:pt x="0" y="2"/>
                </a:lnTo>
                <a:lnTo>
                  <a:pt x="1" y="8"/>
                </a:lnTo>
                <a:close/>
              </a:path>
            </a:pathLst>
          </a:custGeom>
          <a:solidFill>
            <a:srgbClr val="00E9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Freeform 1586"/>
          <p:cNvSpPr/>
          <p:nvPr/>
        </p:nvSpPr>
        <p:spPr>
          <a:xfrm>
            <a:off x="29540200" y="-24193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8"/>
                </a:lnTo>
                <a:close/>
              </a:path>
            </a:pathLst>
          </a:custGeom>
          <a:solidFill>
            <a:srgbClr val="16FFE9"/>
          </a:solidFill>
          <a:ln w="3175">
            <a:solidFill>
              <a:srgbClr val="12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Freeform 1587"/>
          <p:cNvSpPr/>
          <p:nvPr/>
        </p:nvSpPr>
        <p:spPr>
          <a:xfrm>
            <a:off x="29565600" y="-24244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6"/>
                </a:lnTo>
                <a:lnTo>
                  <a:pt x="3" y="0"/>
                </a:lnTo>
                <a:lnTo>
                  <a:pt x="0" y="4"/>
                </a:lnTo>
                <a:lnTo>
                  <a:pt x="1" y="9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Freeform 1588"/>
          <p:cNvSpPr/>
          <p:nvPr/>
        </p:nvSpPr>
        <p:spPr>
          <a:xfrm>
            <a:off x="29603700" y="-243459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9"/>
                </a:lnTo>
                <a:lnTo>
                  <a:pt x="3" y="0"/>
                </a:lnTo>
                <a:lnTo>
                  <a:pt x="0" y="8"/>
                </a:lnTo>
                <a:lnTo>
                  <a:pt x="1" y="14"/>
                </a:lnTo>
                <a:close/>
              </a:path>
            </a:pathLst>
          </a:custGeom>
          <a:solidFill>
            <a:srgbClr val="BDFF42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Freeform 1589"/>
          <p:cNvSpPr/>
          <p:nvPr/>
        </p:nvSpPr>
        <p:spPr>
          <a:xfrm>
            <a:off x="29641800" y="-243586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FE00"/>
          </a:solidFill>
          <a:ln w="3175">
            <a:solidFill>
              <a:srgbClr val="CC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Freeform 1590"/>
          <p:cNvSpPr/>
          <p:nvPr/>
        </p:nvSpPr>
        <p:spPr>
          <a:xfrm>
            <a:off x="29679900" y="-243586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Freeform 1591"/>
          <p:cNvSpPr/>
          <p:nvPr/>
        </p:nvSpPr>
        <p:spPr>
          <a:xfrm>
            <a:off x="29705300" y="-243586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Freeform 1592"/>
          <p:cNvSpPr/>
          <p:nvPr/>
        </p:nvSpPr>
        <p:spPr>
          <a:xfrm>
            <a:off x="28727400" y="-23914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Freeform 1593"/>
          <p:cNvSpPr/>
          <p:nvPr/>
        </p:nvSpPr>
        <p:spPr>
          <a:xfrm>
            <a:off x="28765500" y="-23914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Freeform 1594"/>
          <p:cNvSpPr/>
          <p:nvPr/>
        </p:nvSpPr>
        <p:spPr>
          <a:xfrm>
            <a:off x="28803600" y="-2391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Freeform 1595"/>
          <p:cNvSpPr/>
          <p:nvPr/>
        </p:nvSpPr>
        <p:spPr>
          <a:xfrm>
            <a:off x="28829000" y="-23926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Freeform 1596"/>
          <p:cNvSpPr/>
          <p:nvPr/>
        </p:nvSpPr>
        <p:spPr>
          <a:xfrm>
            <a:off x="28867100" y="-23926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Freeform 1597"/>
          <p:cNvSpPr/>
          <p:nvPr/>
        </p:nvSpPr>
        <p:spPr>
          <a:xfrm>
            <a:off x="28905200" y="-23926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Freeform 1598"/>
          <p:cNvSpPr/>
          <p:nvPr/>
        </p:nvSpPr>
        <p:spPr>
          <a:xfrm>
            <a:off x="28943300" y="-2392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Freeform 1599"/>
          <p:cNvSpPr/>
          <p:nvPr/>
        </p:nvSpPr>
        <p:spPr>
          <a:xfrm>
            <a:off x="28968700" y="-23939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Freeform 1600"/>
          <p:cNvSpPr/>
          <p:nvPr/>
        </p:nvSpPr>
        <p:spPr>
          <a:xfrm>
            <a:off x="29006800" y="-23939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Freeform 1601"/>
          <p:cNvSpPr/>
          <p:nvPr/>
        </p:nvSpPr>
        <p:spPr>
          <a:xfrm>
            <a:off x="29044900" y="-23939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Freeform 1602"/>
          <p:cNvSpPr/>
          <p:nvPr/>
        </p:nvSpPr>
        <p:spPr>
          <a:xfrm>
            <a:off x="290703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Freeform 1603"/>
          <p:cNvSpPr/>
          <p:nvPr/>
        </p:nvSpPr>
        <p:spPr>
          <a:xfrm>
            <a:off x="29108400" y="-2393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Freeform 1604"/>
          <p:cNvSpPr/>
          <p:nvPr/>
        </p:nvSpPr>
        <p:spPr>
          <a:xfrm>
            <a:off x="29146500" y="-23952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9"/>
          </a:solidFill>
          <a:ln w="3175">
            <a:solidFill>
              <a:srgbClr val="0000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Freeform 1605"/>
          <p:cNvSpPr/>
          <p:nvPr/>
        </p:nvSpPr>
        <p:spPr>
          <a:xfrm>
            <a:off x="29184600" y="-23964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Freeform 1606"/>
          <p:cNvSpPr/>
          <p:nvPr/>
        </p:nvSpPr>
        <p:spPr>
          <a:xfrm>
            <a:off x="29210000" y="-240792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2"/>
                </a:lnTo>
                <a:lnTo>
                  <a:pt x="3" y="0"/>
                </a:lnTo>
                <a:lnTo>
                  <a:pt x="0" y="9"/>
                </a:lnTo>
                <a:lnTo>
                  <a:pt x="1" y="12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Freeform 1607"/>
          <p:cNvSpPr/>
          <p:nvPr/>
        </p:nvSpPr>
        <p:spPr>
          <a:xfrm>
            <a:off x="29248100" y="-24244300"/>
            <a:ext cx="50800" cy="190500"/>
          </a:xfrm>
          <a:custGeom>
            <a:avLst/>
            <a:gdLst/>
            <a:ahLst/>
            <a:cxnLst/>
            <a:rect l="l" t="t" r="r" b="b"/>
            <a:pathLst>
              <a:path w="4" h="15">
                <a:moveTo>
                  <a:pt x="1" y="15"/>
                </a:moveTo>
                <a:lnTo>
                  <a:pt x="4" y="8"/>
                </a:lnTo>
                <a:lnTo>
                  <a:pt x="3" y="0"/>
                </a:lnTo>
                <a:lnTo>
                  <a:pt x="0" y="13"/>
                </a:lnTo>
                <a:lnTo>
                  <a:pt x="1" y="15"/>
                </a:lnTo>
                <a:close/>
              </a:path>
            </a:pathLst>
          </a:custGeom>
          <a:solidFill>
            <a:srgbClr val="18FFE7"/>
          </a:solidFill>
          <a:ln w="3175">
            <a:solidFill>
              <a:srgbClr val="13CC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Freeform 1608"/>
          <p:cNvSpPr/>
          <p:nvPr/>
        </p:nvSpPr>
        <p:spPr>
          <a:xfrm>
            <a:off x="29286200" y="-242443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8"/>
                </a:moveTo>
                <a:lnTo>
                  <a:pt x="3" y="9"/>
                </a:lnTo>
                <a:lnTo>
                  <a:pt x="2" y="2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72FF8D"/>
          </a:solidFill>
          <a:ln w="3175">
            <a:solidFill>
              <a:srgbClr val="5CC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Freeform 1609"/>
          <p:cNvSpPr/>
          <p:nvPr/>
        </p:nvSpPr>
        <p:spPr>
          <a:xfrm>
            <a:off x="29311600" y="-24218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7"/>
                </a:moveTo>
                <a:lnTo>
                  <a:pt x="4" y="8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2FFAD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Freeform 1610"/>
          <p:cNvSpPr/>
          <p:nvPr/>
        </p:nvSpPr>
        <p:spPr>
          <a:xfrm>
            <a:off x="29349700" y="-2420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Freeform 1611"/>
          <p:cNvSpPr/>
          <p:nvPr/>
        </p:nvSpPr>
        <p:spPr>
          <a:xfrm>
            <a:off x="29387800" y="-2420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33FFCC"/>
          </a:solidFill>
          <a:ln w="3175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Freeform 1612"/>
          <p:cNvSpPr/>
          <p:nvPr/>
        </p:nvSpPr>
        <p:spPr>
          <a:xfrm>
            <a:off x="29425900" y="-24206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2FFCD"/>
          </a:solidFill>
          <a:ln w="3175">
            <a:solidFill>
              <a:srgbClr val="28C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Freeform 1613"/>
          <p:cNvSpPr/>
          <p:nvPr/>
        </p:nvSpPr>
        <p:spPr>
          <a:xfrm>
            <a:off x="29451300" y="-2420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2FCC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Freeform 1614"/>
          <p:cNvSpPr/>
          <p:nvPr/>
        </p:nvSpPr>
        <p:spPr>
          <a:xfrm>
            <a:off x="29489400" y="-24231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55FFAA"/>
          </a:solidFill>
          <a:ln w="3175">
            <a:solidFill>
              <a:srgbClr val="44C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Freeform 1615"/>
          <p:cNvSpPr/>
          <p:nvPr/>
        </p:nvSpPr>
        <p:spPr>
          <a:xfrm>
            <a:off x="29527500" y="-24269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6"/>
                </a:lnTo>
                <a:lnTo>
                  <a:pt x="2" y="0"/>
                </a:lnTo>
                <a:lnTo>
                  <a:pt x="0" y="3"/>
                </a:lnTo>
                <a:lnTo>
                  <a:pt x="1" y="8"/>
                </a:lnTo>
                <a:close/>
              </a:path>
            </a:pathLst>
          </a:custGeom>
          <a:solidFill>
            <a:srgbClr val="83FF7C"/>
          </a:solidFill>
          <a:ln w="3175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Freeform 1616"/>
          <p:cNvSpPr/>
          <p:nvPr/>
        </p:nvSpPr>
        <p:spPr>
          <a:xfrm>
            <a:off x="29552900" y="-243205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6"/>
                </a:lnTo>
                <a:lnTo>
                  <a:pt x="3" y="0"/>
                </a:lnTo>
                <a:lnTo>
                  <a:pt x="0" y="4"/>
                </a:lnTo>
                <a:lnTo>
                  <a:pt x="1" y="10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9FC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Freeform 1617"/>
          <p:cNvSpPr/>
          <p:nvPr/>
        </p:nvSpPr>
        <p:spPr>
          <a:xfrm>
            <a:off x="29591000" y="-244094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5"/>
                </a:lnTo>
                <a:lnTo>
                  <a:pt x="3" y="0"/>
                </a:lnTo>
                <a:lnTo>
                  <a:pt x="0" y="7"/>
                </a:lnTo>
                <a:lnTo>
                  <a:pt x="1" y="13"/>
                </a:lnTo>
                <a:close/>
              </a:path>
            </a:pathLst>
          </a:custGeom>
          <a:solidFill>
            <a:srgbClr val="FFC000"/>
          </a:solidFill>
          <a:ln w="3175">
            <a:solidFill>
              <a:srgbClr val="CC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Freeform 1618"/>
          <p:cNvSpPr/>
          <p:nvPr/>
        </p:nvSpPr>
        <p:spPr>
          <a:xfrm>
            <a:off x="29629100" y="-24422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Freeform 1619"/>
          <p:cNvSpPr/>
          <p:nvPr/>
        </p:nvSpPr>
        <p:spPr>
          <a:xfrm>
            <a:off x="29667200" y="-24422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Freeform 1620"/>
          <p:cNvSpPr/>
          <p:nvPr/>
        </p:nvSpPr>
        <p:spPr>
          <a:xfrm>
            <a:off x="29692600" y="-24434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Freeform 1621"/>
          <p:cNvSpPr/>
          <p:nvPr/>
        </p:nvSpPr>
        <p:spPr>
          <a:xfrm>
            <a:off x="287147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Freeform 1622"/>
          <p:cNvSpPr/>
          <p:nvPr/>
        </p:nvSpPr>
        <p:spPr>
          <a:xfrm>
            <a:off x="28752800" y="-23952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Freeform 1623"/>
          <p:cNvSpPr/>
          <p:nvPr/>
        </p:nvSpPr>
        <p:spPr>
          <a:xfrm>
            <a:off x="28790900" y="-23964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Freeform 1624"/>
          <p:cNvSpPr/>
          <p:nvPr/>
        </p:nvSpPr>
        <p:spPr>
          <a:xfrm>
            <a:off x="28816300" y="-23964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Freeform 1625"/>
          <p:cNvSpPr/>
          <p:nvPr/>
        </p:nvSpPr>
        <p:spPr>
          <a:xfrm>
            <a:off x="288544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Freeform 1626"/>
          <p:cNvSpPr/>
          <p:nvPr/>
        </p:nvSpPr>
        <p:spPr>
          <a:xfrm>
            <a:off x="28892500" y="-2396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Freeform 1627"/>
          <p:cNvSpPr/>
          <p:nvPr/>
        </p:nvSpPr>
        <p:spPr>
          <a:xfrm>
            <a:off x="28930600" y="-23977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Freeform 1628"/>
          <p:cNvSpPr/>
          <p:nvPr/>
        </p:nvSpPr>
        <p:spPr>
          <a:xfrm>
            <a:off x="28956000" y="-2397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Freeform 1629"/>
          <p:cNvSpPr/>
          <p:nvPr/>
        </p:nvSpPr>
        <p:spPr>
          <a:xfrm>
            <a:off x="28994100" y="-23977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Freeform 1630"/>
          <p:cNvSpPr/>
          <p:nvPr/>
        </p:nvSpPr>
        <p:spPr>
          <a:xfrm>
            <a:off x="29032200" y="-2397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Freeform 1631"/>
          <p:cNvSpPr/>
          <p:nvPr/>
        </p:nvSpPr>
        <p:spPr>
          <a:xfrm>
            <a:off x="29057600" y="-2399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Freeform 1632"/>
          <p:cNvSpPr/>
          <p:nvPr/>
        </p:nvSpPr>
        <p:spPr>
          <a:xfrm>
            <a:off x="29095700" y="-2399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Freeform 1633"/>
          <p:cNvSpPr/>
          <p:nvPr/>
        </p:nvSpPr>
        <p:spPr>
          <a:xfrm>
            <a:off x="29133800" y="-2399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Freeform 1634"/>
          <p:cNvSpPr/>
          <p:nvPr/>
        </p:nvSpPr>
        <p:spPr>
          <a:xfrm>
            <a:off x="29171900" y="-2399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7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Freeform 1635"/>
          <p:cNvSpPr/>
          <p:nvPr/>
        </p:nvSpPr>
        <p:spPr>
          <a:xfrm>
            <a:off x="29197300" y="-240919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1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Freeform 1636"/>
          <p:cNvSpPr/>
          <p:nvPr/>
        </p:nvSpPr>
        <p:spPr>
          <a:xfrm>
            <a:off x="29235400" y="-242570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1"/>
                </a:lnTo>
                <a:lnTo>
                  <a:pt x="3" y="0"/>
                </a:lnTo>
                <a:lnTo>
                  <a:pt x="0" y="13"/>
                </a:lnTo>
                <a:lnTo>
                  <a:pt x="1" y="14"/>
                </a:lnTo>
                <a:close/>
              </a:path>
            </a:pathLst>
          </a:custGeom>
          <a:solidFill>
            <a:srgbClr val="4BFFB4"/>
          </a:solidFill>
          <a:ln w="3175">
            <a:solidFill>
              <a:srgbClr val="3C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Freeform 1637"/>
          <p:cNvSpPr/>
          <p:nvPr/>
        </p:nvSpPr>
        <p:spPr>
          <a:xfrm>
            <a:off x="29273500" y="-24269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4FF2B"/>
          </a:solidFill>
          <a:ln w="3175">
            <a:solidFill>
              <a:srgbClr val="AACC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Freeform 1638"/>
          <p:cNvSpPr/>
          <p:nvPr/>
        </p:nvSpPr>
        <p:spPr>
          <a:xfrm>
            <a:off x="29298900" y="-2426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2FF3D"/>
          </a:solidFill>
          <a:ln w="3175">
            <a:solidFill>
              <a:srgbClr val="9B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Freeform 1639"/>
          <p:cNvSpPr/>
          <p:nvPr/>
        </p:nvSpPr>
        <p:spPr>
          <a:xfrm>
            <a:off x="29337000" y="-24269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5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EFF51"/>
          </a:solidFill>
          <a:ln w="3175">
            <a:solidFill>
              <a:srgbClr val="8CCC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Freeform 1640"/>
          <p:cNvSpPr/>
          <p:nvPr/>
        </p:nvSpPr>
        <p:spPr>
          <a:xfrm>
            <a:off x="29375100" y="-24269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Freeform 1641"/>
          <p:cNvSpPr/>
          <p:nvPr/>
        </p:nvSpPr>
        <p:spPr>
          <a:xfrm>
            <a:off x="29413200" y="-2426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Freeform 1642"/>
          <p:cNvSpPr/>
          <p:nvPr/>
        </p:nvSpPr>
        <p:spPr>
          <a:xfrm>
            <a:off x="29438600" y="-2426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BFF54"/>
          </a:solidFill>
          <a:ln w="3175">
            <a:solidFill>
              <a:srgbClr val="89CC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Freeform 1643"/>
          <p:cNvSpPr/>
          <p:nvPr/>
        </p:nvSpPr>
        <p:spPr>
          <a:xfrm>
            <a:off x="29476700" y="-24282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B6FF49"/>
          </a:solidFill>
          <a:ln w="3175">
            <a:solidFill>
              <a:srgbClr val="92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Freeform 1644"/>
          <p:cNvSpPr/>
          <p:nvPr/>
        </p:nvSpPr>
        <p:spPr>
          <a:xfrm>
            <a:off x="29514800" y="-24320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4"/>
                </a:lnTo>
                <a:lnTo>
                  <a:pt x="2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DBFF24"/>
          </a:solidFill>
          <a:ln w="3175">
            <a:solidFill>
              <a:srgbClr val="AFCC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Freeform 1645"/>
          <p:cNvSpPr/>
          <p:nvPr/>
        </p:nvSpPr>
        <p:spPr>
          <a:xfrm>
            <a:off x="29540200" y="-243713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4"/>
                </a:lnTo>
                <a:lnTo>
                  <a:pt x="3" y="0"/>
                </a:lnTo>
                <a:lnTo>
                  <a:pt x="0" y="4"/>
                </a:lnTo>
                <a:lnTo>
                  <a:pt x="1" y="8"/>
                </a:lnTo>
                <a:close/>
              </a:path>
            </a:pathLst>
          </a:custGeom>
          <a:solidFill>
            <a:srgbClr val="FFDE00"/>
          </a:solidFill>
          <a:ln w="3175">
            <a:solidFill>
              <a:srgbClr val="CCB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Freeform 1646"/>
          <p:cNvSpPr/>
          <p:nvPr/>
        </p:nvSpPr>
        <p:spPr>
          <a:xfrm>
            <a:off x="29578300" y="-244475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3"/>
                </a:lnTo>
                <a:lnTo>
                  <a:pt x="3" y="0"/>
                </a:lnTo>
                <a:lnTo>
                  <a:pt x="0" y="6"/>
                </a:lnTo>
                <a:lnTo>
                  <a:pt x="1" y="10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Freeform 1647"/>
          <p:cNvSpPr/>
          <p:nvPr/>
        </p:nvSpPr>
        <p:spPr>
          <a:xfrm>
            <a:off x="29616400" y="-24472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FF1600"/>
          </a:solidFill>
          <a:ln w="3175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Freeform 1648"/>
          <p:cNvSpPr/>
          <p:nvPr/>
        </p:nvSpPr>
        <p:spPr>
          <a:xfrm>
            <a:off x="29654500" y="-24472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Freeform 1649"/>
          <p:cNvSpPr/>
          <p:nvPr/>
        </p:nvSpPr>
        <p:spPr>
          <a:xfrm>
            <a:off x="29679900" y="-24472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Freeform 1650"/>
          <p:cNvSpPr/>
          <p:nvPr/>
        </p:nvSpPr>
        <p:spPr>
          <a:xfrm>
            <a:off x="287020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Freeform 1651"/>
          <p:cNvSpPr/>
          <p:nvPr/>
        </p:nvSpPr>
        <p:spPr>
          <a:xfrm>
            <a:off x="28740100" y="-2399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Freeform 1652"/>
          <p:cNvSpPr/>
          <p:nvPr/>
        </p:nvSpPr>
        <p:spPr>
          <a:xfrm>
            <a:off x="28778200" y="-2399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Freeform 1653"/>
          <p:cNvSpPr/>
          <p:nvPr/>
        </p:nvSpPr>
        <p:spPr>
          <a:xfrm>
            <a:off x="288036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Freeform 1654"/>
          <p:cNvSpPr/>
          <p:nvPr/>
        </p:nvSpPr>
        <p:spPr>
          <a:xfrm>
            <a:off x="288417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Freeform 1655"/>
          <p:cNvSpPr/>
          <p:nvPr/>
        </p:nvSpPr>
        <p:spPr>
          <a:xfrm>
            <a:off x="28879800" y="-2400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Freeform 1656"/>
          <p:cNvSpPr/>
          <p:nvPr/>
        </p:nvSpPr>
        <p:spPr>
          <a:xfrm>
            <a:off x="28917900" y="-2400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Freeform 1657"/>
          <p:cNvSpPr/>
          <p:nvPr/>
        </p:nvSpPr>
        <p:spPr>
          <a:xfrm>
            <a:off x="28943300" y="-2401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Freeform 1658"/>
          <p:cNvSpPr/>
          <p:nvPr/>
        </p:nvSpPr>
        <p:spPr>
          <a:xfrm>
            <a:off x="28981400" y="-2401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Freeform 1659"/>
          <p:cNvSpPr/>
          <p:nvPr/>
        </p:nvSpPr>
        <p:spPr>
          <a:xfrm>
            <a:off x="29019500" y="-2401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Freeform 1660"/>
          <p:cNvSpPr/>
          <p:nvPr/>
        </p:nvSpPr>
        <p:spPr>
          <a:xfrm>
            <a:off x="29044900" y="-2401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Freeform 1661"/>
          <p:cNvSpPr/>
          <p:nvPr/>
        </p:nvSpPr>
        <p:spPr>
          <a:xfrm>
            <a:off x="290830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Freeform 1662"/>
          <p:cNvSpPr/>
          <p:nvPr/>
        </p:nvSpPr>
        <p:spPr>
          <a:xfrm>
            <a:off x="291211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Freeform 1663"/>
          <p:cNvSpPr/>
          <p:nvPr/>
        </p:nvSpPr>
        <p:spPr>
          <a:xfrm>
            <a:off x="29159200" y="-2402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Freeform 1664"/>
          <p:cNvSpPr/>
          <p:nvPr/>
        </p:nvSpPr>
        <p:spPr>
          <a:xfrm>
            <a:off x="29184600" y="-24104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9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Freeform 1665"/>
          <p:cNvSpPr/>
          <p:nvPr/>
        </p:nvSpPr>
        <p:spPr>
          <a:xfrm>
            <a:off x="29222700" y="-242570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0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50FFAF"/>
          </a:solidFill>
          <a:ln w="3175">
            <a:solidFill>
              <a:srgbClr val="40C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Freeform 1666"/>
          <p:cNvSpPr/>
          <p:nvPr/>
        </p:nvSpPr>
        <p:spPr>
          <a:xfrm>
            <a:off x="29260800" y="-2429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EBFF14"/>
          </a:solidFill>
          <a:ln w="3175">
            <a:solidFill>
              <a:srgbClr val="BCC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Freeform 1667"/>
          <p:cNvSpPr/>
          <p:nvPr/>
        </p:nvSpPr>
        <p:spPr>
          <a:xfrm>
            <a:off x="29286200" y="-24320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FFF900"/>
          </a:solidFill>
          <a:ln w="3175">
            <a:solidFill>
              <a:srgbClr val="CCC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Freeform 1668"/>
          <p:cNvSpPr/>
          <p:nvPr/>
        </p:nvSpPr>
        <p:spPr>
          <a:xfrm>
            <a:off x="29324300" y="-2433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Freeform 1669"/>
          <p:cNvSpPr/>
          <p:nvPr/>
        </p:nvSpPr>
        <p:spPr>
          <a:xfrm>
            <a:off x="29362400" y="-2433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Freeform 1670"/>
          <p:cNvSpPr/>
          <p:nvPr/>
        </p:nvSpPr>
        <p:spPr>
          <a:xfrm>
            <a:off x="29400500" y="-24333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Freeform 1671"/>
          <p:cNvSpPr/>
          <p:nvPr/>
        </p:nvSpPr>
        <p:spPr>
          <a:xfrm>
            <a:off x="29425900" y="-2433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Freeform 1672"/>
          <p:cNvSpPr/>
          <p:nvPr/>
        </p:nvSpPr>
        <p:spPr>
          <a:xfrm>
            <a:off x="29464000" y="-2433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500"/>
          </a:solidFill>
          <a:ln w="3175">
            <a:solidFill>
              <a:srgbClr val="CC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Freeform 1673"/>
          <p:cNvSpPr/>
          <p:nvPr/>
        </p:nvSpPr>
        <p:spPr>
          <a:xfrm>
            <a:off x="29502100" y="-24345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E500"/>
          </a:solidFill>
          <a:ln w="3175">
            <a:solidFill>
              <a:srgbClr val="CC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Freeform 1674"/>
          <p:cNvSpPr/>
          <p:nvPr/>
        </p:nvSpPr>
        <p:spPr>
          <a:xfrm>
            <a:off x="29527500" y="-24396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2"/>
                </a:lnTo>
                <a:lnTo>
                  <a:pt x="3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FFA7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Freeform 1675"/>
          <p:cNvSpPr/>
          <p:nvPr/>
        </p:nvSpPr>
        <p:spPr>
          <a:xfrm>
            <a:off x="29565600" y="-24485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3"/>
                </a:lnTo>
                <a:lnTo>
                  <a:pt x="3" y="0"/>
                </a:lnTo>
                <a:lnTo>
                  <a:pt x="0" y="7"/>
                </a:lnTo>
                <a:lnTo>
                  <a:pt x="1" y="9"/>
                </a:lnTo>
                <a:close/>
              </a:path>
            </a:pathLst>
          </a:custGeom>
          <a:solidFill>
            <a:srgbClr val="FF3400"/>
          </a:solidFill>
          <a:ln w="3175">
            <a:solidFill>
              <a:srgbClr val="CC2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Freeform 1676"/>
          <p:cNvSpPr/>
          <p:nvPr/>
        </p:nvSpPr>
        <p:spPr>
          <a:xfrm>
            <a:off x="29603700" y="-24498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E10000"/>
          </a:solidFill>
          <a:ln w="3175">
            <a:solidFill>
              <a:srgbClr val="B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Freeform 1677"/>
          <p:cNvSpPr/>
          <p:nvPr/>
        </p:nvSpPr>
        <p:spPr>
          <a:xfrm>
            <a:off x="29641800" y="-24498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Freeform 1678"/>
          <p:cNvSpPr/>
          <p:nvPr/>
        </p:nvSpPr>
        <p:spPr>
          <a:xfrm>
            <a:off x="29667200" y="-24511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Freeform 1679"/>
          <p:cNvSpPr/>
          <p:nvPr/>
        </p:nvSpPr>
        <p:spPr>
          <a:xfrm>
            <a:off x="28689300" y="-2401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Freeform 1680"/>
          <p:cNvSpPr/>
          <p:nvPr/>
        </p:nvSpPr>
        <p:spPr>
          <a:xfrm>
            <a:off x="28727400" y="-2401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Freeform 1681"/>
          <p:cNvSpPr/>
          <p:nvPr/>
        </p:nvSpPr>
        <p:spPr>
          <a:xfrm>
            <a:off x="28765500" y="-2401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Freeform 1682"/>
          <p:cNvSpPr/>
          <p:nvPr/>
        </p:nvSpPr>
        <p:spPr>
          <a:xfrm>
            <a:off x="28790900" y="-2402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Freeform 1683"/>
          <p:cNvSpPr/>
          <p:nvPr/>
        </p:nvSpPr>
        <p:spPr>
          <a:xfrm>
            <a:off x="28829000" y="-2402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Freeform 1684"/>
          <p:cNvSpPr/>
          <p:nvPr/>
        </p:nvSpPr>
        <p:spPr>
          <a:xfrm>
            <a:off x="28867100" y="-2402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Freeform 1685"/>
          <p:cNvSpPr/>
          <p:nvPr/>
        </p:nvSpPr>
        <p:spPr>
          <a:xfrm>
            <a:off x="28905200" y="-2402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Freeform 1686"/>
          <p:cNvSpPr/>
          <p:nvPr/>
        </p:nvSpPr>
        <p:spPr>
          <a:xfrm>
            <a:off x="28930600" y="-2402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Freeform 1687"/>
          <p:cNvSpPr/>
          <p:nvPr/>
        </p:nvSpPr>
        <p:spPr>
          <a:xfrm>
            <a:off x="289687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Freeform 1688"/>
          <p:cNvSpPr/>
          <p:nvPr/>
        </p:nvSpPr>
        <p:spPr>
          <a:xfrm>
            <a:off x="29006800" y="-2404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Freeform 1689"/>
          <p:cNvSpPr/>
          <p:nvPr/>
        </p:nvSpPr>
        <p:spPr>
          <a:xfrm>
            <a:off x="290322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Freeform 1690"/>
          <p:cNvSpPr/>
          <p:nvPr/>
        </p:nvSpPr>
        <p:spPr>
          <a:xfrm>
            <a:off x="290703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Freeform 1691"/>
          <p:cNvSpPr/>
          <p:nvPr/>
        </p:nvSpPr>
        <p:spPr>
          <a:xfrm>
            <a:off x="29108400" y="-2405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Freeform 1692"/>
          <p:cNvSpPr/>
          <p:nvPr/>
        </p:nvSpPr>
        <p:spPr>
          <a:xfrm>
            <a:off x="29146500" y="-2405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Freeform 1693"/>
          <p:cNvSpPr/>
          <p:nvPr/>
        </p:nvSpPr>
        <p:spPr>
          <a:xfrm>
            <a:off x="29171900" y="-241300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009BFF"/>
          </a:solidFill>
          <a:ln w="3175">
            <a:solidFill>
              <a:srgbClr val="007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Freeform 1694"/>
          <p:cNvSpPr/>
          <p:nvPr/>
        </p:nvSpPr>
        <p:spPr>
          <a:xfrm>
            <a:off x="29210000" y="-242824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2"/>
                </a:lnTo>
                <a:lnTo>
                  <a:pt x="3" y="0"/>
                </a:lnTo>
                <a:lnTo>
                  <a:pt x="0" y="12"/>
                </a:lnTo>
                <a:lnTo>
                  <a:pt x="1" y="14"/>
                </a:lnTo>
                <a:close/>
              </a:path>
            </a:pathLst>
          </a:custGeom>
          <a:solidFill>
            <a:srgbClr val="60FF9F"/>
          </a:solidFill>
          <a:ln w="3175">
            <a:solidFill>
              <a:srgbClr val="4DC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Freeform 1695"/>
          <p:cNvSpPr/>
          <p:nvPr/>
        </p:nvSpPr>
        <p:spPr>
          <a:xfrm>
            <a:off x="29248100" y="-243586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5"/>
                </a:lnTo>
                <a:lnTo>
                  <a:pt x="2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Freeform 1696"/>
          <p:cNvSpPr/>
          <p:nvPr/>
        </p:nvSpPr>
        <p:spPr>
          <a:xfrm>
            <a:off x="29273500" y="-24384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FFAC00"/>
          </a:solidFill>
          <a:ln w="3175">
            <a:solidFill>
              <a:srgbClr val="CC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Freeform 1697"/>
          <p:cNvSpPr/>
          <p:nvPr/>
        </p:nvSpPr>
        <p:spPr>
          <a:xfrm>
            <a:off x="29311600" y="-24396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9000"/>
          </a:solidFill>
          <a:ln w="3175">
            <a:solidFill>
              <a:srgbClr val="C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Freeform 1698"/>
          <p:cNvSpPr/>
          <p:nvPr/>
        </p:nvSpPr>
        <p:spPr>
          <a:xfrm>
            <a:off x="29349700" y="-24409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Freeform 1699"/>
          <p:cNvSpPr/>
          <p:nvPr/>
        </p:nvSpPr>
        <p:spPr>
          <a:xfrm>
            <a:off x="29387800" y="-24409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Freeform 1700"/>
          <p:cNvSpPr/>
          <p:nvPr/>
        </p:nvSpPr>
        <p:spPr>
          <a:xfrm>
            <a:off x="29413200" y="-24409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8C00"/>
          </a:solidFill>
          <a:ln w="3175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Freeform 1701"/>
          <p:cNvSpPr/>
          <p:nvPr/>
        </p:nvSpPr>
        <p:spPr>
          <a:xfrm>
            <a:off x="29451300" y="-24409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1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Freeform 1702"/>
          <p:cNvSpPr/>
          <p:nvPr/>
        </p:nvSpPr>
        <p:spPr>
          <a:xfrm>
            <a:off x="29489400" y="-24409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Freeform 1703"/>
          <p:cNvSpPr/>
          <p:nvPr/>
        </p:nvSpPr>
        <p:spPr>
          <a:xfrm>
            <a:off x="29514800" y="-24422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7300"/>
          </a:solidFill>
          <a:ln w="3175">
            <a:solidFill>
              <a:srgbClr val="CC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Freeform 1704"/>
          <p:cNvSpPr/>
          <p:nvPr/>
        </p:nvSpPr>
        <p:spPr>
          <a:xfrm>
            <a:off x="29552900" y="-24511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2"/>
                </a:lnTo>
                <a:lnTo>
                  <a:pt x="3" y="0"/>
                </a:lnTo>
                <a:lnTo>
                  <a:pt x="0" y="7"/>
                </a:lnTo>
                <a:lnTo>
                  <a:pt x="1" y="9"/>
                </a:lnTo>
                <a:close/>
              </a:path>
            </a:pathLst>
          </a:custGeom>
          <a:solidFill>
            <a:srgbClr val="FF0E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Freeform 1705"/>
          <p:cNvSpPr/>
          <p:nvPr/>
        </p:nvSpPr>
        <p:spPr>
          <a:xfrm>
            <a:off x="29591000" y="-2452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Freeform 1706"/>
          <p:cNvSpPr/>
          <p:nvPr/>
        </p:nvSpPr>
        <p:spPr>
          <a:xfrm>
            <a:off x="29629100" y="-24536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Freeform 1707"/>
          <p:cNvSpPr/>
          <p:nvPr/>
        </p:nvSpPr>
        <p:spPr>
          <a:xfrm>
            <a:off x="29654500" y="-2453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Freeform 1708"/>
          <p:cNvSpPr/>
          <p:nvPr/>
        </p:nvSpPr>
        <p:spPr>
          <a:xfrm>
            <a:off x="286766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Freeform 1709"/>
          <p:cNvSpPr/>
          <p:nvPr/>
        </p:nvSpPr>
        <p:spPr>
          <a:xfrm>
            <a:off x="28714700" y="-2402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Freeform 1710"/>
          <p:cNvSpPr/>
          <p:nvPr/>
        </p:nvSpPr>
        <p:spPr>
          <a:xfrm>
            <a:off x="28752800" y="-2402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Freeform 1711"/>
          <p:cNvSpPr/>
          <p:nvPr/>
        </p:nvSpPr>
        <p:spPr>
          <a:xfrm>
            <a:off x="28778200" y="-2404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Freeform 1712"/>
          <p:cNvSpPr/>
          <p:nvPr/>
        </p:nvSpPr>
        <p:spPr>
          <a:xfrm>
            <a:off x="288163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Freeform 1713"/>
          <p:cNvSpPr/>
          <p:nvPr/>
        </p:nvSpPr>
        <p:spPr>
          <a:xfrm>
            <a:off x="288544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Freeform 1714"/>
          <p:cNvSpPr/>
          <p:nvPr/>
        </p:nvSpPr>
        <p:spPr>
          <a:xfrm>
            <a:off x="288925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Freeform 1715"/>
          <p:cNvSpPr/>
          <p:nvPr/>
        </p:nvSpPr>
        <p:spPr>
          <a:xfrm>
            <a:off x="28917900" y="-2405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Freeform 1716"/>
          <p:cNvSpPr/>
          <p:nvPr/>
        </p:nvSpPr>
        <p:spPr>
          <a:xfrm>
            <a:off x="28956000" y="-2405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Freeform 1717"/>
          <p:cNvSpPr/>
          <p:nvPr/>
        </p:nvSpPr>
        <p:spPr>
          <a:xfrm>
            <a:off x="289941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Freeform 1718"/>
          <p:cNvSpPr/>
          <p:nvPr/>
        </p:nvSpPr>
        <p:spPr>
          <a:xfrm>
            <a:off x="290195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Freeform 1719"/>
          <p:cNvSpPr/>
          <p:nvPr/>
        </p:nvSpPr>
        <p:spPr>
          <a:xfrm>
            <a:off x="29057600" y="-2406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Freeform 1720"/>
          <p:cNvSpPr/>
          <p:nvPr/>
        </p:nvSpPr>
        <p:spPr>
          <a:xfrm>
            <a:off x="29095700" y="-2406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Freeform 1721"/>
          <p:cNvSpPr/>
          <p:nvPr/>
        </p:nvSpPr>
        <p:spPr>
          <a:xfrm>
            <a:off x="291338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Freeform 1722"/>
          <p:cNvSpPr/>
          <p:nvPr/>
        </p:nvSpPr>
        <p:spPr>
          <a:xfrm>
            <a:off x="29159200" y="-24155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3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Freeform 1723"/>
          <p:cNvSpPr/>
          <p:nvPr/>
        </p:nvSpPr>
        <p:spPr>
          <a:xfrm>
            <a:off x="29197300" y="-243078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2"/>
                </a:lnTo>
                <a:lnTo>
                  <a:pt x="3" y="0"/>
                </a:lnTo>
                <a:lnTo>
                  <a:pt x="0" y="12"/>
                </a:lnTo>
                <a:lnTo>
                  <a:pt x="1" y="14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Freeform 1724"/>
          <p:cNvSpPr/>
          <p:nvPr/>
        </p:nvSpPr>
        <p:spPr>
          <a:xfrm>
            <a:off x="29235400" y="-244602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8"/>
                </a:lnTo>
                <a:lnTo>
                  <a:pt x="2" y="0"/>
                </a:lnTo>
                <a:lnTo>
                  <a:pt x="0" y="12"/>
                </a:lnTo>
                <a:lnTo>
                  <a:pt x="1" y="14"/>
                </a:lnTo>
                <a:close/>
              </a:path>
            </a:pathLst>
          </a:custGeom>
          <a:solidFill>
            <a:srgbClr val="FFA600"/>
          </a:solidFill>
          <a:ln w="3175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Freeform 1725"/>
          <p:cNvSpPr/>
          <p:nvPr/>
        </p:nvSpPr>
        <p:spPr>
          <a:xfrm>
            <a:off x="29260800" y="-244983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9"/>
                </a:lnTo>
                <a:lnTo>
                  <a:pt x="3" y="0"/>
                </a:lnTo>
                <a:lnTo>
                  <a:pt x="0" y="3"/>
                </a:lnTo>
                <a:lnTo>
                  <a:pt x="1" y="11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Freeform 1726"/>
          <p:cNvSpPr/>
          <p:nvPr/>
        </p:nvSpPr>
        <p:spPr>
          <a:xfrm>
            <a:off x="29298900" y="-24511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0700"/>
          </a:solidFill>
          <a:ln w="3175">
            <a:solidFill>
              <a:srgbClr val="CC0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Freeform 1727"/>
          <p:cNvSpPr/>
          <p:nvPr/>
        </p:nvSpPr>
        <p:spPr>
          <a:xfrm>
            <a:off x="29337000" y="-24511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0000"/>
          </a:solidFill>
          <a:ln w="3175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Freeform 1728"/>
          <p:cNvSpPr/>
          <p:nvPr/>
        </p:nvSpPr>
        <p:spPr>
          <a:xfrm>
            <a:off x="29375100" y="-245110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E0000"/>
          </a:solidFill>
          <a:ln w="3175">
            <a:solidFill>
              <a:srgbClr val="C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Freeform 1729"/>
          <p:cNvSpPr/>
          <p:nvPr/>
        </p:nvSpPr>
        <p:spPr>
          <a:xfrm>
            <a:off x="29400500" y="-245110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Freeform 1730"/>
          <p:cNvSpPr/>
          <p:nvPr/>
        </p:nvSpPr>
        <p:spPr>
          <a:xfrm>
            <a:off x="29438600" y="-24511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8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0D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Freeform 1731"/>
          <p:cNvSpPr/>
          <p:nvPr/>
        </p:nvSpPr>
        <p:spPr>
          <a:xfrm>
            <a:off x="29476700" y="-245237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1000"/>
          </a:solidFill>
          <a:ln w="3175">
            <a:solidFill>
              <a:srgbClr val="CC0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Freeform 1732"/>
          <p:cNvSpPr/>
          <p:nvPr/>
        </p:nvSpPr>
        <p:spPr>
          <a:xfrm>
            <a:off x="29502100" y="-24523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Freeform 1733"/>
          <p:cNvSpPr/>
          <p:nvPr/>
        </p:nvSpPr>
        <p:spPr>
          <a:xfrm>
            <a:off x="29540200" y="-24536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D00000"/>
          </a:solidFill>
          <a:ln w="3175">
            <a:solidFill>
              <a:srgbClr val="A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Freeform 1734"/>
          <p:cNvSpPr/>
          <p:nvPr/>
        </p:nvSpPr>
        <p:spPr>
          <a:xfrm>
            <a:off x="29578300" y="-2454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D0000"/>
          </a:solidFill>
          <a:ln w="3175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Freeform 1735"/>
          <p:cNvSpPr/>
          <p:nvPr/>
        </p:nvSpPr>
        <p:spPr>
          <a:xfrm>
            <a:off x="29616400" y="-2456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Freeform 1736"/>
          <p:cNvSpPr/>
          <p:nvPr/>
        </p:nvSpPr>
        <p:spPr>
          <a:xfrm>
            <a:off x="29641800" y="-2456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Freeform 1737"/>
          <p:cNvSpPr/>
          <p:nvPr/>
        </p:nvSpPr>
        <p:spPr>
          <a:xfrm>
            <a:off x="286639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Freeform 1738"/>
          <p:cNvSpPr/>
          <p:nvPr/>
        </p:nvSpPr>
        <p:spPr>
          <a:xfrm>
            <a:off x="287020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Freeform 1739"/>
          <p:cNvSpPr/>
          <p:nvPr/>
        </p:nvSpPr>
        <p:spPr>
          <a:xfrm>
            <a:off x="28740100" y="-2404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Freeform 1740"/>
          <p:cNvSpPr/>
          <p:nvPr/>
        </p:nvSpPr>
        <p:spPr>
          <a:xfrm>
            <a:off x="287655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Freeform 1741"/>
          <p:cNvSpPr/>
          <p:nvPr/>
        </p:nvSpPr>
        <p:spPr>
          <a:xfrm>
            <a:off x="288036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Freeform 1742"/>
          <p:cNvSpPr/>
          <p:nvPr/>
        </p:nvSpPr>
        <p:spPr>
          <a:xfrm>
            <a:off x="288417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Freeform 1743"/>
          <p:cNvSpPr/>
          <p:nvPr/>
        </p:nvSpPr>
        <p:spPr>
          <a:xfrm>
            <a:off x="288798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Freeform 1744"/>
          <p:cNvSpPr/>
          <p:nvPr/>
        </p:nvSpPr>
        <p:spPr>
          <a:xfrm>
            <a:off x="289052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Freeform 1745"/>
          <p:cNvSpPr/>
          <p:nvPr/>
        </p:nvSpPr>
        <p:spPr>
          <a:xfrm>
            <a:off x="289433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Freeform 1746"/>
          <p:cNvSpPr/>
          <p:nvPr/>
        </p:nvSpPr>
        <p:spPr>
          <a:xfrm>
            <a:off x="289814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Freeform 1747"/>
          <p:cNvSpPr/>
          <p:nvPr/>
        </p:nvSpPr>
        <p:spPr>
          <a:xfrm>
            <a:off x="290068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Freeform 1748"/>
          <p:cNvSpPr/>
          <p:nvPr/>
        </p:nvSpPr>
        <p:spPr>
          <a:xfrm>
            <a:off x="290449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Freeform 1749"/>
          <p:cNvSpPr/>
          <p:nvPr/>
        </p:nvSpPr>
        <p:spPr>
          <a:xfrm>
            <a:off x="290830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Freeform 1750"/>
          <p:cNvSpPr/>
          <p:nvPr/>
        </p:nvSpPr>
        <p:spPr>
          <a:xfrm>
            <a:off x="291211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Freeform 1751"/>
          <p:cNvSpPr/>
          <p:nvPr/>
        </p:nvSpPr>
        <p:spPr>
          <a:xfrm>
            <a:off x="29146500" y="-24168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Freeform 1752"/>
          <p:cNvSpPr/>
          <p:nvPr/>
        </p:nvSpPr>
        <p:spPr>
          <a:xfrm>
            <a:off x="29184600" y="-243078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0"/>
                </a:lnTo>
                <a:lnTo>
                  <a:pt x="3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85FF7A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Freeform 1753"/>
          <p:cNvSpPr/>
          <p:nvPr/>
        </p:nvSpPr>
        <p:spPr>
          <a:xfrm>
            <a:off x="29222700" y="-244602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0"/>
                </a:lnTo>
                <a:lnTo>
                  <a:pt x="2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FF7900"/>
          </a:solidFill>
          <a:ln w="3175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Freeform 1754"/>
          <p:cNvSpPr/>
          <p:nvPr/>
        </p:nvSpPr>
        <p:spPr>
          <a:xfrm>
            <a:off x="29248100" y="-24536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3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Freeform 1755"/>
          <p:cNvSpPr/>
          <p:nvPr/>
        </p:nvSpPr>
        <p:spPr>
          <a:xfrm>
            <a:off x="29286200" y="-2453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9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Freeform 1756"/>
          <p:cNvSpPr/>
          <p:nvPr/>
        </p:nvSpPr>
        <p:spPr>
          <a:xfrm>
            <a:off x="29324300" y="-2454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Freeform 1757"/>
          <p:cNvSpPr/>
          <p:nvPr/>
        </p:nvSpPr>
        <p:spPr>
          <a:xfrm>
            <a:off x="29362400" y="-2454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Freeform 1758"/>
          <p:cNvSpPr/>
          <p:nvPr/>
        </p:nvSpPr>
        <p:spPr>
          <a:xfrm>
            <a:off x="29387800" y="-2454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Freeform 1759"/>
          <p:cNvSpPr/>
          <p:nvPr/>
        </p:nvSpPr>
        <p:spPr>
          <a:xfrm>
            <a:off x="29425900" y="-2454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A0000"/>
          </a:solidFill>
          <a:ln w="3175">
            <a:solidFill>
              <a:srgbClr val="7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Freeform 1760"/>
          <p:cNvSpPr/>
          <p:nvPr/>
        </p:nvSpPr>
        <p:spPr>
          <a:xfrm>
            <a:off x="29464000" y="-2454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B0000"/>
          </a:solidFill>
          <a:ln w="3175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Freeform 1761"/>
          <p:cNvSpPr/>
          <p:nvPr/>
        </p:nvSpPr>
        <p:spPr>
          <a:xfrm>
            <a:off x="29489400" y="-2456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Freeform 1762"/>
          <p:cNvSpPr/>
          <p:nvPr/>
        </p:nvSpPr>
        <p:spPr>
          <a:xfrm>
            <a:off x="29527500" y="-2456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Freeform 1763"/>
          <p:cNvSpPr/>
          <p:nvPr/>
        </p:nvSpPr>
        <p:spPr>
          <a:xfrm>
            <a:off x="29565600" y="-2456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88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Freeform 1764"/>
          <p:cNvSpPr/>
          <p:nvPr/>
        </p:nvSpPr>
        <p:spPr>
          <a:xfrm>
            <a:off x="296037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Freeform 1765"/>
          <p:cNvSpPr/>
          <p:nvPr/>
        </p:nvSpPr>
        <p:spPr>
          <a:xfrm>
            <a:off x="296291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Freeform 1766"/>
          <p:cNvSpPr/>
          <p:nvPr/>
        </p:nvSpPr>
        <p:spPr>
          <a:xfrm>
            <a:off x="28651200" y="-2404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Freeform 1767"/>
          <p:cNvSpPr/>
          <p:nvPr/>
        </p:nvSpPr>
        <p:spPr>
          <a:xfrm>
            <a:off x="286893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Freeform 1768"/>
          <p:cNvSpPr/>
          <p:nvPr/>
        </p:nvSpPr>
        <p:spPr>
          <a:xfrm>
            <a:off x="28727400" y="-2405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Freeform 1769"/>
          <p:cNvSpPr/>
          <p:nvPr/>
        </p:nvSpPr>
        <p:spPr>
          <a:xfrm>
            <a:off x="287528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Freeform 1770"/>
          <p:cNvSpPr/>
          <p:nvPr/>
        </p:nvSpPr>
        <p:spPr>
          <a:xfrm>
            <a:off x="287909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Freeform 1771"/>
          <p:cNvSpPr/>
          <p:nvPr/>
        </p:nvSpPr>
        <p:spPr>
          <a:xfrm>
            <a:off x="288290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Freeform 1772"/>
          <p:cNvSpPr/>
          <p:nvPr/>
        </p:nvSpPr>
        <p:spPr>
          <a:xfrm>
            <a:off x="288671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Freeform 1773"/>
          <p:cNvSpPr/>
          <p:nvPr/>
        </p:nvSpPr>
        <p:spPr>
          <a:xfrm>
            <a:off x="288925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Freeform 1774"/>
          <p:cNvSpPr/>
          <p:nvPr/>
        </p:nvSpPr>
        <p:spPr>
          <a:xfrm>
            <a:off x="289306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Freeform 1775"/>
          <p:cNvSpPr/>
          <p:nvPr/>
        </p:nvSpPr>
        <p:spPr>
          <a:xfrm>
            <a:off x="289687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Freeform 1776"/>
          <p:cNvSpPr/>
          <p:nvPr/>
        </p:nvSpPr>
        <p:spPr>
          <a:xfrm>
            <a:off x="289941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Freeform 1777"/>
          <p:cNvSpPr/>
          <p:nvPr/>
        </p:nvSpPr>
        <p:spPr>
          <a:xfrm>
            <a:off x="290322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Freeform 1778"/>
          <p:cNvSpPr/>
          <p:nvPr/>
        </p:nvSpPr>
        <p:spPr>
          <a:xfrm>
            <a:off x="290703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Freeform 1779"/>
          <p:cNvSpPr/>
          <p:nvPr/>
        </p:nvSpPr>
        <p:spPr>
          <a:xfrm>
            <a:off x="29108400" y="-24079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Freeform 1780"/>
          <p:cNvSpPr/>
          <p:nvPr/>
        </p:nvSpPr>
        <p:spPr>
          <a:xfrm>
            <a:off x="29133800" y="-24168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Freeform 1781"/>
          <p:cNvSpPr/>
          <p:nvPr/>
        </p:nvSpPr>
        <p:spPr>
          <a:xfrm>
            <a:off x="29171900" y="-243205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Freeform 1782"/>
          <p:cNvSpPr/>
          <p:nvPr/>
        </p:nvSpPr>
        <p:spPr>
          <a:xfrm>
            <a:off x="29210000" y="-244729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1"/>
                </a:lnTo>
                <a:lnTo>
                  <a:pt x="2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Freeform 1783"/>
          <p:cNvSpPr/>
          <p:nvPr/>
        </p:nvSpPr>
        <p:spPr>
          <a:xfrm>
            <a:off x="29235400" y="-24549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Freeform 1784"/>
          <p:cNvSpPr/>
          <p:nvPr/>
        </p:nvSpPr>
        <p:spPr>
          <a:xfrm>
            <a:off x="292735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Freeform 1785"/>
          <p:cNvSpPr/>
          <p:nvPr/>
        </p:nvSpPr>
        <p:spPr>
          <a:xfrm>
            <a:off x="29311600" y="-2454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Freeform 1786"/>
          <p:cNvSpPr/>
          <p:nvPr/>
        </p:nvSpPr>
        <p:spPr>
          <a:xfrm>
            <a:off x="29349700" y="-24549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Freeform 1787"/>
          <p:cNvSpPr/>
          <p:nvPr/>
        </p:nvSpPr>
        <p:spPr>
          <a:xfrm>
            <a:off x="293751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Freeform 1788"/>
          <p:cNvSpPr/>
          <p:nvPr/>
        </p:nvSpPr>
        <p:spPr>
          <a:xfrm>
            <a:off x="294132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Freeform 1789"/>
          <p:cNvSpPr/>
          <p:nvPr/>
        </p:nvSpPr>
        <p:spPr>
          <a:xfrm>
            <a:off x="294513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Freeform 1790"/>
          <p:cNvSpPr/>
          <p:nvPr/>
        </p:nvSpPr>
        <p:spPr>
          <a:xfrm>
            <a:off x="294767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Freeform 1791"/>
          <p:cNvSpPr/>
          <p:nvPr/>
        </p:nvSpPr>
        <p:spPr>
          <a:xfrm>
            <a:off x="295148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Freeform 1792"/>
          <p:cNvSpPr/>
          <p:nvPr/>
        </p:nvSpPr>
        <p:spPr>
          <a:xfrm>
            <a:off x="295529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Freeform 1793"/>
          <p:cNvSpPr/>
          <p:nvPr/>
        </p:nvSpPr>
        <p:spPr>
          <a:xfrm>
            <a:off x="29591000" y="-2457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Freeform 1794"/>
          <p:cNvSpPr/>
          <p:nvPr/>
        </p:nvSpPr>
        <p:spPr>
          <a:xfrm>
            <a:off x="296164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Freeform 1795"/>
          <p:cNvSpPr/>
          <p:nvPr/>
        </p:nvSpPr>
        <p:spPr>
          <a:xfrm>
            <a:off x="286385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Freeform 1796"/>
          <p:cNvSpPr/>
          <p:nvPr/>
        </p:nvSpPr>
        <p:spPr>
          <a:xfrm>
            <a:off x="28676600" y="-2405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Freeform 1797"/>
          <p:cNvSpPr/>
          <p:nvPr/>
        </p:nvSpPr>
        <p:spPr>
          <a:xfrm>
            <a:off x="28714700" y="-24053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Freeform 1798"/>
          <p:cNvSpPr/>
          <p:nvPr/>
        </p:nvSpPr>
        <p:spPr>
          <a:xfrm>
            <a:off x="287401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Freeform 1799"/>
          <p:cNvSpPr/>
          <p:nvPr/>
        </p:nvSpPr>
        <p:spPr>
          <a:xfrm>
            <a:off x="287782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Freeform 1800"/>
          <p:cNvSpPr/>
          <p:nvPr/>
        </p:nvSpPr>
        <p:spPr>
          <a:xfrm>
            <a:off x="288163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Freeform 1801"/>
          <p:cNvSpPr/>
          <p:nvPr/>
        </p:nvSpPr>
        <p:spPr>
          <a:xfrm>
            <a:off x="28854400" y="-24066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Freeform 1802"/>
          <p:cNvSpPr/>
          <p:nvPr/>
        </p:nvSpPr>
        <p:spPr>
          <a:xfrm>
            <a:off x="288798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Freeform 1803"/>
          <p:cNvSpPr/>
          <p:nvPr/>
        </p:nvSpPr>
        <p:spPr>
          <a:xfrm>
            <a:off x="289179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Freeform 1804"/>
          <p:cNvSpPr/>
          <p:nvPr/>
        </p:nvSpPr>
        <p:spPr>
          <a:xfrm>
            <a:off x="289560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Freeform 1805"/>
          <p:cNvSpPr/>
          <p:nvPr/>
        </p:nvSpPr>
        <p:spPr>
          <a:xfrm>
            <a:off x="28981400" y="-24079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Freeform 1806"/>
          <p:cNvSpPr/>
          <p:nvPr/>
        </p:nvSpPr>
        <p:spPr>
          <a:xfrm>
            <a:off x="290195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8" name="Freeform 1807"/>
          <p:cNvSpPr/>
          <p:nvPr/>
        </p:nvSpPr>
        <p:spPr>
          <a:xfrm>
            <a:off x="290576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Freeform 1808"/>
          <p:cNvSpPr/>
          <p:nvPr/>
        </p:nvSpPr>
        <p:spPr>
          <a:xfrm>
            <a:off x="290957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Freeform 1809"/>
          <p:cNvSpPr/>
          <p:nvPr/>
        </p:nvSpPr>
        <p:spPr>
          <a:xfrm>
            <a:off x="29121100" y="-24180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1" name="Freeform 1810"/>
          <p:cNvSpPr/>
          <p:nvPr/>
        </p:nvSpPr>
        <p:spPr>
          <a:xfrm>
            <a:off x="29159200" y="-243332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Freeform 1811"/>
          <p:cNvSpPr/>
          <p:nvPr/>
        </p:nvSpPr>
        <p:spPr>
          <a:xfrm>
            <a:off x="29197300" y="-244856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1"/>
                </a:lnTo>
                <a:lnTo>
                  <a:pt x="2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Freeform 1812"/>
          <p:cNvSpPr/>
          <p:nvPr/>
        </p:nvSpPr>
        <p:spPr>
          <a:xfrm>
            <a:off x="29222700" y="-24549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4" name="Freeform 1813"/>
          <p:cNvSpPr/>
          <p:nvPr/>
        </p:nvSpPr>
        <p:spPr>
          <a:xfrm>
            <a:off x="292608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Freeform 1814"/>
          <p:cNvSpPr/>
          <p:nvPr/>
        </p:nvSpPr>
        <p:spPr>
          <a:xfrm>
            <a:off x="292989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Freeform 1815"/>
          <p:cNvSpPr/>
          <p:nvPr/>
        </p:nvSpPr>
        <p:spPr>
          <a:xfrm>
            <a:off x="29337000" y="-2456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7" name="Freeform 1816"/>
          <p:cNvSpPr/>
          <p:nvPr/>
        </p:nvSpPr>
        <p:spPr>
          <a:xfrm>
            <a:off x="293624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Freeform 1817"/>
          <p:cNvSpPr/>
          <p:nvPr/>
        </p:nvSpPr>
        <p:spPr>
          <a:xfrm>
            <a:off x="294005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Freeform 1818"/>
          <p:cNvSpPr/>
          <p:nvPr/>
        </p:nvSpPr>
        <p:spPr>
          <a:xfrm>
            <a:off x="29438600" y="-2457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0" name="Freeform 1819"/>
          <p:cNvSpPr/>
          <p:nvPr/>
        </p:nvSpPr>
        <p:spPr>
          <a:xfrm>
            <a:off x="294640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Freeform 1820"/>
          <p:cNvSpPr/>
          <p:nvPr/>
        </p:nvSpPr>
        <p:spPr>
          <a:xfrm>
            <a:off x="295021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Freeform 1821"/>
          <p:cNvSpPr/>
          <p:nvPr/>
        </p:nvSpPr>
        <p:spPr>
          <a:xfrm>
            <a:off x="295402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3" name="Freeform 1822"/>
          <p:cNvSpPr/>
          <p:nvPr/>
        </p:nvSpPr>
        <p:spPr>
          <a:xfrm>
            <a:off x="29578300" y="-24587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Freeform 1823"/>
          <p:cNvSpPr/>
          <p:nvPr/>
        </p:nvSpPr>
        <p:spPr>
          <a:xfrm>
            <a:off x="296037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Freeform 1824"/>
          <p:cNvSpPr/>
          <p:nvPr/>
        </p:nvSpPr>
        <p:spPr>
          <a:xfrm>
            <a:off x="286258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6" name="Freeform 1825"/>
          <p:cNvSpPr/>
          <p:nvPr/>
        </p:nvSpPr>
        <p:spPr>
          <a:xfrm>
            <a:off x="286639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Freeform 1826"/>
          <p:cNvSpPr/>
          <p:nvPr/>
        </p:nvSpPr>
        <p:spPr>
          <a:xfrm>
            <a:off x="287020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Freeform 1827"/>
          <p:cNvSpPr/>
          <p:nvPr/>
        </p:nvSpPr>
        <p:spPr>
          <a:xfrm>
            <a:off x="28740100" y="-2406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9" name="Freeform 1828"/>
          <p:cNvSpPr/>
          <p:nvPr/>
        </p:nvSpPr>
        <p:spPr>
          <a:xfrm>
            <a:off x="287655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Freeform 1829"/>
          <p:cNvSpPr/>
          <p:nvPr/>
        </p:nvSpPr>
        <p:spPr>
          <a:xfrm>
            <a:off x="288036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Freeform 1830"/>
          <p:cNvSpPr/>
          <p:nvPr/>
        </p:nvSpPr>
        <p:spPr>
          <a:xfrm>
            <a:off x="288417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2" name="Freeform 1831"/>
          <p:cNvSpPr/>
          <p:nvPr/>
        </p:nvSpPr>
        <p:spPr>
          <a:xfrm>
            <a:off x="288671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Freeform 1832"/>
          <p:cNvSpPr/>
          <p:nvPr/>
        </p:nvSpPr>
        <p:spPr>
          <a:xfrm>
            <a:off x="289052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Freeform 1833"/>
          <p:cNvSpPr/>
          <p:nvPr/>
        </p:nvSpPr>
        <p:spPr>
          <a:xfrm>
            <a:off x="289433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5" name="Freeform 1834"/>
          <p:cNvSpPr/>
          <p:nvPr/>
        </p:nvSpPr>
        <p:spPr>
          <a:xfrm>
            <a:off x="289814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Freeform 1835"/>
          <p:cNvSpPr/>
          <p:nvPr/>
        </p:nvSpPr>
        <p:spPr>
          <a:xfrm>
            <a:off x="290068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Freeform 1836"/>
          <p:cNvSpPr/>
          <p:nvPr/>
        </p:nvSpPr>
        <p:spPr>
          <a:xfrm>
            <a:off x="290449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8" name="Freeform 1837"/>
          <p:cNvSpPr/>
          <p:nvPr/>
        </p:nvSpPr>
        <p:spPr>
          <a:xfrm>
            <a:off x="290830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Freeform 1838"/>
          <p:cNvSpPr/>
          <p:nvPr/>
        </p:nvSpPr>
        <p:spPr>
          <a:xfrm>
            <a:off x="29108400" y="-24193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Freeform 1839"/>
          <p:cNvSpPr/>
          <p:nvPr/>
        </p:nvSpPr>
        <p:spPr>
          <a:xfrm>
            <a:off x="29146500" y="-243332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0"/>
                </a:lnTo>
                <a:lnTo>
                  <a:pt x="3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1" name="Freeform 1840"/>
          <p:cNvSpPr/>
          <p:nvPr/>
        </p:nvSpPr>
        <p:spPr>
          <a:xfrm>
            <a:off x="29184600" y="-244856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0"/>
                </a:lnTo>
                <a:lnTo>
                  <a:pt x="3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2" name="Freeform 1841"/>
          <p:cNvSpPr/>
          <p:nvPr/>
        </p:nvSpPr>
        <p:spPr>
          <a:xfrm>
            <a:off x="29222700" y="-24561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0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Freeform 1842"/>
          <p:cNvSpPr/>
          <p:nvPr/>
        </p:nvSpPr>
        <p:spPr>
          <a:xfrm>
            <a:off x="29248100" y="-2456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4" name="Freeform 1843"/>
          <p:cNvSpPr/>
          <p:nvPr/>
        </p:nvSpPr>
        <p:spPr>
          <a:xfrm>
            <a:off x="29286200" y="-24561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5" name="Freeform 1844"/>
          <p:cNvSpPr/>
          <p:nvPr/>
        </p:nvSpPr>
        <p:spPr>
          <a:xfrm>
            <a:off x="29324300" y="-2457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Freeform 1845"/>
          <p:cNvSpPr/>
          <p:nvPr/>
        </p:nvSpPr>
        <p:spPr>
          <a:xfrm>
            <a:off x="293497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7" name="Freeform 1846"/>
          <p:cNvSpPr/>
          <p:nvPr/>
        </p:nvSpPr>
        <p:spPr>
          <a:xfrm>
            <a:off x="293878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8" name="Freeform 1847"/>
          <p:cNvSpPr/>
          <p:nvPr/>
        </p:nvSpPr>
        <p:spPr>
          <a:xfrm>
            <a:off x="29425900" y="-24574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Freeform 1848"/>
          <p:cNvSpPr/>
          <p:nvPr/>
        </p:nvSpPr>
        <p:spPr>
          <a:xfrm>
            <a:off x="294513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0" name="Freeform 1849"/>
          <p:cNvSpPr/>
          <p:nvPr/>
        </p:nvSpPr>
        <p:spPr>
          <a:xfrm>
            <a:off x="294894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1" name="Freeform 1850"/>
          <p:cNvSpPr/>
          <p:nvPr/>
        </p:nvSpPr>
        <p:spPr>
          <a:xfrm>
            <a:off x="295275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Freeform 1851"/>
          <p:cNvSpPr/>
          <p:nvPr/>
        </p:nvSpPr>
        <p:spPr>
          <a:xfrm>
            <a:off x="29565600" y="-24587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3" name="Freeform 1852"/>
          <p:cNvSpPr/>
          <p:nvPr/>
        </p:nvSpPr>
        <p:spPr>
          <a:xfrm>
            <a:off x="295910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Freeform 1853"/>
          <p:cNvSpPr/>
          <p:nvPr/>
        </p:nvSpPr>
        <p:spPr>
          <a:xfrm>
            <a:off x="28613100" y="-2406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Freeform 1854"/>
          <p:cNvSpPr/>
          <p:nvPr/>
        </p:nvSpPr>
        <p:spPr>
          <a:xfrm>
            <a:off x="286512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6" name="Freeform 1855"/>
          <p:cNvSpPr/>
          <p:nvPr/>
        </p:nvSpPr>
        <p:spPr>
          <a:xfrm>
            <a:off x="286893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7" name="Freeform 1856"/>
          <p:cNvSpPr/>
          <p:nvPr/>
        </p:nvSpPr>
        <p:spPr>
          <a:xfrm>
            <a:off x="28727400" y="-2407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Freeform 1857"/>
          <p:cNvSpPr/>
          <p:nvPr/>
        </p:nvSpPr>
        <p:spPr>
          <a:xfrm>
            <a:off x="287528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Freeform 1858"/>
          <p:cNvSpPr/>
          <p:nvPr/>
        </p:nvSpPr>
        <p:spPr>
          <a:xfrm>
            <a:off x="287909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Freeform 1859"/>
          <p:cNvSpPr/>
          <p:nvPr/>
        </p:nvSpPr>
        <p:spPr>
          <a:xfrm>
            <a:off x="288290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Freeform 1860"/>
          <p:cNvSpPr/>
          <p:nvPr/>
        </p:nvSpPr>
        <p:spPr>
          <a:xfrm>
            <a:off x="288544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Freeform 1861"/>
          <p:cNvSpPr/>
          <p:nvPr/>
        </p:nvSpPr>
        <p:spPr>
          <a:xfrm>
            <a:off x="288925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3" name="Freeform 1862"/>
          <p:cNvSpPr/>
          <p:nvPr/>
        </p:nvSpPr>
        <p:spPr>
          <a:xfrm>
            <a:off x="28930600" y="-24091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4" name="Freeform 1863"/>
          <p:cNvSpPr/>
          <p:nvPr/>
        </p:nvSpPr>
        <p:spPr>
          <a:xfrm>
            <a:off x="289687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Freeform 1864"/>
          <p:cNvSpPr/>
          <p:nvPr/>
        </p:nvSpPr>
        <p:spPr>
          <a:xfrm>
            <a:off x="289941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6" name="Freeform 1865"/>
          <p:cNvSpPr/>
          <p:nvPr/>
        </p:nvSpPr>
        <p:spPr>
          <a:xfrm>
            <a:off x="290322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7" name="Freeform 1866"/>
          <p:cNvSpPr/>
          <p:nvPr/>
        </p:nvSpPr>
        <p:spPr>
          <a:xfrm>
            <a:off x="29070300" y="-24104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Freeform 1867"/>
          <p:cNvSpPr/>
          <p:nvPr/>
        </p:nvSpPr>
        <p:spPr>
          <a:xfrm>
            <a:off x="29095700" y="-24193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9" name="Freeform 1868"/>
          <p:cNvSpPr/>
          <p:nvPr/>
        </p:nvSpPr>
        <p:spPr>
          <a:xfrm>
            <a:off x="29133800" y="-243459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0" name="Freeform 1869"/>
          <p:cNvSpPr/>
          <p:nvPr/>
        </p:nvSpPr>
        <p:spPr>
          <a:xfrm>
            <a:off x="29171900" y="-244983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Freeform 1870"/>
          <p:cNvSpPr/>
          <p:nvPr/>
        </p:nvSpPr>
        <p:spPr>
          <a:xfrm>
            <a:off x="29210000" y="-24574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1"/>
                </a:lnTo>
                <a:lnTo>
                  <a:pt x="2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Freeform 1871"/>
          <p:cNvSpPr/>
          <p:nvPr/>
        </p:nvSpPr>
        <p:spPr>
          <a:xfrm>
            <a:off x="292354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3" name="Freeform 1872"/>
          <p:cNvSpPr/>
          <p:nvPr/>
        </p:nvSpPr>
        <p:spPr>
          <a:xfrm>
            <a:off x="29273500" y="-2457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Freeform 1873"/>
          <p:cNvSpPr/>
          <p:nvPr/>
        </p:nvSpPr>
        <p:spPr>
          <a:xfrm>
            <a:off x="29311600" y="-2457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5" name="Freeform 1874"/>
          <p:cNvSpPr/>
          <p:nvPr/>
        </p:nvSpPr>
        <p:spPr>
          <a:xfrm>
            <a:off x="293370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6" name="Freeform 1875"/>
          <p:cNvSpPr/>
          <p:nvPr/>
        </p:nvSpPr>
        <p:spPr>
          <a:xfrm>
            <a:off x="293751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7" name="Freeform 1876"/>
          <p:cNvSpPr/>
          <p:nvPr/>
        </p:nvSpPr>
        <p:spPr>
          <a:xfrm>
            <a:off x="29413200" y="-24587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Freeform 1877"/>
          <p:cNvSpPr/>
          <p:nvPr/>
        </p:nvSpPr>
        <p:spPr>
          <a:xfrm>
            <a:off x="29451300" y="-24587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9" name="Freeform 1878"/>
          <p:cNvSpPr/>
          <p:nvPr/>
        </p:nvSpPr>
        <p:spPr>
          <a:xfrm>
            <a:off x="294767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Freeform 1879"/>
          <p:cNvSpPr/>
          <p:nvPr/>
        </p:nvSpPr>
        <p:spPr>
          <a:xfrm>
            <a:off x="295148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1" name="Freeform 1880"/>
          <p:cNvSpPr/>
          <p:nvPr/>
        </p:nvSpPr>
        <p:spPr>
          <a:xfrm>
            <a:off x="29552900" y="-24599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2" name="Freeform 1881"/>
          <p:cNvSpPr/>
          <p:nvPr/>
        </p:nvSpPr>
        <p:spPr>
          <a:xfrm>
            <a:off x="295783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3" name="Freeform 1882"/>
          <p:cNvSpPr/>
          <p:nvPr/>
        </p:nvSpPr>
        <p:spPr>
          <a:xfrm>
            <a:off x="286004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Freeform 1883"/>
          <p:cNvSpPr/>
          <p:nvPr/>
        </p:nvSpPr>
        <p:spPr>
          <a:xfrm>
            <a:off x="28638500" y="-2407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5" name="Freeform 1884"/>
          <p:cNvSpPr/>
          <p:nvPr/>
        </p:nvSpPr>
        <p:spPr>
          <a:xfrm>
            <a:off x="28676600" y="-24079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Freeform 1885"/>
          <p:cNvSpPr/>
          <p:nvPr/>
        </p:nvSpPr>
        <p:spPr>
          <a:xfrm>
            <a:off x="28714700" y="-24091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7" name="Freeform 1886"/>
          <p:cNvSpPr/>
          <p:nvPr/>
        </p:nvSpPr>
        <p:spPr>
          <a:xfrm>
            <a:off x="287401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8" name="Freeform 1887"/>
          <p:cNvSpPr/>
          <p:nvPr/>
        </p:nvSpPr>
        <p:spPr>
          <a:xfrm>
            <a:off x="28778200" y="-24091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Freeform 1888"/>
          <p:cNvSpPr/>
          <p:nvPr/>
        </p:nvSpPr>
        <p:spPr>
          <a:xfrm>
            <a:off x="28816300" y="-24091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0" name="Freeform 1889"/>
          <p:cNvSpPr/>
          <p:nvPr/>
        </p:nvSpPr>
        <p:spPr>
          <a:xfrm>
            <a:off x="288417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1" name="Freeform 1890"/>
          <p:cNvSpPr/>
          <p:nvPr/>
        </p:nvSpPr>
        <p:spPr>
          <a:xfrm>
            <a:off x="288798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Freeform 1891"/>
          <p:cNvSpPr/>
          <p:nvPr/>
        </p:nvSpPr>
        <p:spPr>
          <a:xfrm>
            <a:off x="28917900" y="-24104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3" name="Freeform 1892"/>
          <p:cNvSpPr/>
          <p:nvPr/>
        </p:nvSpPr>
        <p:spPr>
          <a:xfrm>
            <a:off x="28956000" y="-24104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4" name="Freeform 1893"/>
          <p:cNvSpPr/>
          <p:nvPr/>
        </p:nvSpPr>
        <p:spPr>
          <a:xfrm>
            <a:off x="289814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5" name="Freeform 1894"/>
          <p:cNvSpPr/>
          <p:nvPr/>
        </p:nvSpPr>
        <p:spPr>
          <a:xfrm>
            <a:off x="29019500" y="-24117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Freeform 1895"/>
          <p:cNvSpPr/>
          <p:nvPr/>
        </p:nvSpPr>
        <p:spPr>
          <a:xfrm>
            <a:off x="29057600" y="-24117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7" name="Freeform 1896"/>
          <p:cNvSpPr/>
          <p:nvPr/>
        </p:nvSpPr>
        <p:spPr>
          <a:xfrm>
            <a:off x="29083000" y="-24206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Freeform 1897"/>
          <p:cNvSpPr/>
          <p:nvPr/>
        </p:nvSpPr>
        <p:spPr>
          <a:xfrm>
            <a:off x="29121100" y="-243586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9" name="Freeform 1898"/>
          <p:cNvSpPr/>
          <p:nvPr/>
        </p:nvSpPr>
        <p:spPr>
          <a:xfrm>
            <a:off x="29159200" y="-245110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0" name="Freeform 1899"/>
          <p:cNvSpPr/>
          <p:nvPr/>
        </p:nvSpPr>
        <p:spPr>
          <a:xfrm>
            <a:off x="29197300" y="-245745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1" name="Freeform 1900"/>
          <p:cNvSpPr/>
          <p:nvPr/>
        </p:nvSpPr>
        <p:spPr>
          <a:xfrm>
            <a:off x="292227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Freeform 1901"/>
          <p:cNvSpPr/>
          <p:nvPr/>
        </p:nvSpPr>
        <p:spPr>
          <a:xfrm>
            <a:off x="292608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3" name="Freeform 1902"/>
          <p:cNvSpPr/>
          <p:nvPr/>
        </p:nvSpPr>
        <p:spPr>
          <a:xfrm>
            <a:off x="29298900" y="-24587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4" name="Freeform 1903"/>
          <p:cNvSpPr/>
          <p:nvPr/>
        </p:nvSpPr>
        <p:spPr>
          <a:xfrm>
            <a:off x="29324300" y="-2458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Freeform 1904"/>
          <p:cNvSpPr/>
          <p:nvPr/>
        </p:nvSpPr>
        <p:spPr>
          <a:xfrm>
            <a:off x="293624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6" name="Freeform 1905"/>
          <p:cNvSpPr/>
          <p:nvPr/>
        </p:nvSpPr>
        <p:spPr>
          <a:xfrm>
            <a:off x="294005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7" name="Freeform 1906"/>
          <p:cNvSpPr/>
          <p:nvPr/>
        </p:nvSpPr>
        <p:spPr>
          <a:xfrm>
            <a:off x="29438600" y="-24599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Freeform 1907"/>
          <p:cNvSpPr/>
          <p:nvPr/>
        </p:nvSpPr>
        <p:spPr>
          <a:xfrm>
            <a:off x="29464000" y="-24599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9" name="Freeform 1908"/>
          <p:cNvSpPr/>
          <p:nvPr/>
        </p:nvSpPr>
        <p:spPr>
          <a:xfrm>
            <a:off x="29502100" y="-24599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0" name="Freeform 1909"/>
          <p:cNvSpPr/>
          <p:nvPr/>
        </p:nvSpPr>
        <p:spPr>
          <a:xfrm>
            <a:off x="29540200" y="-24612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Freeform 1910"/>
          <p:cNvSpPr/>
          <p:nvPr/>
        </p:nvSpPr>
        <p:spPr>
          <a:xfrm>
            <a:off x="29565600" y="-24612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2" name="Connector 1911"/>
          <p:cNvCxnSpPr/>
          <p:nvPr/>
        </p:nvCxnSpPr>
        <p:spPr>
          <a:xfrm flipH="1">
            <a:off x="28072302" y="-22427141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3" name="Connector 1912"/>
          <p:cNvCxnSpPr/>
          <p:nvPr/>
        </p:nvCxnSpPr>
        <p:spPr>
          <a:xfrm flipH="1">
            <a:off x="27890443" y="-22548324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4" name="Connector 1913"/>
          <p:cNvCxnSpPr/>
          <p:nvPr/>
        </p:nvCxnSpPr>
        <p:spPr>
          <a:xfrm flipH="1">
            <a:off x="27708581" y="-22669507"/>
            <a:ext cx="999313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5" name="Connector 1914"/>
          <p:cNvCxnSpPr/>
          <p:nvPr/>
        </p:nvCxnSpPr>
        <p:spPr>
          <a:xfrm flipH="1" flipV="1">
            <a:off x="28707894" y="-22669507"/>
            <a:ext cx="363720" cy="2423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6" name="Connector 1915"/>
          <p:cNvCxnSpPr/>
          <p:nvPr/>
        </p:nvCxnSpPr>
        <p:spPr>
          <a:xfrm flipH="1" flipV="1">
            <a:off x="28508033" y="-22651865"/>
            <a:ext cx="363717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7" name="Connector 1916"/>
          <p:cNvCxnSpPr/>
          <p:nvPr/>
        </p:nvCxnSpPr>
        <p:spPr>
          <a:xfrm flipH="1" flipV="1">
            <a:off x="28308169" y="-22634224"/>
            <a:ext cx="363721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8" name="Connector 1917"/>
          <p:cNvCxnSpPr/>
          <p:nvPr/>
        </p:nvCxnSpPr>
        <p:spPr>
          <a:xfrm flipH="1" flipV="1">
            <a:off x="28108306" y="-22616582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9" name="Connector 1918"/>
          <p:cNvCxnSpPr/>
          <p:nvPr/>
        </p:nvCxnSpPr>
        <p:spPr>
          <a:xfrm flipH="1" flipV="1">
            <a:off x="27908445" y="-22598939"/>
            <a:ext cx="363720" cy="2423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0" name="Connector 1919"/>
          <p:cNvCxnSpPr/>
          <p:nvPr/>
        </p:nvCxnSpPr>
        <p:spPr>
          <a:xfrm flipH="1" flipV="1">
            <a:off x="27708581" y="-22581299"/>
            <a:ext cx="363721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1" name="Connector 1920"/>
          <p:cNvCxnSpPr/>
          <p:nvPr/>
        </p:nvCxnSpPr>
        <p:spPr>
          <a:xfrm flipH="1">
            <a:off x="29047405" y="-22427141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2" name="Connector 1921"/>
          <p:cNvCxnSpPr/>
          <p:nvPr/>
        </p:nvCxnSpPr>
        <p:spPr>
          <a:xfrm flipH="1">
            <a:off x="28865546" y="-22548324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3" name="Connector 1922"/>
          <p:cNvCxnSpPr/>
          <p:nvPr/>
        </p:nvCxnSpPr>
        <p:spPr>
          <a:xfrm flipH="1">
            <a:off x="28683687" y="-22669507"/>
            <a:ext cx="24207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4" name="Connector 1923"/>
          <p:cNvCxnSpPr/>
          <p:nvPr/>
        </p:nvCxnSpPr>
        <p:spPr>
          <a:xfrm flipV="1">
            <a:off x="28072302" y="-22341068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5" name="Connector 1924"/>
          <p:cNvCxnSpPr/>
          <p:nvPr/>
        </p:nvCxnSpPr>
        <p:spPr>
          <a:xfrm flipV="1">
            <a:off x="27890443" y="-22462252"/>
            <a:ext cx="24206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6" name="Connector 1925"/>
          <p:cNvCxnSpPr/>
          <p:nvPr/>
        </p:nvCxnSpPr>
        <p:spPr>
          <a:xfrm flipV="1">
            <a:off x="27708581" y="-22583435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7" name="Connector 1926"/>
          <p:cNvCxnSpPr/>
          <p:nvPr/>
        </p:nvCxnSpPr>
        <p:spPr>
          <a:xfrm flipH="1" flipV="1">
            <a:off x="29051392" y="-22440614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8" name="Connector 1927"/>
          <p:cNvCxnSpPr/>
          <p:nvPr/>
        </p:nvCxnSpPr>
        <p:spPr>
          <a:xfrm flipH="1" flipV="1">
            <a:off x="28851531" y="-22422972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9" name="Connector 1928"/>
          <p:cNvCxnSpPr/>
          <p:nvPr/>
        </p:nvCxnSpPr>
        <p:spPr>
          <a:xfrm flipH="1" flipV="1">
            <a:off x="28651668" y="-22405331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0" name="Connector 1929"/>
          <p:cNvCxnSpPr/>
          <p:nvPr/>
        </p:nvCxnSpPr>
        <p:spPr>
          <a:xfrm flipH="1" flipV="1">
            <a:off x="28451807" y="-22387689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1" name="Connector 1930"/>
          <p:cNvCxnSpPr/>
          <p:nvPr/>
        </p:nvCxnSpPr>
        <p:spPr>
          <a:xfrm flipH="1" flipV="1">
            <a:off x="28251943" y="-22370048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2" name="Connector 1931"/>
          <p:cNvCxnSpPr/>
          <p:nvPr/>
        </p:nvCxnSpPr>
        <p:spPr>
          <a:xfrm flipH="1" flipV="1">
            <a:off x="28052083" y="-22352406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3" name="Connector 1932"/>
          <p:cNvCxnSpPr/>
          <p:nvPr/>
        </p:nvCxnSpPr>
        <p:spPr>
          <a:xfrm>
            <a:off x="28707894" y="-22669507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4" name="Connector 1933"/>
          <p:cNvCxnSpPr/>
          <p:nvPr/>
        </p:nvCxnSpPr>
        <p:spPr>
          <a:xfrm>
            <a:off x="28508033" y="-22651865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5" name="Connector 1934"/>
          <p:cNvCxnSpPr/>
          <p:nvPr/>
        </p:nvCxnSpPr>
        <p:spPr>
          <a:xfrm>
            <a:off x="28308169" y="-22634224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6" name="Connector 1935"/>
          <p:cNvCxnSpPr/>
          <p:nvPr/>
        </p:nvCxnSpPr>
        <p:spPr>
          <a:xfrm>
            <a:off x="28108306" y="-22616582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7" name="Connector 1936"/>
          <p:cNvCxnSpPr/>
          <p:nvPr/>
        </p:nvCxnSpPr>
        <p:spPr>
          <a:xfrm>
            <a:off x="27908445" y="-22598939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8" name="Connector 1937"/>
          <p:cNvCxnSpPr/>
          <p:nvPr/>
        </p:nvCxnSpPr>
        <p:spPr>
          <a:xfrm>
            <a:off x="27708581" y="-22581299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9" name="Connector 1938"/>
          <p:cNvCxnSpPr/>
          <p:nvPr/>
        </p:nvCxnSpPr>
        <p:spPr>
          <a:xfrm flipH="1" flipV="1">
            <a:off x="28707894" y="-22669507"/>
            <a:ext cx="363720" cy="2423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0" name="Connector 1939"/>
          <p:cNvCxnSpPr/>
          <p:nvPr/>
        </p:nvCxnSpPr>
        <p:spPr>
          <a:xfrm flipH="1" flipV="1">
            <a:off x="27708581" y="-22581299"/>
            <a:ext cx="363721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1" name="Connector 1940"/>
          <p:cNvCxnSpPr/>
          <p:nvPr/>
        </p:nvCxnSpPr>
        <p:spPr>
          <a:xfrm flipH="1">
            <a:off x="28072302" y="-22427141"/>
            <a:ext cx="999312" cy="88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2" name="Connector 1941"/>
          <p:cNvCxnSpPr/>
          <p:nvPr/>
        </p:nvCxnSpPr>
        <p:spPr>
          <a:xfrm flipH="1">
            <a:off x="27708581" y="-22669507"/>
            <a:ext cx="999313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3" name="Connector 1942"/>
          <p:cNvCxnSpPr/>
          <p:nvPr/>
        </p:nvCxnSpPr>
        <p:spPr>
          <a:xfrm flipH="1">
            <a:off x="29047405" y="-23134753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4" name="Connector 1943"/>
          <p:cNvCxnSpPr/>
          <p:nvPr/>
        </p:nvCxnSpPr>
        <p:spPr>
          <a:xfrm flipH="1">
            <a:off x="28865546" y="-23255937"/>
            <a:ext cx="24209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5" name="Connector 1944"/>
          <p:cNvCxnSpPr/>
          <p:nvPr/>
        </p:nvCxnSpPr>
        <p:spPr>
          <a:xfrm flipH="1">
            <a:off x="28683687" y="-23377120"/>
            <a:ext cx="24207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6" name="Connector 1945"/>
          <p:cNvCxnSpPr/>
          <p:nvPr/>
        </p:nvCxnSpPr>
        <p:spPr>
          <a:xfrm>
            <a:off x="28707894" y="-23377120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7" name="Connector 1946"/>
          <p:cNvCxnSpPr/>
          <p:nvPr/>
        </p:nvCxnSpPr>
        <p:spPr>
          <a:xfrm>
            <a:off x="28508033" y="-23359479"/>
            <a:ext cx="20219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8" name="Connector 1947"/>
          <p:cNvCxnSpPr/>
          <p:nvPr/>
        </p:nvCxnSpPr>
        <p:spPr>
          <a:xfrm>
            <a:off x="28308169" y="-23341837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9" name="Connector 1948"/>
          <p:cNvCxnSpPr/>
          <p:nvPr/>
        </p:nvCxnSpPr>
        <p:spPr>
          <a:xfrm>
            <a:off x="28108306" y="-23324194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0" name="Connector 1949"/>
          <p:cNvCxnSpPr/>
          <p:nvPr/>
        </p:nvCxnSpPr>
        <p:spPr>
          <a:xfrm>
            <a:off x="27908445" y="-23306554"/>
            <a:ext cx="20222" cy="134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1" name="Connector 1950"/>
          <p:cNvCxnSpPr/>
          <p:nvPr/>
        </p:nvCxnSpPr>
        <p:spPr>
          <a:xfrm>
            <a:off x="27708581" y="-23288911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2" name="Connector 1951"/>
          <p:cNvCxnSpPr/>
          <p:nvPr/>
        </p:nvCxnSpPr>
        <p:spPr>
          <a:xfrm flipH="1" flipV="1">
            <a:off x="28707894" y="-23377120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3" name="Connector 1952"/>
          <p:cNvCxnSpPr/>
          <p:nvPr/>
        </p:nvCxnSpPr>
        <p:spPr>
          <a:xfrm flipH="1">
            <a:off x="27708581" y="-23377120"/>
            <a:ext cx="999313" cy="88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4" name="Connector 1953"/>
          <p:cNvCxnSpPr/>
          <p:nvPr/>
        </p:nvCxnSpPr>
        <p:spPr>
          <a:xfrm flipV="1">
            <a:off x="29071614" y="-2245144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5" name="Connector 1954"/>
          <p:cNvCxnSpPr/>
          <p:nvPr/>
        </p:nvCxnSpPr>
        <p:spPr>
          <a:xfrm flipV="1">
            <a:off x="28871750" y="-2243379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6" name="Connector 1955"/>
          <p:cNvCxnSpPr/>
          <p:nvPr/>
        </p:nvCxnSpPr>
        <p:spPr>
          <a:xfrm flipV="1">
            <a:off x="28671890" y="-2241615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7" name="Connector 1956"/>
          <p:cNvCxnSpPr/>
          <p:nvPr/>
        </p:nvCxnSpPr>
        <p:spPr>
          <a:xfrm flipV="1">
            <a:off x="28472026" y="-2239851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8" name="Connector 1957"/>
          <p:cNvCxnSpPr/>
          <p:nvPr/>
        </p:nvCxnSpPr>
        <p:spPr>
          <a:xfrm flipV="1">
            <a:off x="28272165" y="-2238087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9" name="Connector 1958"/>
          <p:cNvCxnSpPr/>
          <p:nvPr/>
        </p:nvCxnSpPr>
        <p:spPr>
          <a:xfrm flipV="1">
            <a:off x="28072302" y="-22363231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0" name="Connector 1959"/>
          <p:cNvCxnSpPr/>
          <p:nvPr/>
        </p:nvCxnSpPr>
        <p:spPr>
          <a:xfrm flipH="1">
            <a:off x="29047405" y="-22605175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1" name="Connector 1960"/>
          <p:cNvCxnSpPr/>
          <p:nvPr/>
        </p:nvCxnSpPr>
        <p:spPr>
          <a:xfrm flipH="1">
            <a:off x="29047405" y="-22918912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2" name="Connector 1961"/>
          <p:cNvCxnSpPr/>
          <p:nvPr/>
        </p:nvCxnSpPr>
        <p:spPr>
          <a:xfrm flipV="1">
            <a:off x="29071614" y="-23134753"/>
            <a:ext cx="0" cy="7076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3" name="Connector 1962"/>
          <p:cNvCxnSpPr/>
          <p:nvPr/>
        </p:nvCxnSpPr>
        <p:spPr>
          <a:xfrm flipV="1">
            <a:off x="28707894" y="-23377120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4" name="Connector 1963"/>
          <p:cNvCxnSpPr/>
          <p:nvPr/>
        </p:nvCxnSpPr>
        <p:spPr>
          <a:xfrm flipV="1">
            <a:off x="28508033" y="-23359479"/>
            <a:ext cx="0" cy="70761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5" name="Connector 1964"/>
          <p:cNvCxnSpPr/>
          <p:nvPr/>
        </p:nvCxnSpPr>
        <p:spPr>
          <a:xfrm flipV="1">
            <a:off x="28308169" y="-23341837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6" name="Connector 1965"/>
          <p:cNvCxnSpPr/>
          <p:nvPr/>
        </p:nvCxnSpPr>
        <p:spPr>
          <a:xfrm flipV="1">
            <a:off x="28108306" y="-23324194"/>
            <a:ext cx="0" cy="707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7" name="Connector 1966"/>
          <p:cNvCxnSpPr/>
          <p:nvPr/>
        </p:nvCxnSpPr>
        <p:spPr>
          <a:xfrm flipV="1">
            <a:off x="27908445" y="-23306554"/>
            <a:ext cx="0" cy="70761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8" name="Connector 1967"/>
          <p:cNvCxnSpPr/>
          <p:nvPr/>
        </p:nvCxnSpPr>
        <p:spPr>
          <a:xfrm flipV="1">
            <a:off x="27708581" y="-23288911"/>
            <a:ext cx="0" cy="707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9" name="Connector 1968"/>
          <p:cNvCxnSpPr/>
          <p:nvPr/>
        </p:nvCxnSpPr>
        <p:spPr>
          <a:xfrm flipV="1">
            <a:off x="28707894" y="-22693808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0" name="Connector 1969"/>
          <p:cNvCxnSpPr/>
          <p:nvPr/>
        </p:nvCxnSpPr>
        <p:spPr>
          <a:xfrm flipV="1">
            <a:off x="28508033" y="-22676166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1" name="Connector 1970"/>
          <p:cNvCxnSpPr/>
          <p:nvPr/>
        </p:nvCxnSpPr>
        <p:spPr>
          <a:xfrm flipV="1">
            <a:off x="28308169" y="-22658523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2" name="Connector 1971"/>
          <p:cNvCxnSpPr/>
          <p:nvPr/>
        </p:nvCxnSpPr>
        <p:spPr>
          <a:xfrm flipV="1">
            <a:off x="28108306" y="-2264088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3" name="Connector 1972"/>
          <p:cNvCxnSpPr/>
          <p:nvPr/>
        </p:nvCxnSpPr>
        <p:spPr>
          <a:xfrm flipV="1">
            <a:off x="27908445" y="-2262324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4" name="Connector 1973"/>
          <p:cNvCxnSpPr/>
          <p:nvPr/>
        </p:nvCxnSpPr>
        <p:spPr>
          <a:xfrm flipV="1">
            <a:off x="27708581" y="-2260560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5" name="Connector 1974"/>
          <p:cNvCxnSpPr/>
          <p:nvPr/>
        </p:nvCxnSpPr>
        <p:spPr>
          <a:xfrm>
            <a:off x="28707894" y="-2337712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6" name="Connector 1975"/>
          <p:cNvCxnSpPr/>
          <p:nvPr/>
        </p:nvCxnSpPr>
        <p:spPr>
          <a:xfrm>
            <a:off x="28508033" y="-2335947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7" name="Connector 1976"/>
          <p:cNvCxnSpPr/>
          <p:nvPr/>
        </p:nvCxnSpPr>
        <p:spPr>
          <a:xfrm>
            <a:off x="28308169" y="-2334183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8" name="Connector 1977"/>
          <p:cNvCxnSpPr/>
          <p:nvPr/>
        </p:nvCxnSpPr>
        <p:spPr>
          <a:xfrm>
            <a:off x="28108306" y="-2332419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9" name="Connector 1978"/>
          <p:cNvCxnSpPr/>
          <p:nvPr/>
        </p:nvCxnSpPr>
        <p:spPr>
          <a:xfrm>
            <a:off x="27908445" y="-2330655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0" name="Connector 1979"/>
          <p:cNvCxnSpPr/>
          <p:nvPr/>
        </p:nvCxnSpPr>
        <p:spPr>
          <a:xfrm>
            <a:off x="27708581" y="-23288911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1" name="Connector 1980"/>
          <p:cNvCxnSpPr/>
          <p:nvPr/>
        </p:nvCxnSpPr>
        <p:spPr>
          <a:xfrm flipH="1">
            <a:off x="27708581" y="-22847541"/>
            <a:ext cx="999313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2" name="Connector 1981"/>
          <p:cNvCxnSpPr/>
          <p:nvPr/>
        </p:nvCxnSpPr>
        <p:spPr>
          <a:xfrm flipH="1">
            <a:off x="27708581" y="-23161280"/>
            <a:ext cx="999313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3" name="Connector 1982"/>
          <p:cNvCxnSpPr/>
          <p:nvPr/>
        </p:nvCxnSpPr>
        <p:spPr>
          <a:xfrm flipH="1">
            <a:off x="28683687" y="-22847541"/>
            <a:ext cx="24207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4" name="Connector 1983"/>
          <p:cNvCxnSpPr/>
          <p:nvPr/>
        </p:nvCxnSpPr>
        <p:spPr>
          <a:xfrm flipH="1">
            <a:off x="28683687" y="-23161280"/>
            <a:ext cx="24207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5" name="Connector 1984"/>
          <p:cNvCxnSpPr/>
          <p:nvPr/>
        </p:nvCxnSpPr>
        <p:spPr>
          <a:xfrm flipV="1">
            <a:off x="27708581" y="-22761471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6" name="Connector 1985"/>
          <p:cNvCxnSpPr/>
          <p:nvPr/>
        </p:nvCxnSpPr>
        <p:spPr>
          <a:xfrm flipV="1">
            <a:off x="27708581" y="-23075208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7" name="Connector 1986"/>
          <p:cNvCxnSpPr/>
          <p:nvPr/>
        </p:nvCxnSpPr>
        <p:spPr>
          <a:xfrm flipV="1">
            <a:off x="28707894" y="-23377120"/>
            <a:ext cx="0" cy="7076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8" name="Connector 1987"/>
          <p:cNvCxnSpPr/>
          <p:nvPr/>
        </p:nvCxnSpPr>
        <p:spPr>
          <a:xfrm flipV="1">
            <a:off x="27708581" y="-23288911"/>
            <a:ext cx="0" cy="7076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9" name="Connector 1988"/>
          <p:cNvCxnSpPr/>
          <p:nvPr/>
        </p:nvCxnSpPr>
        <p:spPr>
          <a:xfrm flipV="1">
            <a:off x="29071614" y="-23134753"/>
            <a:ext cx="0" cy="707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0" name="Connector 1989"/>
          <p:cNvCxnSpPr/>
          <p:nvPr/>
        </p:nvCxnSpPr>
        <p:spPr>
          <a:xfrm flipV="1">
            <a:off x="28889755" y="-23255937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1" name="Connector 1990"/>
          <p:cNvCxnSpPr/>
          <p:nvPr/>
        </p:nvCxnSpPr>
        <p:spPr>
          <a:xfrm flipV="1">
            <a:off x="28707894" y="-23377120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2" name="Connector 1991"/>
          <p:cNvCxnSpPr/>
          <p:nvPr/>
        </p:nvCxnSpPr>
        <p:spPr>
          <a:xfrm flipV="1">
            <a:off x="29071614" y="-2245144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3" name="Connector 1992"/>
          <p:cNvCxnSpPr/>
          <p:nvPr/>
        </p:nvCxnSpPr>
        <p:spPr>
          <a:xfrm flipV="1">
            <a:off x="28889755" y="-22572623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4" name="Connector 1993"/>
          <p:cNvCxnSpPr/>
          <p:nvPr/>
        </p:nvCxnSpPr>
        <p:spPr>
          <a:xfrm flipV="1">
            <a:off x="28707894" y="-22693808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5" name="Connector 1994"/>
          <p:cNvCxnSpPr/>
          <p:nvPr/>
        </p:nvCxnSpPr>
        <p:spPr>
          <a:xfrm>
            <a:off x="29071614" y="-2313475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6" name="Connector 1995"/>
          <p:cNvCxnSpPr/>
          <p:nvPr/>
        </p:nvCxnSpPr>
        <p:spPr>
          <a:xfrm>
            <a:off x="28889755" y="-2325593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7" name="Connector 1996"/>
          <p:cNvCxnSpPr/>
          <p:nvPr/>
        </p:nvCxnSpPr>
        <p:spPr>
          <a:xfrm>
            <a:off x="28707894" y="-2337712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8" name="Connector 1997"/>
          <p:cNvCxnSpPr/>
          <p:nvPr/>
        </p:nvCxnSpPr>
        <p:spPr>
          <a:xfrm flipH="1" flipV="1">
            <a:off x="28707894" y="-22847541"/>
            <a:ext cx="363720" cy="2423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9" name="Connector 1998"/>
          <p:cNvCxnSpPr/>
          <p:nvPr/>
        </p:nvCxnSpPr>
        <p:spPr>
          <a:xfrm flipH="1" flipV="1">
            <a:off x="28707894" y="-23161280"/>
            <a:ext cx="363720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0" name="Connector 1999"/>
          <p:cNvCxnSpPr/>
          <p:nvPr/>
        </p:nvCxnSpPr>
        <p:spPr>
          <a:xfrm flipH="1" flipV="1">
            <a:off x="29051392" y="-22618648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1" name="Connector 2000"/>
          <p:cNvCxnSpPr/>
          <p:nvPr/>
        </p:nvCxnSpPr>
        <p:spPr>
          <a:xfrm flipH="1" flipV="1">
            <a:off x="29051392" y="-22932387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2" name="Connector 2001"/>
          <p:cNvCxnSpPr/>
          <p:nvPr/>
        </p:nvCxnSpPr>
        <p:spPr>
          <a:xfrm>
            <a:off x="28707894" y="-22847541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3" name="Connector 2002"/>
          <p:cNvCxnSpPr/>
          <p:nvPr/>
        </p:nvCxnSpPr>
        <p:spPr>
          <a:xfrm>
            <a:off x="28707894" y="-23161280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4" name="Connector 2003"/>
          <p:cNvCxnSpPr/>
          <p:nvPr/>
        </p:nvCxnSpPr>
        <p:spPr>
          <a:xfrm flipV="1">
            <a:off x="28072302" y="-22363231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5" name="Connector 2004"/>
          <p:cNvCxnSpPr/>
          <p:nvPr/>
        </p:nvCxnSpPr>
        <p:spPr>
          <a:xfrm flipV="1">
            <a:off x="27890443" y="-22484415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6" name="Connector 2005"/>
          <p:cNvCxnSpPr/>
          <p:nvPr/>
        </p:nvCxnSpPr>
        <p:spPr>
          <a:xfrm flipV="1">
            <a:off x="27708581" y="-2260560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7" name="Connector 2006"/>
          <p:cNvCxnSpPr/>
          <p:nvPr/>
        </p:nvCxnSpPr>
        <p:spPr>
          <a:xfrm>
            <a:off x="27708581" y="-22759333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8" name="Connector 2007"/>
          <p:cNvCxnSpPr/>
          <p:nvPr/>
        </p:nvCxnSpPr>
        <p:spPr>
          <a:xfrm>
            <a:off x="27708581" y="-23073072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9" name="Freeform 2008"/>
          <p:cNvSpPr/>
          <p:nvPr/>
        </p:nvSpPr>
        <p:spPr>
          <a:xfrm>
            <a:off x="28054300" y="-2241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0" name="Freeform 2009"/>
          <p:cNvSpPr/>
          <p:nvPr/>
        </p:nvSpPr>
        <p:spPr>
          <a:xfrm>
            <a:off x="28092400" y="-2241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1" name="Freeform 2010"/>
          <p:cNvSpPr/>
          <p:nvPr/>
        </p:nvSpPr>
        <p:spPr>
          <a:xfrm>
            <a:off x="28130500" y="-2241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Freeform 2011"/>
          <p:cNvSpPr/>
          <p:nvPr/>
        </p:nvSpPr>
        <p:spPr>
          <a:xfrm>
            <a:off x="28168600" y="-2241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3" name="Freeform 2012"/>
          <p:cNvSpPr/>
          <p:nvPr/>
        </p:nvSpPr>
        <p:spPr>
          <a:xfrm>
            <a:off x="28194000" y="-22415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4" name="Freeform 2013"/>
          <p:cNvSpPr/>
          <p:nvPr/>
        </p:nvSpPr>
        <p:spPr>
          <a:xfrm>
            <a:off x="282321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5" name="Freeform 2014"/>
          <p:cNvSpPr/>
          <p:nvPr/>
        </p:nvSpPr>
        <p:spPr>
          <a:xfrm>
            <a:off x="28270200" y="-2242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6" name="Freeform 2015"/>
          <p:cNvSpPr/>
          <p:nvPr/>
        </p:nvSpPr>
        <p:spPr>
          <a:xfrm>
            <a:off x="282956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7" name="Freeform 2016"/>
          <p:cNvSpPr/>
          <p:nvPr/>
        </p:nvSpPr>
        <p:spPr>
          <a:xfrm>
            <a:off x="28333700" y="-22428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8" name="Freeform 2017"/>
          <p:cNvSpPr/>
          <p:nvPr/>
        </p:nvSpPr>
        <p:spPr>
          <a:xfrm>
            <a:off x="283718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9" name="Freeform 2018"/>
          <p:cNvSpPr/>
          <p:nvPr/>
        </p:nvSpPr>
        <p:spPr>
          <a:xfrm>
            <a:off x="284099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0" name="Freeform 2019"/>
          <p:cNvSpPr/>
          <p:nvPr/>
        </p:nvSpPr>
        <p:spPr>
          <a:xfrm>
            <a:off x="284353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1" name="Freeform 2020"/>
          <p:cNvSpPr/>
          <p:nvPr/>
        </p:nvSpPr>
        <p:spPr>
          <a:xfrm>
            <a:off x="284734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2" name="Freeform 2021"/>
          <p:cNvSpPr/>
          <p:nvPr/>
        </p:nvSpPr>
        <p:spPr>
          <a:xfrm>
            <a:off x="285115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3" name="Freeform 2022"/>
          <p:cNvSpPr/>
          <p:nvPr/>
        </p:nvSpPr>
        <p:spPr>
          <a:xfrm>
            <a:off x="285369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4" name="Freeform 2023"/>
          <p:cNvSpPr/>
          <p:nvPr/>
        </p:nvSpPr>
        <p:spPr>
          <a:xfrm>
            <a:off x="285750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5" name="Freeform 2024"/>
          <p:cNvSpPr/>
          <p:nvPr/>
        </p:nvSpPr>
        <p:spPr>
          <a:xfrm>
            <a:off x="286131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6" name="Freeform 2025"/>
          <p:cNvSpPr/>
          <p:nvPr/>
        </p:nvSpPr>
        <p:spPr>
          <a:xfrm>
            <a:off x="286512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7" name="Freeform 2026"/>
          <p:cNvSpPr/>
          <p:nvPr/>
        </p:nvSpPr>
        <p:spPr>
          <a:xfrm>
            <a:off x="286766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8" name="Freeform 2027"/>
          <p:cNvSpPr/>
          <p:nvPr/>
        </p:nvSpPr>
        <p:spPr>
          <a:xfrm>
            <a:off x="287147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9" name="Freeform 2028"/>
          <p:cNvSpPr/>
          <p:nvPr/>
        </p:nvSpPr>
        <p:spPr>
          <a:xfrm>
            <a:off x="287528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0" name="Freeform 2029"/>
          <p:cNvSpPr/>
          <p:nvPr/>
        </p:nvSpPr>
        <p:spPr>
          <a:xfrm>
            <a:off x="287782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1" name="Freeform 2030"/>
          <p:cNvSpPr/>
          <p:nvPr/>
        </p:nvSpPr>
        <p:spPr>
          <a:xfrm>
            <a:off x="288163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2" name="Freeform 2031"/>
          <p:cNvSpPr/>
          <p:nvPr/>
        </p:nvSpPr>
        <p:spPr>
          <a:xfrm>
            <a:off x="288544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3" name="Freeform 2032"/>
          <p:cNvSpPr/>
          <p:nvPr/>
        </p:nvSpPr>
        <p:spPr>
          <a:xfrm>
            <a:off x="288925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4" name="Freeform 2033"/>
          <p:cNvSpPr/>
          <p:nvPr/>
        </p:nvSpPr>
        <p:spPr>
          <a:xfrm>
            <a:off x="289179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5" name="Freeform 2034"/>
          <p:cNvSpPr/>
          <p:nvPr/>
        </p:nvSpPr>
        <p:spPr>
          <a:xfrm>
            <a:off x="289560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6" name="Freeform 2035"/>
          <p:cNvSpPr/>
          <p:nvPr/>
        </p:nvSpPr>
        <p:spPr>
          <a:xfrm>
            <a:off x="289941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7" name="Freeform 2036"/>
          <p:cNvSpPr/>
          <p:nvPr/>
        </p:nvSpPr>
        <p:spPr>
          <a:xfrm>
            <a:off x="290195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8" name="Freeform 2037"/>
          <p:cNvSpPr/>
          <p:nvPr/>
        </p:nvSpPr>
        <p:spPr>
          <a:xfrm>
            <a:off x="28041600" y="-2241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9" name="Freeform 2038"/>
          <p:cNvSpPr/>
          <p:nvPr/>
        </p:nvSpPr>
        <p:spPr>
          <a:xfrm>
            <a:off x="28079700" y="-22415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0" name="Freeform 2039"/>
          <p:cNvSpPr/>
          <p:nvPr/>
        </p:nvSpPr>
        <p:spPr>
          <a:xfrm>
            <a:off x="281178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1" name="Freeform 2040"/>
          <p:cNvSpPr/>
          <p:nvPr/>
        </p:nvSpPr>
        <p:spPr>
          <a:xfrm>
            <a:off x="28155900" y="-2242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2" name="Freeform 2041"/>
          <p:cNvSpPr/>
          <p:nvPr/>
        </p:nvSpPr>
        <p:spPr>
          <a:xfrm>
            <a:off x="281813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3" name="Freeform 2042"/>
          <p:cNvSpPr/>
          <p:nvPr/>
        </p:nvSpPr>
        <p:spPr>
          <a:xfrm>
            <a:off x="282194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" name="Freeform 2043"/>
          <p:cNvSpPr/>
          <p:nvPr/>
        </p:nvSpPr>
        <p:spPr>
          <a:xfrm>
            <a:off x="282575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5" name="Freeform 2044"/>
          <p:cNvSpPr/>
          <p:nvPr/>
        </p:nvSpPr>
        <p:spPr>
          <a:xfrm>
            <a:off x="282829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6" name="Freeform 2045"/>
          <p:cNvSpPr/>
          <p:nvPr/>
        </p:nvSpPr>
        <p:spPr>
          <a:xfrm>
            <a:off x="283210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7" name="Freeform 2046"/>
          <p:cNvSpPr/>
          <p:nvPr/>
        </p:nvSpPr>
        <p:spPr>
          <a:xfrm>
            <a:off x="283591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8" name="Freeform 2047"/>
          <p:cNvSpPr/>
          <p:nvPr/>
        </p:nvSpPr>
        <p:spPr>
          <a:xfrm>
            <a:off x="283972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9" name="Freeform 2048"/>
          <p:cNvSpPr/>
          <p:nvPr/>
        </p:nvSpPr>
        <p:spPr>
          <a:xfrm>
            <a:off x="284226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0" name="Freeform 2049"/>
          <p:cNvSpPr/>
          <p:nvPr/>
        </p:nvSpPr>
        <p:spPr>
          <a:xfrm>
            <a:off x="284607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1" name="Freeform 2050"/>
          <p:cNvSpPr/>
          <p:nvPr/>
        </p:nvSpPr>
        <p:spPr>
          <a:xfrm>
            <a:off x="284988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2" name="Freeform 2051"/>
          <p:cNvSpPr/>
          <p:nvPr/>
        </p:nvSpPr>
        <p:spPr>
          <a:xfrm>
            <a:off x="285242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3" name="Freeform 2052"/>
          <p:cNvSpPr/>
          <p:nvPr/>
        </p:nvSpPr>
        <p:spPr>
          <a:xfrm>
            <a:off x="285623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4" name="Freeform 2053"/>
          <p:cNvSpPr/>
          <p:nvPr/>
        </p:nvSpPr>
        <p:spPr>
          <a:xfrm>
            <a:off x="286004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5" name="Freeform 2054"/>
          <p:cNvSpPr/>
          <p:nvPr/>
        </p:nvSpPr>
        <p:spPr>
          <a:xfrm>
            <a:off x="286385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6" name="Freeform 2055"/>
          <p:cNvSpPr/>
          <p:nvPr/>
        </p:nvSpPr>
        <p:spPr>
          <a:xfrm>
            <a:off x="28663900" y="-2246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7" name="Freeform 2056"/>
          <p:cNvSpPr/>
          <p:nvPr/>
        </p:nvSpPr>
        <p:spPr>
          <a:xfrm>
            <a:off x="287020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8" name="Freeform 2057"/>
          <p:cNvSpPr/>
          <p:nvPr/>
        </p:nvSpPr>
        <p:spPr>
          <a:xfrm>
            <a:off x="287401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Freeform 2058"/>
          <p:cNvSpPr/>
          <p:nvPr/>
        </p:nvSpPr>
        <p:spPr>
          <a:xfrm>
            <a:off x="287655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0" name="Freeform 2059"/>
          <p:cNvSpPr/>
          <p:nvPr/>
        </p:nvSpPr>
        <p:spPr>
          <a:xfrm>
            <a:off x="28803600" y="-2247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1" name="Freeform 2060"/>
          <p:cNvSpPr/>
          <p:nvPr/>
        </p:nvSpPr>
        <p:spPr>
          <a:xfrm>
            <a:off x="288417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Freeform 2061"/>
          <p:cNvSpPr/>
          <p:nvPr/>
        </p:nvSpPr>
        <p:spPr>
          <a:xfrm>
            <a:off x="288798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3" name="Freeform 2062"/>
          <p:cNvSpPr/>
          <p:nvPr/>
        </p:nvSpPr>
        <p:spPr>
          <a:xfrm>
            <a:off x="289052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4" name="Freeform 2063"/>
          <p:cNvSpPr/>
          <p:nvPr/>
        </p:nvSpPr>
        <p:spPr>
          <a:xfrm>
            <a:off x="28943300" y="-22491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Freeform 2064"/>
          <p:cNvSpPr/>
          <p:nvPr/>
        </p:nvSpPr>
        <p:spPr>
          <a:xfrm>
            <a:off x="289814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6" name="Freeform 2065"/>
          <p:cNvSpPr/>
          <p:nvPr/>
        </p:nvSpPr>
        <p:spPr>
          <a:xfrm>
            <a:off x="290068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7" name="Freeform 2066"/>
          <p:cNvSpPr/>
          <p:nvPr/>
        </p:nvSpPr>
        <p:spPr>
          <a:xfrm>
            <a:off x="280289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Freeform 2067"/>
          <p:cNvSpPr/>
          <p:nvPr/>
        </p:nvSpPr>
        <p:spPr>
          <a:xfrm>
            <a:off x="280670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9" name="Freeform 2068"/>
          <p:cNvSpPr/>
          <p:nvPr/>
        </p:nvSpPr>
        <p:spPr>
          <a:xfrm>
            <a:off x="281051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0" name="Freeform 2069"/>
          <p:cNvSpPr/>
          <p:nvPr/>
        </p:nvSpPr>
        <p:spPr>
          <a:xfrm>
            <a:off x="281432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1" name="Freeform 2070"/>
          <p:cNvSpPr/>
          <p:nvPr/>
        </p:nvSpPr>
        <p:spPr>
          <a:xfrm>
            <a:off x="281686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2" name="Freeform 2071"/>
          <p:cNvSpPr/>
          <p:nvPr/>
        </p:nvSpPr>
        <p:spPr>
          <a:xfrm>
            <a:off x="282067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3" name="Freeform 2072"/>
          <p:cNvSpPr/>
          <p:nvPr/>
        </p:nvSpPr>
        <p:spPr>
          <a:xfrm>
            <a:off x="282448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4" name="Freeform 2073"/>
          <p:cNvSpPr/>
          <p:nvPr/>
        </p:nvSpPr>
        <p:spPr>
          <a:xfrm>
            <a:off x="282702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5" name="Freeform 2074"/>
          <p:cNvSpPr/>
          <p:nvPr/>
        </p:nvSpPr>
        <p:spPr>
          <a:xfrm>
            <a:off x="283083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6" name="Freeform 2075"/>
          <p:cNvSpPr/>
          <p:nvPr/>
        </p:nvSpPr>
        <p:spPr>
          <a:xfrm>
            <a:off x="283464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7" name="Freeform 2076"/>
          <p:cNvSpPr/>
          <p:nvPr/>
        </p:nvSpPr>
        <p:spPr>
          <a:xfrm>
            <a:off x="283845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8" name="Freeform 2077"/>
          <p:cNvSpPr/>
          <p:nvPr/>
        </p:nvSpPr>
        <p:spPr>
          <a:xfrm>
            <a:off x="28409900" y="-22453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9" name="Freeform 2078"/>
          <p:cNvSpPr/>
          <p:nvPr/>
        </p:nvSpPr>
        <p:spPr>
          <a:xfrm>
            <a:off x="284480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0" name="Freeform 2079"/>
          <p:cNvSpPr/>
          <p:nvPr/>
        </p:nvSpPr>
        <p:spPr>
          <a:xfrm>
            <a:off x="284861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1" name="Freeform 2080"/>
          <p:cNvSpPr/>
          <p:nvPr/>
        </p:nvSpPr>
        <p:spPr>
          <a:xfrm>
            <a:off x="285115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2" name="Freeform 2081"/>
          <p:cNvSpPr/>
          <p:nvPr/>
        </p:nvSpPr>
        <p:spPr>
          <a:xfrm>
            <a:off x="28549600" y="-2246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3" name="Freeform 2082"/>
          <p:cNvSpPr/>
          <p:nvPr/>
        </p:nvSpPr>
        <p:spPr>
          <a:xfrm>
            <a:off x="285877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" name="Freeform 2083"/>
          <p:cNvSpPr/>
          <p:nvPr/>
        </p:nvSpPr>
        <p:spPr>
          <a:xfrm>
            <a:off x="286258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5" name="Freeform 2084"/>
          <p:cNvSpPr/>
          <p:nvPr/>
        </p:nvSpPr>
        <p:spPr>
          <a:xfrm>
            <a:off x="286512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6" name="Freeform 2085"/>
          <p:cNvSpPr/>
          <p:nvPr/>
        </p:nvSpPr>
        <p:spPr>
          <a:xfrm>
            <a:off x="286893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7" name="Freeform 2086"/>
          <p:cNvSpPr/>
          <p:nvPr/>
        </p:nvSpPr>
        <p:spPr>
          <a:xfrm>
            <a:off x="287274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8" name="Freeform 2087"/>
          <p:cNvSpPr/>
          <p:nvPr/>
        </p:nvSpPr>
        <p:spPr>
          <a:xfrm>
            <a:off x="287528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9" name="Freeform 2088"/>
          <p:cNvSpPr/>
          <p:nvPr/>
        </p:nvSpPr>
        <p:spPr>
          <a:xfrm>
            <a:off x="287909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0" name="Freeform 2089"/>
          <p:cNvSpPr/>
          <p:nvPr/>
        </p:nvSpPr>
        <p:spPr>
          <a:xfrm>
            <a:off x="288290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1" name="Freeform 2090"/>
          <p:cNvSpPr/>
          <p:nvPr/>
        </p:nvSpPr>
        <p:spPr>
          <a:xfrm>
            <a:off x="288671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2" name="Freeform 2091"/>
          <p:cNvSpPr/>
          <p:nvPr/>
        </p:nvSpPr>
        <p:spPr>
          <a:xfrm>
            <a:off x="288925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3" name="Freeform 2092"/>
          <p:cNvSpPr/>
          <p:nvPr/>
        </p:nvSpPr>
        <p:spPr>
          <a:xfrm>
            <a:off x="289306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4" name="Freeform 2093"/>
          <p:cNvSpPr/>
          <p:nvPr/>
        </p:nvSpPr>
        <p:spPr>
          <a:xfrm>
            <a:off x="289687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5" name="Freeform 2094"/>
          <p:cNvSpPr/>
          <p:nvPr/>
        </p:nvSpPr>
        <p:spPr>
          <a:xfrm>
            <a:off x="289941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6" name="Freeform 2095"/>
          <p:cNvSpPr/>
          <p:nvPr/>
        </p:nvSpPr>
        <p:spPr>
          <a:xfrm>
            <a:off x="28016200" y="-22428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" name="Freeform 2096"/>
          <p:cNvSpPr/>
          <p:nvPr/>
        </p:nvSpPr>
        <p:spPr>
          <a:xfrm>
            <a:off x="280543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8" name="Freeform 2097"/>
          <p:cNvSpPr/>
          <p:nvPr/>
        </p:nvSpPr>
        <p:spPr>
          <a:xfrm>
            <a:off x="280924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9" name="Freeform 2098"/>
          <p:cNvSpPr/>
          <p:nvPr/>
        </p:nvSpPr>
        <p:spPr>
          <a:xfrm>
            <a:off x="281305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0" name="Freeform 2099"/>
          <p:cNvSpPr/>
          <p:nvPr/>
        </p:nvSpPr>
        <p:spPr>
          <a:xfrm>
            <a:off x="28155900" y="-22440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1" name="Freeform 2100"/>
          <p:cNvSpPr/>
          <p:nvPr/>
        </p:nvSpPr>
        <p:spPr>
          <a:xfrm>
            <a:off x="281940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2" name="Freeform 2101"/>
          <p:cNvSpPr/>
          <p:nvPr/>
        </p:nvSpPr>
        <p:spPr>
          <a:xfrm>
            <a:off x="282321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" name="Freeform 2102"/>
          <p:cNvSpPr/>
          <p:nvPr/>
        </p:nvSpPr>
        <p:spPr>
          <a:xfrm>
            <a:off x="282575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" name="Freeform 2103"/>
          <p:cNvSpPr/>
          <p:nvPr/>
        </p:nvSpPr>
        <p:spPr>
          <a:xfrm>
            <a:off x="28295600" y="-22453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Freeform 2104"/>
          <p:cNvSpPr/>
          <p:nvPr/>
        </p:nvSpPr>
        <p:spPr>
          <a:xfrm>
            <a:off x="283337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6" name="Freeform 2105"/>
          <p:cNvSpPr/>
          <p:nvPr/>
        </p:nvSpPr>
        <p:spPr>
          <a:xfrm>
            <a:off x="283718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7" name="Freeform 2106"/>
          <p:cNvSpPr/>
          <p:nvPr/>
        </p:nvSpPr>
        <p:spPr>
          <a:xfrm>
            <a:off x="283972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Freeform 2107"/>
          <p:cNvSpPr/>
          <p:nvPr/>
        </p:nvSpPr>
        <p:spPr>
          <a:xfrm>
            <a:off x="284353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9" name="Freeform 2108"/>
          <p:cNvSpPr/>
          <p:nvPr/>
        </p:nvSpPr>
        <p:spPr>
          <a:xfrm>
            <a:off x="284734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0" name="Freeform 2109"/>
          <p:cNvSpPr/>
          <p:nvPr/>
        </p:nvSpPr>
        <p:spPr>
          <a:xfrm>
            <a:off x="284988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Freeform 2110"/>
          <p:cNvSpPr/>
          <p:nvPr/>
        </p:nvSpPr>
        <p:spPr>
          <a:xfrm>
            <a:off x="285369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2" name="Freeform 2111"/>
          <p:cNvSpPr/>
          <p:nvPr/>
        </p:nvSpPr>
        <p:spPr>
          <a:xfrm>
            <a:off x="285750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3" name="Freeform 2112"/>
          <p:cNvSpPr/>
          <p:nvPr/>
        </p:nvSpPr>
        <p:spPr>
          <a:xfrm>
            <a:off x="286131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Freeform 2113"/>
          <p:cNvSpPr/>
          <p:nvPr/>
        </p:nvSpPr>
        <p:spPr>
          <a:xfrm>
            <a:off x="286385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5" name="Freeform 2114"/>
          <p:cNvSpPr/>
          <p:nvPr/>
        </p:nvSpPr>
        <p:spPr>
          <a:xfrm>
            <a:off x="286766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" name="Freeform 2115"/>
          <p:cNvSpPr/>
          <p:nvPr/>
        </p:nvSpPr>
        <p:spPr>
          <a:xfrm>
            <a:off x="287147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7" name="Freeform 2116"/>
          <p:cNvSpPr/>
          <p:nvPr/>
        </p:nvSpPr>
        <p:spPr>
          <a:xfrm>
            <a:off x="287401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8" name="Freeform 2117"/>
          <p:cNvSpPr/>
          <p:nvPr/>
        </p:nvSpPr>
        <p:spPr>
          <a:xfrm>
            <a:off x="287782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9" name="Freeform 2118"/>
          <p:cNvSpPr/>
          <p:nvPr/>
        </p:nvSpPr>
        <p:spPr>
          <a:xfrm>
            <a:off x="288163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0" name="Freeform 2119"/>
          <p:cNvSpPr/>
          <p:nvPr/>
        </p:nvSpPr>
        <p:spPr>
          <a:xfrm>
            <a:off x="288544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1" name="Freeform 2120"/>
          <p:cNvSpPr/>
          <p:nvPr/>
        </p:nvSpPr>
        <p:spPr>
          <a:xfrm>
            <a:off x="28879800" y="-22504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2" name="Freeform 2121"/>
          <p:cNvSpPr/>
          <p:nvPr/>
        </p:nvSpPr>
        <p:spPr>
          <a:xfrm>
            <a:off x="289179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3" name="Freeform 2122"/>
          <p:cNvSpPr/>
          <p:nvPr/>
        </p:nvSpPr>
        <p:spPr>
          <a:xfrm>
            <a:off x="289560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4" name="Freeform 2123"/>
          <p:cNvSpPr/>
          <p:nvPr/>
        </p:nvSpPr>
        <p:spPr>
          <a:xfrm>
            <a:off x="289814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5" name="Freeform 2124"/>
          <p:cNvSpPr/>
          <p:nvPr/>
        </p:nvSpPr>
        <p:spPr>
          <a:xfrm>
            <a:off x="280035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6" name="Freeform 2125"/>
          <p:cNvSpPr/>
          <p:nvPr/>
        </p:nvSpPr>
        <p:spPr>
          <a:xfrm>
            <a:off x="280416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7" name="Freeform 2126"/>
          <p:cNvSpPr/>
          <p:nvPr/>
        </p:nvSpPr>
        <p:spPr>
          <a:xfrm>
            <a:off x="280797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8" name="Freeform 2127"/>
          <p:cNvSpPr/>
          <p:nvPr/>
        </p:nvSpPr>
        <p:spPr>
          <a:xfrm>
            <a:off x="281178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9" name="Freeform 2128"/>
          <p:cNvSpPr/>
          <p:nvPr/>
        </p:nvSpPr>
        <p:spPr>
          <a:xfrm>
            <a:off x="281432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" name="Freeform 2129"/>
          <p:cNvSpPr/>
          <p:nvPr/>
        </p:nvSpPr>
        <p:spPr>
          <a:xfrm>
            <a:off x="281813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1" name="Freeform 2130"/>
          <p:cNvSpPr/>
          <p:nvPr/>
        </p:nvSpPr>
        <p:spPr>
          <a:xfrm>
            <a:off x="282194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2" name="Freeform 2131"/>
          <p:cNvSpPr/>
          <p:nvPr/>
        </p:nvSpPr>
        <p:spPr>
          <a:xfrm>
            <a:off x="282448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3" name="Freeform 2132"/>
          <p:cNvSpPr/>
          <p:nvPr/>
        </p:nvSpPr>
        <p:spPr>
          <a:xfrm>
            <a:off x="282829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4" name="Freeform 2133"/>
          <p:cNvSpPr/>
          <p:nvPr/>
        </p:nvSpPr>
        <p:spPr>
          <a:xfrm>
            <a:off x="283210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5" name="Freeform 2134"/>
          <p:cNvSpPr/>
          <p:nvPr/>
        </p:nvSpPr>
        <p:spPr>
          <a:xfrm>
            <a:off x="283591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6" name="Freeform 2135"/>
          <p:cNvSpPr/>
          <p:nvPr/>
        </p:nvSpPr>
        <p:spPr>
          <a:xfrm>
            <a:off x="283845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7" name="Freeform 2136"/>
          <p:cNvSpPr/>
          <p:nvPr/>
        </p:nvSpPr>
        <p:spPr>
          <a:xfrm>
            <a:off x="284226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8" name="Freeform 2137"/>
          <p:cNvSpPr/>
          <p:nvPr/>
        </p:nvSpPr>
        <p:spPr>
          <a:xfrm>
            <a:off x="284607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9" name="Freeform 2138"/>
          <p:cNvSpPr/>
          <p:nvPr/>
        </p:nvSpPr>
        <p:spPr>
          <a:xfrm>
            <a:off x="28486100" y="-2247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" name="Freeform 2139"/>
          <p:cNvSpPr/>
          <p:nvPr/>
        </p:nvSpPr>
        <p:spPr>
          <a:xfrm>
            <a:off x="285242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1" name="Freeform 2140"/>
          <p:cNvSpPr/>
          <p:nvPr/>
        </p:nvSpPr>
        <p:spPr>
          <a:xfrm>
            <a:off x="285623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" name="Freeform 2141"/>
          <p:cNvSpPr/>
          <p:nvPr/>
        </p:nvSpPr>
        <p:spPr>
          <a:xfrm>
            <a:off x="286004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" name="Freeform 2142"/>
          <p:cNvSpPr/>
          <p:nvPr/>
        </p:nvSpPr>
        <p:spPr>
          <a:xfrm>
            <a:off x="28625800" y="-22491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" name="Freeform 2143"/>
          <p:cNvSpPr/>
          <p:nvPr/>
        </p:nvSpPr>
        <p:spPr>
          <a:xfrm>
            <a:off x="286639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5" name="Freeform 2144"/>
          <p:cNvSpPr/>
          <p:nvPr/>
        </p:nvSpPr>
        <p:spPr>
          <a:xfrm>
            <a:off x="287020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6" name="Freeform 2145"/>
          <p:cNvSpPr/>
          <p:nvPr/>
        </p:nvSpPr>
        <p:spPr>
          <a:xfrm>
            <a:off x="287274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" name="Freeform 2146"/>
          <p:cNvSpPr/>
          <p:nvPr/>
        </p:nvSpPr>
        <p:spPr>
          <a:xfrm>
            <a:off x="28765500" y="-22504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8" name="Freeform 2147"/>
          <p:cNvSpPr/>
          <p:nvPr/>
        </p:nvSpPr>
        <p:spPr>
          <a:xfrm>
            <a:off x="288036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9" name="Freeform 2148"/>
          <p:cNvSpPr/>
          <p:nvPr/>
        </p:nvSpPr>
        <p:spPr>
          <a:xfrm>
            <a:off x="288417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0" name="Freeform 2149"/>
          <p:cNvSpPr/>
          <p:nvPr/>
        </p:nvSpPr>
        <p:spPr>
          <a:xfrm>
            <a:off x="288671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1" name="Freeform 2150"/>
          <p:cNvSpPr/>
          <p:nvPr/>
        </p:nvSpPr>
        <p:spPr>
          <a:xfrm>
            <a:off x="289052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2" name="Freeform 2151"/>
          <p:cNvSpPr/>
          <p:nvPr/>
        </p:nvSpPr>
        <p:spPr>
          <a:xfrm>
            <a:off x="289433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3" name="Freeform 2152"/>
          <p:cNvSpPr/>
          <p:nvPr/>
        </p:nvSpPr>
        <p:spPr>
          <a:xfrm>
            <a:off x="289687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4" name="Freeform 2153"/>
          <p:cNvSpPr/>
          <p:nvPr/>
        </p:nvSpPr>
        <p:spPr>
          <a:xfrm>
            <a:off x="279908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5" name="Freeform 2154"/>
          <p:cNvSpPr/>
          <p:nvPr/>
        </p:nvSpPr>
        <p:spPr>
          <a:xfrm>
            <a:off x="280289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6" name="Freeform 2155"/>
          <p:cNvSpPr/>
          <p:nvPr/>
        </p:nvSpPr>
        <p:spPr>
          <a:xfrm>
            <a:off x="280670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7" name="Freeform 2156"/>
          <p:cNvSpPr/>
          <p:nvPr/>
        </p:nvSpPr>
        <p:spPr>
          <a:xfrm>
            <a:off x="281051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8" name="Freeform 2157"/>
          <p:cNvSpPr/>
          <p:nvPr/>
        </p:nvSpPr>
        <p:spPr>
          <a:xfrm>
            <a:off x="281305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9" name="Freeform 2158"/>
          <p:cNvSpPr/>
          <p:nvPr/>
        </p:nvSpPr>
        <p:spPr>
          <a:xfrm>
            <a:off x="281686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0" name="Freeform 2159"/>
          <p:cNvSpPr/>
          <p:nvPr/>
        </p:nvSpPr>
        <p:spPr>
          <a:xfrm>
            <a:off x="282067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1" name="Freeform 2160"/>
          <p:cNvSpPr/>
          <p:nvPr/>
        </p:nvSpPr>
        <p:spPr>
          <a:xfrm>
            <a:off x="28232100" y="-2246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2" name="Freeform 2161"/>
          <p:cNvSpPr/>
          <p:nvPr/>
        </p:nvSpPr>
        <p:spPr>
          <a:xfrm>
            <a:off x="282702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3" name="Freeform 2162"/>
          <p:cNvSpPr/>
          <p:nvPr/>
        </p:nvSpPr>
        <p:spPr>
          <a:xfrm>
            <a:off x="283083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" name="Freeform 2163"/>
          <p:cNvSpPr/>
          <p:nvPr/>
        </p:nvSpPr>
        <p:spPr>
          <a:xfrm>
            <a:off x="283464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5" name="Freeform 2164"/>
          <p:cNvSpPr/>
          <p:nvPr/>
        </p:nvSpPr>
        <p:spPr>
          <a:xfrm>
            <a:off x="28371800" y="-2247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6" name="Freeform 2165"/>
          <p:cNvSpPr/>
          <p:nvPr/>
        </p:nvSpPr>
        <p:spPr>
          <a:xfrm>
            <a:off x="284099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7" name="Freeform 2166"/>
          <p:cNvSpPr/>
          <p:nvPr/>
        </p:nvSpPr>
        <p:spPr>
          <a:xfrm>
            <a:off x="284480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8" name="Freeform 2167"/>
          <p:cNvSpPr/>
          <p:nvPr/>
        </p:nvSpPr>
        <p:spPr>
          <a:xfrm>
            <a:off x="284734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9" name="Freeform 2168"/>
          <p:cNvSpPr/>
          <p:nvPr/>
        </p:nvSpPr>
        <p:spPr>
          <a:xfrm>
            <a:off x="285115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0" name="Freeform 2169"/>
          <p:cNvSpPr/>
          <p:nvPr/>
        </p:nvSpPr>
        <p:spPr>
          <a:xfrm>
            <a:off x="285496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1" name="Freeform 2170"/>
          <p:cNvSpPr/>
          <p:nvPr/>
        </p:nvSpPr>
        <p:spPr>
          <a:xfrm>
            <a:off x="285877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2" name="Freeform 2171"/>
          <p:cNvSpPr/>
          <p:nvPr/>
        </p:nvSpPr>
        <p:spPr>
          <a:xfrm>
            <a:off x="286131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3" name="Freeform 2172"/>
          <p:cNvSpPr/>
          <p:nvPr/>
        </p:nvSpPr>
        <p:spPr>
          <a:xfrm>
            <a:off x="286512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4" name="Freeform 2173"/>
          <p:cNvSpPr/>
          <p:nvPr/>
        </p:nvSpPr>
        <p:spPr>
          <a:xfrm>
            <a:off x="286893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5" name="Freeform 2174"/>
          <p:cNvSpPr/>
          <p:nvPr/>
        </p:nvSpPr>
        <p:spPr>
          <a:xfrm>
            <a:off x="287147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6" name="Freeform 2175"/>
          <p:cNvSpPr/>
          <p:nvPr/>
        </p:nvSpPr>
        <p:spPr>
          <a:xfrm>
            <a:off x="287528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7" name="Freeform 2176"/>
          <p:cNvSpPr/>
          <p:nvPr/>
        </p:nvSpPr>
        <p:spPr>
          <a:xfrm>
            <a:off x="287909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8" name="Freeform 2177"/>
          <p:cNvSpPr/>
          <p:nvPr/>
        </p:nvSpPr>
        <p:spPr>
          <a:xfrm>
            <a:off x="288290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9" name="Freeform 2178"/>
          <p:cNvSpPr/>
          <p:nvPr/>
        </p:nvSpPr>
        <p:spPr>
          <a:xfrm>
            <a:off x="288544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0" name="Freeform 2179"/>
          <p:cNvSpPr/>
          <p:nvPr/>
        </p:nvSpPr>
        <p:spPr>
          <a:xfrm>
            <a:off x="288925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1" name="Freeform 2180"/>
          <p:cNvSpPr/>
          <p:nvPr/>
        </p:nvSpPr>
        <p:spPr>
          <a:xfrm>
            <a:off x="289306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2" name="Freeform 2181"/>
          <p:cNvSpPr/>
          <p:nvPr/>
        </p:nvSpPr>
        <p:spPr>
          <a:xfrm>
            <a:off x="289560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3" name="Freeform 2182"/>
          <p:cNvSpPr/>
          <p:nvPr/>
        </p:nvSpPr>
        <p:spPr>
          <a:xfrm>
            <a:off x="27990800" y="-22453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4" name="Freeform 2183"/>
          <p:cNvSpPr/>
          <p:nvPr/>
        </p:nvSpPr>
        <p:spPr>
          <a:xfrm>
            <a:off x="280162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5" name="Freeform 2184"/>
          <p:cNvSpPr/>
          <p:nvPr/>
        </p:nvSpPr>
        <p:spPr>
          <a:xfrm>
            <a:off x="280543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6" name="Freeform 2185"/>
          <p:cNvSpPr/>
          <p:nvPr/>
        </p:nvSpPr>
        <p:spPr>
          <a:xfrm>
            <a:off x="280924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7" name="Freeform 2186"/>
          <p:cNvSpPr/>
          <p:nvPr/>
        </p:nvSpPr>
        <p:spPr>
          <a:xfrm>
            <a:off x="28117800" y="-2246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8" name="Freeform 2187"/>
          <p:cNvSpPr/>
          <p:nvPr/>
        </p:nvSpPr>
        <p:spPr>
          <a:xfrm>
            <a:off x="281559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9" name="Freeform 2188"/>
          <p:cNvSpPr/>
          <p:nvPr/>
        </p:nvSpPr>
        <p:spPr>
          <a:xfrm>
            <a:off x="281940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0" name="Freeform 2189"/>
          <p:cNvSpPr/>
          <p:nvPr/>
        </p:nvSpPr>
        <p:spPr>
          <a:xfrm>
            <a:off x="282194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1" name="Freeform 2190"/>
          <p:cNvSpPr/>
          <p:nvPr/>
        </p:nvSpPr>
        <p:spPr>
          <a:xfrm>
            <a:off x="282575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2" name="Freeform 2191"/>
          <p:cNvSpPr/>
          <p:nvPr/>
        </p:nvSpPr>
        <p:spPr>
          <a:xfrm>
            <a:off x="282956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3" name="Freeform 2192"/>
          <p:cNvSpPr/>
          <p:nvPr/>
        </p:nvSpPr>
        <p:spPr>
          <a:xfrm>
            <a:off x="283337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4" name="Freeform 2193"/>
          <p:cNvSpPr/>
          <p:nvPr/>
        </p:nvSpPr>
        <p:spPr>
          <a:xfrm>
            <a:off x="283591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5" name="Freeform 2194"/>
          <p:cNvSpPr/>
          <p:nvPr/>
        </p:nvSpPr>
        <p:spPr>
          <a:xfrm>
            <a:off x="283972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6" name="Freeform 2195"/>
          <p:cNvSpPr/>
          <p:nvPr/>
        </p:nvSpPr>
        <p:spPr>
          <a:xfrm>
            <a:off x="284353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7" name="Freeform 2196"/>
          <p:cNvSpPr/>
          <p:nvPr/>
        </p:nvSpPr>
        <p:spPr>
          <a:xfrm>
            <a:off x="284607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8" name="Freeform 2197"/>
          <p:cNvSpPr/>
          <p:nvPr/>
        </p:nvSpPr>
        <p:spPr>
          <a:xfrm>
            <a:off x="284988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9" name="Freeform 2198"/>
          <p:cNvSpPr/>
          <p:nvPr/>
        </p:nvSpPr>
        <p:spPr>
          <a:xfrm>
            <a:off x="285369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0" name="Freeform 2199"/>
          <p:cNvSpPr/>
          <p:nvPr/>
        </p:nvSpPr>
        <p:spPr>
          <a:xfrm>
            <a:off x="285750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1" name="Freeform 2200"/>
          <p:cNvSpPr/>
          <p:nvPr/>
        </p:nvSpPr>
        <p:spPr>
          <a:xfrm>
            <a:off x="286004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2" name="Freeform 2201"/>
          <p:cNvSpPr/>
          <p:nvPr/>
        </p:nvSpPr>
        <p:spPr>
          <a:xfrm>
            <a:off x="286385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3" name="Freeform 2202"/>
          <p:cNvSpPr/>
          <p:nvPr/>
        </p:nvSpPr>
        <p:spPr>
          <a:xfrm>
            <a:off x="286766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4" name="Freeform 2203"/>
          <p:cNvSpPr/>
          <p:nvPr/>
        </p:nvSpPr>
        <p:spPr>
          <a:xfrm>
            <a:off x="28702000" y="-22517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5" name="Freeform 2204"/>
          <p:cNvSpPr/>
          <p:nvPr/>
        </p:nvSpPr>
        <p:spPr>
          <a:xfrm>
            <a:off x="287401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6" name="Freeform 2205"/>
          <p:cNvSpPr/>
          <p:nvPr/>
        </p:nvSpPr>
        <p:spPr>
          <a:xfrm>
            <a:off x="287782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7" name="Freeform 2206"/>
          <p:cNvSpPr/>
          <p:nvPr/>
        </p:nvSpPr>
        <p:spPr>
          <a:xfrm>
            <a:off x="288163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8" name="Freeform 2207"/>
          <p:cNvSpPr/>
          <p:nvPr/>
        </p:nvSpPr>
        <p:spPr>
          <a:xfrm>
            <a:off x="28841700" y="-22529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9" name="Freeform 2208"/>
          <p:cNvSpPr/>
          <p:nvPr/>
        </p:nvSpPr>
        <p:spPr>
          <a:xfrm>
            <a:off x="288798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0" name="Freeform 2209"/>
          <p:cNvSpPr/>
          <p:nvPr/>
        </p:nvSpPr>
        <p:spPr>
          <a:xfrm>
            <a:off x="289179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1" name="Freeform 2210"/>
          <p:cNvSpPr/>
          <p:nvPr/>
        </p:nvSpPr>
        <p:spPr>
          <a:xfrm>
            <a:off x="289433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2" name="Freeform 2211"/>
          <p:cNvSpPr/>
          <p:nvPr/>
        </p:nvSpPr>
        <p:spPr>
          <a:xfrm>
            <a:off x="279781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3" name="Freeform 2212"/>
          <p:cNvSpPr/>
          <p:nvPr/>
        </p:nvSpPr>
        <p:spPr>
          <a:xfrm>
            <a:off x="280035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4" name="Freeform 2213"/>
          <p:cNvSpPr/>
          <p:nvPr/>
        </p:nvSpPr>
        <p:spPr>
          <a:xfrm>
            <a:off x="280416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5" name="Freeform 2214"/>
          <p:cNvSpPr/>
          <p:nvPr/>
        </p:nvSpPr>
        <p:spPr>
          <a:xfrm>
            <a:off x="280797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6" name="Freeform 2215"/>
          <p:cNvSpPr/>
          <p:nvPr/>
        </p:nvSpPr>
        <p:spPr>
          <a:xfrm>
            <a:off x="281051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7" name="Freeform 2216"/>
          <p:cNvSpPr/>
          <p:nvPr/>
        </p:nvSpPr>
        <p:spPr>
          <a:xfrm>
            <a:off x="281432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8" name="Freeform 2217"/>
          <p:cNvSpPr/>
          <p:nvPr/>
        </p:nvSpPr>
        <p:spPr>
          <a:xfrm>
            <a:off x="281813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9" name="Freeform 2218"/>
          <p:cNvSpPr/>
          <p:nvPr/>
        </p:nvSpPr>
        <p:spPr>
          <a:xfrm>
            <a:off x="282194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0" name="Freeform 2219"/>
          <p:cNvSpPr/>
          <p:nvPr/>
        </p:nvSpPr>
        <p:spPr>
          <a:xfrm>
            <a:off x="282448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1" name="Freeform 2220"/>
          <p:cNvSpPr/>
          <p:nvPr/>
        </p:nvSpPr>
        <p:spPr>
          <a:xfrm>
            <a:off x="282829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2" name="Freeform 2221"/>
          <p:cNvSpPr/>
          <p:nvPr/>
        </p:nvSpPr>
        <p:spPr>
          <a:xfrm>
            <a:off x="283210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3" name="Freeform 2222"/>
          <p:cNvSpPr/>
          <p:nvPr/>
        </p:nvSpPr>
        <p:spPr>
          <a:xfrm>
            <a:off x="283464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4" name="Freeform 2223"/>
          <p:cNvSpPr/>
          <p:nvPr/>
        </p:nvSpPr>
        <p:spPr>
          <a:xfrm>
            <a:off x="283845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5" name="Freeform 2224"/>
          <p:cNvSpPr/>
          <p:nvPr/>
        </p:nvSpPr>
        <p:spPr>
          <a:xfrm>
            <a:off x="284226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6" name="Freeform 2225"/>
          <p:cNvSpPr/>
          <p:nvPr/>
        </p:nvSpPr>
        <p:spPr>
          <a:xfrm>
            <a:off x="28460700" y="-2250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7" name="Freeform 2226"/>
          <p:cNvSpPr/>
          <p:nvPr/>
        </p:nvSpPr>
        <p:spPr>
          <a:xfrm>
            <a:off x="284861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8" name="Freeform 2227"/>
          <p:cNvSpPr/>
          <p:nvPr/>
        </p:nvSpPr>
        <p:spPr>
          <a:xfrm>
            <a:off x="285242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9" name="Freeform 2228"/>
          <p:cNvSpPr/>
          <p:nvPr/>
        </p:nvSpPr>
        <p:spPr>
          <a:xfrm>
            <a:off x="285623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0" name="Freeform 2229"/>
          <p:cNvSpPr/>
          <p:nvPr/>
        </p:nvSpPr>
        <p:spPr>
          <a:xfrm>
            <a:off x="28587700" y="-22517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1" name="Freeform 2230"/>
          <p:cNvSpPr/>
          <p:nvPr/>
        </p:nvSpPr>
        <p:spPr>
          <a:xfrm>
            <a:off x="286258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2" name="Freeform 2231"/>
          <p:cNvSpPr/>
          <p:nvPr/>
        </p:nvSpPr>
        <p:spPr>
          <a:xfrm>
            <a:off x="286639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3" name="Freeform 2232"/>
          <p:cNvSpPr/>
          <p:nvPr/>
        </p:nvSpPr>
        <p:spPr>
          <a:xfrm>
            <a:off x="286893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4" name="Freeform 2233"/>
          <p:cNvSpPr/>
          <p:nvPr/>
        </p:nvSpPr>
        <p:spPr>
          <a:xfrm>
            <a:off x="287274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5" name="Freeform 2234"/>
          <p:cNvSpPr/>
          <p:nvPr/>
        </p:nvSpPr>
        <p:spPr>
          <a:xfrm>
            <a:off x="287655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6" name="Freeform 2235"/>
          <p:cNvSpPr/>
          <p:nvPr/>
        </p:nvSpPr>
        <p:spPr>
          <a:xfrm>
            <a:off x="288036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7" name="Freeform 2236"/>
          <p:cNvSpPr/>
          <p:nvPr/>
        </p:nvSpPr>
        <p:spPr>
          <a:xfrm>
            <a:off x="288290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8" name="Freeform 2237"/>
          <p:cNvSpPr/>
          <p:nvPr/>
        </p:nvSpPr>
        <p:spPr>
          <a:xfrm>
            <a:off x="288671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9" name="Freeform 2238"/>
          <p:cNvSpPr/>
          <p:nvPr/>
        </p:nvSpPr>
        <p:spPr>
          <a:xfrm>
            <a:off x="289052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0" name="Freeform 2239"/>
          <p:cNvSpPr/>
          <p:nvPr/>
        </p:nvSpPr>
        <p:spPr>
          <a:xfrm>
            <a:off x="289306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1" name="Freeform 2240"/>
          <p:cNvSpPr/>
          <p:nvPr/>
        </p:nvSpPr>
        <p:spPr>
          <a:xfrm>
            <a:off x="279654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2" name="Freeform 2241"/>
          <p:cNvSpPr/>
          <p:nvPr/>
        </p:nvSpPr>
        <p:spPr>
          <a:xfrm>
            <a:off x="279908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3" name="Freeform 2242"/>
          <p:cNvSpPr/>
          <p:nvPr/>
        </p:nvSpPr>
        <p:spPr>
          <a:xfrm>
            <a:off x="280289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4" name="Freeform 2243"/>
          <p:cNvSpPr/>
          <p:nvPr/>
        </p:nvSpPr>
        <p:spPr>
          <a:xfrm>
            <a:off x="28067000" y="-22479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5" name="Freeform 2244"/>
          <p:cNvSpPr/>
          <p:nvPr/>
        </p:nvSpPr>
        <p:spPr>
          <a:xfrm>
            <a:off x="280924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6" name="Freeform 2245"/>
          <p:cNvSpPr/>
          <p:nvPr/>
        </p:nvSpPr>
        <p:spPr>
          <a:xfrm>
            <a:off x="281305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7" name="Freeform 2246"/>
          <p:cNvSpPr/>
          <p:nvPr/>
        </p:nvSpPr>
        <p:spPr>
          <a:xfrm>
            <a:off x="281686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8" name="Freeform 2247"/>
          <p:cNvSpPr/>
          <p:nvPr/>
        </p:nvSpPr>
        <p:spPr>
          <a:xfrm>
            <a:off x="28206700" y="-2249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9" name="Freeform 2248"/>
          <p:cNvSpPr/>
          <p:nvPr/>
        </p:nvSpPr>
        <p:spPr>
          <a:xfrm>
            <a:off x="282321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0" name="Freeform 2249"/>
          <p:cNvSpPr/>
          <p:nvPr/>
        </p:nvSpPr>
        <p:spPr>
          <a:xfrm>
            <a:off x="282702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1" name="Freeform 2250"/>
          <p:cNvSpPr/>
          <p:nvPr/>
        </p:nvSpPr>
        <p:spPr>
          <a:xfrm>
            <a:off x="283083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2" name="Freeform 2251"/>
          <p:cNvSpPr/>
          <p:nvPr/>
        </p:nvSpPr>
        <p:spPr>
          <a:xfrm>
            <a:off x="28333700" y="-22504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3" name="Freeform 2252"/>
          <p:cNvSpPr/>
          <p:nvPr/>
        </p:nvSpPr>
        <p:spPr>
          <a:xfrm>
            <a:off x="283718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4" name="Freeform 2253"/>
          <p:cNvSpPr/>
          <p:nvPr/>
        </p:nvSpPr>
        <p:spPr>
          <a:xfrm>
            <a:off x="284099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5" name="Freeform 2254"/>
          <p:cNvSpPr/>
          <p:nvPr/>
        </p:nvSpPr>
        <p:spPr>
          <a:xfrm>
            <a:off x="284480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6" name="Freeform 2255"/>
          <p:cNvSpPr/>
          <p:nvPr/>
        </p:nvSpPr>
        <p:spPr>
          <a:xfrm>
            <a:off x="284734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7" name="Freeform 2256"/>
          <p:cNvSpPr/>
          <p:nvPr/>
        </p:nvSpPr>
        <p:spPr>
          <a:xfrm>
            <a:off x="285115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8" name="Freeform 2257"/>
          <p:cNvSpPr/>
          <p:nvPr/>
        </p:nvSpPr>
        <p:spPr>
          <a:xfrm>
            <a:off x="285496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9" name="Freeform 2258"/>
          <p:cNvSpPr/>
          <p:nvPr/>
        </p:nvSpPr>
        <p:spPr>
          <a:xfrm>
            <a:off x="285750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0" name="Freeform 2259"/>
          <p:cNvSpPr/>
          <p:nvPr/>
        </p:nvSpPr>
        <p:spPr>
          <a:xfrm>
            <a:off x="286131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1" name="Freeform 2260"/>
          <p:cNvSpPr/>
          <p:nvPr/>
        </p:nvSpPr>
        <p:spPr>
          <a:xfrm>
            <a:off x="286512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2" name="Freeform 2261"/>
          <p:cNvSpPr/>
          <p:nvPr/>
        </p:nvSpPr>
        <p:spPr>
          <a:xfrm>
            <a:off x="286893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3" name="Freeform 2262"/>
          <p:cNvSpPr/>
          <p:nvPr/>
        </p:nvSpPr>
        <p:spPr>
          <a:xfrm>
            <a:off x="287147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4" name="Freeform 2263"/>
          <p:cNvSpPr/>
          <p:nvPr/>
        </p:nvSpPr>
        <p:spPr>
          <a:xfrm>
            <a:off x="287528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5" name="Freeform 2264"/>
          <p:cNvSpPr/>
          <p:nvPr/>
        </p:nvSpPr>
        <p:spPr>
          <a:xfrm>
            <a:off x="287909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6" name="Freeform 2265"/>
          <p:cNvSpPr/>
          <p:nvPr/>
        </p:nvSpPr>
        <p:spPr>
          <a:xfrm>
            <a:off x="288163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7" name="Freeform 2266"/>
          <p:cNvSpPr/>
          <p:nvPr/>
        </p:nvSpPr>
        <p:spPr>
          <a:xfrm>
            <a:off x="288544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8" name="Freeform 2267"/>
          <p:cNvSpPr/>
          <p:nvPr/>
        </p:nvSpPr>
        <p:spPr>
          <a:xfrm>
            <a:off x="288925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9" name="Freeform 2268"/>
          <p:cNvSpPr/>
          <p:nvPr/>
        </p:nvSpPr>
        <p:spPr>
          <a:xfrm>
            <a:off x="28930600" y="-2255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0" name="Freeform 2269"/>
          <p:cNvSpPr/>
          <p:nvPr/>
        </p:nvSpPr>
        <p:spPr>
          <a:xfrm>
            <a:off x="27952700" y="-22479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1" name="Freeform 2270"/>
          <p:cNvSpPr/>
          <p:nvPr/>
        </p:nvSpPr>
        <p:spPr>
          <a:xfrm>
            <a:off x="279781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2" name="Freeform 2271"/>
          <p:cNvSpPr/>
          <p:nvPr/>
        </p:nvSpPr>
        <p:spPr>
          <a:xfrm>
            <a:off x="280162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3" name="Freeform 2272"/>
          <p:cNvSpPr/>
          <p:nvPr/>
        </p:nvSpPr>
        <p:spPr>
          <a:xfrm>
            <a:off x="280543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4" name="Freeform 2273"/>
          <p:cNvSpPr/>
          <p:nvPr/>
        </p:nvSpPr>
        <p:spPr>
          <a:xfrm>
            <a:off x="280797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5" name="Freeform 2274"/>
          <p:cNvSpPr/>
          <p:nvPr/>
        </p:nvSpPr>
        <p:spPr>
          <a:xfrm>
            <a:off x="281178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6" name="Freeform 2275"/>
          <p:cNvSpPr/>
          <p:nvPr/>
        </p:nvSpPr>
        <p:spPr>
          <a:xfrm>
            <a:off x="281559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7" name="Freeform 2276"/>
          <p:cNvSpPr/>
          <p:nvPr/>
        </p:nvSpPr>
        <p:spPr>
          <a:xfrm>
            <a:off x="281940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8" name="Freeform 2277"/>
          <p:cNvSpPr/>
          <p:nvPr/>
        </p:nvSpPr>
        <p:spPr>
          <a:xfrm>
            <a:off x="282194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9" name="Freeform 2278"/>
          <p:cNvSpPr/>
          <p:nvPr/>
        </p:nvSpPr>
        <p:spPr>
          <a:xfrm>
            <a:off x="282575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0" name="Freeform 2279"/>
          <p:cNvSpPr/>
          <p:nvPr/>
        </p:nvSpPr>
        <p:spPr>
          <a:xfrm>
            <a:off x="282956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1" name="Freeform 2280"/>
          <p:cNvSpPr/>
          <p:nvPr/>
        </p:nvSpPr>
        <p:spPr>
          <a:xfrm>
            <a:off x="283210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2" name="Freeform 2281"/>
          <p:cNvSpPr/>
          <p:nvPr/>
        </p:nvSpPr>
        <p:spPr>
          <a:xfrm>
            <a:off x="283591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3" name="Freeform 2282"/>
          <p:cNvSpPr/>
          <p:nvPr/>
        </p:nvSpPr>
        <p:spPr>
          <a:xfrm>
            <a:off x="283972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4" name="Freeform 2283"/>
          <p:cNvSpPr/>
          <p:nvPr/>
        </p:nvSpPr>
        <p:spPr>
          <a:xfrm>
            <a:off x="284353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5" name="Freeform 2284"/>
          <p:cNvSpPr/>
          <p:nvPr/>
        </p:nvSpPr>
        <p:spPr>
          <a:xfrm>
            <a:off x="284607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6" name="Freeform 2285"/>
          <p:cNvSpPr/>
          <p:nvPr/>
        </p:nvSpPr>
        <p:spPr>
          <a:xfrm>
            <a:off x="284988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7" name="Freeform 2286"/>
          <p:cNvSpPr/>
          <p:nvPr/>
        </p:nvSpPr>
        <p:spPr>
          <a:xfrm>
            <a:off x="285369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8" name="Freeform 2287"/>
          <p:cNvSpPr/>
          <p:nvPr/>
        </p:nvSpPr>
        <p:spPr>
          <a:xfrm>
            <a:off x="285623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9" name="Freeform 2288"/>
          <p:cNvSpPr/>
          <p:nvPr/>
        </p:nvSpPr>
        <p:spPr>
          <a:xfrm>
            <a:off x="286004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0" name="Freeform 2289"/>
          <p:cNvSpPr/>
          <p:nvPr/>
        </p:nvSpPr>
        <p:spPr>
          <a:xfrm>
            <a:off x="286385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1" name="Freeform 2290"/>
          <p:cNvSpPr/>
          <p:nvPr/>
        </p:nvSpPr>
        <p:spPr>
          <a:xfrm>
            <a:off x="28676600" y="-22542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2" name="Freeform 2291"/>
          <p:cNvSpPr/>
          <p:nvPr/>
        </p:nvSpPr>
        <p:spPr>
          <a:xfrm>
            <a:off x="287020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3" name="Freeform 2292"/>
          <p:cNvSpPr/>
          <p:nvPr/>
        </p:nvSpPr>
        <p:spPr>
          <a:xfrm>
            <a:off x="287401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4" name="Freeform 2293"/>
          <p:cNvSpPr/>
          <p:nvPr/>
        </p:nvSpPr>
        <p:spPr>
          <a:xfrm>
            <a:off x="287782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5" name="Freeform 2294"/>
          <p:cNvSpPr/>
          <p:nvPr/>
        </p:nvSpPr>
        <p:spPr>
          <a:xfrm>
            <a:off x="28803600" y="-22555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6" name="Freeform 2295"/>
          <p:cNvSpPr/>
          <p:nvPr/>
        </p:nvSpPr>
        <p:spPr>
          <a:xfrm>
            <a:off x="288417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7" name="Freeform 2296"/>
          <p:cNvSpPr/>
          <p:nvPr/>
        </p:nvSpPr>
        <p:spPr>
          <a:xfrm>
            <a:off x="288798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8" name="Freeform 2297"/>
          <p:cNvSpPr/>
          <p:nvPr/>
        </p:nvSpPr>
        <p:spPr>
          <a:xfrm>
            <a:off x="289179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9" name="Freeform 2298"/>
          <p:cNvSpPr/>
          <p:nvPr/>
        </p:nvSpPr>
        <p:spPr>
          <a:xfrm>
            <a:off x="279400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0" name="Freeform 2299"/>
          <p:cNvSpPr/>
          <p:nvPr/>
        </p:nvSpPr>
        <p:spPr>
          <a:xfrm>
            <a:off x="279654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1" name="Freeform 2300"/>
          <p:cNvSpPr/>
          <p:nvPr/>
        </p:nvSpPr>
        <p:spPr>
          <a:xfrm>
            <a:off x="280035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2" name="Freeform 2301"/>
          <p:cNvSpPr/>
          <p:nvPr/>
        </p:nvSpPr>
        <p:spPr>
          <a:xfrm>
            <a:off x="280416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3" name="Freeform 2302"/>
          <p:cNvSpPr/>
          <p:nvPr/>
        </p:nvSpPr>
        <p:spPr>
          <a:xfrm>
            <a:off x="280670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4" name="Freeform 2303"/>
          <p:cNvSpPr/>
          <p:nvPr/>
        </p:nvSpPr>
        <p:spPr>
          <a:xfrm>
            <a:off x="281051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5" name="Freeform 2304"/>
          <p:cNvSpPr/>
          <p:nvPr/>
        </p:nvSpPr>
        <p:spPr>
          <a:xfrm>
            <a:off x="281432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6" name="Freeform 2305"/>
          <p:cNvSpPr/>
          <p:nvPr/>
        </p:nvSpPr>
        <p:spPr>
          <a:xfrm>
            <a:off x="281813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7" name="Freeform 2306"/>
          <p:cNvSpPr/>
          <p:nvPr/>
        </p:nvSpPr>
        <p:spPr>
          <a:xfrm>
            <a:off x="282067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8" name="Freeform 2307"/>
          <p:cNvSpPr/>
          <p:nvPr/>
        </p:nvSpPr>
        <p:spPr>
          <a:xfrm>
            <a:off x="282448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9" name="Freeform 2308"/>
          <p:cNvSpPr/>
          <p:nvPr/>
        </p:nvSpPr>
        <p:spPr>
          <a:xfrm>
            <a:off x="282829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0" name="Freeform 2309"/>
          <p:cNvSpPr/>
          <p:nvPr/>
        </p:nvSpPr>
        <p:spPr>
          <a:xfrm>
            <a:off x="283083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1" name="Freeform 2310"/>
          <p:cNvSpPr/>
          <p:nvPr/>
        </p:nvSpPr>
        <p:spPr>
          <a:xfrm>
            <a:off x="283464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2" name="Freeform 2311"/>
          <p:cNvSpPr/>
          <p:nvPr/>
        </p:nvSpPr>
        <p:spPr>
          <a:xfrm>
            <a:off x="283845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3" name="Freeform 2312"/>
          <p:cNvSpPr/>
          <p:nvPr/>
        </p:nvSpPr>
        <p:spPr>
          <a:xfrm>
            <a:off x="28422600" y="-2252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4" name="Freeform 2313"/>
          <p:cNvSpPr/>
          <p:nvPr/>
        </p:nvSpPr>
        <p:spPr>
          <a:xfrm>
            <a:off x="284480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5" name="Freeform 2314"/>
          <p:cNvSpPr/>
          <p:nvPr/>
        </p:nvSpPr>
        <p:spPr>
          <a:xfrm>
            <a:off x="284861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6" name="Freeform 2315"/>
          <p:cNvSpPr/>
          <p:nvPr/>
        </p:nvSpPr>
        <p:spPr>
          <a:xfrm>
            <a:off x="285242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7" name="Freeform 2316"/>
          <p:cNvSpPr/>
          <p:nvPr/>
        </p:nvSpPr>
        <p:spPr>
          <a:xfrm>
            <a:off x="28549600" y="-22542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8" name="Freeform 2317"/>
          <p:cNvSpPr/>
          <p:nvPr/>
        </p:nvSpPr>
        <p:spPr>
          <a:xfrm>
            <a:off x="285877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9" name="Freeform 2318"/>
          <p:cNvSpPr/>
          <p:nvPr/>
        </p:nvSpPr>
        <p:spPr>
          <a:xfrm>
            <a:off x="286258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0" name="Freeform 2319"/>
          <p:cNvSpPr/>
          <p:nvPr/>
        </p:nvSpPr>
        <p:spPr>
          <a:xfrm>
            <a:off x="286639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1" name="Freeform 2320"/>
          <p:cNvSpPr/>
          <p:nvPr/>
        </p:nvSpPr>
        <p:spPr>
          <a:xfrm>
            <a:off x="286893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2" name="Freeform 2321"/>
          <p:cNvSpPr/>
          <p:nvPr/>
        </p:nvSpPr>
        <p:spPr>
          <a:xfrm>
            <a:off x="287274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3" name="Freeform 2322"/>
          <p:cNvSpPr/>
          <p:nvPr/>
        </p:nvSpPr>
        <p:spPr>
          <a:xfrm>
            <a:off x="287655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4" name="Freeform 2323"/>
          <p:cNvSpPr/>
          <p:nvPr/>
        </p:nvSpPr>
        <p:spPr>
          <a:xfrm>
            <a:off x="287909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5" name="Freeform 2324"/>
          <p:cNvSpPr/>
          <p:nvPr/>
        </p:nvSpPr>
        <p:spPr>
          <a:xfrm>
            <a:off x="288290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6" name="Freeform 2325"/>
          <p:cNvSpPr/>
          <p:nvPr/>
        </p:nvSpPr>
        <p:spPr>
          <a:xfrm>
            <a:off x="288671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7" name="Freeform 2326"/>
          <p:cNvSpPr/>
          <p:nvPr/>
        </p:nvSpPr>
        <p:spPr>
          <a:xfrm>
            <a:off x="289052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8" name="Freeform 2327"/>
          <p:cNvSpPr/>
          <p:nvPr/>
        </p:nvSpPr>
        <p:spPr>
          <a:xfrm>
            <a:off x="27927300" y="-2251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9" name="Freeform 2328"/>
          <p:cNvSpPr/>
          <p:nvPr/>
        </p:nvSpPr>
        <p:spPr>
          <a:xfrm>
            <a:off x="27952700" y="-2251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0" name="Freeform 2329"/>
          <p:cNvSpPr/>
          <p:nvPr/>
        </p:nvSpPr>
        <p:spPr>
          <a:xfrm>
            <a:off x="27990800" y="-2252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1" name="Freeform 2330"/>
          <p:cNvSpPr/>
          <p:nvPr/>
        </p:nvSpPr>
        <p:spPr>
          <a:xfrm>
            <a:off x="28028900" y="-2252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2" name="Freeform 2331"/>
          <p:cNvSpPr/>
          <p:nvPr/>
        </p:nvSpPr>
        <p:spPr>
          <a:xfrm>
            <a:off x="28054300" y="-2252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3" name="Freeform 2332"/>
          <p:cNvSpPr/>
          <p:nvPr/>
        </p:nvSpPr>
        <p:spPr>
          <a:xfrm>
            <a:off x="28092400" y="-2252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4" name="Freeform 2333"/>
          <p:cNvSpPr/>
          <p:nvPr/>
        </p:nvSpPr>
        <p:spPr>
          <a:xfrm>
            <a:off x="28130500" y="-22542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5" name="Freeform 2334"/>
          <p:cNvSpPr/>
          <p:nvPr/>
        </p:nvSpPr>
        <p:spPr>
          <a:xfrm>
            <a:off x="28168600" y="-22542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6" name="Freeform 2335"/>
          <p:cNvSpPr/>
          <p:nvPr/>
        </p:nvSpPr>
        <p:spPr>
          <a:xfrm>
            <a:off x="28194000" y="-2254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7" name="Freeform 2336"/>
          <p:cNvSpPr/>
          <p:nvPr/>
        </p:nvSpPr>
        <p:spPr>
          <a:xfrm>
            <a:off x="28232100" y="-2254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8" name="Freeform 2337"/>
          <p:cNvSpPr/>
          <p:nvPr/>
        </p:nvSpPr>
        <p:spPr>
          <a:xfrm>
            <a:off x="28270200" y="-2255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9" name="Freeform 2338"/>
          <p:cNvSpPr/>
          <p:nvPr/>
        </p:nvSpPr>
        <p:spPr>
          <a:xfrm>
            <a:off x="28295600" y="-2255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0" name="Freeform 2339"/>
          <p:cNvSpPr/>
          <p:nvPr/>
        </p:nvSpPr>
        <p:spPr>
          <a:xfrm>
            <a:off x="28333700" y="-2255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1" name="Freeform 2340"/>
          <p:cNvSpPr/>
          <p:nvPr/>
        </p:nvSpPr>
        <p:spPr>
          <a:xfrm>
            <a:off x="283718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2" name="Freeform 2341"/>
          <p:cNvSpPr/>
          <p:nvPr/>
        </p:nvSpPr>
        <p:spPr>
          <a:xfrm>
            <a:off x="284099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3" name="Freeform 2342"/>
          <p:cNvSpPr/>
          <p:nvPr/>
        </p:nvSpPr>
        <p:spPr>
          <a:xfrm>
            <a:off x="284353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4" name="Freeform 2343"/>
          <p:cNvSpPr/>
          <p:nvPr/>
        </p:nvSpPr>
        <p:spPr>
          <a:xfrm>
            <a:off x="284734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5" name="Freeform 2344"/>
          <p:cNvSpPr/>
          <p:nvPr/>
        </p:nvSpPr>
        <p:spPr>
          <a:xfrm>
            <a:off x="285115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6" name="Freeform 2345"/>
          <p:cNvSpPr/>
          <p:nvPr/>
        </p:nvSpPr>
        <p:spPr>
          <a:xfrm>
            <a:off x="285369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7" name="Freeform 2346"/>
          <p:cNvSpPr/>
          <p:nvPr/>
        </p:nvSpPr>
        <p:spPr>
          <a:xfrm>
            <a:off x="285750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8" name="Freeform 2347"/>
          <p:cNvSpPr/>
          <p:nvPr/>
        </p:nvSpPr>
        <p:spPr>
          <a:xfrm>
            <a:off x="286131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9" name="Freeform 2348"/>
          <p:cNvSpPr/>
          <p:nvPr/>
        </p:nvSpPr>
        <p:spPr>
          <a:xfrm>
            <a:off x="286512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0" name="Freeform 2349"/>
          <p:cNvSpPr/>
          <p:nvPr/>
        </p:nvSpPr>
        <p:spPr>
          <a:xfrm>
            <a:off x="286766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1" name="Freeform 2350"/>
          <p:cNvSpPr/>
          <p:nvPr/>
        </p:nvSpPr>
        <p:spPr>
          <a:xfrm>
            <a:off x="287147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2" name="Freeform 2351"/>
          <p:cNvSpPr/>
          <p:nvPr/>
        </p:nvSpPr>
        <p:spPr>
          <a:xfrm>
            <a:off x="28752800" y="-22567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3" name="Freeform 2352"/>
          <p:cNvSpPr/>
          <p:nvPr/>
        </p:nvSpPr>
        <p:spPr>
          <a:xfrm>
            <a:off x="287782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4" name="Freeform 2353"/>
          <p:cNvSpPr/>
          <p:nvPr/>
        </p:nvSpPr>
        <p:spPr>
          <a:xfrm>
            <a:off x="288163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5" name="Freeform 2354"/>
          <p:cNvSpPr/>
          <p:nvPr/>
        </p:nvSpPr>
        <p:spPr>
          <a:xfrm>
            <a:off x="288544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6" name="Freeform 2355"/>
          <p:cNvSpPr/>
          <p:nvPr/>
        </p:nvSpPr>
        <p:spPr>
          <a:xfrm>
            <a:off x="28892500" y="-22580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7" name="Freeform 2356"/>
          <p:cNvSpPr/>
          <p:nvPr/>
        </p:nvSpPr>
        <p:spPr>
          <a:xfrm>
            <a:off x="27914600" y="-2255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8" name="Freeform 2357"/>
          <p:cNvSpPr/>
          <p:nvPr/>
        </p:nvSpPr>
        <p:spPr>
          <a:xfrm>
            <a:off x="27940000" y="-22567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9" name="Freeform 2358"/>
          <p:cNvSpPr/>
          <p:nvPr/>
        </p:nvSpPr>
        <p:spPr>
          <a:xfrm>
            <a:off x="27978100" y="-22567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0" name="Freeform 2359"/>
          <p:cNvSpPr/>
          <p:nvPr/>
        </p:nvSpPr>
        <p:spPr>
          <a:xfrm>
            <a:off x="28016200" y="-22567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1" name="Freeform 2360"/>
          <p:cNvSpPr/>
          <p:nvPr/>
        </p:nvSpPr>
        <p:spPr>
          <a:xfrm>
            <a:off x="28041600" y="-22567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2" name="Freeform 2361"/>
          <p:cNvSpPr/>
          <p:nvPr/>
        </p:nvSpPr>
        <p:spPr>
          <a:xfrm>
            <a:off x="28079700" y="-22580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3" name="Freeform 2362"/>
          <p:cNvSpPr/>
          <p:nvPr/>
        </p:nvSpPr>
        <p:spPr>
          <a:xfrm>
            <a:off x="28117800" y="-22580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4" name="Freeform 2363"/>
          <p:cNvSpPr/>
          <p:nvPr/>
        </p:nvSpPr>
        <p:spPr>
          <a:xfrm>
            <a:off x="28155900" y="-2258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5" name="Freeform 2364"/>
          <p:cNvSpPr/>
          <p:nvPr/>
        </p:nvSpPr>
        <p:spPr>
          <a:xfrm>
            <a:off x="28181300" y="-2258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6" name="Freeform 2365"/>
          <p:cNvSpPr/>
          <p:nvPr/>
        </p:nvSpPr>
        <p:spPr>
          <a:xfrm>
            <a:off x="28219400" y="-2259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7" name="Freeform 2366"/>
          <p:cNvSpPr/>
          <p:nvPr/>
        </p:nvSpPr>
        <p:spPr>
          <a:xfrm>
            <a:off x="28257500" y="-22593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8" name="Freeform 2367"/>
          <p:cNvSpPr/>
          <p:nvPr/>
        </p:nvSpPr>
        <p:spPr>
          <a:xfrm>
            <a:off x="28282900" y="-2259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9" name="Freeform 2368"/>
          <p:cNvSpPr/>
          <p:nvPr/>
        </p:nvSpPr>
        <p:spPr>
          <a:xfrm>
            <a:off x="28321000" y="-2259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0" name="Freeform 2369"/>
          <p:cNvSpPr/>
          <p:nvPr/>
        </p:nvSpPr>
        <p:spPr>
          <a:xfrm>
            <a:off x="283591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1" name="Freeform 2370"/>
          <p:cNvSpPr/>
          <p:nvPr/>
        </p:nvSpPr>
        <p:spPr>
          <a:xfrm>
            <a:off x="283972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2" name="Freeform 2371"/>
          <p:cNvSpPr/>
          <p:nvPr/>
        </p:nvSpPr>
        <p:spPr>
          <a:xfrm>
            <a:off x="284226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3" name="Freeform 2372"/>
          <p:cNvSpPr/>
          <p:nvPr/>
        </p:nvSpPr>
        <p:spPr>
          <a:xfrm>
            <a:off x="284607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4" name="Freeform 2373"/>
          <p:cNvSpPr/>
          <p:nvPr/>
        </p:nvSpPr>
        <p:spPr>
          <a:xfrm>
            <a:off x="284988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5" name="Freeform 2374"/>
          <p:cNvSpPr/>
          <p:nvPr/>
        </p:nvSpPr>
        <p:spPr>
          <a:xfrm>
            <a:off x="285242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6" name="Freeform 2375"/>
          <p:cNvSpPr/>
          <p:nvPr/>
        </p:nvSpPr>
        <p:spPr>
          <a:xfrm>
            <a:off x="285623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7" name="Freeform 2376"/>
          <p:cNvSpPr/>
          <p:nvPr/>
        </p:nvSpPr>
        <p:spPr>
          <a:xfrm>
            <a:off x="286004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8" name="Freeform 2377"/>
          <p:cNvSpPr/>
          <p:nvPr/>
        </p:nvSpPr>
        <p:spPr>
          <a:xfrm>
            <a:off x="28638500" y="-22567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9" name="Freeform 2378"/>
          <p:cNvSpPr/>
          <p:nvPr/>
        </p:nvSpPr>
        <p:spPr>
          <a:xfrm>
            <a:off x="286639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0" name="Freeform 2379"/>
          <p:cNvSpPr/>
          <p:nvPr/>
        </p:nvSpPr>
        <p:spPr>
          <a:xfrm>
            <a:off x="287020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1" name="Freeform 2380"/>
          <p:cNvSpPr/>
          <p:nvPr/>
        </p:nvSpPr>
        <p:spPr>
          <a:xfrm>
            <a:off x="287401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2" name="Freeform 2381"/>
          <p:cNvSpPr/>
          <p:nvPr/>
        </p:nvSpPr>
        <p:spPr>
          <a:xfrm>
            <a:off x="287655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3" name="Freeform 2382"/>
          <p:cNvSpPr/>
          <p:nvPr/>
        </p:nvSpPr>
        <p:spPr>
          <a:xfrm>
            <a:off x="288036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4" name="Freeform 2383"/>
          <p:cNvSpPr/>
          <p:nvPr/>
        </p:nvSpPr>
        <p:spPr>
          <a:xfrm>
            <a:off x="288417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5" name="Freeform 2384"/>
          <p:cNvSpPr/>
          <p:nvPr/>
        </p:nvSpPr>
        <p:spPr>
          <a:xfrm>
            <a:off x="288798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6" name="Freeform 2385"/>
          <p:cNvSpPr/>
          <p:nvPr/>
        </p:nvSpPr>
        <p:spPr>
          <a:xfrm>
            <a:off x="27901900" y="-2259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7" name="Freeform 2386"/>
          <p:cNvSpPr/>
          <p:nvPr/>
        </p:nvSpPr>
        <p:spPr>
          <a:xfrm>
            <a:off x="27927300" y="-2259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8" name="Freeform 2387"/>
          <p:cNvSpPr/>
          <p:nvPr/>
        </p:nvSpPr>
        <p:spPr>
          <a:xfrm>
            <a:off x="27965400" y="-2259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9" name="Freeform 2388"/>
          <p:cNvSpPr/>
          <p:nvPr/>
        </p:nvSpPr>
        <p:spPr>
          <a:xfrm>
            <a:off x="28003500" y="-2259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0" name="Freeform 2389"/>
          <p:cNvSpPr/>
          <p:nvPr/>
        </p:nvSpPr>
        <p:spPr>
          <a:xfrm>
            <a:off x="28028900" y="-2260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1" name="Freeform 2390"/>
          <p:cNvSpPr/>
          <p:nvPr/>
        </p:nvSpPr>
        <p:spPr>
          <a:xfrm>
            <a:off x="28067000" y="-2260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2" name="Freeform 2391"/>
          <p:cNvSpPr/>
          <p:nvPr/>
        </p:nvSpPr>
        <p:spPr>
          <a:xfrm>
            <a:off x="28105100" y="-2260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3" name="Freeform 2392"/>
          <p:cNvSpPr/>
          <p:nvPr/>
        </p:nvSpPr>
        <p:spPr>
          <a:xfrm>
            <a:off x="28143200" y="-2260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4" name="Freeform 2393"/>
          <p:cNvSpPr/>
          <p:nvPr/>
        </p:nvSpPr>
        <p:spPr>
          <a:xfrm>
            <a:off x="28168600" y="-2261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5" name="Freeform 2394"/>
          <p:cNvSpPr/>
          <p:nvPr/>
        </p:nvSpPr>
        <p:spPr>
          <a:xfrm>
            <a:off x="28206700" y="-2261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6" name="Freeform 2395"/>
          <p:cNvSpPr/>
          <p:nvPr/>
        </p:nvSpPr>
        <p:spPr>
          <a:xfrm>
            <a:off x="28244800" y="-2261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C"/>
          </a:solidFill>
          <a:ln w="3175">
            <a:solidFill>
              <a:srgbClr val="000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7" name="Freeform 2396"/>
          <p:cNvSpPr/>
          <p:nvPr/>
        </p:nvSpPr>
        <p:spPr>
          <a:xfrm>
            <a:off x="28270200" y="-2261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3"/>
          </a:solidFill>
          <a:ln w="3175">
            <a:solidFill>
              <a:srgbClr val="0000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8" name="Freeform 2397"/>
          <p:cNvSpPr/>
          <p:nvPr/>
        </p:nvSpPr>
        <p:spPr>
          <a:xfrm>
            <a:off x="28308300" y="-2260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9" name="Freeform 2398"/>
          <p:cNvSpPr/>
          <p:nvPr/>
        </p:nvSpPr>
        <p:spPr>
          <a:xfrm>
            <a:off x="28346400" y="-22555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0" name="Freeform 2399"/>
          <p:cNvSpPr/>
          <p:nvPr/>
        </p:nvSpPr>
        <p:spPr>
          <a:xfrm>
            <a:off x="28384500" y="-2255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1" name="Freeform 2400"/>
          <p:cNvSpPr/>
          <p:nvPr/>
        </p:nvSpPr>
        <p:spPr>
          <a:xfrm>
            <a:off x="284099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2" name="Freeform 2401"/>
          <p:cNvSpPr/>
          <p:nvPr/>
        </p:nvSpPr>
        <p:spPr>
          <a:xfrm>
            <a:off x="284480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3" name="Freeform 2402"/>
          <p:cNvSpPr/>
          <p:nvPr/>
        </p:nvSpPr>
        <p:spPr>
          <a:xfrm>
            <a:off x="284861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4" name="Freeform 2403"/>
          <p:cNvSpPr/>
          <p:nvPr/>
        </p:nvSpPr>
        <p:spPr>
          <a:xfrm>
            <a:off x="28511500" y="-22567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5" name="Freeform 2404"/>
          <p:cNvSpPr/>
          <p:nvPr/>
        </p:nvSpPr>
        <p:spPr>
          <a:xfrm>
            <a:off x="285496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6" name="Freeform 2405"/>
          <p:cNvSpPr/>
          <p:nvPr/>
        </p:nvSpPr>
        <p:spPr>
          <a:xfrm>
            <a:off x="285877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7" name="Freeform 2406"/>
          <p:cNvSpPr/>
          <p:nvPr/>
        </p:nvSpPr>
        <p:spPr>
          <a:xfrm>
            <a:off x="286258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8" name="Freeform 2407"/>
          <p:cNvSpPr/>
          <p:nvPr/>
        </p:nvSpPr>
        <p:spPr>
          <a:xfrm>
            <a:off x="286512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9" name="Freeform 2408"/>
          <p:cNvSpPr/>
          <p:nvPr/>
        </p:nvSpPr>
        <p:spPr>
          <a:xfrm>
            <a:off x="286893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0" name="Freeform 2409"/>
          <p:cNvSpPr/>
          <p:nvPr/>
        </p:nvSpPr>
        <p:spPr>
          <a:xfrm>
            <a:off x="287274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1" name="Freeform 2410"/>
          <p:cNvSpPr/>
          <p:nvPr/>
        </p:nvSpPr>
        <p:spPr>
          <a:xfrm>
            <a:off x="287528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2" name="Freeform 2411"/>
          <p:cNvSpPr/>
          <p:nvPr/>
        </p:nvSpPr>
        <p:spPr>
          <a:xfrm>
            <a:off x="287909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3" name="Freeform 2412"/>
          <p:cNvSpPr/>
          <p:nvPr/>
        </p:nvSpPr>
        <p:spPr>
          <a:xfrm>
            <a:off x="288290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4" name="Freeform 2413"/>
          <p:cNvSpPr/>
          <p:nvPr/>
        </p:nvSpPr>
        <p:spPr>
          <a:xfrm>
            <a:off x="288671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5" name="Freeform 2414"/>
          <p:cNvSpPr/>
          <p:nvPr/>
        </p:nvSpPr>
        <p:spPr>
          <a:xfrm>
            <a:off x="27889200" y="-2261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6" name="Freeform 2415"/>
          <p:cNvSpPr/>
          <p:nvPr/>
        </p:nvSpPr>
        <p:spPr>
          <a:xfrm>
            <a:off x="27914600" y="-2261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7" name="Freeform 2416"/>
          <p:cNvSpPr/>
          <p:nvPr/>
        </p:nvSpPr>
        <p:spPr>
          <a:xfrm>
            <a:off x="27952700" y="-2261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8" name="Freeform 2417"/>
          <p:cNvSpPr/>
          <p:nvPr/>
        </p:nvSpPr>
        <p:spPr>
          <a:xfrm>
            <a:off x="27990800" y="-2261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9" name="Freeform 2418"/>
          <p:cNvSpPr/>
          <p:nvPr/>
        </p:nvSpPr>
        <p:spPr>
          <a:xfrm>
            <a:off x="28016200" y="-2263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0" name="Freeform 2419"/>
          <p:cNvSpPr/>
          <p:nvPr/>
        </p:nvSpPr>
        <p:spPr>
          <a:xfrm>
            <a:off x="28054300" y="-2263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1" name="Freeform 2420"/>
          <p:cNvSpPr/>
          <p:nvPr/>
        </p:nvSpPr>
        <p:spPr>
          <a:xfrm>
            <a:off x="28092400" y="-2263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2" name="Freeform 2421"/>
          <p:cNvSpPr/>
          <p:nvPr/>
        </p:nvSpPr>
        <p:spPr>
          <a:xfrm>
            <a:off x="28130500" y="-2263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3" name="Freeform 2422"/>
          <p:cNvSpPr/>
          <p:nvPr/>
        </p:nvSpPr>
        <p:spPr>
          <a:xfrm>
            <a:off x="28155900" y="-22644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4" name="Freeform 2423"/>
          <p:cNvSpPr/>
          <p:nvPr/>
        </p:nvSpPr>
        <p:spPr>
          <a:xfrm>
            <a:off x="28194000" y="-2264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5" name="Freeform 2424"/>
          <p:cNvSpPr/>
          <p:nvPr/>
        </p:nvSpPr>
        <p:spPr>
          <a:xfrm>
            <a:off x="28232100" y="-2264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6" name="Freeform 2425"/>
          <p:cNvSpPr/>
          <p:nvPr/>
        </p:nvSpPr>
        <p:spPr>
          <a:xfrm>
            <a:off x="28257500" y="-22644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1"/>
          </a:solidFill>
          <a:ln w="3175">
            <a:solidFill>
              <a:srgbClr val="000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7" name="Freeform 2426"/>
          <p:cNvSpPr/>
          <p:nvPr/>
        </p:nvSpPr>
        <p:spPr>
          <a:xfrm>
            <a:off x="28295600" y="-2260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8" name="Freeform 2427"/>
          <p:cNvSpPr/>
          <p:nvPr/>
        </p:nvSpPr>
        <p:spPr>
          <a:xfrm>
            <a:off x="283337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9" name="Freeform 2428"/>
          <p:cNvSpPr/>
          <p:nvPr/>
        </p:nvSpPr>
        <p:spPr>
          <a:xfrm>
            <a:off x="283718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0" name="Freeform 2429"/>
          <p:cNvSpPr/>
          <p:nvPr/>
        </p:nvSpPr>
        <p:spPr>
          <a:xfrm>
            <a:off x="283972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1" name="Freeform 2430"/>
          <p:cNvSpPr/>
          <p:nvPr/>
        </p:nvSpPr>
        <p:spPr>
          <a:xfrm>
            <a:off x="284353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2" name="Freeform 2431"/>
          <p:cNvSpPr/>
          <p:nvPr/>
        </p:nvSpPr>
        <p:spPr>
          <a:xfrm>
            <a:off x="284734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3" name="Freeform 2432"/>
          <p:cNvSpPr/>
          <p:nvPr/>
        </p:nvSpPr>
        <p:spPr>
          <a:xfrm>
            <a:off x="284988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4" name="Freeform 2433"/>
          <p:cNvSpPr/>
          <p:nvPr/>
        </p:nvSpPr>
        <p:spPr>
          <a:xfrm>
            <a:off x="285369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5" name="Freeform 2434"/>
          <p:cNvSpPr/>
          <p:nvPr/>
        </p:nvSpPr>
        <p:spPr>
          <a:xfrm>
            <a:off x="285750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6" name="Freeform 2435"/>
          <p:cNvSpPr/>
          <p:nvPr/>
        </p:nvSpPr>
        <p:spPr>
          <a:xfrm>
            <a:off x="286131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7" name="Freeform 2436"/>
          <p:cNvSpPr/>
          <p:nvPr/>
        </p:nvSpPr>
        <p:spPr>
          <a:xfrm>
            <a:off x="286385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Freeform 2437"/>
          <p:cNvSpPr/>
          <p:nvPr/>
        </p:nvSpPr>
        <p:spPr>
          <a:xfrm>
            <a:off x="286766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9" name="Freeform 2438"/>
          <p:cNvSpPr/>
          <p:nvPr/>
        </p:nvSpPr>
        <p:spPr>
          <a:xfrm>
            <a:off x="28714700" y="-2259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0" name="Freeform 2439"/>
          <p:cNvSpPr/>
          <p:nvPr/>
        </p:nvSpPr>
        <p:spPr>
          <a:xfrm>
            <a:off x="287401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1" name="Freeform 2440"/>
          <p:cNvSpPr/>
          <p:nvPr/>
        </p:nvSpPr>
        <p:spPr>
          <a:xfrm>
            <a:off x="287782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2" name="Freeform 2441"/>
          <p:cNvSpPr/>
          <p:nvPr/>
        </p:nvSpPr>
        <p:spPr>
          <a:xfrm>
            <a:off x="288163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3" name="Freeform 2442"/>
          <p:cNvSpPr/>
          <p:nvPr/>
        </p:nvSpPr>
        <p:spPr>
          <a:xfrm>
            <a:off x="28854400" y="-2260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4" name="Freeform 2443"/>
          <p:cNvSpPr/>
          <p:nvPr/>
        </p:nvSpPr>
        <p:spPr>
          <a:xfrm>
            <a:off x="27876500" y="-2264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5" name="Freeform 2444"/>
          <p:cNvSpPr/>
          <p:nvPr/>
        </p:nvSpPr>
        <p:spPr>
          <a:xfrm>
            <a:off x="27901900" y="-2264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6" name="Freeform 2445"/>
          <p:cNvSpPr/>
          <p:nvPr/>
        </p:nvSpPr>
        <p:spPr>
          <a:xfrm>
            <a:off x="27940000" y="-2264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7" name="Freeform 2446"/>
          <p:cNvSpPr/>
          <p:nvPr/>
        </p:nvSpPr>
        <p:spPr>
          <a:xfrm>
            <a:off x="27978100" y="-2264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8" name="Freeform 2447"/>
          <p:cNvSpPr/>
          <p:nvPr/>
        </p:nvSpPr>
        <p:spPr>
          <a:xfrm>
            <a:off x="28003500" y="-2265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9" name="Freeform 2448"/>
          <p:cNvSpPr/>
          <p:nvPr/>
        </p:nvSpPr>
        <p:spPr>
          <a:xfrm>
            <a:off x="28041600" y="-2265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0" name="Freeform 2449"/>
          <p:cNvSpPr/>
          <p:nvPr/>
        </p:nvSpPr>
        <p:spPr>
          <a:xfrm>
            <a:off x="28079700" y="-2265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1" name="Freeform 2450"/>
          <p:cNvSpPr/>
          <p:nvPr/>
        </p:nvSpPr>
        <p:spPr>
          <a:xfrm>
            <a:off x="28117800" y="-2265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2" name="Freeform 2451"/>
          <p:cNvSpPr/>
          <p:nvPr/>
        </p:nvSpPr>
        <p:spPr>
          <a:xfrm>
            <a:off x="28143200" y="-2266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3" name="Freeform 2452"/>
          <p:cNvSpPr/>
          <p:nvPr/>
        </p:nvSpPr>
        <p:spPr>
          <a:xfrm>
            <a:off x="28181300" y="-2266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4" name="Freeform 2453"/>
          <p:cNvSpPr/>
          <p:nvPr/>
        </p:nvSpPr>
        <p:spPr>
          <a:xfrm>
            <a:off x="282194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0FF"/>
          </a:solidFill>
          <a:ln w="3175">
            <a:solidFill>
              <a:srgbClr val="001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5" name="Freeform 2454"/>
          <p:cNvSpPr/>
          <p:nvPr/>
        </p:nvSpPr>
        <p:spPr>
          <a:xfrm>
            <a:off x="28244800" y="-22656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6" name="Freeform 2455"/>
          <p:cNvSpPr/>
          <p:nvPr/>
        </p:nvSpPr>
        <p:spPr>
          <a:xfrm>
            <a:off x="28282900" y="-22618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7" name="Freeform 2456"/>
          <p:cNvSpPr/>
          <p:nvPr/>
        </p:nvSpPr>
        <p:spPr>
          <a:xfrm>
            <a:off x="283210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8" name="Freeform 2457"/>
          <p:cNvSpPr/>
          <p:nvPr/>
        </p:nvSpPr>
        <p:spPr>
          <a:xfrm>
            <a:off x="283591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9" name="Freeform 2458"/>
          <p:cNvSpPr/>
          <p:nvPr/>
        </p:nvSpPr>
        <p:spPr>
          <a:xfrm>
            <a:off x="283845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0" name="Freeform 2459"/>
          <p:cNvSpPr/>
          <p:nvPr/>
        </p:nvSpPr>
        <p:spPr>
          <a:xfrm>
            <a:off x="284226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1" name="Freeform 2460"/>
          <p:cNvSpPr/>
          <p:nvPr/>
        </p:nvSpPr>
        <p:spPr>
          <a:xfrm>
            <a:off x="284607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2" name="Freeform 2461"/>
          <p:cNvSpPr/>
          <p:nvPr/>
        </p:nvSpPr>
        <p:spPr>
          <a:xfrm>
            <a:off x="284861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3" name="Freeform 2462"/>
          <p:cNvSpPr/>
          <p:nvPr/>
        </p:nvSpPr>
        <p:spPr>
          <a:xfrm>
            <a:off x="285242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4" name="Freeform 2463"/>
          <p:cNvSpPr/>
          <p:nvPr/>
        </p:nvSpPr>
        <p:spPr>
          <a:xfrm>
            <a:off x="285623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5" name="Freeform 2464"/>
          <p:cNvSpPr/>
          <p:nvPr/>
        </p:nvSpPr>
        <p:spPr>
          <a:xfrm>
            <a:off x="28600400" y="-2259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6" name="Freeform 2465"/>
          <p:cNvSpPr/>
          <p:nvPr/>
        </p:nvSpPr>
        <p:spPr>
          <a:xfrm>
            <a:off x="286258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7" name="Freeform 2466"/>
          <p:cNvSpPr/>
          <p:nvPr/>
        </p:nvSpPr>
        <p:spPr>
          <a:xfrm>
            <a:off x="286639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8" name="Freeform 2467"/>
          <p:cNvSpPr/>
          <p:nvPr/>
        </p:nvSpPr>
        <p:spPr>
          <a:xfrm>
            <a:off x="287020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9" name="Freeform 2468"/>
          <p:cNvSpPr/>
          <p:nvPr/>
        </p:nvSpPr>
        <p:spPr>
          <a:xfrm>
            <a:off x="287274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0" name="Freeform 2469"/>
          <p:cNvSpPr/>
          <p:nvPr/>
        </p:nvSpPr>
        <p:spPr>
          <a:xfrm>
            <a:off x="287655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1" name="Freeform 2470"/>
          <p:cNvSpPr/>
          <p:nvPr/>
        </p:nvSpPr>
        <p:spPr>
          <a:xfrm>
            <a:off x="288036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2" name="Freeform 2471"/>
          <p:cNvSpPr/>
          <p:nvPr/>
        </p:nvSpPr>
        <p:spPr>
          <a:xfrm>
            <a:off x="288417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3" name="Freeform 2472"/>
          <p:cNvSpPr/>
          <p:nvPr/>
        </p:nvSpPr>
        <p:spPr>
          <a:xfrm>
            <a:off x="27863800" y="-2265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4" name="Freeform 2473"/>
          <p:cNvSpPr/>
          <p:nvPr/>
        </p:nvSpPr>
        <p:spPr>
          <a:xfrm>
            <a:off x="27889200" y="-2266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5" name="Freeform 2474"/>
          <p:cNvSpPr/>
          <p:nvPr/>
        </p:nvSpPr>
        <p:spPr>
          <a:xfrm>
            <a:off x="27927300" y="-2266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6" name="Freeform 2475"/>
          <p:cNvSpPr/>
          <p:nvPr/>
        </p:nvSpPr>
        <p:spPr>
          <a:xfrm>
            <a:off x="279654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7" name="Freeform 2476"/>
          <p:cNvSpPr/>
          <p:nvPr/>
        </p:nvSpPr>
        <p:spPr>
          <a:xfrm>
            <a:off x="27990800" y="-2266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8" name="Freeform 2477"/>
          <p:cNvSpPr/>
          <p:nvPr/>
        </p:nvSpPr>
        <p:spPr>
          <a:xfrm>
            <a:off x="280289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9" name="Freeform 2478"/>
          <p:cNvSpPr/>
          <p:nvPr/>
        </p:nvSpPr>
        <p:spPr>
          <a:xfrm>
            <a:off x="28067000" y="-2268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0" name="Freeform 2479"/>
          <p:cNvSpPr/>
          <p:nvPr/>
        </p:nvSpPr>
        <p:spPr>
          <a:xfrm>
            <a:off x="281051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1" name="Freeform 2480"/>
          <p:cNvSpPr/>
          <p:nvPr/>
        </p:nvSpPr>
        <p:spPr>
          <a:xfrm>
            <a:off x="28130500" y="-2268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2" name="Freeform 2481"/>
          <p:cNvSpPr/>
          <p:nvPr/>
        </p:nvSpPr>
        <p:spPr>
          <a:xfrm>
            <a:off x="281686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DFF"/>
          </a:solidFill>
          <a:ln w="3175">
            <a:solidFill>
              <a:srgbClr val="003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3" name="Freeform 2482"/>
          <p:cNvSpPr/>
          <p:nvPr/>
        </p:nvSpPr>
        <p:spPr>
          <a:xfrm>
            <a:off x="282067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29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4" name="Freeform 2483"/>
          <p:cNvSpPr/>
          <p:nvPr/>
        </p:nvSpPr>
        <p:spPr>
          <a:xfrm>
            <a:off x="28232100" y="-2265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5" name="Freeform 2484"/>
          <p:cNvSpPr/>
          <p:nvPr/>
        </p:nvSpPr>
        <p:spPr>
          <a:xfrm>
            <a:off x="28270200" y="-22631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6" name="Freeform 2485"/>
          <p:cNvSpPr/>
          <p:nvPr/>
        </p:nvSpPr>
        <p:spPr>
          <a:xfrm>
            <a:off x="283083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7" name="Freeform 2486"/>
          <p:cNvSpPr/>
          <p:nvPr/>
        </p:nvSpPr>
        <p:spPr>
          <a:xfrm>
            <a:off x="283464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8" name="Freeform 2487"/>
          <p:cNvSpPr/>
          <p:nvPr/>
        </p:nvSpPr>
        <p:spPr>
          <a:xfrm>
            <a:off x="283718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9" name="Freeform 2488"/>
          <p:cNvSpPr/>
          <p:nvPr/>
        </p:nvSpPr>
        <p:spPr>
          <a:xfrm>
            <a:off x="284099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0" name="Freeform 2489"/>
          <p:cNvSpPr/>
          <p:nvPr/>
        </p:nvSpPr>
        <p:spPr>
          <a:xfrm>
            <a:off x="284480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1" name="Freeform 2490"/>
          <p:cNvSpPr/>
          <p:nvPr/>
        </p:nvSpPr>
        <p:spPr>
          <a:xfrm>
            <a:off x="28473400" y="-2259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2" name="Freeform 2491"/>
          <p:cNvSpPr/>
          <p:nvPr/>
        </p:nvSpPr>
        <p:spPr>
          <a:xfrm>
            <a:off x="285115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3" name="Freeform 2492"/>
          <p:cNvSpPr/>
          <p:nvPr/>
        </p:nvSpPr>
        <p:spPr>
          <a:xfrm>
            <a:off x="285496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4" name="Freeform 2493"/>
          <p:cNvSpPr/>
          <p:nvPr/>
        </p:nvSpPr>
        <p:spPr>
          <a:xfrm>
            <a:off x="285877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5" name="Freeform 2494"/>
          <p:cNvSpPr/>
          <p:nvPr/>
        </p:nvSpPr>
        <p:spPr>
          <a:xfrm>
            <a:off x="286131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6" name="Freeform 2495"/>
          <p:cNvSpPr/>
          <p:nvPr/>
        </p:nvSpPr>
        <p:spPr>
          <a:xfrm>
            <a:off x="286512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7" name="Freeform 2496"/>
          <p:cNvSpPr/>
          <p:nvPr/>
        </p:nvSpPr>
        <p:spPr>
          <a:xfrm>
            <a:off x="286893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8" name="Freeform 2497"/>
          <p:cNvSpPr/>
          <p:nvPr/>
        </p:nvSpPr>
        <p:spPr>
          <a:xfrm>
            <a:off x="287147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9" name="Freeform 2498"/>
          <p:cNvSpPr/>
          <p:nvPr/>
        </p:nvSpPr>
        <p:spPr>
          <a:xfrm>
            <a:off x="287528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0" name="Freeform 2499"/>
          <p:cNvSpPr/>
          <p:nvPr/>
        </p:nvSpPr>
        <p:spPr>
          <a:xfrm>
            <a:off x="287909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1" name="Freeform 2500"/>
          <p:cNvSpPr/>
          <p:nvPr/>
        </p:nvSpPr>
        <p:spPr>
          <a:xfrm>
            <a:off x="288290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2" name="Freeform 2501"/>
          <p:cNvSpPr/>
          <p:nvPr/>
        </p:nvSpPr>
        <p:spPr>
          <a:xfrm>
            <a:off x="278511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3" name="Freeform 2502"/>
          <p:cNvSpPr/>
          <p:nvPr/>
        </p:nvSpPr>
        <p:spPr>
          <a:xfrm>
            <a:off x="27876500" y="-2268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4" name="Freeform 2503"/>
          <p:cNvSpPr/>
          <p:nvPr/>
        </p:nvSpPr>
        <p:spPr>
          <a:xfrm>
            <a:off x="279146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5" name="Freeform 2504"/>
          <p:cNvSpPr/>
          <p:nvPr/>
        </p:nvSpPr>
        <p:spPr>
          <a:xfrm>
            <a:off x="279527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6" name="Freeform 2505"/>
          <p:cNvSpPr/>
          <p:nvPr/>
        </p:nvSpPr>
        <p:spPr>
          <a:xfrm>
            <a:off x="279781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7" name="Freeform 2506"/>
          <p:cNvSpPr/>
          <p:nvPr/>
        </p:nvSpPr>
        <p:spPr>
          <a:xfrm>
            <a:off x="280162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8" name="Freeform 2507"/>
          <p:cNvSpPr/>
          <p:nvPr/>
        </p:nvSpPr>
        <p:spPr>
          <a:xfrm>
            <a:off x="280543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9" name="Freeform 2508"/>
          <p:cNvSpPr/>
          <p:nvPr/>
        </p:nvSpPr>
        <p:spPr>
          <a:xfrm>
            <a:off x="280924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0" name="Freeform 2509"/>
          <p:cNvSpPr/>
          <p:nvPr/>
        </p:nvSpPr>
        <p:spPr>
          <a:xfrm>
            <a:off x="281178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1" name="Freeform 2510"/>
          <p:cNvSpPr/>
          <p:nvPr/>
        </p:nvSpPr>
        <p:spPr>
          <a:xfrm>
            <a:off x="281559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2" name="Freeform 2511"/>
          <p:cNvSpPr/>
          <p:nvPr/>
        </p:nvSpPr>
        <p:spPr>
          <a:xfrm>
            <a:off x="28194000" y="-2269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3" name="Freeform 2512"/>
          <p:cNvSpPr/>
          <p:nvPr/>
        </p:nvSpPr>
        <p:spPr>
          <a:xfrm>
            <a:off x="28219400" y="-22682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5FF"/>
          </a:solidFill>
          <a:ln w="3175">
            <a:solidFill>
              <a:srgbClr val="000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4" name="Freeform 2513"/>
          <p:cNvSpPr/>
          <p:nvPr/>
        </p:nvSpPr>
        <p:spPr>
          <a:xfrm>
            <a:off x="28257500" y="-22644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F"/>
          </a:solidFill>
          <a:ln w="3175">
            <a:solidFill>
              <a:srgbClr val="0000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5" name="Freeform 2514"/>
          <p:cNvSpPr/>
          <p:nvPr/>
        </p:nvSpPr>
        <p:spPr>
          <a:xfrm>
            <a:off x="28295600" y="-2261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6" name="Freeform 2515"/>
          <p:cNvSpPr/>
          <p:nvPr/>
        </p:nvSpPr>
        <p:spPr>
          <a:xfrm>
            <a:off x="28333700" y="-2261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7" name="Freeform 2516"/>
          <p:cNvSpPr/>
          <p:nvPr/>
        </p:nvSpPr>
        <p:spPr>
          <a:xfrm>
            <a:off x="28359100" y="-2261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8" name="Freeform 2517"/>
          <p:cNvSpPr/>
          <p:nvPr/>
        </p:nvSpPr>
        <p:spPr>
          <a:xfrm>
            <a:off x="28397200" y="-22644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9" name="Freeform 2518"/>
          <p:cNvSpPr/>
          <p:nvPr/>
        </p:nvSpPr>
        <p:spPr>
          <a:xfrm>
            <a:off x="28435300" y="-22644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A7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0" name="Freeform 2519"/>
          <p:cNvSpPr/>
          <p:nvPr/>
        </p:nvSpPr>
        <p:spPr>
          <a:xfrm>
            <a:off x="28460700" y="-22682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00B3"/>
          </a:solidFill>
          <a:ln w="3175">
            <a:solidFill>
              <a:srgbClr val="0000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1" name="Freeform 2520"/>
          <p:cNvSpPr/>
          <p:nvPr/>
        </p:nvSpPr>
        <p:spPr>
          <a:xfrm>
            <a:off x="28498800" y="-227457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5"/>
                </a:lnTo>
                <a:lnTo>
                  <a:pt x="1" y="12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2" name="Freeform 2521"/>
          <p:cNvSpPr/>
          <p:nvPr/>
        </p:nvSpPr>
        <p:spPr>
          <a:xfrm>
            <a:off x="28536900" y="-227584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1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3" name="Freeform 2522"/>
          <p:cNvSpPr/>
          <p:nvPr/>
        </p:nvSpPr>
        <p:spPr>
          <a:xfrm>
            <a:off x="28575000" y="-227584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2"/>
                </a:lnTo>
                <a:lnTo>
                  <a:pt x="2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4" name="Freeform 2523"/>
          <p:cNvSpPr/>
          <p:nvPr/>
        </p:nvSpPr>
        <p:spPr>
          <a:xfrm>
            <a:off x="28600400" y="-227584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5" name="Freeform 2524"/>
          <p:cNvSpPr/>
          <p:nvPr/>
        </p:nvSpPr>
        <p:spPr>
          <a:xfrm>
            <a:off x="28638500" y="-227584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6" name="Freeform 2525"/>
          <p:cNvSpPr/>
          <p:nvPr/>
        </p:nvSpPr>
        <p:spPr>
          <a:xfrm>
            <a:off x="28676600" y="-227584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7" name="Freeform 2526"/>
          <p:cNvSpPr/>
          <p:nvPr/>
        </p:nvSpPr>
        <p:spPr>
          <a:xfrm>
            <a:off x="28702000" y="-227711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1"/>
                </a:lnTo>
                <a:lnTo>
                  <a:pt x="1" y="12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8" name="Freeform 2527"/>
          <p:cNvSpPr/>
          <p:nvPr/>
        </p:nvSpPr>
        <p:spPr>
          <a:xfrm>
            <a:off x="28740100" y="-227711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9" name="Freeform 2528"/>
          <p:cNvSpPr/>
          <p:nvPr/>
        </p:nvSpPr>
        <p:spPr>
          <a:xfrm>
            <a:off x="28778200" y="-227711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0" name="Freeform 2529"/>
          <p:cNvSpPr/>
          <p:nvPr/>
        </p:nvSpPr>
        <p:spPr>
          <a:xfrm>
            <a:off x="28816300" y="-227711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1" name="Freeform 2530"/>
          <p:cNvSpPr/>
          <p:nvPr/>
        </p:nvSpPr>
        <p:spPr>
          <a:xfrm>
            <a:off x="278384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2" name="Freeform 2531"/>
          <p:cNvSpPr/>
          <p:nvPr/>
        </p:nvSpPr>
        <p:spPr>
          <a:xfrm>
            <a:off x="27863800" y="-2272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3" name="Freeform 2532"/>
          <p:cNvSpPr/>
          <p:nvPr/>
        </p:nvSpPr>
        <p:spPr>
          <a:xfrm>
            <a:off x="27901900" y="-2272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4" name="Freeform 2533"/>
          <p:cNvSpPr/>
          <p:nvPr/>
        </p:nvSpPr>
        <p:spPr>
          <a:xfrm>
            <a:off x="27940000" y="-2272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5" name="Freeform 2534"/>
          <p:cNvSpPr/>
          <p:nvPr/>
        </p:nvSpPr>
        <p:spPr>
          <a:xfrm>
            <a:off x="27978100" y="-2272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6" name="Freeform 2535"/>
          <p:cNvSpPr/>
          <p:nvPr/>
        </p:nvSpPr>
        <p:spPr>
          <a:xfrm>
            <a:off x="280035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7" name="Freeform 2536"/>
          <p:cNvSpPr/>
          <p:nvPr/>
        </p:nvSpPr>
        <p:spPr>
          <a:xfrm>
            <a:off x="280416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8" name="Freeform 2537"/>
          <p:cNvSpPr/>
          <p:nvPr/>
        </p:nvSpPr>
        <p:spPr>
          <a:xfrm>
            <a:off x="28079700" y="-2273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9" name="Freeform 2538"/>
          <p:cNvSpPr/>
          <p:nvPr/>
        </p:nvSpPr>
        <p:spPr>
          <a:xfrm>
            <a:off x="28105100" y="-22733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0" name="Freeform 2539"/>
          <p:cNvSpPr/>
          <p:nvPr/>
        </p:nvSpPr>
        <p:spPr>
          <a:xfrm>
            <a:off x="281432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1" name="Freeform 2540"/>
          <p:cNvSpPr/>
          <p:nvPr/>
        </p:nvSpPr>
        <p:spPr>
          <a:xfrm>
            <a:off x="28181300" y="-2273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52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2" name="Freeform 2541"/>
          <p:cNvSpPr/>
          <p:nvPr/>
        </p:nvSpPr>
        <p:spPr>
          <a:xfrm>
            <a:off x="28206700" y="-22707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2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4FF"/>
          </a:solidFill>
          <a:ln w="3175">
            <a:solidFill>
              <a:srgbClr val="001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3" name="Freeform 2542"/>
          <p:cNvSpPr/>
          <p:nvPr/>
        </p:nvSpPr>
        <p:spPr>
          <a:xfrm>
            <a:off x="28244800" y="-22682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3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7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4" name="Freeform 2543"/>
          <p:cNvSpPr/>
          <p:nvPr/>
        </p:nvSpPr>
        <p:spPr>
          <a:xfrm>
            <a:off x="28282900" y="-2265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7"/>
          </a:solidFill>
          <a:ln w="3175">
            <a:solidFill>
              <a:srgbClr val="0000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5" name="Freeform 2544"/>
          <p:cNvSpPr/>
          <p:nvPr/>
        </p:nvSpPr>
        <p:spPr>
          <a:xfrm>
            <a:off x="28321000" y="-2265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6" name="Freeform 2545"/>
          <p:cNvSpPr/>
          <p:nvPr/>
        </p:nvSpPr>
        <p:spPr>
          <a:xfrm>
            <a:off x="28346400" y="-2265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7"/>
          </a:solidFill>
          <a:ln w="3175">
            <a:solidFill>
              <a:srgbClr val="0000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7" name="Freeform 2546"/>
          <p:cNvSpPr/>
          <p:nvPr/>
        </p:nvSpPr>
        <p:spPr>
          <a:xfrm>
            <a:off x="28384500" y="-22694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6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8" name="Freeform 2547"/>
          <p:cNvSpPr/>
          <p:nvPr/>
        </p:nvSpPr>
        <p:spPr>
          <a:xfrm>
            <a:off x="28422600" y="-22707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9" name="Freeform 2548"/>
          <p:cNvSpPr/>
          <p:nvPr/>
        </p:nvSpPr>
        <p:spPr>
          <a:xfrm>
            <a:off x="28448000" y="-22733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0" name="Freeform 2549"/>
          <p:cNvSpPr/>
          <p:nvPr/>
        </p:nvSpPr>
        <p:spPr>
          <a:xfrm>
            <a:off x="28486100" y="-228346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7"/>
                </a:lnTo>
                <a:lnTo>
                  <a:pt x="3" y="0"/>
                </a:lnTo>
                <a:lnTo>
                  <a:pt x="0" y="8"/>
                </a:lnTo>
                <a:lnTo>
                  <a:pt x="1" y="1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1" name="Freeform 2550"/>
          <p:cNvSpPr/>
          <p:nvPr/>
        </p:nvSpPr>
        <p:spPr>
          <a:xfrm>
            <a:off x="28524200" y="-228727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3"/>
                </a:lnTo>
                <a:lnTo>
                  <a:pt x="1" y="10"/>
                </a:lnTo>
                <a:close/>
              </a:path>
            </a:pathLst>
          </a:custGeom>
          <a:solidFill>
            <a:srgbClr val="00C7FF"/>
          </a:solidFill>
          <a:ln w="3175">
            <a:solidFill>
              <a:srgbClr val="009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2" name="Freeform 2551"/>
          <p:cNvSpPr/>
          <p:nvPr/>
        </p:nvSpPr>
        <p:spPr>
          <a:xfrm>
            <a:off x="28562300" y="-228727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3" name="Freeform 2552"/>
          <p:cNvSpPr/>
          <p:nvPr/>
        </p:nvSpPr>
        <p:spPr>
          <a:xfrm>
            <a:off x="28587700" y="-22885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4" name="Freeform 2553"/>
          <p:cNvSpPr/>
          <p:nvPr/>
        </p:nvSpPr>
        <p:spPr>
          <a:xfrm>
            <a:off x="28625800" y="-22885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5" name="Freeform 2554"/>
          <p:cNvSpPr/>
          <p:nvPr/>
        </p:nvSpPr>
        <p:spPr>
          <a:xfrm>
            <a:off x="28663900" y="-228854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3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6" name="Freeform 2555"/>
          <p:cNvSpPr/>
          <p:nvPr/>
        </p:nvSpPr>
        <p:spPr>
          <a:xfrm>
            <a:off x="28689300" y="-22885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7" name="Freeform 2556"/>
          <p:cNvSpPr/>
          <p:nvPr/>
        </p:nvSpPr>
        <p:spPr>
          <a:xfrm>
            <a:off x="28727400" y="-22885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8" name="Freeform 2557"/>
          <p:cNvSpPr/>
          <p:nvPr/>
        </p:nvSpPr>
        <p:spPr>
          <a:xfrm>
            <a:off x="28765500" y="-22898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9" name="Freeform 2558"/>
          <p:cNvSpPr/>
          <p:nvPr/>
        </p:nvSpPr>
        <p:spPr>
          <a:xfrm>
            <a:off x="28803600" y="-228981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0" name="Freeform 2559"/>
          <p:cNvSpPr/>
          <p:nvPr/>
        </p:nvSpPr>
        <p:spPr>
          <a:xfrm>
            <a:off x="27825700" y="-2274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1" name="Freeform 2560"/>
          <p:cNvSpPr/>
          <p:nvPr/>
        </p:nvSpPr>
        <p:spPr>
          <a:xfrm>
            <a:off x="278511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2" name="Freeform 2561"/>
          <p:cNvSpPr/>
          <p:nvPr/>
        </p:nvSpPr>
        <p:spPr>
          <a:xfrm>
            <a:off x="27889200" y="-2274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3" name="Freeform 2562"/>
          <p:cNvSpPr/>
          <p:nvPr/>
        </p:nvSpPr>
        <p:spPr>
          <a:xfrm>
            <a:off x="27927300" y="-2274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4" name="Freeform 2563"/>
          <p:cNvSpPr/>
          <p:nvPr/>
        </p:nvSpPr>
        <p:spPr>
          <a:xfrm>
            <a:off x="27965400" y="-2274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5" name="Freeform 2564"/>
          <p:cNvSpPr/>
          <p:nvPr/>
        </p:nvSpPr>
        <p:spPr>
          <a:xfrm>
            <a:off x="27990800" y="-2275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6" name="Freeform 2565"/>
          <p:cNvSpPr/>
          <p:nvPr/>
        </p:nvSpPr>
        <p:spPr>
          <a:xfrm>
            <a:off x="280289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7" name="Freeform 2566"/>
          <p:cNvSpPr/>
          <p:nvPr/>
        </p:nvSpPr>
        <p:spPr>
          <a:xfrm>
            <a:off x="280670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8" name="Freeform 2567"/>
          <p:cNvSpPr/>
          <p:nvPr/>
        </p:nvSpPr>
        <p:spPr>
          <a:xfrm>
            <a:off x="280924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9" name="Freeform 2568"/>
          <p:cNvSpPr/>
          <p:nvPr/>
        </p:nvSpPr>
        <p:spPr>
          <a:xfrm>
            <a:off x="281305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0" name="Freeform 2569"/>
          <p:cNvSpPr/>
          <p:nvPr/>
        </p:nvSpPr>
        <p:spPr>
          <a:xfrm>
            <a:off x="28168600" y="-2275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1" name="Freeform 2570"/>
          <p:cNvSpPr/>
          <p:nvPr/>
        </p:nvSpPr>
        <p:spPr>
          <a:xfrm>
            <a:off x="28206700" y="-22745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3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Freeform 2571"/>
          <p:cNvSpPr/>
          <p:nvPr/>
        </p:nvSpPr>
        <p:spPr>
          <a:xfrm>
            <a:off x="28232100" y="-2270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D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3" name="Freeform 2572"/>
          <p:cNvSpPr/>
          <p:nvPr/>
        </p:nvSpPr>
        <p:spPr>
          <a:xfrm>
            <a:off x="28270200" y="-2268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0"/>
          </a:solidFill>
          <a:ln w="3175">
            <a:solidFill>
              <a:srgbClr val="000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4" name="Freeform 2573"/>
          <p:cNvSpPr/>
          <p:nvPr/>
        </p:nvSpPr>
        <p:spPr>
          <a:xfrm>
            <a:off x="283083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5" name="Freeform 2574"/>
          <p:cNvSpPr/>
          <p:nvPr/>
        </p:nvSpPr>
        <p:spPr>
          <a:xfrm>
            <a:off x="28333700" y="-2269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F0"/>
          </a:solidFill>
          <a:ln w="3175">
            <a:solidFill>
              <a:srgbClr val="000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6" name="Freeform 2575"/>
          <p:cNvSpPr/>
          <p:nvPr/>
        </p:nvSpPr>
        <p:spPr>
          <a:xfrm>
            <a:off x="28371800" y="-2272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0D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7" name="Freeform 2576"/>
          <p:cNvSpPr/>
          <p:nvPr/>
        </p:nvSpPr>
        <p:spPr>
          <a:xfrm>
            <a:off x="28409900" y="-2274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8" name="Freeform 2577"/>
          <p:cNvSpPr/>
          <p:nvPr/>
        </p:nvSpPr>
        <p:spPr>
          <a:xfrm>
            <a:off x="28448000" y="-2275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9" name="Freeform 2578"/>
          <p:cNvSpPr/>
          <p:nvPr/>
        </p:nvSpPr>
        <p:spPr>
          <a:xfrm>
            <a:off x="28473400" y="-22860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2"/>
                </a:lnTo>
                <a:lnTo>
                  <a:pt x="3" y="0"/>
                </a:lnTo>
                <a:lnTo>
                  <a:pt x="0" y="8"/>
                </a:lnTo>
                <a:lnTo>
                  <a:pt x="1" y="10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0" name="Freeform 2579"/>
          <p:cNvSpPr/>
          <p:nvPr/>
        </p:nvSpPr>
        <p:spPr>
          <a:xfrm>
            <a:off x="28511500" y="-22923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5"/>
                </a:lnTo>
                <a:lnTo>
                  <a:pt x="1" y="7"/>
                </a:lnTo>
                <a:close/>
              </a:path>
            </a:pathLst>
          </a:custGeom>
          <a:solidFill>
            <a:srgbClr val="31FFCE"/>
          </a:solidFill>
          <a:ln w="3175">
            <a:solidFill>
              <a:srgbClr val="27C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1" name="Freeform 2580"/>
          <p:cNvSpPr/>
          <p:nvPr/>
        </p:nvSpPr>
        <p:spPr>
          <a:xfrm>
            <a:off x="28549600" y="-22936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5FFFA0"/>
          </a:solidFill>
          <a:ln w="3175">
            <a:solidFill>
              <a:srgbClr val="4CC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2" name="Freeform 2581"/>
          <p:cNvSpPr/>
          <p:nvPr/>
        </p:nvSpPr>
        <p:spPr>
          <a:xfrm>
            <a:off x="28575000" y="-22936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6FF99"/>
          </a:solidFill>
          <a:ln w="3175">
            <a:solidFill>
              <a:srgbClr val="52CC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3" name="Freeform 2582"/>
          <p:cNvSpPr/>
          <p:nvPr/>
        </p:nvSpPr>
        <p:spPr>
          <a:xfrm>
            <a:off x="28613100" y="-22948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4" name="Freeform 2583"/>
          <p:cNvSpPr/>
          <p:nvPr/>
        </p:nvSpPr>
        <p:spPr>
          <a:xfrm>
            <a:off x="28651200" y="-22948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5" name="Freeform 2584"/>
          <p:cNvSpPr/>
          <p:nvPr/>
        </p:nvSpPr>
        <p:spPr>
          <a:xfrm>
            <a:off x="28689300" y="-22948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6" name="Freeform 2585"/>
          <p:cNvSpPr/>
          <p:nvPr/>
        </p:nvSpPr>
        <p:spPr>
          <a:xfrm>
            <a:off x="28714700" y="-22948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7" name="Freeform 2586"/>
          <p:cNvSpPr/>
          <p:nvPr/>
        </p:nvSpPr>
        <p:spPr>
          <a:xfrm>
            <a:off x="28752800" y="-22961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8" name="Freeform 2587"/>
          <p:cNvSpPr/>
          <p:nvPr/>
        </p:nvSpPr>
        <p:spPr>
          <a:xfrm>
            <a:off x="28790900" y="-22961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9" name="Freeform 2588"/>
          <p:cNvSpPr/>
          <p:nvPr/>
        </p:nvSpPr>
        <p:spPr>
          <a:xfrm>
            <a:off x="278130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0" name="Freeform 2589"/>
          <p:cNvSpPr/>
          <p:nvPr/>
        </p:nvSpPr>
        <p:spPr>
          <a:xfrm>
            <a:off x="278384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1" name="Freeform 2590"/>
          <p:cNvSpPr/>
          <p:nvPr/>
        </p:nvSpPr>
        <p:spPr>
          <a:xfrm>
            <a:off x="278765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2" name="Freeform 2591"/>
          <p:cNvSpPr/>
          <p:nvPr/>
        </p:nvSpPr>
        <p:spPr>
          <a:xfrm>
            <a:off x="279146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3" name="Freeform 2592"/>
          <p:cNvSpPr/>
          <p:nvPr/>
        </p:nvSpPr>
        <p:spPr>
          <a:xfrm>
            <a:off x="27952700" y="-2277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4" name="Freeform 2593"/>
          <p:cNvSpPr/>
          <p:nvPr/>
        </p:nvSpPr>
        <p:spPr>
          <a:xfrm>
            <a:off x="279781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5" name="Freeform 2594"/>
          <p:cNvSpPr/>
          <p:nvPr/>
        </p:nvSpPr>
        <p:spPr>
          <a:xfrm>
            <a:off x="280162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6" name="Freeform 2595"/>
          <p:cNvSpPr/>
          <p:nvPr/>
        </p:nvSpPr>
        <p:spPr>
          <a:xfrm>
            <a:off x="280543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7" name="Freeform 2596"/>
          <p:cNvSpPr/>
          <p:nvPr/>
        </p:nvSpPr>
        <p:spPr>
          <a:xfrm>
            <a:off x="280797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6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8" name="Freeform 2597"/>
          <p:cNvSpPr/>
          <p:nvPr/>
        </p:nvSpPr>
        <p:spPr>
          <a:xfrm>
            <a:off x="281178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9" name="Freeform 2598"/>
          <p:cNvSpPr/>
          <p:nvPr/>
        </p:nvSpPr>
        <p:spPr>
          <a:xfrm>
            <a:off x="281559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0" name="Freeform 2599"/>
          <p:cNvSpPr/>
          <p:nvPr/>
        </p:nvSpPr>
        <p:spPr>
          <a:xfrm>
            <a:off x="28194000" y="-2275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1" name="Freeform 2600"/>
          <p:cNvSpPr/>
          <p:nvPr/>
        </p:nvSpPr>
        <p:spPr>
          <a:xfrm>
            <a:off x="28219400" y="-22733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A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2" name="Freeform 2601"/>
          <p:cNvSpPr/>
          <p:nvPr/>
        </p:nvSpPr>
        <p:spPr>
          <a:xfrm>
            <a:off x="282575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1FF"/>
          </a:solidFill>
          <a:ln w="3175">
            <a:solidFill>
              <a:srgbClr val="000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3" name="Freeform 2602"/>
          <p:cNvSpPr/>
          <p:nvPr/>
        </p:nvSpPr>
        <p:spPr>
          <a:xfrm>
            <a:off x="282956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4" name="Freeform 2603"/>
          <p:cNvSpPr/>
          <p:nvPr/>
        </p:nvSpPr>
        <p:spPr>
          <a:xfrm>
            <a:off x="28321000" y="-2272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11FF"/>
          </a:solidFill>
          <a:ln w="3175">
            <a:solidFill>
              <a:srgbClr val="000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5" name="Freeform 2604"/>
          <p:cNvSpPr/>
          <p:nvPr/>
        </p:nvSpPr>
        <p:spPr>
          <a:xfrm>
            <a:off x="28359100" y="-2274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2A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6" name="Freeform 2605"/>
          <p:cNvSpPr/>
          <p:nvPr/>
        </p:nvSpPr>
        <p:spPr>
          <a:xfrm>
            <a:off x="28397200" y="-22783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7" name="Freeform 2606"/>
          <p:cNvSpPr/>
          <p:nvPr/>
        </p:nvSpPr>
        <p:spPr>
          <a:xfrm>
            <a:off x="28435300" y="-22809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8" name="Freeform 2607"/>
          <p:cNvSpPr/>
          <p:nvPr/>
        </p:nvSpPr>
        <p:spPr>
          <a:xfrm>
            <a:off x="28460700" y="-228981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3"/>
                </a:lnTo>
                <a:lnTo>
                  <a:pt x="3" y="0"/>
                </a:lnTo>
                <a:lnTo>
                  <a:pt x="0" y="7"/>
                </a:lnTo>
                <a:lnTo>
                  <a:pt x="1" y="11"/>
                </a:lnTo>
                <a:close/>
              </a:path>
            </a:pathLst>
          </a:custGeom>
          <a:solidFill>
            <a:srgbClr val="00E2FF"/>
          </a:solidFill>
          <a:ln w="3175">
            <a:solidFill>
              <a:srgbClr val="00B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9" name="Freeform 2608"/>
          <p:cNvSpPr/>
          <p:nvPr/>
        </p:nvSpPr>
        <p:spPr>
          <a:xfrm>
            <a:off x="28498800" y="-22961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3"/>
                </a:lnTo>
                <a:lnTo>
                  <a:pt x="3" y="0"/>
                </a:lnTo>
                <a:lnTo>
                  <a:pt x="0" y="5"/>
                </a:lnTo>
                <a:lnTo>
                  <a:pt x="1" y="8"/>
                </a:lnTo>
                <a:close/>
              </a:path>
            </a:pathLst>
          </a:custGeom>
          <a:solidFill>
            <a:srgbClr val="64FF9B"/>
          </a:solidFill>
          <a:ln w="3175">
            <a:solidFill>
              <a:srgbClr val="50CC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0" name="Freeform 2609"/>
          <p:cNvSpPr/>
          <p:nvPr/>
        </p:nvSpPr>
        <p:spPr>
          <a:xfrm>
            <a:off x="28536900" y="-22987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A7FF58"/>
          </a:solidFill>
          <a:ln w="3175">
            <a:solidFill>
              <a:srgbClr val="85C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1" name="Freeform 2610"/>
          <p:cNvSpPr/>
          <p:nvPr/>
        </p:nvSpPr>
        <p:spPr>
          <a:xfrm>
            <a:off x="28562300" y="-2299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2" name="Freeform 2611"/>
          <p:cNvSpPr/>
          <p:nvPr/>
        </p:nvSpPr>
        <p:spPr>
          <a:xfrm>
            <a:off x="28600400" y="-2299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BBFF44"/>
          </a:solidFill>
          <a:ln w="3175">
            <a:solidFill>
              <a:srgbClr val="96C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3" name="Freeform 2612"/>
          <p:cNvSpPr/>
          <p:nvPr/>
        </p:nvSpPr>
        <p:spPr>
          <a:xfrm>
            <a:off x="28638500" y="-2299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EFF41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4" name="Freeform 2613"/>
          <p:cNvSpPr/>
          <p:nvPr/>
        </p:nvSpPr>
        <p:spPr>
          <a:xfrm>
            <a:off x="28676600" y="-23012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5" name="Freeform 2614"/>
          <p:cNvSpPr/>
          <p:nvPr/>
        </p:nvSpPr>
        <p:spPr>
          <a:xfrm>
            <a:off x="28702000" y="-2301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6" name="Freeform 2615"/>
          <p:cNvSpPr/>
          <p:nvPr/>
        </p:nvSpPr>
        <p:spPr>
          <a:xfrm>
            <a:off x="28740100" y="-2301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7" name="Freeform 2616"/>
          <p:cNvSpPr/>
          <p:nvPr/>
        </p:nvSpPr>
        <p:spPr>
          <a:xfrm>
            <a:off x="28778200" y="-23012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8" name="Freeform 2617"/>
          <p:cNvSpPr/>
          <p:nvPr/>
        </p:nvSpPr>
        <p:spPr>
          <a:xfrm>
            <a:off x="27800300" y="-22809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9" name="Freeform 2618"/>
          <p:cNvSpPr/>
          <p:nvPr/>
        </p:nvSpPr>
        <p:spPr>
          <a:xfrm>
            <a:off x="27825700" y="-2280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0" name="Freeform 2619"/>
          <p:cNvSpPr/>
          <p:nvPr/>
        </p:nvSpPr>
        <p:spPr>
          <a:xfrm>
            <a:off x="27863800" y="-2280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1" name="Freeform 2620"/>
          <p:cNvSpPr/>
          <p:nvPr/>
        </p:nvSpPr>
        <p:spPr>
          <a:xfrm>
            <a:off x="27901900" y="-2282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2" name="Freeform 2621"/>
          <p:cNvSpPr/>
          <p:nvPr/>
        </p:nvSpPr>
        <p:spPr>
          <a:xfrm>
            <a:off x="27940000" y="-22821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3" name="Freeform 2622"/>
          <p:cNvSpPr/>
          <p:nvPr/>
        </p:nvSpPr>
        <p:spPr>
          <a:xfrm>
            <a:off x="27965400" y="-2282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4" name="Freeform 2623"/>
          <p:cNvSpPr/>
          <p:nvPr/>
        </p:nvSpPr>
        <p:spPr>
          <a:xfrm>
            <a:off x="28003500" y="-2282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5" name="Freeform 2624"/>
          <p:cNvSpPr/>
          <p:nvPr/>
        </p:nvSpPr>
        <p:spPr>
          <a:xfrm>
            <a:off x="28041600" y="-22834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6" name="Freeform 2625"/>
          <p:cNvSpPr/>
          <p:nvPr/>
        </p:nvSpPr>
        <p:spPr>
          <a:xfrm>
            <a:off x="28067000" y="-2283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3FF"/>
          </a:solidFill>
          <a:ln w="3175">
            <a:solidFill>
              <a:srgbClr val="00B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7" name="Freeform 2626"/>
          <p:cNvSpPr/>
          <p:nvPr/>
        </p:nvSpPr>
        <p:spPr>
          <a:xfrm>
            <a:off x="28105100" y="-2283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D4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8" name="Freeform 2627"/>
          <p:cNvSpPr/>
          <p:nvPr/>
        </p:nvSpPr>
        <p:spPr>
          <a:xfrm>
            <a:off x="28143200" y="-2280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AEFF"/>
          </a:solidFill>
          <a:ln w="3175">
            <a:solidFill>
              <a:srgbClr val="008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9" name="Freeform 2628"/>
          <p:cNvSpPr/>
          <p:nvPr/>
        </p:nvSpPr>
        <p:spPr>
          <a:xfrm>
            <a:off x="28181300" y="-2278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0" name="Freeform 2629"/>
          <p:cNvSpPr/>
          <p:nvPr/>
        </p:nvSpPr>
        <p:spPr>
          <a:xfrm>
            <a:off x="28206700" y="-2275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1" name="Freeform 2630"/>
          <p:cNvSpPr/>
          <p:nvPr/>
        </p:nvSpPr>
        <p:spPr>
          <a:xfrm>
            <a:off x="28244800" y="-22733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FFF"/>
          </a:solidFill>
          <a:ln w="3175">
            <a:solidFill>
              <a:srgbClr val="002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2" name="Freeform 2631"/>
          <p:cNvSpPr/>
          <p:nvPr/>
        </p:nvSpPr>
        <p:spPr>
          <a:xfrm>
            <a:off x="28282900" y="-2273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3" name="Freeform 2632"/>
          <p:cNvSpPr/>
          <p:nvPr/>
        </p:nvSpPr>
        <p:spPr>
          <a:xfrm>
            <a:off x="283083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FFF"/>
          </a:solidFill>
          <a:ln w="3175">
            <a:solidFill>
              <a:srgbClr val="002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4" name="Freeform 2633"/>
          <p:cNvSpPr/>
          <p:nvPr/>
        </p:nvSpPr>
        <p:spPr>
          <a:xfrm>
            <a:off x="28346400" y="-2277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5" name="Freeform 2634"/>
          <p:cNvSpPr/>
          <p:nvPr/>
        </p:nvSpPr>
        <p:spPr>
          <a:xfrm>
            <a:off x="28384500" y="-22809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6" name="Freeform 2635"/>
          <p:cNvSpPr/>
          <p:nvPr/>
        </p:nvSpPr>
        <p:spPr>
          <a:xfrm>
            <a:off x="28422600" y="-22860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4"/>
                </a:lnTo>
                <a:lnTo>
                  <a:pt x="2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B8FF"/>
          </a:solidFill>
          <a:ln w="3175">
            <a:solidFill>
              <a:srgbClr val="009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7" name="Freeform 2636"/>
          <p:cNvSpPr/>
          <p:nvPr/>
        </p:nvSpPr>
        <p:spPr>
          <a:xfrm>
            <a:off x="28448000" y="-229743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6"/>
                </a:lnTo>
                <a:lnTo>
                  <a:pt x="3" y="0"/>
                </a:lnTo>
                <a:lnTo>
                  <a:pt x="0" y="9"/>
                </a:lnTo>
                <a:lnTo>
                  <a:pt x="1" y="13"/>
                </a:lnTo>
                <a:close/>
              </a:path>
            </a:pathLst>
          </a:custGeom>
          <a:solidFill>
            <a:srgbClr val="33FFCC"/>
          </a:solidFill>
          <a:ln w="3175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8" name="Freeform 2637"/>
          <p:cNvSpPr/>
          <p:nvPr/>
        </p:nvSpPr>
        <p:spPr>
          <a:xfrm>
            <a:off x="28486100" y="-230378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6"/>
                </a:lnTo>
                <a:lnTo>
                  <a:pt x="3" y="0"/>
                </a:lnTo>
                <a:lnTo>
                  <a:pt x="0" y="5"/>
                </a:lnTo>
                <a:lnTo>
                  <a:pt x="1" y="11"/>
                </a:lnTo>
                <a:close/>
              </a:path>
            </a:pathLst>
          </a:custGeom>
          <a:solidFill>
            <a:srgbClr val="BAFF44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9" name="Freeform 2638"/>
          <p:cNvSpPr/>
          <p:nvPr/>
        </p:nvSpPr>
        <p:spPr>
          <a:xfrm>
            <a:off x="28524200" y="-23063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6"/>
                </a:lnTo>
                <a:lnTo>
                  <a:pt x="2" y="0"/>
                </a:lnTo>
                <a:lnTo>
                  <a:pt x="0" y="2"/>
                </a:lnTo>
                <a:lnTo>
                  <a:pt x="1" y="8"/>
                </a:lnTo>
                <a:close/>
              </a:path>
            </a:pathLst>
          </a:custGeom>
          <a:solidFill>
            <a:srgbClr val="FFFF00"/>
          </a:solidFill>
          <a:ln w="3175">
            <a:solidFill>
              <a:srgbClr val="CC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0" name="Freeform 2639"/>
          <p:cNvSpPr/>
          <p:nvPr/>
        </p:nvSpPr>
        <p:spPr>
          <a:xfrm>
            <a:off x="28549600" y="-23063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E700"/>
          </a:solidFill>
          <a:ln w="3175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1" name="Freeform 2640"/>
          <p:cNvSpPr/>
          <p:nvPr/>
        </p:nvSpPr>
        <p:spPr>
          <a:xfrm>
            <a:off x="28587700" y="-23075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E000"/>
          </a:solidFill>
          <a:ln w="3175">
            <a:solidFill>
              <a:srgbClr val="CC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2" name="Freeform 2641"/>
          <p:cNvSpPr/>
          <p:nvPr/>
        </p:nvSpPr>
        <p:spPr>
          <a:xfrm>
            <a:off x="28625800" y="-23088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FFD800"/>
          </a:solidFill>
          <a:ln w="3175">
            <a:solidFill>
              <a:srgbClr val="CCA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3" name="Freeform 2642"/>
          <p:cNvSpPr/>
          <p:nvPr/>
        </p:nvSpPr>
        <p:spPr>
          <a:xfrm>
            <a:off x="28663900" y="-23088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4" name="Freeform 2643"/>
          <p:cNvSpPr/>
          <p:nvPr/>
        </p:nvSpPr>
        <p:spPr>
          <a:xfrm>
            <a:off x="28689300" y="-23088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5" name="Freeform 2644"/>
          <p:cNvSpPr/>
          <p:nvPr/>
        </p:nvSpPr>
        <p:spPr>
          <a:xfrm>
            <a:off x="28727400" y="-23101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6" name="Freeform 2645"/>
          <p:cNvSpPr/>
          <p:nvPr/>
        </p:nvSpPr>
        <p:spPr>
          <a:xfrm>
            <a:off x="28765500" y="-231013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7" name="Freeform 2646"/>
          <p:cNvSpPr/>
          <p:nvPr/>
        </p:nvSpPr>
        <p:spPr>
          <a:xfrm>
            <a:off x="27787600" y="-229108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8" name="Freeform 2647"/>
          <p:cNvSpPr/>
          <p:nvPr/>
        </p:nvSpPr>
        <p:spPr>
          <a:xfrm>
            <a:off x="27813000" y="-22910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9" name="Freeform 2648"/>
          <p:cNvSpPr/>
          <p:nvPr/>
        </p:nvSpPr>
        <p:spPr>
          <a:xfrm>
            <a:off x="27851100" y="-22923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0" name="Freeform 2649"/>
          <p:cNvSpPr/>
          <p:nvPr/>
        </p:nvSpPr>
        <p:spPr>
          <a:xfrm>
            <a:off x="27889200" y="-22923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1" name="Freeform 2650"/>
          <p:cNvSpPr/>
          <p:nvPr/>
        </p:nvSpPr>
        <p:spPr>
          <a:xfrm>
            <a:off x="27927300" y="-22923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2" name="Freeform 2651"/>
          <p:cNvSpPr/>
          <p:nvPr/>
        </p:nvSpPr>
        <p:spPr>
          <a:xfrm>
            <a:off x="27952700" y="-22923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3" name="Freeform 2652"/>
          <p:cNvSpPr/>
          <p:nvPr/>
        </p:nvSpPr>
        <p:spPr>
          <a:xfrm>
            <a:off x="27990800" y="-229362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4" name="Freeform 2653"/>
          <p:cNvSpPr/>
          <p:nvPr/>
        </p:nvSpPr>
        <p:spPr>
          <a:xfrm>
            <a:off x="28028900" y="-22936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5" name="Freeform 2654"/>
          <p:cNvSpPr/>
          <p:nvPr/>
        </p:nvSpPr>
        <p:spPr>
          <a:xfrm>
            <a:off x="28054300" y="-22936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1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4EFFB1"/>
          </a:solidFill>
          <a:ln w="3175">
            <a:solidFill>
              <a:srgbClr val="3FC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6" name="Freeform 2655"/>
          <p:cNvSpPr/>
          <p:nvPr/>
        </p:nvSpPr>
        <p:spPr>
          <a:xfrm>
            <a:off x="28092400" y="-22923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7"/>
                </a:moveTo>
                <a:lnTo>
                  <a:pt x="4" y="9"/>
                </a:lnTo>
                <a:lnTo>
                  <a:pt x="3" y="7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19FFE6"/>
          </a:solidFill>
          <a:ln w="3175">
            <a:solidFill>
              <a:srgbClr val="14CC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7" name="Freeform 2656"/>
          <p:cNvSpPr/>
          <p:nvPr/>
        </p:nvSpPr>
        <p:spPr>
          <a:xfrm>
            <a:off x="28130500" y="-2283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8" name="Freeform 2657"/>
          <p:cNvSpPr/>
          <p:nvPr/>
        </p:nvSpPr>
        <p:spPr>
          <a:xfrm>
            <a:off x="28168600" y="-22809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9" name="Freeform 2658"/>
          <p:cNvSpPr/>
          <p:nvPr/>
        </p:nvSpPr>
        <p:spPr>
          <a:xfrm>
            <a:off x="28194000" y="-2277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FFF"/>
          </a:solidFill>
          <a:ln w="3175">
            <a:solidFill>
              <a:srgbClr val="004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0" name="Freeform 2659"/>
          <p:cNvSpPr/>
          <p:nvPr/>
        </p:nvSpPr>
        <p:spPr>
          <a:xfrm>
            <a:off x="282321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1" name="Freeform 2660"/>
          <p:cNvSpPr/>
          <p:nvPr/>
        </p:nvSpPr>
        <p:spPr>
          <a:xfrm>
            <a:off x="282702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2" name="Freeform 2661"/>
          <p:cNvSpPr/>
          <p:nvPr/>
        </p:nvSpPr>
        <p:spPr>
          <a:xfrm>
            <a:off x="282956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3" name="Freeform 2662"/>
          <p:cNvSpPr/>
          <p:nvPr/>
        </p:nvSpPr>
        <p:spPr>
          <a:xfrm>
            <a:off x="283337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5FFF"/>
          </a:solidFill>
          <a:ln w="3175">
            <a:solidFill>
              <a:srgbClr val="004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4" name="Freeform 2663"/>
          <p:cNvSpPr/>
          <p:nvPr/>
        </p:nvSpPr>
        <p:spPr>
          <a:xfrm>
            <a:off x="28371800" y="-2282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5" name="Freeform 2664"/>
          <p:cNvSpPr/>
          <p:nvPr/>
        </p:nvSpPr>
        <p:spPr>
          <a:xfrm>
            <a:off x="28409900" y="-22885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2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2FF"/>
          </a:solidFill>
          <a:ln w="3175">
            <a:solidFill>
              <a:srgbClr val="00B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6" name="Freeform 2665"/>
          <p:cNvSpPr/>
          <p:nvPr/>
        </p:nvSpPr>
        <p:spPr>
          <a:xfrm>
            <a:off x="28435300" y="-230886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1" y="18"/>
                </a:moveTo>
                <a:lnTo>
                  <a:pt x="4" y="9"/>
                </a:lnTo>
                <a:lnTo>
                  <a:pt x="3" y="0"/>
                </a:lnTo>
                <a:lnTo>
                  <a:pt x="0" y="16"/>
                </a:lnTo>
                <a:lnTo>
                  <a:pt x="1" y="18"/>
                </a:lnTo>
                <a:close/>
              </a:path>
            </a:pathLst>
          </a:custGeom>
          <a:solidFill>
            <a:srgbClr val="98FF67"/>
          </a:solidFill>
          <a:ln w="3175">
            <a:solidFill>
              <a:srgbClr val="7AC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7" name="Freeform 2666"/>
          <p:cNvSpPr/>
          <p:nvPr/>
        </p:nvSpPr>
        <p:spPr>
          <a:xfrm>
            <a:off x="28473400" y="-231521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9"/>
                </a:lnTo>
                <a:lnTo>
                  <a:pt x="3" y="0"/>
                </a:lnTo>
                <a:lnTo>
                  <a:pt x="0" y="5"/>
                </a:lnTo>
                <a:lnTo>
                  <a:pt x="1" y="14"/>
                </a:lnTo>
                <a:close/>
              </a:path>
            </a:pathLst>
          </a:custGeom>
          <a:solidFill>
            <a:srgbClr val="FFB200"/>
          </a:solidFill>
          <a:ln w="3175">
            <a:solidFill>
              <a:srgbClr val="CC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8" name="Freeform 2667"/>
          <p:cNvSpPr/>
          <p:nvPr/>
        </p:nvSpPr>
        <p:spPr>
          <a:xfrm>
            <a:off x="28511500" y="-23164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7100"/>
          </a:solidFill>
          <a:ln w="3175">
            <a:solidFill>
              <a:srgbClr val="CC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9" name="Freeform 2668"/>
          <p:cNvSpPr/>
          <p:nvPr/>
        </p:nvSpPr>
        <p:spPr>
          <a:xfrm>
            <a:off x="28536900" y="-23177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5A00"/>
          </a:solidFill>
          <a:ln w="3175">
            <a:solidFill>
              <a:srgbClr val="CC4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0" name="Freeform 2669"/>
          <p:cNvSpPr/>
          <p:nvPr/>
        </p:nvSpPr>
        <p:spPr>
          <a:xfrm>
            <a:off x="28575000" y="-232029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2"/>
                </a:lnTo>
                <a:lnTo>
                  <a:pt x="1" y="11"/>
                </a:lnTo>
                <a:close/>
              </a:path>
            </a:pathLst>
          </a:custGeom>
          <a:solidFill>
            <a:srgbClr val="FF4600"/>
          </a:solidFill>
          <a:ln w="3175">
            <a:solidFill>
              <a:srgbClr val="CC3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1" name="Freeform 2670"/>
          <p:cNvSpPr/>
          <p:nvPr/>
        </p:nvSpPr>
        <p:spPr>
          <a:xfrm>
            <a:off x="28613100" y="-232156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3100"/>
          </a:solidFill>
          <a:ln w="3175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2" name="Freeform 2671"/>
          <p:cNvSpPr/>
          <p:nvPr/>
        </p:nvSpPr>
        <p:spPr>
          <a:xfrm>
            <a:off x="28651200" y="-232283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3" name="Freeform 2672"/>
          <p:cNvSpPr/>
          <p:nvPr/>
        </p:nvSpPr>
        <p:spPr>
          <a:xfrm>
            <a:off x="28676600" y="-232283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1"/>
                </a:lnTo>
                <a:lnTo>
                  <a:pt x="3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4" name="Freeform 2673"/>
          <p:cNvSpPr/>
          <p:nvPr/>
        </p:nvSpPr>
        <p:spPr>
          <a:xfrm>
            <a:off x="28714700" y="-232283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5" name="Freeform 2674"/>
          <p:cNvSpPr/>
          <p:nvPr/>
        </p:nvSpPr>
        <p:spPr>
          <a:xfrm>
            <a:off x="28752800" y="-23228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6" name="Freeform 2675"/>
          <p:cNvSpPr/>
          <p:nvPr/>
        </p:nvSpPr>
        <p:spPr>
          <a:xfrm>
            <a:off x="27774900" y="-2296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7" name="Freeform 2676"/>
          <p:cNvSpPr/>
          <p:nvPr/>
        </p:nvSpPr>
        <p:spPr>
          <a:xfrm>
            <a:off x="27800300" y="-2296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8" name="Freeform 2677"/>
          <p:cNvSpPr/>
          <p:nvPr/>
        </p:nvSpPr>
        <p:spPr>
          <a:xfrm>
            <a:off x="27838400" y="-2296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9" name="Freeform 2678"/>
          <p:cNvSpPr/>
          <p:nvPr/>
        </p:nvSpPr>
        <p:spPr>
          <a:xfrm>
            <a:off x="27876500" y="-2296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0" name="Freeform 2679"/>
          <p:cNvSpPr/>
          <p:nvPr/>
        </p:nvSpPr>
        <p:spPr>
          <a:xfrm>
            <a:off x="27914600" y="-2297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1" name="Freeform 2680"/>
          <p:cNvSpPr/>
          <p:nvPr/>
        </p:nvSpPr>
        <p:spPr>
          <a:xfrm>
            <a:off x="27940000" y="-2297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2" name="Freeform 2681"/>
          <p:cNvSpPr/>
          <p:nvPr/>
        </p:nvSpPr>
        <p:spPr>
          <a:xfrm>
            <a:off x="27978100" y="-2297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3" name="Freeform 2682"/>
          <p:cNvSpPr/>
          <p:nvPr/>
        </p:nvSpPr>
        <p:spPr>
          <a:xfrm>
            <a:off x="28016200" y="-2297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4" name="Freeform 2683"/>
          <p:cNvSpPr/>
          <p:nvPr/>
        </p:nvSpPr>
        <p:spPr>
          <a:xfrm>
            <a:off x="28041600" y="-2297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5" name="Freeform 2684"/>
          <p:cNvSpPr/>
          <p:nvPr/>
        </p:nvSpPr>
        <p:spPr>
          <a:xfrm>
            <a:off x="28079700" y="-22923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4FFBB"/>
          </a:solidFill>
          <a:ln w="3175">
            <a:solidFill>
              <a:srgbClr val="36C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6" name="Freeform 2685"/>
          <p:cNvSpPr/>
          <p:nvPr/>
        </p:nvSpPr>
        <p:spPr>
          <a:xfrm>
            <a:off x="28117800" y="-2284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AFF"/>
          </a:solidFill>
          <a:ln w="3175">
            <a:solidFill>
              <a:srgbClr val="00A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7" name="Freeform 2686"/>
          <p:cNvSpPr/>
          <p:nvPr/>
        </p:nvSpPr>
        <p:spPr>
          <a:xfrm>
            <a:off x="28155900" y="-2280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8" name="Freeform 2687"/>
          <p:cNvSpPr/>
          <p:nvPr/>
        </p:nvSpPr>
        <p:spPr>
          <a:xfrm>
            <a:off x="281813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9" name="Freeform 2688"/>
          <p:cNvSpPr/>
          <p:nvPr/>
        </p:nvSpPr>
        <p:spPr>
          <a:xfrm>
            <a:off x="282194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0" name="Freeform 2689"/>
          <p:cNvSpPr/>
          <p:nvPr/>
        </p:nvSpPr>
        <p:spPr>
          <a:xfrm>
            <a:off x="282575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1" name="Freeform 2690"/>
          <p:cNvSpPr/>
          <p:nvPr/>
        </p:nvSpPr>
        <p:spPr>
          <a:xfrm>
            <a:off x="282829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2" name="Freeform 2691"/>
          <p:cNvSpPr/>
          <p:nvPr/>
        </p:nvSpPr>
        <p:spPr>
          <a:xfrm>
            <a:off x="28321000" y="-2279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3" name="Freeform 2692"/>
          <p:cNvSpPr/>
          <p:nvPr/>
        </p:nvSpPr>
        <p:spPr>
          <a:xfrm>
            <a:off x="28359100" y="-2283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4" name="Freeform 2693"/>
          <p:cNvSpPr/>
          <p:nvPr/>
        </p:nvSpPr>
        <p:spPr>
          <a:xfrm>
            <a:off x="28397200" y="-22898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EFF"/>
          </a:solidFill>
          <a:ln w="3175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5" name="Freeform 2694"/>
          <p:cNvSpPr/>
          <p:nvPr/>
        </p:nvSpPr>
        <p:spPr>
          <a:xfrm>
            <a:off x="28422600" y="-231013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1" y="17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7"/>
                </a:lnTo>
                <a:close/>
              </a:path>
            </a:pathLst>
          </a:custGeom>
          <a:solidFill>
            <a:srgbClr val="CBFF34"/>
          </a:solidFill>
          <a:ln w="3175">
            <a:solidFill>
              <a:srgbClr val="A2C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6" name="Freeform 2695"/>
          <p:cNvSpPr/>
          <p:nvPr/>
        </p:nvSpPr>
        <p:spPr>
          <a:xfrm>
            <a:off x="28460700" y="-23177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2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FF4E00"/>
          </a:solidFill>
          <a:ln w="3175">
            <a:solidFill>
              <a:srgbClr val="CC3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7" name="Freeform 2696"/>
          <p:cNvSpPr/>
          <p:nvPr/>
        </p:nvSpPr>
        <p:spPr>
          <a:xfrm>
            <a:off x="28498800" y="-23202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FF0500"/>
          </a:solidFill>
          <a:ln w="3175">
            <a:solidFill>
              <a:srgbClr val="CC0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8" name="Freeform 2697"/>
          <p:cNvSpPr/>
          <p:nvPr/>
        </p:nvSpPr>
        <p:spPr>
          <a:xfrm>
            <a:off x="28524200" y="-23215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EF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9" name="Freeform 2698"/>
          <p:cNvSpPr/>
          <p:nvPr/>
        </p:nvSpPr>
        <p:spPr>
          <a:xfrm>
            <a:off x="28562300" y="-23241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CF0000"/>
          </a:solidFill>
          <a:ln w="3175">
            <a:solidFill>
              <a:srgbClr val="A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0" name="Freeform 2699"/>
          <p:cNvSpPr/>
          <p:nvPr/>
        </p:nvSpPr>
        <p:spPr>
          <a:xfrm>
            <a:off x="28600400" y="-23266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AC0000"/>
          </a:solidFill>
          <a:ln w="3175">
            <a:solidFill>
              <a:srgbClr val="8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1" name="Freeform 2700"/>
          <p:cNvSpPr/>
          <p:nvPr/>
        </p:nvSpPr>
        <p:spPr>
          <a:xfrm>
            <a:off x="28638500" y="-23266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2" name="Freeform 2701"/>
          <p:cNvSpPr/>
          <p:nvPr/>
        </p:nvSpPr>
        <p:spPr>
          <a:xfrm>
            <a:off x="28663900" y="-2326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3" name="Freeform 2702"/>
          <p:cNvSpPr/>
          <p:nvPr/>
        </p:nvSpPr>
        <p:spPr>
          <a:xfrm>
            <a:off x="28702000" y="-23279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4" name="Freeform 2703"/>
          <p:cNvSpPr/>
          <p:nvPr/>
        </p:nvSpPr>
        <p:spPr>
          <a:xfrm>
            <a:off x="28740100" y="-23279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5" name="Freeform 2704"/>
          <p:cNvSpPr/>
          <p:nvPr/>
        </p:nvSpPr>
        <p:spPr>
          <a:xfrm>
            <a:off x="27762200" y="-2296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6" name="Freeform 2705"/>
          <p:cNvSpPr/>
          <p:nvPr/>
        </p:nvSpPr>
        <p:spPr>
          <a:xfrm>
            <a:off x="27787600" y="-22961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7" name="Freeform 2706"/>
          <p:cNvSpPr/>
          <p:nvPr/>
        </p:nvSpPr>
        <p:spPr>
          <a:xfrm>
            <a:off x="27825700" y="-2297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8" name="Freeform 2707"/>
          <p:cNvSpPr/>
          <p:nvPr/>
        </p:nvSpPr>
        <p:spPr>
          <a:xfrm>
            <a:off x="27863800" y="-2297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9" name="Freeform 2708"/>
          <p:cNvSpPr/>
          <p:nvPr/>
        </p:nvSpPr>
        <p:spPr>
          <a:xfrm>
            <a:off x="27901900" y="-2297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0" name="Freeform 2709"/>
          <p:cNvSpPr/>
          <p:nvPr/>
        </p:nvSpPr>
        <p:spPr>
          <a:xfrm>
            <a:off x="27927300" y="-22974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1" name="Freeform 2710"/>
          <p:cNvSpPr/>
          <p:nvPr/>
        </p:nvSpPr>
        <p:spPr>
          <a:xfrm>
            <a:off x="279654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2" name="Freeform 2711"/>
          <p:cNvSpPr/>
          <p:nvPr/>
        </p:nvSpPr>
        <p:spPr>
          <a:xfrm>
            <a:off x="28003500" y="-2298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3" name="Freeform 2712"/>
          <p:cNvSpPr/>
          <p:nvPr/>
        </p:nvSpPr>
        <p:spPr>
          <a:xfrm>
            <a:off x="28028900" y="-22987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4" name="Freeform 2713"/>
          <p:cNvSpPr/>
          <p:nvPr/>
        </p:nvSpPr>
        <p:spPr>
          <a:xfrm>
            <a:off x="28067000" y="-2293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5" name="Freeform 2714"/>
          <p:cNvSpPr/>
          <p:nvPr/>
        </p:nvSpPr>
        <p:spPr>
          <a:xfrm>
            <a:off x="28105100" y="-2286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6" name="Freeform 2715"/>
          <p:cNvSpPr/>
          <p:nvPr/>
        </p:nvSpPr>
        <p:spPr>
          <a:xfrm>
            <a:off x="28143200" y="-2282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7" name="Freeform 2716"/>
          <p:cNvSpPr/>
          <p:nvPr/>
        </p:nvSpPr>
        <p:spPr>
          <a:xfrm>
            <a:off x="28168600" y="-2279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8" name="Freeform 2717"/>
          <p:cNvSpPr/>
          <p:nvPr/>
        </p:nvSpPr>
        <p:spPr>
          <a:xfrm>
            <a:off x="282067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9" name="Freeform 2718"/>
          <p:cNvSpPr/>
          <p:nvPr/>
        </p:nvSpPr>
        <p:spPr>
          <a:xfrm>
            <a:off x="282448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0" name="Freeform 2719"/>
          <p:cNvSpPr/>
          <p:nvPr/>
        </p:nvSpPr>
        <p:spPr>
          <a:xfrm>
            <a:off x="282702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1" name="Freeform 2720"/>
          <p:cNvSpPr/>
          <p:nvPr/>
        </p:nvSpPr>
        <p:spPr>
          <a:xfrm>
            <a:off x="28308300" y="-2280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2" name="Freeform 2721"/>
          <p:cNvSpPr/>
          <p:nvPr/>
        </p:nvSpPr>
        <p:spPr>
          <a:xfrm>
            <a:off x="28346400" y="-22847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3" name="Freeform 2722"/>
          <p:cNvSpPr/>
          <p:nvPr/>
        </p:nvSpPr>
        <p:spPr>
          <a:xfrm>
            <a:off x="28384500" y="-22910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4" name="Freeform 2723"/>
          <p:cNvSpPr/>
          <p:nvPr/>
        </p:nvSpPr>
        <p:spPr>
          <a:xfrm>
            <a:off x="28409900" y="-231013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0"/>
                </a:lnTo>
                <a:lnTo>
                  <a:pt x="3" y="0"/>
                </a:lnTo>
                <a:lnTo>
                  <a:pt x="0" y="15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5" name="Freeform 2724"/>
          <p:cNvSpPr/>
          <p:nvPr/>
        </p:nvSpPr>
        <p:spPr>
          <a:xfrm>
            <a:off x="28448000" y="-23190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6" name="Freeform 2725"/>
          <p:cNvSpPr/>
          <p:nvPr/>
        </p:nvSpPr>
        <p:spPr>
          <a:xfrm>
            <a:off x="28486100" y="-23202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7" name="Freeform 2726"/>
          <p:cNvSpPr/>
          <p:nvPr/>
        </p:nvSpPr>
        <p:spPr>
          <a:xfrm>
            <a:off x="28511500" y="-2321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8" name="Freeform 2727"/>
          <p:cNvSpPr/>
          <p:nvPr/>
        </p:nvSpPr>
        <p:spPr>
          <a:xfrm>
            <a:off x="28549600" y="-2325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9" name="Freeform 2728"/>
          <p:cNvSpPr/>
          <p:nvPr/>
        </p:nvSpPr>
        <p:spPr>
          <a:xfrm>
            <a:off x="28587700" y="-2326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0" name="Freeform 2729"/>
          <p:cNvSpPr/>
          <p:nvPr/>
        </p:nvSpPr>
        <p:spPr>
          <a:xfrm>
            <a:off x="28625800" y="-2327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1" name="Freeform 2730"/>
          <p:cNvSpPr/>
          <p:nvPr/>
        </p:nvSpPr>
        <p:spPr>
          <a:xfrm>
            <a:off x="28651200" y="-2327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2" name="Freeform 2731"/>
          <p:cNvSpPr/>
          <p:nvPr/>
        </p:nvSpPr>
        <p:spPr>
          <a:xfrm>
            <a:off x="28689300" y="-2327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3" name="Freeform 2732"/>
          <p:cNvSpPr/>
          <p:nvPr/>
        </p:nvSpPr>
        <p:spPr>
          <a:xfrm>
            <a:off x="28727400" y="-23279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4" name="Freeform 2733"/>
          <p:cNvSpPr/>
          <p:nvPr/>
        </p:nvSpPr>
        <p:spPr>
          <a:xfrm>
            <a:off x="27749500" y="-2297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5" name="Freeform 2734"/>
          <p:cNvSpPr/>
          <p:nvPr/>
        </p:nvSpPr>
        <p:spPr>
          <a:xfrm>
            <a:off x="27774900" y="-2297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6" name="Freeform 2735"/>
          <p:cNvSpPr/>
          <p:nvPr/>
        </p:nvSpPr>
        <p:spPr>
          <a:xfrm>
            <a:off x="27813000" y="-2297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7" name="Freeform 2736"/>
          <p:cNvSpPr/>
          <p:nvPr/>
        </p:nvSpPr>
        <p:spPr>
          <a:xfrm>
            <a:off x="278511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8" name="Freeform 2737"/>
          <p:cNvSpPr/>
          <p:nvPr/>
        </p:nvSpPr>
        <p:spPr>
          <a:xfrm>
            <a:off x="27889200" y="-2298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9" name="Freeform 2738"/>
          <p:cNvSpPr/>
          <p:nvPr/>
        </p:nvSpPr>
        <p:spPr>
          <a:xfrm>
            <a:off x="279146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0" name="Freeform 2739"/>
          <p:cNvSpPr/>
          <p:nvPr/>
        </p:nvSpPr>
        <p:spPr>
          <a:xfrm>
            <a:off x="279527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1" name="Freeform 2740"/>
          <p:cNvSpPr/>
          <p:nvPr/>
        </p:nvSpPr>
        <p:spPr>
          <a:xfrm>
            <a:off x="27990800" y="-2299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2" name="Freeform 2741"/>
          <p:cNvSpPr/>
          <p:nvPr/>
        </p:nvSpPr>
        <p:spPr>
          <a:xfrm>
            <a:off x="28016200" y="-2299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3" name="Freeform 2742"/>
          <p:cNvSpPr/>
          <p:nvPr/>
        </p:nvSpPr>
        <p:spPr>
          <a:xfrm>
            <a:off x="28054300" y="-22948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7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4" name="Freeform 2743"/>
          <p:cNvSpPr/>
          <p:nvPr/>
        </p:nvSpPr>
        <p:spPr>
          <a:xfrm>
            <a:off x="28092400" y="-2286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5" name="Freeform 2744"/>
          <p:cNvSpPr/>
          <p:nvPr/>
        </p:nvSpPr>
        <p:spPr>
          <a:xfrm>
            <a:off x="28130500" y="-2283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6" name="Freeform 2745"/>
          <p:cNvSpPr/>
          <p:nvPr/>
        </p:nvSpPr>
        <p:spPr>
          <a:xfrm>
            <a:off x="28155900" y="-2279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7" name="Freeform 2746"/>
          <p:cNvSpPr/>
          <p:nvPr/>
        </p:nvSpPr>
        <p:spPr>
          <a:xfrm>
            <a:off x="28194000" y="-22771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8" name="Freeform 2747"/>
          <p:cNvSpPr/>
          <p:nvPr/>
        </p:nvSpPr>
        <p:spPr>
          <a:xfrm>
            <a:off x="282321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9" name="Freeform 2748"/>
          <p:cNvSpPr/>
          <p:nvPr/>
        </p:nvSpPr>
        <p:spPr>
          <a:xfrm>
            <a:off x="28257500" y="-2278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0" name="Freeform 2749"/>
          <p:cNvSpPr/>
          <p:nvPr/>
        </p:nvSpPr>
        <p:spPr>
          <a:xfrm>
            <a:off x="28295600" y="-2280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1" name="Freeform 2750"/>
          <p:cNvSpPr/>
          <p:nvPr/>
        </p:nvSpPr>
        <p:spPr>
          <a:xfrm>
            <a:off x="28333700" y="-2284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2" name="Freeform 2751"/>
          <p:cNvSpPr/>
          <p:nvPr/>
        </p:nvSpPr>
        <p:spPr>
          <a:xfrm>
            <a:off x="28371800" y="-22910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3" name="Freeform 2752"/>
          <p:cNvSpPr/>
          <p:nvPr/>
        </p:nvSpPr>
        <p:spPr>
          <a:xfrm>
            <a:off x="28397200" y="-231140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4" name="Freeform 2753"/>
          <p:cNvSpPr/>
          <p:nvPr/>
        </p:nvSpPr>
        <p:spPr>
          <a:xfrm>
            <a:off x="28435300" y="-23202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5" name="Freeform 2754"/>
          <p:cNvSpPr/>
          <p:nvPr/>
        </p:nvSpPr>
        <p:spPr>
          <a:xfrm>
            <a:off x="28473400" y="-23215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6" name="Freeform 2755"/>
          <p:cNvSpPr/>
          <p:nvPr/>
        </p:nvSpPr>
        <p:spPr>
          <a:xfrm>
            <a:off x="28498800" y="-2322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7" name="Freeform 2756"/>
          <p:cNvSpPr/>
          <p:nvPr/>
        </p:nvSpPr>
        <p:spPr>
          <a:xfrm>
            <a:off x="28536900" y="-2325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8" name="Freeform 2757"/>
          <p:cNvSpPr/>
          <p:nvPr/>
        </p:nvSpPr>
        <p:spPr>
          <a:xfrm>
            <a:off x="28575000" y="-2327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9" name="Freeform 2758"/>
          <p:cNvSpPr/>
          <p:nvPr/>
        </p:nvSpPr>
        <p:spPr>
          <a:xfrm>
            <a:off x="28613100" y="-2327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0" name="Freeform 2759"/>
          <p:cNvSpPr/>
          <p:nvPr/>
        </p:nvSpPr>
        <p:spPr>
          <a:xfrm>
            <a:off x="28638500" y="-2329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1" name="Freeform 2760"/>
          <p:cNvSpPr/>
          <p:nvPr/>
        </p:nvSpPr>
        <p:spPr>
          <a:xfrm>
            <a:off x="28676600" y="-2329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2" name="Freeform 2761"/>
          <p:cNvSpPr/>
          <p:nvPr/>
        </p:nvSpPr>
        <p:spPr>
          <a:xfrm>
            <a:off x="28714700" y="-2329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3" name="Freeform 2762"/>
          <p:cNvSpPr/>
          <p:nvPr/>
        </p:nvSpPr>
        <p:spPr>
          <a:xfrm>
            <a:off x="27736800" y="-2298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4" name="Freeform 2763"/>
          <p:cNvSpPr/>
          <p:nvPr/>
        </p:nvSpPr>
        <p:spPr>
          <a:xfrm>
            <a:off x="277622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5" name="Freeform 2764"/>
          <p:cNvSpPr/>
          <p:nvPr/>
        </p:nvSpPr>
        <p:spPr>
          <a:xfrm>
            <a:off x="278003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6" name="Freeform 2765"/>
          <p:cNvSpPr/>
          <p:nvPr/>
        </p:nvSpPr>
        <p:spPr>
          <a:xfrm>
            <a:off x="278384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7" name="Freeform 2766"/>
          <p:cNvSpPr/>
          <p:nvPr/>
        </p:nvSpPr>
        <p:spPr>
          <a:xfrm>
            <a:off x="27876500" y="-2298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8" name="Freeform 2767"/>
          <p:cNvSpPr/>
          <p:nvPr/>
        </p:nvSpPr>
        <p:spPr>
          <a:xfrm>
            <a:off x="279019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9" name="Freeform 2768"/>
          <p:cNvSpPr/>
          <p:nvPr/>
        </p:nvSpPr>
        <p:spPr>
          <a:xfrm>
            <a:off x="279400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0" name="Freeform 2769"/>
          <p:cNvSpPr/>
          <p:nvPr/>
        </p:nvSpPr>
        <p:spPr>
          <a:xfrm>
            <a:off x="27978100" y="-2299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1" name="Freeform 2770"/>
          <p:cNvSpPr/>
          <p:nvPr/>
        </p:nvSpPr>
        <p:spPr>
          <a:xfrm>
            <a:off x="28003500" y="-2299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2" name="Freeform 2771"/>
          <p:cNvSpPr/>
          <p:nvPr/>
        </p:nvSpPr>
        <p:spPr>
          <a:xfrm>
            <a:off x="28041600" y="-22948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3" name="Freeform 2772"/>
          <p:cNvSpPr/>
          <p:nvPr/>
        </p:nvSpPr>
        <p:spPr>
          <a:xfrm>
            <a:off x="28079700" y="-2287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4" name="Freeform 2773"/>
          <p:cNvSpPr/>
          <p:nvPr/>
        </p:nvSpPr>
        <p:spPr>
          <a:xfrm>
            <a:off x="28117800" y="-2283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5" name="Freeform 2774"/>
          <p:cNvSpPr/>
          <p:nvPr/>
        </p:nvSpPr>
        <p:spPr>
          <a:xfrm>
            <a:off x="28143200" y="-2280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6" name="Freeform 2775"/>
          <p:cNvSpPr/>
          <p:nvPr/>
        </p:nvSpPr>
        <p:spPr>
          <a:xfrm>
            <a:off x="28181300" y="-2278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7" name="Freeform 2776"/>
          <p:cNvSpPr/>
          <p:nvPr/>
        </p:nvSpPr>
        <p:spPr>
          <a:xfrm>
            <a:off x="282194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8" name="Freeform 2777"/>
          <p:cNvSpPr/>
          <p:nvPr/>
        </p:nvSpPr>
        <p:spPr>
          <a:xfrm>
            <a:off x="28244800" y="-2279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9" name="Freeform 2778"/>
          <p:cNvSpPr/>
          <p:nvPr/>
        </p:nvSpPr>
        <p:spPr>
          <a:xfrm>
            <a:off x="28282900" y="-2282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0" name="Freeform 2779"/>
          <p:cNvSpPr/>
          <p:nvPr/>
        </p:nvSpPr>
        <p:spPr>
          <a:xfrm>
            <a:off x="28321000" y="-2286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1" name="Freeform 2780"/>
          <p:cNvSpPr/>
          <p:nvPr/>
        </p:nvSpPr>
        <p:spPr>
          <a:xfrm>
            <a:off x="28359100" y="-229235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2" name="Freeform 2781"/>
          <p:cNvSpPr/>
          <p:nvPr/>
        </p:nvSpPr>
        <p:spPr>
          <a:xfrm>
            <a:off x="28384500" y="-231267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1" y="17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7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3" name="Freeform 2782"/>
          <p:cNvSpPr/>
          <p:nvPr/>
        </p:nvSpPr>
        <p:spPr>
          <a:xfrm>
            <a:off x="28422600" y="-23202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4" name="Freeform 2783"/>
          <p:cNvSpPr/>
          <p:nvPr/>
        </p:nvSpPr>
        <p:spPr>
          <a:xfrm>
            <a:off x="28460700" y="-23228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5" name="Freeform 2784"/>
          <p:cNvSpPr/>
          <p:nvPr/>
        </p:nvSpPr>
        <p:spPr>
          <a:xfrm>
            <a:off x="28486100" y="-2324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6" name="Freeform 2785"/>
          <p:cNvSpPr/>
          <p:nvPr/>
        </p:nvSpPr>
        <p:spPr>
          <a:xfrm>
            <a:off x="28524200" y="-2326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7" name="Freeform 2786"/>
          <p:cNvSpPr/>
          <p:nvPr/>
        </p:nvSpPr>
        <p:spPr>
          <a:xfrm>
            <a:off x="28562300" y="-2329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8" name="Freeform 2787"/>
          <p:cNvSpPr/>
          <p:nvPr/>
        </p:nvSpPr>
        <p:spPr>
          <a:xfrm>
            <a:off x="28600400" y="-2329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9" name="Freeform 2788"/>
          <p:cNvSpPr/>
          <p:nvPr/>
        </p:nvSpPr>
        <p:spPr>
          <a:xfrm>
            <a:off x="28625800" y="-2329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0" name="Freeform 2789"/>
          <p:cNvSpPr/>
          <p:nvPr/>
        </p:nvSpPr>
        <p:spPr>
          <a:xfrm>
            <a:off x="28663900" y="-2330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1" name="Freeform 2790"/>
          <p:cNvSpPr/>
          <p:nvPr/>
        </p:nvSpPr>
        <p:spPr>
          <a:xfrm>
            <a:off x="28702000" y="-2330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2" name="Freeform 2791"/>
          <p:cNvSpPr/>
          <p:nvPr/>
        </p:nvSpPr>
        <p:spPr>
          <a:xfrm>
            <a:off x="27724100" y="-2298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3" name="Freeform 2792"/>
          <p:cNvSpPr/>
          <p:nvPr/>
        </p:nvSpPr>
        <p:spPr>
          <a:xfrm>
            <a:off x="27749500" y="-22987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4" name="Freeform 2793"/>
          <p:cNvSpPr/>
          <p:nvPr/>
        </p:nvSpPr>
        <p:spPr>
          <a:xfrm>
            <a:off x="277876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5" name="Freeform 2794"/>
          <p:cNvSpPr/>
          <p:nvPr/>
        </p:nvSpPr>
        <p:spPr>
          <a:xfrm>
            <a:off x="278257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6" name="Freeform 2795"/>
          <p:cNvSpPr/>
          <p:nvPr/>
        </p:nvSpPr>
        <p:spPr>
          <a:xfrm>
            <a:off x="27863800" y="-2299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7" name="Freeform 2796"/>
          <p:cNvSpPr/>
          <p:nvPr/>
        </p:nvSpPr>
        <p:spPr>
          <a:xfrm>
            <a:off x="278892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8" name="Freeform 2797"/>
          <p:cNvSpPr/>
          <p:nvPr/>
        </p:nvSpPr>
        <p:spPr>
          <a:xfrm>
            <a:off x="27927300" y="-2301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9" name="Freeform 2798"/>
          <p:cNvSpPr/>
          <p:nvPr/>
        </p:nvSpPr>
        <p:spPr>
          <a:xfrm>
            <a:off x="27965400" y="-2301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0" name="Freeform 2799"/>
          <p:cNvSpPr/>
          <p:nvPr/>
        </p:nvSpPr>
        <p:spPr>
          <a:xfrm>
            <a:off x="27990800" y="-2301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1" name="Freeform 2800"/>
          <p:cNvSpPr/>
          <p:nvPr/>
        </p:nvSpPr>
        <p:spPr>
          <a:xfrm>
            <a:off x="28028900" y="-22961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2" name="Freeform 2801"/>
          <p:cNvSpPr/>
          <p:nvPr/>
        </p:nvSpPr>
        <p:spPr>
          <a:xfrm>
            <a:off x="28067000" y="-2288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3" name="Freeform 2802"/>
          <p:cNvSpPr/>
          <p:nvPr/>
        </p:nvSpPr>
        <p:spPr>
          <a:xfrm>
            <a:off x="28105100" y="-2284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4" name="Freeform 2803"/>
          <p:cNvSpPr/>
          <p:nvPr/>
        </p:nvSpPr>
        <p:spPr>
          <a:xfrm>
            <a:off x="28130500" y="-2282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5" name="Freeform 2804"/>
          <p:cNvSpPr/>
          <p:nvPr/>
        </p:nvSpPr>
        <p:spPr>
          <a:xfrm>
            <a:off x="28168600" y="-2279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6" name="Freeform 2805"/>
          <p:cNvSpPr/>
          <p:nvPr/>
        </p:nvSpPr>
        <p:spPr>
          <a:xfrm>
            <a:off x="28206700" y="-2279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7" name="Freeform 2806"/>
          <p:cNvSpPr/>
          <p:nvPr/>
        </p:nvSpPr>
        <p:spPr>
          <a:xfrm>
            <a:off x="28232100" y="-2279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8" name="Freeform 2807"/>
          <p:cNvSpPr/>
          <p:nvPr/>
        </p:nvSpPr>
        <p:spPr>
          <a:xfrm>
            <a:off x="28270200" y="-2283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9" name="Freeform 2808"/>
          <p:cNvSpPr/>
          <p:nvPr/>
        </p:nvSpPr>
        <p:spPr>
          <a:xfrm>
            <a:off x="28308300" y="-2287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0" name="Freeform 2809"/>
          <p:cNvSpPr/>
          <p:nvPr/>
        </p:nvSpPr>
        <p:spPr>
          <a:xfrm>
            <a:off x="28346400" y="-229362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1" name="Freeform 2810"/>
          <p:cNvSpPr/>
          <p:nvPr/>
        </p:nvSpPr>
        <p:spPr>
          <a:xfrm>
            <a:off x="28371800" y="-231267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0"/>
                </a:lnTo>
                <a:lnTo>
                  <a:pt x="3" y="0"/>
                </a:lnTo>
                <a:lnTo>
                  <a:pt x="0" y="15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2" name="Freeform 2811"/>
          <p:cNvSpPr/>
          <p:nvPr/>
        </p:nvSpPr>
        <p:spPr>
          <a:xfrm>
            <a:off x="28409900" y="-23215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3" name="Freeform 2812"/>
          <p:cNvSpPr/>
          <p:nvPr/>
        </p:nvSpPr>
        <p:spPr>
          <a:xfrm>
            <a:off x="28448000" y="-23228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4" name="Freeform 2813"/>
          <p:cNvSpPr/>
          <p:nvPr/>
        </p:nvSpPr>
        <p:spPr>
          <a:xfrm>
            <a:off x="28473400" y="-2324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5" name="Freeform 2814"/>
          <p:cNvSpPr/>
          <p:nvPr/>
        </p:nvSpPr>
        <p:spPr>
          <a:xfrm>
            <a:off x="28511500" y="-2327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6" name="Freeform 2815"/>
          <p:cNvSpPr/>
          <p:nvPr/>
        </p:nvSpPr>
        <p:spPr>
          <a:xfrm>
            <a:off x="28549600" y="-2329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7" name="Freeform 2816"/>
          <p:cNvSpPr/>
          <p:nvPr/>
        </p:nvSpPr>
        <p:spPr>
          <a:xfrm>
            <a:off x="28587700" y="-2330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8" name="Freeform 2817"/>
          <p:cNvSpPr/>
          <p:nvPr/>
        </p:nvSpPr>
        <p:spPr>
          <a:xfrm>
            <a:off x="28613100" y="-2330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9" name="Freeform 2818"/>
          <p:cNvSpPr/>
          <p:nvPr/>
        </p:nvSpPr>
        <p:spPr>
          <a:xfrm>
            <a:off x="28651200" y="-2330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0" name="Freeform 2819"/>
          <p:cNvSpPr/>
          <p:nvPr/>
        </p:nvSpPr>
        <p:spPr>
          <a:xfrm>
            <a:off x="28689300" y="-23304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1" name="Freeform 2820"/>
          <p:cNvSpPr/>
          <p:nvPr/>
        </p:nvSpPr>
        <p:spPr>
          <a:xfrm>
            <a:off x="27711400" y="-2299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2" name="Freeform 2821"/>
          <p:cNvSpPr/>
          <p:nvPr/>
        </p:nvSpPr>
        <p:spPr>
          <a:xfrm>
            <a:off x="277368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3" name="Freeform 2822"/>
          <p:cNvSpPr/>
          <p:nvPr/>
        </p:nvSpPr>
        <p:spPr>
          <a:xfrm>
            <a:off x="277749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4" name="Freeform 2823"/>
          <p:cNvSpPr/>
          <p:nvPr/>
        </p:nvSpPr>
        <p:spPr>
          <a:xfrm>
            <a:off x="27813000" y="-2301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5" name="Freeform 2824"/>
          <p:cNvSpPr/>
          <p:nvPr/>
        </p:nvSpPr>
        <p:spPr>
          <a:xfrm>
            <a:off x="27851100" y="-2301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6" name="Freeform 2825"/>
          <p:cNvSpPr/>
          <p:nvPr/>
        </p:nvSpPr>
        <p:spPr>
          <a:xfrm>
            <a:off x="27876500" y="-2301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7" name="Freeform 2826"/>
          <p:cNvSpPr/>
          <p:nvPr/>
        </p:nvSpPr>
        <p:spPr>
          <a:xfrm>
            <a:off x="27914600" y="-2301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8" name="Freeform 2827"/>
          <p:cNvSpPr/>
          <p:nvPr/>
        </p:nvSpPr>
        <p:spPr>
          <a:xfrm>
            <a:off x="27952700" y="-2302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9" name="Freeform 2828"/>
          <p:cNvSpPr/>
          <p:nvPr/>
        </p:nvSpPr>
        <p:spPr>
          <a:xfrm>
            <a:off x="27978100" y="-23025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0" name="Freeform 2829"/>
          <p:cNvSpPr/>
          <p:nvPr/>
        </p:nvSpPr>
        <p:spPr>
          <a:xfrm>
            <a:off x="28016200" y="-22974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7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1" name="Freeform 2830"/>
          <p:cNvSpPr/>
          <p:nvPr/>
        </p:nvSpPr>
        <p:spPr>
          <a:xfrm>
            <a:off x="280543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2" name="Freeform 2831"/>
          <p:cNvSpPr/>
          <p:nvPr/>
        </p:nvSpPr>
        <p:spPr>
          <a:xfrm>
            <a:off x="28092400" y="-2286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3" name="Freeform 2832"/>
          <p:cNvSpPr/>
          <p:nvPr/>
        </p:nvSpPr>
        <p:spPr>
          <a:xfrm>
            <a:off x="28117800" y="-22821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4" name="Freeform 2833"/>
          <p:cNvSpPr/>
          <p:nvPr/>
        </p:nvSpPr>
        <p:spPr>
          <a:xfrm>
            <a:off x="28155900" y="-22796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5" name="Freeform 2834"/>
          <p:cNvSpPr/>
          <p:nvPr/>
        </p:nvSpPr>
        <p:spPr>
          <a:xfrm>
            <a:off x="28194000" y="-2280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6" name="Freeform 2835"/>
          <p:cNvSpPr/>
          <p:nvPr/>
        </p:nvSpPr>
        <p:spPr>
          <a:xfrm>
            <a:off x="28219400" y="-2280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7" name="Freeform 2836"/>
          <p:cNvSpPr/>
          <p:nvPr/>
        </p:nvSpPr>
        <p:spPr>
          <a:xfrm>
            <a:off x="28257500" y="-2283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8" name="Freeform 2837"/>
          <p:cNvSpPr/>
          <p:nvPr/>
        </p:nvSpPr>
        <p:spPr>
          <a:xfrm>
            <a:off x="28295600" y="-2287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9" name="Freeform 2838"/>
          <p:cNvSpPr/>
          <p:nvPr/>
        </p:nvSpPr>
        <p:spPr>
          <a:xfrm>
            <a:off x="28333700" y="-22936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0" name="Freeform 2839"/>
          <p:cNvSpPr/>
          <p:nvPr/>
        </p:nvSpPr>
        <p:spPr>
          <a:xfrm>
            <a:off x="28359100" y="-231394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1" name="Freeform 2840"/>
          <p:cNvSpPr/>
          <p:nvPr/>
        </p:nvSpPr>
        <p:spPr>
          <a:xfrm>
            <a:off x="28397200" y="-232283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2" name="Freeform 2841"/>
          <p:cNvSpPr/>
          <p:nvPr/>
        </p:nvSpPr>
        <p:spPr>
          <a:xfrm>
            <a:off x="28435300" y="-23241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3" name="Freeform 2842"/>
          <p:cNvSpPr/>
          <p:nvPr/>
        </p:nvSpPr>
        <p:spPr>
          <a:xfrm>
            <a:off x="28460700" y="-2325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4" name="Freeform 2843"/>
          <p:cNvSpPr/>
          <p:nvPr/>
        </p:nvSpPr>
        <p:spPr>
          <a:xfrm>
            <a:off x="28498800" y="-2327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5" name="Freeform 2844"/>
          <p:cNvSpPr/>
          <p:nvPr/>
        </p:nvSpPr>
        <p:spPr>
          <a:xfrm>
            <a:off x="28536900" y="-2330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6" name="Freeform 2845"/>
          <p:cNvSpPr/>
          <p:nvPr/>
        </p:nvSpPr>
        <p:spPr>
          <a:xfrm>
            <a:off x="28575000" y="-2330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7" name="Freeform 2846"/>
          <p:cNvSpPr/>
          <p:nvPr/>
        </p:nvSpPr>
        <p:spPr>
          <a:xfrm>
            <a:off x="28600400" y="-2331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8" name="Freeform 2847"/>
          <p:cNvSpPr/>
          <p:nvPr/>
        </p:nvSpPr>
        <p:spPr>
          <a:xfrm>
            <a:off x="28638500" y="-2331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9" name="Freeform 2848"/>
          <p:cNvSpPr/>
          <p:nvPr/>
        </p:nvSpPr>
        <p:spPr>
          <a:xfrm>
            <a:off x="28676600" y="-23317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0" name="Rectangle 2849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1" name="Rectangle 2850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52" name="Picture 28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853" name="Picture 28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854" name="TextBox 28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2855" name="TextBox 2854"/>
          <p:cNvSpPr txBox="1"/>
          <p:nvPr/>
        </p:nvSpPr>
        <p:spPr>
          <a:xfrm>
            <a:off x="359993" y="4983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2856" name="TextBox 2855"/>
          <p:cNvSpPr txBox="1"/>
          <p:nvPr/>
        </p:nvSpPr>
        <p:spPr>
          <a:xfrm>
            <a:off x="1754582" y="1777011"/>
            <a:ext cx="4030813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57" name="TextBox 2856"/>
          <p:cNvSpPr txBox="1"/>
          <p:nvPr/>
        </p:nvSpPr>
        <p:spPr>
          <a:xfrm>
            <a:off x="1542190" y="1664992"/>
            <a:ext cx="4243205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858" name="TextBox 2857"/>
          <p:cNvSpPr txBox="1"/>
          <p:nvPr/>
        </p:nvSpPr>
        <p:spPr>
          <a:xfrm>
            <a:off x="1390868" y="1534650"/>
            <a:ext cx="4394527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59" name="TextBox 2858"/>
          <p:cNvSpPr txBox="1"/>
          <p:nvPr/>
        </p:nvSpPr>
        <p:spPr>
          <a:xfrm>
            <a:off x="2809977" y="1690321"/>
            <a:ext cx="2975418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60" name="TextBox 2859"/>
          <p:cNvSpPr txBox="1"/>
          <p:nvPr/>
        </p:nvSpPr>
        <p:spPr>
          <a:xfrm>
            <a:off x="2588978" y="1709832"/>
            <a:ext cx="3196417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61" name="TextBox 2860"/>
          <p:cNvSpPr txBox="1"/>
          <p:nvPr/>
        </p:nvSpPr>
        <p:spPr>
          <a:xfrm>
            <a:off x="2389113" y="1727474"/>
            <a:ext cx="3396282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62" name="TextBox 2861"/>
          <p:cNvSpPr txBox="1"/>
          <p:nvPr/>
        </p:nvSpPr>
        <p:spPr>
          <a:xfrm>
            <a:off x="2189253" y="1745116"/>
            <a:ext cx="3596142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863" name="TextBox 2862"/>
          <p:cNvSpPr txBox="1"/>
          <p:nvPr/>
        </p:nvSpPr>
        <p:spPr>
          <a:xfrm>
            <a:off x="1989394" y="1762758"/>
            <a:ext cx="3796001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864" name="TextBox 2863"/>
          <p:cNvSpPr txBox="1"/>
          <p:nvPr/>
        </p:nvSpPr>
        <p:spPr>
          <a:xfrm>
            <a:off x="1810680" y="1778531"/>
            <a:ext cx="3974715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65" name="TextBox 2864"/>
          <p:cNvSpPr txBox="1"/>
          <p:nvPr/>
        </p:nvSpPr>
        <p:spPr>
          <a:xfrm>
            <a:off x="1347131" y="1224280"/>
            <a:ext cx="443826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66" name="TextBox 2865"/>
          <p:cNvSpPr txBox="1"/>
          <p:nvPr/>
        </p:nvSpPr>
        <p:spPr>
          <a:xfrm>
            <a:off x="1347131" y="962470"/>
            <a:ext cx="443826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867" name="TextBox 2866"/>
          <p:cNvSpPr txBox="1"/>
          <p:nvPr/>
        </p:nvSpPr>
        <p:spPr>
          <a:xfrm>
            <a:off x="1156364" y="1852084"/>
            <a:ext cx="4629031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of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servers,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2868" name="TextBox 2867"/>
          <p:cNvSpPr txBox="1"/>
          <p:nvPr/>
        </p:nvSpPr>
        <p:spPr>
          <a:xfrm>
            <a:off x="2203061" y="1846774"/>
            <a:ext cx="358233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2869" name="TextBox 2868"/>
          <p:cNvSpPr txBox="1"/>
          <p:nvPr/>
        </p:nvSpPr>
        <p:spPr>
          <a:xfrm>
            <a:off x="1246249" y="876885"/>
            <a:ext cx="4539146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of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spares,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870" name="TextBox 2869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871" name="TextBox 2870"/>
          <p:cNvSpPr txBox="1"/>
          <p:nvPr/>
        </p:nvSpPr>
        <p:spPr>
          <a:xfrm>
            <a:off x="5624562" y="3150693"/>
            <a:ext cx="1608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88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3698" y="1676853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621838" y="1555669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439978" y="1434486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2439290" y="1434486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239428" y="1452127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2039565" y="1469769"/>
            <a:ext cx="363721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 flipV="1">
            <a:off x="1839703" y="1487411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1639840" y="1505052"/>
            <a:ext cx="363721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1439978" y="1522694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778802" y="1676853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596942" y="1555669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415082" y="1434486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803698" y="1762924"/>
            <a:ext cx="24209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621838" y="1641741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439978" y="1520557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782789" y="1663378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582927" y="1681020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383065" y="1698662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183202" y="1716304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1983340" y="1733945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1783478" y="1751587"/>
            <a:ext cx="20220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439290" y="1434486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239428" y="1452127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39565" y="1469769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839703" y="1487411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639840" y="1505052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439978" y="1522694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2439290" y="1434486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1439978" y="1522694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803698" y="1676853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439978" y="1434486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778802" y="967129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596942" y="845946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415082" y="724762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39290" y="724762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239428" y="742404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039565" y="760045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839703" y="77768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639840" y="795329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439978" y="812970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 flipV="1">
            <a:off x="2439290" y="724762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1439978" y="724762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03010" y="165255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603148" y="1670195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403286" y="1687837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203423" y="170547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003561" y="1723120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803698" y="174076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2778802" y="1418992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2778802" y="1157181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03010" y="967129"/>
            <a:ext cx="0" cy="7097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439290" y="724762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239428" y="742404"/>
            <a:ext cx="0" cy="70972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039565" y="760045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839703" y="777687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639840" y="795329"/>
            <a:ext cx="0" cy="70972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439978" y="812970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439290" y="1410187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239428" y="1427828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039565" y="144547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839703" y="146311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639840" y="1480753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1439978" y="1498395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439290" y="72476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239428" y="74240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039565" y="760045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839703" y="777687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639840" y="79532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439978" y="812970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1439978" y="1176625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1439978" y="914814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2415082" y="1176625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2415082" y="914814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439978" y="1262696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439978" y="1000886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439290" y="724762"/>
            <a:ext cx="0" cy="7097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439978" y="812970"/>
            <a:ext cx="0" cy="7097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803010" y="967129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621150" y="845946"/>
            <a:ext cx="0" cy="70972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439290" y="724762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803010" y="165255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621150" y="153137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439290" y="1410187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03010" y="96712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621150" y="845946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439290" y="72476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 flipV="1">
            <a:off x="2439290" y="1176625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 flipV="1">
            <a:off x="2439290" y="914814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 flipV="1">
            <a:off x="2782789" y="1405518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 flipV="1">
            <a:off x="2782789" y="114370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439290" y="1176625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439290" y="914814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803698" y="174076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621838" y="161957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439978" y="1498395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439978" y="1264833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439978" y="1003022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17907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828800" y="168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8923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9304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968500" y="167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9939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20320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2070100" y="167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20955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2133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21717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2209800" y="1663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22352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22733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2311400" y="1625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23368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23749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24130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24511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2476500" y="1587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2514600" y="1536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2552700" y="1498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25781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26162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26543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26924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27178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27559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7780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816100" y="1689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8415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8796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9177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955800" y="167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9812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0193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0574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0828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1209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1590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21971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22225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2606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298700" y="1612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3241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362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4003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4384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2463800" y="1574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2501900" y="1524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2540000" y="1498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25654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26035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2641600" y="1485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2679700" y="147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27051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27432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7653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803400" y="167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8288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8669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9050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9431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9685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20066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20447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20701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21082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1463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1844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209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2479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286000" y="1600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3114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349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3876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4257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451100" y="1574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489200" y="152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5273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552700" y="147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5908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6289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667000" y="147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26924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27305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752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7907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8288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8542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8923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304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558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939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2032000" y="1651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20574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2095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21336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2171700" y="1638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2197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2352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273300" y="1600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2987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3368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3749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4130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438400" y="1562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476500" y="1511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514600" y="147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5400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25781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26162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26543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26797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2717800" y="1460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17399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1778000" y="1663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18161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18415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18796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1917700" y="1651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19431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19812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20193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20574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2082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21209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21590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2184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2222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22606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22860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2324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23622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2400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2425700" y="1549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2463800" y="149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25019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25273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25654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2603500" y="1460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26416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26670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27051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17272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17653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18034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1828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18669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19050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19304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1968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20066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20447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2070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2108200" y="162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21463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2171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22098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2247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22860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2311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23495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23876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2413000" y="1549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2451100" y="1498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24892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2527300" y="1447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25527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25908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26289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26543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26924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1714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17526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17907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18161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1854200" y="1638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1892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19177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1955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1993900" y="162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20320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20574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2095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21336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2159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21971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22352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22733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2298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23368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2374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2400300" y="1536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2438400" y="1485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2476500" y="1447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25146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2540000" y="1447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25781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26162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26416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2679700" y="1435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1701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1739900" y="1638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17780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1803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1841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18796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19050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19431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1981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20193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2044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20828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2120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2146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2184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22225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22606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22860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2324100" y="158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23622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2387600" y="1524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2425700" y="147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24638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25019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25273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25654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26035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26289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26670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1689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1727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1765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1790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18288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18669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1892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1930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19685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20066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2032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2070100" y="160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21082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2133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2171700" y="1549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2209800" y="1511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6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2247900" y="1511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9"/>
          </a:solidFill>
          <a:ln w="3175">
            <a:solidFill>
              <a:srgbClr val="0000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2273300" y="1549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B"/>
          </a:solidFill>
          <a:ln w="3175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2311400" y="1549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2349500" y="1549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2374900" y="1511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00B9"/>
          </a:solidFill>
          <a:ln w="3175">
            <a:solidFill>
              <a:srgbClr val="0000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2413000" y="1460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8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24511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49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2489200" y="1422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5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25146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25527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2590800" y="1409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26162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26543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1676400" y="162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1714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17526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17780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1816100" y="1612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18542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18796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1917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1955800" y="160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1993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20193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2057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2095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21209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2159000" y="1524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5"/>
          </a:solidFill>
          <a:ln w="3175">
            <a:solidFill>
              <a:srgbClr val="000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2197100" y="1422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7"/>
                </a:lnTo>
                <a:lnTo>
                  <a:pt x="3" y="0"/>
                </a:lnTo>
                <a:lnTo>
                  <a:pt x="0" y="8"/>
                </a:lnTo>
                <a:lnTo>
                  <a:pt x="1" y="10"/>
                </a:lnTo>
                <a:close/>
              </a:path>
            </a:pathLst>
          </a:custGeom>
          <a:solidFill>
            <a:srgbClr val="0001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2235200" y="14224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7"/>
                </a:moveTo>
                <a:lnTo>
                  <a:pt x="3" y="10"/>
                </a:lnTo>
                <a:lnTo>
                  <a:pt x="2" y="4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2260600" y="1473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1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00E3"/>
          </a:solidFill>
          <a:ln w="3175">
            <a:solidFill>
              <a:srgbClr val="0000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2298700" y="1485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2336800" y="1485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2362200" y="1447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5"/>
                </a:lnTo>
                <a:lnTo>
                  <a:pt x="3" y="0"/>
                </a:lnTo>
                <a:lnTo>
                  <a:pt x="0" y="3"/>
                </a:lnTo>
                <a:lnTo>
                  <a:pt x="1" y="8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2400300" y="14097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8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2438400" y="1384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72FF"/>
          </a:solidFill>
          <a:ln w="3175">
            <a:solidFill>
              <a:srgbClr val="005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2476500" y="137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2501900" y="137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25400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25781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2603500" y="135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2641600" y="135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1663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17018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1739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1765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1803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18415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Freeform 428"/>
          <p:cNvSpPr/>
          <p:nvPr/>
        </p:nvSpPr>
        <p:spPr>
          <a:xfrm>
            <a:off x="18669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19050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19431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19812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2006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2044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20828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21082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2146300" y="152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D"/>
          </a:solidFill>
          <a:ln w="3175">
            <a:solidFill>
              <a:srgbClr val="00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2184400" y="1409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0030FF"/>
          </a:solidFill>
          <a:ln w="3175">
            <a:solidFill>
              <a:srgbClr val="002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2222500" y="140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2247900" y="143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2286000" y="143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2324100" y="1435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2349500" y="1397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2387600" y="1358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2425700" y="1333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B5FF"/>
          </a:solidFill>
          <a:ln w="3175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2463800" y="1333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CFF"/>
          </a:solidFill>
          <a:ln w="3175">
            <a:solidFill>
              <a:srgbClr val="00A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24892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25273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2565400" y="1320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25908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2628900" y="1308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1651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1689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17272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1752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1790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18288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1854200" y="158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1892300" y="158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19304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19685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1993900" y="1574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2032000" y="1574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2070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20955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2133600" y="1511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D"/>
          </a:solidFill>
          <a:ln w="3175">
            <a:solidFill>
              <a:srgbClr val="00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2171700" y="1397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22098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E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22352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22733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2311400" y="1409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2336800" y="138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6FFF"/>
          </a:solidFill>
          <a:ln w="3175">
            <a:solidFill>
              <a:srgbClr val="005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2374900" y="1346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2413000" y="132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2451100" y="130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2476500" y="1308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25146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2552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25781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2616200" y="1295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1638300" y="160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1676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1714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17399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1778000" y="158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18161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18415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1879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Freeform 488"/>
          <p:cNvSpPr/>
          <p:nvPr/>
        </p:nvSpPr>
        <p:spPr>
          <a:xfrm>
            <a:off x="1917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Freeform 489"/>
          <p:cNvSpPr/>
          <p:nvPr/>
        </p:nvSpPr>
        <p:spPr>
          <a:xfrm>
            <a:off x="1955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Freeform 490"/>
          <p:cNvSpPr/>
          <p:nvPr/>
        </p:nvSpPr>
        <p:spPr>
          <a:xfrm>
            <a:off x="19812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Freeform 491"/>
          <p:cNvSpPr/>
          <p:nvPr/>
        </p:nvSpPr>
        <p:spPr>
          <a:xfrm>
            <a:off x="20193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Freeform 492"/>
          <p:cNvSpPr/>
          <p:nvPr/>
        </p:nvSpPr>
        <p:spPr>
          <a:xfrm>
            <a:off x="20574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Freeform 493"/>
          <p:cNvSpPr/>
          <p:nvPr/>
        </p:nvSpPr>
        <p:spPr>
          <a:xfrm>
            <a:off x="20828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Freeform 494"/>
          <p:cNvSpPr/>
          <p:nvPr/>
        </p:nvSpPr>
        <p:spPr>
          <a:xfrm>
            <a:off x="2120900" y="149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Freeform 495"/>
          <p:cNvSpPr/>
          <p:nvPr/>
        </p:nvSpPr>
        <p:spPr>
          <a:xfrm>
            <a:off x="2159000" y="13843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Freeform 496"/>
          <p:cNvSpPr/>
          <p:nvPr/>
        </p:nvSpPr>
        <p:spPr>
          <a:xfrm>
            <a:off x="21971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Freeform 497"/>
          <p:cNvSpPr/>
          <p:nvPr/>
        </p:nvSpPr>
        <p:spPr>
          <a:xfrm>
            <a:off x="22225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Freeform 498"/>
          <p:cNvSpPr/>
          <p:nvPr/>
        </p:nvSpPr>
        <p:spPr>
          <a:xfrm>
            <a:off x="22606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Freeform 499"/>
          <p:cNvSpPr/>
          <p:nvPr/>
        </p:nvSpPr>
        <p:spPr>
          <a:xfrm>
            <a:off x="22987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Freeform 500"/>
          <p:cNvSpPr/>
          <p:nvPr/>
        </p:nvSpPr>
        <p:spPr>
          <a:xfrm>
            <a:off x="23241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Freeform 501"/>
          <p:cNvSpPr/>
          <p:nvPr/>
        </p:nvSpPr>
        <p:spPr>
          <a:xfrm>
            <a:off x="23622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Freeform 502"/>
          <p:cNvSpPr/>
          <p:nvPr/>
        </p:nvSpPr>
        <p:spPr>
          <a:xfrm>
            <a:off x="2400300" y="130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Freeform 503"/>
          <p:cNvSpPr/>
          <p:nvPr/>
        </p:nvSpPr>
        <p:spPr>
          <a:xfrm>
            <a:off x="2438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Freeform 504"/>
          <p:cNvSpPr/>
          <p:nvPr/>
        </p:nvSpPr>
        <p:spPr>
          <a:xfrm>
            <a:off x="24638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Freeform 505"/>
          <p:cNvSpPr/>
          <p:nvPr/>
        </p:nvSpPr>
        <p:spPr>
          <a:xfrm>
            <a:off x="25019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Freeform 506"/>
          <p:cNvSpPr/>
          <p:nvPr/>
        </p:nvSpPr>
        <p:spPr>
          <a:xfrm>
            <a:off x="2540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Freeform 507"/>
          <p:cNvSpPr/>
          <p:nvPr/>
        </p:nvSpPr>
        <p:spPr>
          <a:xfrm>
            <a:off x="25654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Freeform 508"/>
          <p:cNvSpPr/>
          <p:nvPr/>
        </p:nvSpPr>
        <p:spPr>
          <a:xfrm>
            <a:off x="26035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Freeform 509"/>
          <p:cNvSpPr/>
          <p:nvPr/>
        </p:nvSpPr>
        <p:spPr>
          <a:xfrm>
            <a:off x="1625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Freeform 510"/>
          <p:cNvSpPr/>
          <p:nvPr/>
        </p:nvSpPr>
        <p:spPr>
          <a:xfrm>
            <a:off x="1663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Freeform 511"/>
          <p:cNvSpPr/>
          <p:nvPr/>
        </p:nvSpPr>
        <p:spPr>
          <a:xfrm>
            <a:off x="17018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Freeform 512"/>
          <p:cNvSpPr/>
          <p:nvPr/>
        </p:nvSpPr>
        <p:spPr>
          <a:xfrm>
            <a:off x="17272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Freeform 513"/>
          <p:cNvSpPr/>
          <p:nvPr/>
        </p:nvSpPr>
        <p:spPr>
          <a:xfrm>
            <a:off x="1765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Freeform 514"/>
          <p:cNvSpPr/>
          <p:nvPr/>
        </p:nvSpPr>
        <p:spPr>
          <a:xfrm>
            <a:off x="1803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Freeform 515"/>
          <p:cNvSpPr/>
          <p:nvPr/>
        </p:nvSpPr>
        <p:spPr>
          <a:xfrm>
            <a:off x="18288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Freeform 516"/>
          <p:cNvSpPr/>
          <p:nvPr/>
        </p:nvSpPr>
        <p:spPr>
          <a:xfrm>
            <a:off x="18669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Freeform 517"/>
          <p:cNvSpPr/>
          <p:nvPr/>
        </p:nvSpPr>
        <p:spPr>
          <a:xfrm>
            <a:off x="1905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Freeform 518"/>
          <p:cNvSpPr/>
          <p:nvPr/>
        </p:nvSpPr>
        <p:spPr>
          <a:xfrm>
            <a:off x="1943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Freeform 519"/>
          <p:cNvSpPr/>
          <p:nvPr/>
        </p:nvSpPr>
        <p:spPr>
          <a:xfrm>
            <a:off x="19685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Freeform 520"/>
          <p:cNvSpPr/>
          <p:nvPr/>
        </p:nvSpPr>
        <p:spPr>
          <a:xfrm>
            <a:off x="20066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Freeform 521"/>
          <p:cNvSpPr/>
          <p:nvPr/>
        </p:nvSpPr>
        <p:spPr>
          <a:xfrm>
            <a:off x="20447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Freeform 522"/>
          <p:cNvSpPr/>
          <p:nvPr/>
        </p:nvSpPr>
        <p:spPr>
          <a:xfrm>
            <a:off x="20701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Freeform 523"/>
          <p:cNvSpPr/>
          <p:nvPr/>
        </p:nvSpPr>
        <p:spPr>
          <a:xfrm>
            <a:off x="2108200" y="1498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Freeform 524"/>
          <p:cNvSpPr/>
          <p:nvPr/>
        </p:nvSpPr>
        <p:spPr>
          <a:xfrm>
            <a:off x="2146300" y="1384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Freeform 525"/>
          <p:cNvSpPr/>
          <p:nvPr/>
        </p:nvSpPr>
        <p:spPr>
          <a:xfrm>
            <a:off x="2184400" y="138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Freeform 526"/>
          <p:cNvSpPr/>
          <p:nvPr/>
        </p:nvSpPr>
        <p:spPr>
          <a:xfrm>
            <a:off x="22098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Freeform 527"/>
          <p:cNvSpPr/>
          <p:nvPr/>
        </p:nvSpPr>
        <p:spPr>
          <a:xfrm>
            <a:off x="22479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Freeform 528"/>
          <p:cNvSpPr/>
          <p:nvPr/>
        </p:nvSpPr>
        <p:spPr>
          <a:xfrm>
            <a:off x="2286000" y="139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Freeform 529"/>
          <p:cNvSpPr/>
          <p:nvPr/>
        </p:nvSpPr>
        <p:spPr>
          <a:xfrm>
            <a:off x="23114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Freeform 530"/>
          <p:cNvSpPr/>
          <p:nvPr/>
        </p:nvSpPr>
        <p:spPr>
          <a:xfrm>
            <a:off x="2349500" y="1333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Freeform 531"/>
          <p:cNvSpPr/>
          <p:nvPr/>
        </p:nvSpPr>
        <p:spPr>
          <a:xfrm>
            <a:off x="2387600" y="129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Freeform 532"/>
          <p:cNvSpPr/>
          <p:nvPr/>
        </p:nvSpPr>
        <p:spPr>
          <a:xfrm>
            <a:off x="24257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Freeform 533"/>
          <p:cNvSpPr/>
          <p:nvPr/>
        </p:nvSpPr>
        <p:spPr>
          <a:xfrm>
            <a:off x="24511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Freeform 534"/>
          <p:cNvSpPr/>
          <p:nvPr/>
        </p:nvSpPr>
        <p:spPr>
          <a:xfrm>
            <a:off x="24892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Freeform 535"/>
          <p:cNvSpPr/>
          <p:nvPr/>
        </p:nvSpPr>
        <p:spPr>
          <a:xfrm>
            <a:off x="25273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25527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25908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16129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16510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Freeform 540"/>
          <p:cNvSpPr/>
          <p:nvPr/>
        </p:nvSpPr>
        <p:spPr>
          <a:xfrm>
            <a:off x="16891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Freeform 541"/>
          <p:cNvSpPr/>
          <p:nvPr/>
        </p:nvSpPr>
        <p:spPr>
          <a:xfrm>
            <a:off x="17145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Freeform 542"/>
          <p:cNvSpPr/>
          <p:nvPr/>
        </p:nvSpPr>
        <p:spPr>
          <a:xfrm>
            <a:off x="17526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Freeform 543"/>
          <p:cNvSpPr/>
          <p:nvPr/>
        </p:nvSpPr>
        <p:spPr>
          <a:xfrm>
            <a:off x="17907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Freeform 544"/>
          <p:cNvSpPr/>
          <p:nvPr/>
        </p:nvSpPr>
        <p:spPr>
          <a:xfrm>
            <a:off x="18161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Freeform 545"/>
          <p:cNvSpPr/>
          <p:nvPr/>
        </p:nvSpPr>
        <p:spPr>
          <a:xfrm>
            <a:off x="1854200" y="156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Freeform 546"/>
          <p:cNvSpPr/>
          <p:nvPr/>
        </p:nvSpPr>
        <p:spPr>
          <a:xfrm>
            <a:off x="18923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Freeform 547"/>
          <p:cNvSpPr/>
          <p:nvPr/>
        </p:nvSpPr>
        <p:spPr>
          <a:xfrm>
            <a:off x="1930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Freeform 548"/>
          <p:cNvSpPr/>
          <p:nvPr/>
        </p:nvSpPr>
        <p:spPr>
          <a:xfrm>
            <a:off x="19558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Freeform 549"/>
          <p:cNvSpPr/>
          <p:nvPr/>
        </p:nvSpPr>
        <p:spPr>
          <a:xfrm>
            <a:off x="19939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Freeform 550"/>
          <p:cNvSpPr/>
          <p:nvPr/>
        </p:nvSpPr>
        <p:spPr>
          <a:xfrm>
            <a:off x="20320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Freeform 551"/>
          <p:cNvSpPr/>
          <p:nvPr/>
        </p:nvSpPr>
        <p:spPr>
          <a:xfrm>
            <a:off x="20574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Freeform 552"/>
          <p:cNvSpPr/>
          <p:nvPr/>
        </p:nvSpPr>
        <p:spPr>
          <a:xfrm>
            <a:off x="2095500" y="1485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Freeform 553"/>
          <p:cNvSpPr/>
          <p:nvPr/>
        </p:nvSpPr>
        <p:spPr>
          <a:xfrm>
            <a:off x="2133600" y="13716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Freeform 554"/>
          <p:cNvSpPr/>
          <p:nvPr/>
        </p:nvSpPr>
        <p:spPr>
          <a:xfrm>
            <a:off x="21717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Freeform 555"/>
          <p:cNvSpPr/>
          <p:nvPr/>
        </p:nvSpPr>
        <p:spPr>
          <a:xfrm>
            <a:off x="21971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Freeform 556"/>
          <p:cNvSpPr/>
          <p:nvPr/>
        </p:nvSpPr>
        <p:spPr>
          <a:xfrm>
            <a:off x="22352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Freeform 557"/>
          <p:cNvSpPr/>
          <p:nvPr/>
        </p:nvSpPr>
        <p:spPr>
          <a:xfrm>
            <a:off x="22733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Freeform 558"/>
          <p:cNvSpPr/>
          <p:nvPr/>
        </p:nvSpPr>
        <p:spPr>
          <a:xfrm>
            <a:off x="22987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Freeform 559"/>
          <p:cNvSpPr/>
          <p:nvPr/>
        </p:nvSpPr>
        <p:spPr>
          <a:xfrm>
            <a:off x="23368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Freeform 560"/>
          <p:cNvSpPr/>
          <p:nvPr/>
        </p:nvSpPr>
        <p:spPr>
          <a:xfrm>
            <a:off x="2374900" y="129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Freeform 561"/>
          <p:cNvSpPr/>
          <p:nvPr/>
        </p:nvSpPr>
        <p:spPr>
          <a:xfrm>
            <a:off x="24130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Freeform 562"/>
          <p:cNvSpPr/>
          <p:nvPr/>
        </p:nvSpPr>
        <p:spPr>
          <a:xfrm>
            <a:off x="24384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Freeform 563"/>
          <p:cNvSpPr/>
          <p:nvPr/>
        </p:nvSpPr>
        <p:spPr>
          <a:xfrm>
            <a:off x="24765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Freeform 564"/>
          <p:cNvSpPr/>
          <p:nvPr/>
        </p:nvSpPr>
        <p:spPr>
          <a:xfrm>
            <a:off x="25146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Freeform 565"/>
          <p:cNvSpPr/>
          <p:nvPr/>
        </p:nvSpPr>
        <p:spPr>
          <a:xfrm>
            <a:off x="25400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Freeform 566"/>
          <p:cNvSpPr/>
          <p:nvPr/>
        </p:nvSpPr>
        <p:spPr>
          <a:xfrm>
            <a:off x="2578100" y="1282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Freeform 567"/>
          <p:cNvSpPr/>
          <p:nvPr/>
        </p:nvSpPr>
        <p:spPr>
          <a:xfrm>
            <a:off x="16002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Freeform 568"/>
          <p:cNvSpPr/>
          <p:nvPr/>
        </p:nvSpPr>
        <p:spPr>
          <a:xfrm>
            <a:off x="16383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Freeform 569"/>
          <p:cNvSpPr/>
          <p:nvPr/>
        </p:nvSpPr>
        <p:spPr>
          <a:xfrm>
            <a:off x="16764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Freeform 570"/>
          <p:cNvSpPr/>
          <p:nvPr/>
        </p:nvSpPr>
        <p:spPr>
          <a:xfrm>
            <a:off x="17018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Freeform 571"/>
          <p:cNvSpPr/>
          <p:nvPr/>
        </p:nvSpPr>
        <p:spPr>
          <a:xfrm>
            <a:off x="17399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Freeform 572"/>
          <p:cNvSpPr/>
          <p:nvPr/>
        </p:nvSpPr>
        <p:spPr>
          <a:xfrm>
            <a:off x="17780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Freeform 573"/>
          <p:cNvSpPr/>
          <p:nvPr/>
        </p:nvSpPr>
        <p:spPr>
          <a:xfrm>
            <a:off x="18161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Freeform 574"/>
          <p:cNvSpPr/>
          <p:nvPr/>
        </p:nvSpPr>
        <p:spPr>
          <a:xfrm>
            <a:off x="18415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Freeform 575"/>
          <p:cNvSpPr/>
          <p:nvPr/>
        </p:nvSpPr>
        <p:spPr>
          <a:xfrm>
            <a:off x="18796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Freeform 576"/>
          <p:cNvSpPr/>
          <p:nvPr/>
        </p:nvSpPr>
        <p:spPr>
          <a:xfrm>
            <a:off x="1917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Freeform 577"/>
          <p:cNvSpPr/>
          <p:nvPr/>
        </p:nvSpPr>
        <p:spPr>
          <a:xfrm>
            <a:off x="19431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Freeform 578"/>
          <p:cNvSpPr/>
          <p:nvPr/>
        </p:nvSpPr>
        <p:spPr>
          <a:xfrm>
            <a:off x="1981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Freeform 579"/>
          <p:cNvSpPr/>
          <p:nvPr/>
        </p:nvSpPr>
        <p:spPr>
          <a:xfrm>
            <a:off x="20193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Freeform 580"/>
          <p:cNvSpPr/>
          <p:nvPr/>
        </p:nvSpPr>
        <p:spPr>
          <a:xfrm>
            <a:off x="20447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Freeform 581"/>
          <p:cNvSpPr/>
          <p:nvPr/>
        </p:nvSpPr>
        <p:spPr>
          <a:xfrm>
            <a:off x="2082800" y="147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F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Freeform 582"/>
          <p:cNvSpPr/>
          <p:nvPr/>
        </p:nvSpPr>
        <p:spPr>
          <a:xfrm>
            <a:off x="2120900" y="13589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Freeform 583"/>
          <p:cNvSpPr/>
          <p:nvPr/>
        </p:nvSpPr>
        <p:spPr>
          <a:xfrm>
            <a:off x="21590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Freeform 584"/>
          <p:cNvSpPr/>
          <p:nvPr/>
        </p:nvSpPr>
        <p:spPr>
          <a:xfrm>
            <a:off x="21844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Freeform 585"/>
          <p:cNvSpPr/>
          <p:nvPr/>
        </p:nvSpPr>
        <p:spPr>
          <a:xfrm>
            <a:off x="22225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Freeform 586"/>
          <p:cNvSpPr/>
          <p:nvPr/>
        </p:nvSpPr>
        <p:spPr>
          <a:xfrm>
            <a:off x="22606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Freeform 587"/>
          <p:cNvSpPr/>
          <p:nvPr/>
        </p:nvSpPr>
        <p:spPr>
          <a:xfrm>
            <a:off x="22860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Freeform 588"/>
          <p:cNvSpPr/>
          <p:nvPr/>
        </p:nvSpPr>
        <p:spPr>
          <a:xfrm>
            <a:off x="2324100" y="1308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B2FF"/>
          </a:solidFill>
          <a:ln w="3175">
            <a:solidFill>
              <a:srgbClr val="008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Freeform 589"/>
          <p:cNvSpPr/>
          <p:nvPr/>
        </p:nvSpPr>
        <p:spPr>
          <a:xfrm>
            <a:off x="2362200" y="127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EAFF"/>
          </a:solidFill>
          <a:ln w="3175">
            <a:solidFill>
              <a:srgbClr val="00B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Freeform 590"/>
          <p:cNvSpPr/>
          <p:nvPr/>
        </p:nvSpPr>
        <p:spPr>
          <a:xfrm>
            <a:off x="2400300" y="127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7FFF8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Freeform 591"/>
          <p:cNvSpPr/>
          <p:nvPr/>
        </p:nvSpPr>
        <p:spPr>
          <a:xfrm>
            <a:off x="2425700" y="127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4FFFB"/>
          </a:solidFill>
          <a:ln w="3175">
            <a:solidFill>
              <a:srgbClr val="03C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Freeform 592"/>
          <p:cNvSpPr/>
          <p:nvPr/>
        </p:nvSpPr>
        <p:spPr>
          <a:xfrm>
            <a:off x="2463800" y="127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Freeform 593"/>
          <p:cNvSpPr/>
          <p:nvPr/>
        </p:nvSpPr>
        <p:spPr>
          <a:xfrm>
            <a:off x="2501900" y="125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Freeform 594"/>
          <p:cNvSpPr/>
          <p:nvPr/>
        </p:nvSpPr>
        <p:spPr>
          <a:xfrm>
            <a:off x="2527300" y="125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Freeform 595"/>
          <p:cNvSpPr/>
          <p:nvPr/>
        </p:nvSpPr>
        <p:spPr>
          <a:xfrm>
            <a:off x="2565400" y="125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Freeform 596"/>
          <p:cNvSpPr/>
          <p:nvPr/>
        </p:nvSpPr>
        <p:spPr>
          <a:xfrm>
            <a:off x="1587500" y="1473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Freeform 597"/>
          <p:cNvSpPr/>
          <p:nvPr/>
        </p:nvSpPr>
        <p:spPr>
          <a:xfrm>
            <a:off x="1625600" y="1473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Freeform 598"/>
          <p:cNvSpPr/>
          <p:nvPr/>
        </p:nvSpPr>
        <p:spPr>
          <a:xfrm>
            <a:off x="1663700" y="1473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Freeform 599"/>
          <p:cNvSpPr/>
          <p:nvPr/>
        </p:nvSpPr>
        <p:spPr>
          <a:xfrm>
            <a:off x="1689100" y="1473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Freeform 600"/>
          <p:cNvSpPr/>
          <p:nvPr/>
        </p:nvSpPr>
        <p:spPr>
          <a:xfrm>
            <a:off x="1727200" y="1460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Freeform 601"/>
          <p:cNvSpPr/>
          <p:nvPr/>
        </p:nvSpPr>
        <p:spPr>
          <a:xfrm>
            <a:off x="1765300" y="1460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Freeform 602"/>
          <p:cNvSpPr/>
          <p:nvPr/>
        </p:nvSpPr>
        <p:spPr>
          <a:xfrm>
            <a:off x="1803400" y="1460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Freeform 603"/>
          <p:cNvSpPr/>
          <p:nvPr/>
        </p:nvSpPr>
        <p:spPr>
          <a:xfrm>
            <a:off x="1828800" y="1460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Freeform 604"/>
          <p:cNvSpPr/>
          <p:nvPr/>
        </p:nvSpPr>
        <p:spPr>
          <a:xfrm>
            <a:off x="1866900" y="1447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Freeform 605"/>
          <p:cNvSpPr/>
          <p:nvPr/>
        </p:nvSpPr>
        <p:spPr>
          <a:xfrm>
            <a:off x="1905000" y="1447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Freeform 606"/>
          <p:cNvSpPr/>
          <p:nvPr/>
        </p:nvSpPr>
        <p:spPr>
          <a:xfrm>
            <a:off x="1930400" y="1447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Freeform 607"/>
          <p:cNvSpPr/>
          <p:nvPr/>
        </p:nvSpPr>
        <p:spPr>
          <a:xfrm>
            <a:off x="1968500" y="1447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Freeform 608"/>
          <p:cNvSpPr/>
          <p:nvPr/>
        </p:nvSpPr>
        <p:spPr>
          <a:xfrm>
            <a:off x="2006600" y="14351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3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Freeform 609"/>
          <p:cNvSpPr/>
          <p:nvPr/>
        </p:nvSpPr>
        <p:spPr>
          <a:xfrm>
            <a:off x="2044700" y="1435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Freeform 610"/>
          <p:cNvSpPr/>
          <p:nvPr/>
        </p:nvSpPr>
        <p:spPr>
          <a:xfrm>
            <a:off x="2070100" y="1397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6"/>
                </a:lnTo>
                <a:lnTo>
                  <a:pt x="3" y="0"/>
                </a:lnTo>
                <a:lnTo>
                  <a:pt x="0" y="3"/>
                </a:lnTo>
                <a:lnTo>
                  <a:pt x="1" y="10"/>
                </a:lnTo>
                <a:close/>
              </a:path>
            </a:pathLst>
          </a:custGeom>
          <a:solidFill>
            <a:srgbClr val="0000F4"/>
          </a:solidFill>
          <a:ln w="3175">
            <a:solidFill>
              <a:srgbClr val="000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Freeform 611"/>
          <p:cNvSpPr/>
          <p:nvPr/>
        </p:nvSpPr>
        <p:spPr>
          <a:xfrm>
            <a:off x="2108200" y="1282700"/>
            <a:ext cx="50800" cy="190500"/>
          </a:xfrm>
          <a:custGeom>
            <a:avLst/>
            <a:gdLst/>
            <a:ahLst/>
            <a:cxnLst/>
            <a:rect l="l" t="t" r="r" b="b"/>
            <a:pathLst>
              <a:path w="4" h="15">
                <a:moveTo>
                  <a:pt x="1" y="15"/>
                </a:moveTo>
                <a:lnTo>
                  <a:pt x="4" y="6"/>
                </a:lnTo>
                <a:lnTo>
                  <a:pt x="3" y="0"/>
                </a:lnTo>
                <a:lnTo>
                  <a:pt x="0" y="9"/>
                </a:lnTo>
                <a:lnTo>
                  <a:pt x="1" y="15"/>
                </a:lnTo>
                <a:close/>
              </a:path>
            </a:pathLst>
          </a:custGeom>
          <a:solidFill>
            <a:srgbClr val="007A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Freeform 612"/>
          <p:cNvSpPr/>
          <p:nvPr/>
        </p:nvSpPr>
        <p:spPr>
          <a:xfrm>
            <a:off x="2146300" y="1282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6"/>
                </a:moveTo>
                <a:lnTo>
                  <a:pt x="3" y="8"/>
                </a:lnTo>
                <a:lnTo>
                  <a:pt x="2" y="3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BAFF"/>
          </a:solidFill>
          <a:ln w="3175">
            <a:solidFill>
              <a:srgbClr val="009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Freeform 613"/>
          <p:cNvSpPr/>
          <p:nvPr/>
        </p:nvSpPr>
        <p:spPr>
          <a:xfrm>
            <a:off x="2171700" y="1320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Freeform 614"/>
          <p:cNvSpPr/>
          <p:nvPr/>
        </p:nvSpPr>
        <p:spPr>
          <a:xfrm>
            <a:off x="2209800" y="1333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Freeform 615"/>
          <p:cNvSpPr/>
          <p:nvPr/>
        </p:nvSpPr>
        <p:spPr>
          <a:xfrm>
            <a:off x="2247900" y="1320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Freeform 616"/>
          <p:cNvSpPr/>
          <p:nvPr/>
        </p:nvSpPr>
        <p:spPr>
          <a:xfrm>
            <a:off x="2286000" y="11938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0" y="15"/>
                </a:moveTo>
                <a:lnTo>
                  <a:pt x="3" y="12"/>
                </a:lnTo>
                <a:lnTo>
                  <a:pt x="2" y="0"/>
                </a:lnTo>
                <a:lnTo>
                  <a:pt x="0" y="10"/>
                </a:lnTo>
                <a:lnTo>
                  <a:pt x="0" y="15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Freeform 617"/>
          <p:cNvSpPr/>
          <p:nvPr/>
        </p:nvSpPr>
        <p:spPr>
          <a:xfrm>
            <a:off x="2311400" y="1092200"/>
            <a:ext cx="50800" cy="254000"/>
          </a:xfrm>
          <a:custGeom>
            <a:avLst/>
            <a:gdLst/>
            <a:ahLst/>
            <a:cxnLst/>
            <a:rect l="l" t="t" r="r" b="b"/>
            <a:pathLst>
              <a:path w="4" h="20">
                <a:moveTo>
                  <a:pt x="1" y="20"/>
                </a:moveTo>
                <a:lnTo>
                  <a:pt x="4" y="17"/>
                </a:lnTo>
                <a:lnTo>
                  <a:pt x="3" y="0"/>
                </a:lnTo>
                <a:lnTo>
                  <a:pt x="0" y="8"/>
                </a:lnTo>
                <a:lnTo>
                  <a:pt x="1" y="20"/>
                </a:lnTo>
                <a:close/>
              </a:path>
            </a:pathLst>
          </a:custGeom>
          <a:solidFill>
            <a:srgbClr val="52FFAD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Freeform 618"/>
          <p:cNvSpPr/>
          <p:nvPr/>
        </p:nvSpPr>
        <p:spPr>
          <a:xfrm>
            <a:off x="2349500" y="10795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1" y="18"/>
                </a:moveTo>
                <a:lnTo>
                  <a:pt x="4" y="15"/>
                </a:lnTo>
                <a:lnTo>
                  <a:pt x="3" y="0"/>
                </a:lnTo>
                <a:lnTo>
                  <a:pt x="0" y="1"/>
                </a:lnTo>
                <a:lnTo>
                  <a:pt x="1" y="18"/>
                </a:lnTo>
                <a:close/>
              </a:path>
            </a:pathLst>
          </a:custGeom>
          <a:solidFill>
            <a:srgbClr val="9CFF63"/>
          </a:solidFill>
          <a:ln w="3175">
            <a:solidFill>
              <a:srgbClr val="7DC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Freeform 619"/>
          <p:cNvSpPr/>
          <p:nvPr/>
        </p:nvSpPr>
        <p:spPr>
          <a:xfrm>
            <a:off x="2387600" y="1066800"/>
            <a:ext cx="38100" cy="203200"/>
          </a:xfrm>
          <a:custGeom>
            <a:avLst/>
            <a:gdLst/>
            <a:ahLst/>
            <a:cxnLst/>
            <a:rect l="l" t="t" r="r" b="b"/>
            <a:pathLst>
              <a:path w="3" h="16">
                <a:moveTo>
                  <a:pt x="1" y="16"/>
                </a:moveTo>
                <a:lnTo>
                  <a:pt x="3" y="16"/>
                </a:lnTo>
                <a:lnTo>
                  <a:pt x="2" y="0"/>
                </a:lnTo>
                <a:lnTo>
                  <a:pt x="0" y="1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EC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Freeform 620"/>
          <p:cNvSpPr/>
          <p:nvPr/>
        </p:nvSpPr>
        <p:spPr>
          <a:xfrm>
            <a:off x="2413000" y="10668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3FF4C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Freeform 621"/>
          <p:cNvSpPr/>
          <p:nvPr/>
        </p:nvSpPr>
        <p:spPr>
          <a:xfrm>
            <a:off x="2451100" y="10668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Freeform 622"/>
          <p:cNvSpPr/>
          <p:nvPr/>
        </p:nvSpPr>
        <p:spPr>
          <a:xfrm>
            <a:off x="2489200" y="1054100"/>
            <a:ext cx="38100" cy="215900"/>
          </a:xfrm>
          <a:custGeom>
            <a:avLst/>
            <a:gdLst/>
            <a:ahLst/>
            <a:cxnLst/>
            <a:rect l="l" t="t" r="r" b="b"/>
            <a:pathLst>
              <a:path w="3" h="17">
                <a:moveTo>
                  <a:pt x="1" y="17"/>
                </a:moveTo>
                <a:lnTo>
                  <a:pt x="3" y="16"/>
                </a:lnTo>
                <a:lnTo>
                  <a:pt x="2" y="0"/>
                </a:lnTo>
                <a:lnTo>
                  <a:pt x="0" y="1"/>
                </a:lnTo>
                <a:lnTo>
                  <a:pt x="1" y="17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Freeform 623"/>
          <p:cNvSpPr/>
          <p:nvPr/>
        </p:nvSpPr>
        <p:spPr>
          <a:xfrm>
            <a:off x="2514600" y="10541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Freeform 624"/>
          <p:cNvSpPr/>
          <p:nvPr/>
        </p:nvSpPr>
        <p:spPr>
          <a:xfrm>
            <a:off x="2552700" y="10541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Freeform 625"/>
          <p:cNvSpPr/>
          <p:nvPr/>
        </p:nvSpPr>
        <p:spPr>
          <a:xfrm>
            <a:off x="1574800" y="142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Freeform 626"/>
          <p:cNvSpPr/>
          <p:nvPr/>
        </p:nvSpPr>
        <p:spPr>
          <a:xfrm>
            <a:off x="16129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Freeform 627"/>
          <p:cNvSpPr/>
          <p:nvPr/>
        </p:nvSpPr>
        <p:spPr>
          <a:xfrm>
            <a:off x="1651000" y="140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Freeform 628"/>
          <p:cNvSpPr/>
          <p:nvPr/>
        </p:nvSpPr>
        <p:spPr>
          <a:xfrm>
            <a:off x="1676400" y="140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Freeform 629"/>
          <p:cNvSpPr/>
          <p:nvPr/>
        </p:nvSpPr>
        <p:spPr>
          <a:xfrm>
            <a:off x="1714500" y="140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Freeform 630"/>
          <p:cNvSpPr/>
          <p:nvPr/>
        </p:nvSpPr>
        <p:spPr>
          <a:xfrm>
            <a:off x="17526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Freeform 631"/>
          <p:cNvSpPr/>
          <p:nvPr/>
        </p:nvSpPr>
        <p:spPr>
          <a:xfrm>
            <a:off x="1790700" y="1397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Freeform 632"/>
          <p:cNvSpPr/>
          <p:nvPr/>
        </p:nvSpPr>
        <p:spPr>
          <a:xfrm>
            <a:off x="1816100" y="1397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Freeform 633"/>
          <p:cNvSpPr/>
          <p:nvPr/>
        </p:nvSpPr>
        <p:spPr>
          <a:xfrm>
            <a:off x="1854200" y="1397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Freeform 634"/>
          <p:cNvSpPr/>
          <p:nvPr/>
        </p:nvSpPr>
        <p:spPr>
          <a:xfrm>
            <a:off x="1892300" y="139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Freeform 635"/>
          <p:cNvSpPr/>
          <p:nvPr/>
        </p:nvSpPr>
        <p:spPr>
          <a:xfrm>
            <a:off x="19177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Freeform 636"/>
          <p:cNvSpPr/>
          <p:nvPr/>
        </p:nvSpPr>
        <p:spPr>
          <a:xfrm>
            <a:off x="19558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Freeform 637"/>
          <p:cNvSpPr/>
          <p:nvPr/>
        </p:nvSpPr>
        <p:spPr>
          <a:xfrm>
            <a:off x="19939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Freeform 638"/>
          <p:cNvSpPr/>
          <p:nvPr/>
        </p:nvSpPr>
        <p:spPr>
          <a:xfrm>
            <a:off x="20320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Freeform 639"/>
          <p:cNvSpPr/>
          <p:nvPr/>
        </p:nvSpPr>
        <p:spPr>
          <a:xfrm>
            <a:off x="2057400" y="134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Freeform 640"/>
          <p:cNvSpPr/>
          <p:nvPr/>
        </p:nvSpPr>
        <p:spPr>
          <a:xfrm>
            <a:off x="2095500" y="1270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10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Freeform 641"/>
          <p:cNvSpPr/>
          <p:nvPr/>
        </p:nvSpPr>
        <p:spPr>
          <a:xfrm>
            <a:off x="2133600" y="1270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6FFF8"/>
          </a:solidFill>
          <a:ln w="3175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Freeform 642"/>
          <p:cNvSpPr/>
          <p:nvPr/>
        </p:nvSpPr>
        <p:spPr>
          <a:xfrm>
            <a:off x="2159000" y="1257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5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EDFF"/>
          </a:solidFill>
          <a:ln w="3175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Freeform 643"/>
          <p:cNvSpPr/>
          <p:nvPr/>
        </p:nvSpPr>
        <p:spPr>
          <a:xfrm>
            <a:off x="2197100" y="1257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EAFF"/>
          </a:solidFill>
          <a:ln w="3175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Freeform 644"/>
          <p:cNvSpPr/>
          <p:nvPr/>
        </p:nvSpPr>
        <p:spPr>
          <a:xfrm>
            <a:off x="2235200" y="1257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EAFF"/>
          </a:solidFill>
          <a:ln w="3175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Freeform 645"/>
          <p:cNvSpPr/>
          <p:nvPr/>
        </p:nvSpPr>
        <p:spPr>
          <a:xfrm>
            <a:off x="2273300" y="11303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5"/>
                </a:lnTo>
                <a:lnTo>
                  <a:pt x="2" y="0"/>
                </a:lnTo>
                <a:lnTo>
                  <a:pt x="0" y="10"/>
                </a:lnTo>
                <a:lnTo>
                  <a:pt x="1" y="15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Freeform 646"/>
          <p:cNvSpPr/>
          <p:nvPr/>
        </p:nvSpPr>
        <p:spPr>
          <a:xfrm>
            <a:off x="2298700" y="10160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6"/>
                </a:lnTo>
                <a:lnTo>
                  <a:pt x="3" y="0"/>
                </a:lnTo>
                <a:lnTo>
                  <a:pt x="0" y="9"/>
                </a:lnTo>
                <a:lnTo>
                  <a:pt x="1" y="14"/>
                </a:lnTo>
                <a:close/>
              </a:path>
            </a:pathLst>
          </a:custGeom>
          <a:solidFill>
            <a:srgbClr val="FFE400"/>
          </a:solidFill>
          <a:ln w="3175">
            <a:solidFill>
              <a:srgbClr val="CCB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Freeform 647"/>
          <p:cNvSpPr/>
          <p:nvPr/>
        </p:nvSpPr>
        <p:spPr>
          <a:xfrm>
            <a:off x="2336800" y="9398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6"/>
                </a:lnTo>
                <a:lnTo>
                  <a:pt x="1" y="12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Freeform 648"/>
          <p:cNvSpPr/>
          <p:nvPr/>
        </p:nvSpPr>
        <p:spPr>
          <a:xfrm>
            <a:off x="2374900" y="939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FF4300"/>
          </a:solidFill>
          <a:ln w="3175">
            <a:solidFill>
              <a:srgbClr val="CC3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Freeform 649"/>
          <p:cNvSpPr/>
          <p:nvPr/>
        </p:nvSpPr>
        <p:spPr>
          <a:xfrm>
            <a:off x="2400300" y="9398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Freeform 650"/>
          <p:cNvSpPr/>
          <p:nvPr/>
        </p:nvSpPr>
        <p:spPr>
          <a:xfrm>
            <a:off x="2438400" y="9398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Freeform 651"/>
          <p:cNvSpPr/>
          <p:nvPr/>
        </p:nvSpPr>
        <p:spPr>
          <a:xfrm>
            <a:off x="2476500" y="9271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0"/>
                </a:lnTo>
                <a:lnTo>
                  <a:pt x="3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Freeform 652"/>
          <p:cNvSpPr/>
          <p:nvPr/>
        </p:nvSpPr>
        <p:spPr>
          <a:xfrm>
            <a:off x="2514600" y="9271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Freeform 653"/>
          <p:cNvSpPr/>
          <p:nvPr/>
        </p:nvSpPr>
        <p:spPr>
          <a:xfrm>
            <a:off x="2540000" y="927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Freeform 654"/>
          <p:cNvSpPr/>
          <p:nvPr/>
        </p:nvSpPr>
        <p:spPr>
          <a:xfrm>
            <a:off x="15621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Freeform 655"/>
          <p:cNvSpPr/>
          <p:nvPr/>
        </p:nvSpPr>
        <p:spPr>
          <a:xfrm>
            <a:off x="16002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Freeform 656"/>
          <p:cNvSpPr/>
          <p:nvPr/>
        </p:nvSpPr>
        <p:spPr>
          <a:xfrm>
            <a:off x="16383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Freeform 657"/>
          <p:cNvSpPr/>
          <p:nvPr/>
        </p:nvSpPr>
        <p:spPr>
          <a:xfrm>
            <a:off x="1663700" y="1409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Freeform 658"/>
          <p:cNvSpPr/>
          <p:nvPr/>
        </p:nvSpPr>
        <p:spPr>
          <a:xfrm>
            <a:off x="17018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Freeform 659"/>
          <p:cNvSpPr/>
          <p:nvPr/>
        </p:nvSpPr>
        <p:spPr>
          <a:xfrm>
            <a:off x="17399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Freeform 660"/>
          <p:cNvSpPr/>
          <p:nvPr/>
        </p:nvSpPr>
        <p:spPr>
          <a:xfrm>
            <a:off x="1778000" y="139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Freeform 661"/>
          <p:cNvSpPr/>
          <p:nvPr/>
        </p:nvSpPr>
        <p:spPr>
          <a:xfrm>
            <a:off x="1803400" y="1397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Freeform 662"/>
          <p:cNvSpPr/>
          <p:nvPr/>
        </p:nvSpPr>
        <p:spPr>
          <a:xfrm>
            <a:off x="18415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Freeform 663"/>
          <p:cNvSpPr/>
          <p:nvPr/>
        </p:nvSpPr>
        <p:spPr>
          <a:xfrm>
            <a:off x="18796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Freeform 664"/>
          <p:cNvSpPr/>
          <p:nvPr/>
        </p:nvSpPr>
        <p:spPr>
          <a:xfrm>
            <a:off x="19050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Freeform 665"/>
          <p:cNvSpPr/>
          <p:nvPr/>
        </p:nvSpPr>
        <p:spPr>
          <a:xfrm>
            <a:off x="1943100" y="1384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Freeform 666"/>
          <p:cNvSpPr/>
          <p:nvPr/>
        </p:nvSpPr>
        <p:spPr>
          <a:xfrm>
            <a:off x="19812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Freeform 667"/>
          <p:cNvSpPr/>
          <p:nvPr/>
        </p:nvSpPr>
        <p:spPr>
          <a:xfrm>
            <a:off x="20193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Freeform 668"/>
          <p:cNvSpPr/>
          <p:nvPr/>
        </p:nvSpPr>
        <p:spPr>
          <a:xfrm>
            <a:off x="20447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Freeform 669"/>
          <p:cNvSpPr/>
          <p:nvPr/>
        </p:nvSpPr>
        <p:spPr>
          <a:xfrm>
            <a:off x="2082800" y="1257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A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Freeform 670"/>
          <p:cNvSpPr/>
          <p:nvPr/>
        </p:nvSpPr>
        <p:spPr>
          <a:xfrm>
            <a:off x="2120900" y="123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2DFFD2"/>
          </a:solidFill>
          <a:ln w="3175">
            <a:solidFill>
              <a:srgbClr val="24C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Freeform 671"/>
          <p:cNvSpPr/>
          <p:nvPr/>
        </p:nvSpPr>
        <p:spPr>
          <a:xfrm>
            <a:off x="2146300" y="121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Freeform 672"/>
          <p:cNvSpPr/>
          <p:nvPr/>
        </p:nvSpPr>
        <p:spPr>
          <a:xfrm>
            <a:off x="2184400" y="121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40FFBF"/>
          </a:solidFill>
          <a:ln w="3175">
            <a:solidFill>
              <a:srgbClr val="34CC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Freeform 673"/>
          <p:cNvSpPr/>
          <p:nvPr/>
        </p:nvSpPr>
        <p:spPr>
          <a:xfrm>
            <a:off x="2222500" y="1206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40FFBF"/>
          </a:solidFill>
          <a:ln w="3175">
            <a:solidFill>
              <a:srgbClr val="34CC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Freeform 674"/>
          <p:cNvSpPr/>
          <p:nvPr/>
        </p:nvSpPr>
        <p:spPr>
          <a:xfrm>
            <a:off x="2260600" y="10922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3"/>
                </a:lnTo>
                <a:lnTo>
                  <a:pt x="2" y="0"/>
                </a:lnTo>
                <a:lnTo>
                  <a:pt x="0" y="9"/>
                </a:lnTo>
                <a:lnTo>
                  <a:pt x="1" y="13"/>
                </a:lnTo>
                <a:close/>
              </a:path>
            </a:pathLst>
          </a:custGeom>
          <a:solidFill>
            <a:srgbClr val="A6FF59"/>
          </a:solidFill>
          <a:ln w="3175">
            <a:solidFill>
              <a:srgbClr val="85C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Freeform 675"/>
          <p:cNvSpPr/>
          <p:nvPr/>
        </p:nvSpPr>
        <p:spPr>
          <a:xfrm>
            <a:off x="2286000" y="9779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3"/>
                </a:lnTo>
                <a:lnTo>
                  <a:pt x="3" y="0"/>
                </a:lnTo>
                <a:lnTo>
                  <a:pt x="0" y="9"/>
                </a:lnTo>
                <a:lnTo>
                  <a:pt x="1" y="12"/>
                </a:lnTo>
                <a:close/>
              </a:path>
            </a:pathLst>
          </a:custGeom>
          <a:solidFill>
            <a:srgbClr val="FF9600"/>
          </a:solidFill>
          <a:ln w="3175">
            <a:solidFill>
              <a:srgbClr val="CC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Freeform 676"/>
          <p:cNvSpPr/>
          <p:nvPr/>
        </p:nvSpPr>
        <p:spPr>
          <a:xfrm>
            <a:off x="2324100" y="914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5"/>
                </a:lnTo>
                <a:lnTo>
                  <a:pt x="1" y="8"/>
                </a:lnTo>
                <a:close/>
              </a:path>
            </a:pathLst>
          </a:custGeom>
          <a:solidFill>
            <a:srgbClr val="FE0000"/>
          </a:solidFill>
          <a:ln w="3175">
            <a:solidFill>
              <a:srgbClr val="C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Freeform 677"/>
          <p:cNvSpPr/>
          <p:nvPr/>
        </p:nvSpPr>
        <p:spPr>
          <a:xfrm>
            <a:off x="2362200" y="90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C10000"/>
          </a:solidFill>
          <a:ln w="3175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Freeform 678"/>
          <p:cNvSpPr/>
          <p:nvPr/>
        </p:nvSpPr>
        <p:spPr>
          <a:xfrm>
            <a:off x="23876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Freeform 679"/>
          <p:cNvSpPr/>
          <p:nvPr/>
        </p:nvSpPr>
        <p:spPr>
          <a:xfrm>
            <a:off x="2425700" y="889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Freeform 680"/>
          <p:cNvSpPr/>
          <p:nvPr/>
        </p:nvSpPr>
        <p:spPr>
          <a:xfrm>
            <a:off x="2463800" y="889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Freeform 681"/>
          <p:cNvSpPr/>
          <p:nvPr/>
        </p:nvSpPr>
        <p:spPr>
          <a:xfrm>
            <a:off x="25019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Freeform 682"/>
          <p:cNvSpPr/>
          <p:nvPr/>
        </p:nvSpPr>
        <p:spPr>
          <a:xfrm>
            <a:off x="2527300" y="88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Freeform 683"/>
          <p:cNvSpPr/>
          <p:nvPr/>
        </p:nvSpPr>
        <p:spPr>
          <a:xfrm>
            <a:off x="15494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Freeform 684"/>
          <p:cNvSpPr/>
          <p:nvPr/>
        </p:nvSpPr>
        <p:spPr>
          <a:xfrm>
            <a:off x="15875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Freeform 685"/>
          <p:cNvSpPr/>
          <p:nvPr/>
        </p:nvSpPr>
        <p:spPr>
          <a:xfrm>
            <a:off x="1625600" y="139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Freeform 686"/>
          <p:cNvSpPr/>
          <p:nvPr/>
        </p:nvSpPr>
        <p:spPr>
          <a:xfrm>
            <a:off x="16510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Freeform 687"/>
          <p:cNvSpPr/>
          <p:nvPr/>
        </p:nvSpPr>
        <p:spPr>
          <a:xfrm>
            <a:off x="16891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Freeform 688"/>
          <p:cNvSpPr/>
          <p:nvPr/>
        </p:nvSpPr>
        <p:spPr>
          <a:xfrm>
            <a:off x="17272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Freeform 689"/>
          <p:cNvSpPr/>
          <p:nvPr/>
        </p:nvSpPr>
        <p:spPr>
          <a:xfrm>
            <a:off x="17653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Freeform 690"/>
          <p:cNvSpPr/>
          <p:nvPr/>
        </p:nvSpPr>
        <p:spPr>
          <a:xfrm>
            <a:off x="17907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Freeform 691"/>
          <p:cNvSpPr/>
          <p:nvPr/>
        </p:nvSpPr>
        <p:spPr>
          <a:xfrm>
            <a:off x="18288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Freeform 692"/>
          <p:cNvSpPr/>
          <p:nvPr/>
        </p:nvSpPr>
        <p:spPr>
          <a:xfrm>
            <a:off x="1866900" y="138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Freeform 693"/>
          <p:cNvSpPr/>
          <p:nvPr/>
        </p:nvSpPr>
        <p:spPr>
          <a:xfrm>
            <a:off x="18923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Freeform 694"/>
          <p:cNvSpPr/>
          <p:nvPr/>
        </p:nvSpPr>
        <p:spPr>
          <a:xfrm>
            <a:off x="19304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Freeform 695"/>
          <p:cNvSpPr/>
          <p:nvPr/>
        </p:nvSpPr>
        <p:spPr>
          <a:xfrm>
            <a:off x="19685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Freeform 696"/>
          <p:cNvSpPr/>
          <p:nvPr/>
        </p:nvSpPr>
        <p:spPr>
          <a:xfrm>
            <a:off x="20066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Freeform 697"/>
          <p:cNvSpPr/>
          <p:nvPr/>
        </p:nvSpPr>
        <p:spPr>
          <a:xfrm>
            <a:off x="20320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Freeform 698"/>
          <p:cNvSpPr/>
          <p:nvPr/>
        </p:nvSpPr>
        <p:spPr>
          <a:xfrm>
            <a:off x="2070100" y="1244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Freeform 699"/>
          <p:cNvSpPr/>
          <p:nvPr/>
        </p:nvSpPr>
        <p:spPr>
          <a:xfrm>
            <a:off x="2108200" y="1193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44FFBB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Freeform 700"/>
          <p:cNvSpPr/>
          <p:nvPr/>
        </p:nvSpPr>
        <p:spPr>
          <a:xfrm>
            <a:off x="2133600" y="119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67FF98"/>
          </a:solidFill>
          <a:ln w="3175">
            <a:solidFill>
              <a:srgbClr val="52CC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Freeform 701"/>
          <p:cNvSpPr/>
          <p:nvPr/>
        </p:nvSpPr>
        <p:spPr>
          <a:xfrm>
            <a:off x="2171700" y="119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6CFF93"/>
          </a:solidFill>
          <a:ln w="3175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reeform 702"/>
          <p:cNvSpPr/>
          <p:nvPr/>
        </p:nvSpPr>
        <p:spPr>
          <a:xfrm>
            <a:off x="2209800" y="118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6CFF93"/>
          </a:solidFill>
          <a:ln w="3175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Freeform 703"/>
          <p:cNvSpPr/>
          <p:nvPr/>
        </p:nvSpPr>
        <p:spPr>
          <a:xfrm>
            <a:off x="2247900" y="1066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2"/>
                </a:lnTo>
                <a:lnTo>
                  <a:pt x="2" y="0"/>
                </a:lnTo>
                <a:lnTo>
                  <a:pt x="0" y="9"/>
                </a:lnTo>
                <a:lnTo>
                  <a:pt x="1" y="11"/>
                </a:lnTo>
                <a:close/>
              </a:path>
            </a:pathLst>
          </a:custGeom>
          <a:solidFill>
            <a:srgbClr val="D0FF2F"/>
          </a:solidFill>
          <a:ln w="3175">
            <a:solidFill>
              <a:srgbClr val="A6C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Freeform 704"/>
          <p:cNvSpPr/>
          <p:nvPr/>
        </p:nvSpPr>
        <p:spPr>
          <a:xfrm>
            <a:off x="2273300" y="9525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2"/>
                </a:lnTo>
                <a:lnTo>
                  <a:pt x="3" y="0"/>
                </a:lnTo>
                <a:lnTo>
                  <a:pt x="0" y="9"/>
                </a:lnTo>
                <a:lnTo>
                  <a:pt x="1" y="11"/>
                </a:lnTo>
                <a:close/>
              </a:path>
            </a:pathLst>
          </a:custGeom>
          <a:solidFill>
            <a:srgbClr val="FF6E00"/>
          </a:solidFill>
          <a:ln w="3175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Freeform 705"/>
          <p:cNvSpPr/>
          <p:nvPr/>
        </p:nvSpPr>
        <p:spPr>
          <a:xfrm>
            <a:off x="2311400" y="889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2"/>
                </a:lnTo>
                <a:lnTo>
                  <a:pt x="3" y="0"/>
                </a:lnTo>
                <a:lnTo>
                  <a:pt x="0" y="5"/>
                </a:lnTo>
                <a:lnTo>
                  <a:pt x="1" y="7"/>
                </a:lnTo>
                <a:close/>
              </a:path>
            </a:pathLst>
          </a:custGeom>
          <a:solidFill>
            <a:srgbClr val="DA0000"/>
          </a:solidFill>
          <a:ln w="3175">
            <a:solidFill>
              <a:srgbClr val="A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Freeform 706"/>
          <p:cNvSpPr/>
          <p:nvPr/>
        </p:nvSpPr>
        <p:spPr>
          <a:xfrm>
            <a:off x="2349500" y="876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A0000"/>
          </a:solidFill>
          <a:ln w="3175">
            <a:solidFill>
              <a:srgbClr val="7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Freeform 707"/>
          <p:cNvSpPr/>
          <p:nvPr/>
        </p:nvSpPr>
        <p:spPr>
          <a:xfrm>
            <a:off x="2374900" y="87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Freeform 708"/>
          <p:cNvSpPr/>
          <p:nvPr/>
        </p:nvSpPr>
        <p:spPr>
          <a:xfrm>
            <a:off x="2413000" y="86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Freeform 709"/>
          <p:cNvSpPr/>
          <p:nvPr/>
        </p:nvSpPr>
        <p:spPr>
          <a:xfrm>
            <a:off x="2451100" y="86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Freeform 710"/>
          <p:cNvSpPr/>
          <p:nvPr/>
        </p:nvSpPr>
        <p:spPr>
          <a:xfrm>
            <a:off x="2489200" y="863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Freeform 711"/>
          <p:cNvSpPr/>
          <p:nvPr/>
        </p:nvSpPr>
        <p:spPr>
          <a:xfrm>
            <a:off x="2514600" y="86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Freeform 712"/>
          <p:cNvSpPr/>
          <p:nvPr/>
        </p:nvSpPr>
        <p:spPr>
          <a:xfrm>
            <a:off x="15367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Freeform 713"/>
          <p:cNvSpPr/>
          <p:nvPr/>
        </p:nvSpPr>
        <p:spPr>
          <a:xfrm>
            <a:off x="15748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reeform 714"/>
          <p:cNvSpPr/>
          <p:nvPr/>
        </p:nvSpPr>
        <p:spPr>
          <a:xfrm>
            <a:off x="1612900" y="139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Freeform 715"/>
          <p:cNvSpPr/>
          <p:nvPr/>
        </p:nvSpPr>
        <p:spPr>
          <a:xfrm>
            <a:off x="16383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Freeform 716"/>
          <p:cNvSpPr/>
          <p:nvPr/>
        </p:nvSpPr>
        <p:spPr>
          <a:xfrm>
            <a:off x="16764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Freeform 717"/>
          <p:cNvSpPr/>
          <p:nvPr/>
        </p:nvSpPr>
        <p:spPr>
          <a:xfrm>
            <a:off x="17145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Freeform 718"/>
          <p:cNvSpPr/>
          <p:nvPr/>
        </p:nvSpPr>
        <p:spPr>
          <a:xfrm>
            <a:off x="1752600" y="138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Freeform 719"/>
          <p:cNvSpPr/>
          <p:nvPr/>
        </p:nvSpPr>
        <p:spPr>
          <a:xfrm>
            <a:off x="17780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Freeform 720"/>
          <p:cNvSpPr/>
          <p:nvPr/>
        </p:nvSpPr>
        <p:spPr>
          <a:xfrm>
            <a:off x="18161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Freeform 721"/>
          <p:cNvSpPr/>
          <p:nvPr/>
        </p:nvSpPr>
        <p:spPr>
          <a:xfrm>
            <a:off x="18542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Freeform 722"/>
          <p:cNvSpPr/>
          <p:nvPr/>
        </p:nvSpPr>
        <p:spPr>
          <a:xfrm>
            <a:off x="18796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Freeform 723"/>
          <p:cNvSpPr/>
          <p:nvPr/>
        </p:nvSpPr>
        <p:spPr>
          <a:xfrm>
            <a:off x="19177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Freeform 724"/>
          <p:cNvSpPr/>
          <p:nvPr/>
        </p:nvSpPr>
        <p:spPr>
          <a:xfrm>
            <a:off x="19558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Freeform 725"/>
          <p:cNvSpPr/>
          <p:nvPr/>
        </p:nvSpPr>
        <p:spPr>
          <a:xfrm>
            <a:off x="19939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Freeform 726"/>
          <p:cNvSpPr/>
          <p:nvPr/>
        </p:nvSpPr>
        <p:spPr>
          <a:xfrm>
            <a:off x="20193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Freeform 727"/>
          <p:cNvSpPr/>
          <p:nvPr/>
        </p:nvSpPr>
        <p:spPr>
          <a:xfrm>
            <a:off x="2057400" y="1231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Freeform 728"/>
          <p:cNvSpPr/>
          <p:nvPr/>
        </p:nvSpPr>
        <p:spPr>
          <a:xfrm>
            <a:off x="2095500" y="119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Freeform 729"/>
          <p:cNvSpPr/>
          <p:nvPr/>
        </p:nvSpPr>
        <p:spPr>
          <a:xfrm>
            <a:off x="2120900" y="118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Freeform 730"/>
          <p:cNvSpPr/>
          <p:nvPr/>
        </p:nvSpPr>
        <p:spPr>
          <a:xfrm>
            <a:off x="2159000" y="118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CFF83"/>
          </a:solidFill>
          <a:ln w="3175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Freeform 731"/>
          <p:cNvSpPr/>
          <p:nvPr/>
        </p:nvSpPr>
        <p:spPr>
          <a:xfrm>
            <a:off x="2197100" y="118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CFF83"/>
          </a:solidFill>
          <a:ln w="3175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Freeform 732"/>
          <p:cNvSpPr/>
          <p:nvPr/>
        </p:nvSpPr>
        <p:spPr>
          <a:xfrm>
            <a:off x="2235200" y="10541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0"/>
                </a:lnTo>
                <a:close/>
              </a:path>
            </a:pathLst>
          </a:custGeom>
          <a:solidFill>
            <a:srgbClr val="E1FF1E"/>
          </a:solidFill>
          <a:ln w="3175">
            <a:solidFill>
              <a:srgbClr val="B4C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Freeform 733"/>
          <p:cNvSpPr/>
          <p:nvPr/>
        </p:nvSpPr>
        <p:spPr>
          <a:xfrm>
            <a:off x="2260600" y="9398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FF5D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Freeform 734"/>
          <p:cNvSpPr/>
          <p:nvPr/>
        </p:nvSpPr>
        <p:spPr>
          <a:xfrm>
            <a:off x="2298700" y="876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90000"/>
          </a:solidFill>
          <a:ln w="3175">
            <a:solidFill>
              <a:srgbClr val="A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Freeform 735"/>
          <p:cNvSpPr/>
          <p:nvPr/>
        </p:nvSpPr>
        <p:spPr>
          <a:xfrm>
            <a:off x="2336800" y="863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A0000"/>
          </a:solidFill>
          <a:ln w="3175">
            <a:solidFill>
              <a:srgbClr val="6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Freeform 736"/>
          <p:cNvSpPr/>
          <p:nvPr/>
        </p:nvSpPr>
        <p:spPr>
          <a:xfrm>
            <a:off x="23622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Freeform 737"/>
          <p:cNvSpPr/>
          <p:nvPr/>
        </p:nvSpPr>
        <p:spPr>
          <a:xfrm>
            <a:off x="24003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Freeform 738"/>
          <p:cNvSpPr/>
          <p:nvPr/>
        </p:nvSpPr>
        <p:spPr>
          <a:xfrm>
            <a:off x="24384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Freeform 739"/>
          <p:cNvSpPr/>
          <p:nvPr/>
        </p:nvSpPr>
        <p:spPr>
          <a:xfrm>
            <a:off x="24765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Freeform 740"/>
          <p:cNvSpPr/>
          <p:nvPr/>
        </p:nvSpPr>
        <p:spPr>
          <a:xfrm>
            <a:off x="25019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Freeform 741"/>
          <p:cNvSpPr/>
          <p:nvPr/>
        </p:nvSpPr>
        <p:spPr>
          <a:xfrm>
            <a:off x="15240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Freeform 742"/>
          <p:cNvSpPr/>
          <p:nvPr/>
        </p:nvSpPr>
        <p:spPr>
          <a:xfrm>
            <a:off x="15621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Freeform 743"/>
          <p:cNvSpPr/>
          <p:nvPr/>
        </p:nvSpPr>
        <p:spPr>
          <a:xfrm>
            <a:off x="16002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Freeform 744"/>
          <p:cNvSpPr/>
          <p:nvPr/>
        </p:nvSpPr>
        <p:spPr>
          <a:xfrm>
            <a:off x="16256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Freeform 745"/>
          <p:cNvSpPr/>
          <p:nvPr/>
        </p:nvSpPr>
        <p:spPr>
          <a:xfrm>
            <a:off x="16637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Freeform 746"/>
          <p:cNvSpPr/>
          <p:nvPr/>
        </p:nvSpPr>
        <p:spPr>
          <a:xfrm>
            <a:off x="17018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Freeform 747"/>
          <p:cNvSpPr/>
          <p:nvPr/>
        </p:nvSpPr>
        <p:spPr>
          <a:xfrm>
            <a:off x="17399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Freeform 748"/>
          <p:cNvSpPr/>
          <p:nvPr/>
        </p:nvSpPr>
        <p:spPr>
          <a:xfrm>
            <a:off x="17653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Freeform 749"/>
          <p:cNvSpPr/>
          <p:nvPr/>
        </p:nvSpPr>
        <p:spPr>
          <a:xfrm>
            <a:off x="18034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Freeform 750"/>
          <p:cNvSpPr/>
          <p:nvPr/>
        </p:nvSpPr>
        <p:spPr>
          <a:xfrm>
            <a:off x="18415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Freeform 751"/>
          <p:cNvSpPr/>
          <p:nvPr/>
        </p:nvSpPr>
        <p:spPr>
          <a:xfrm>
            <a:off x="1866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Freeform 752"/>
          <p:cNvSpPr/>
          <p:nvPr/>
        </p:nvSpPr>
        <p:spPr>
          <a:xfrm>
            <a:off x="19050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Freeform 753"/>
          <p:cNvSpPr/>
          <p:nvPr/>
        </p:nvSpPr>
        <p:spPr>
          <a:xfrm>
            <a:off x="1943100" y="1358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Freeform 754"/>
          <p:cNvSpPr/>
          <p:nvPr/>
        </p:nvSpPr>
        <p:spPr>
          <a:xfrm>
            <a:off x="19812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Freeform 755"/>
          <p:cNvSpPr/>
          <p:nvPr/>
        </p:nvSpPr>
        <p:spPr>
          <a:xfrm>
            <a:off x="2006600" y="132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Freeform 756"/>
          <p:cNvSpPr/>
          <p:nvPr/>
        </p:nvSpPr>
        <p:spPr>
          <a:xfrm>
            <a:off x="2044700" y="1231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Freeform 757"/>
          <p:cNvSpPr/>
          <p:nvPr/>
        </p:nvSpPr>
        <p:spPr>
          <a:xfrm>
            <a:off x="2082800" y="1181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Freeform 758"/>
          <p:cNvSpPr/>
          <p:nvPr/>
        </p:nvSpPr>
        <p:spPr>
          <a:xfrm>
            <a:off x="2108200" y="116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Freeform 759"/>
          <p:cNvSpPr/>
          <p:nvPr/>
        </p:nvSpPr>
        <p:spPr>
          <a:xfrm>
            <a:off x="2146300" y="116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Freeform 760"/>
          <p:cNvSpPr/>
          <p:nvPr/>
        </p:nvSpPr>
        <p:spPr>
          <a:xfrm>
            <a:off x="2184400" y="116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Freeform 761"/>
          <p:cNvSpPr/>
          <p:nvPr/>
        </p:nvSpPr>
        <p:spPr>
          <a:xfrm>
            <a:off x="2222500" y="10414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Freeform 762"/>
          <p:cNvSpPr/>
          <p:nvPr/>
        </p:nvSpPr>
        <p:spPr>
          <a:xfrm>
            <a:off x="2247900" y="9398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Freeform 763"/>
          <p:cNvSpPr/>
          <p:nvPr/>
        </p:nvSpPr>
        <p:spPr>
          <a:xfrm>
            <a:off x="2286000" y="876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Freeform 764"/>
          <p:cNvSpPr/>
          <p:nvPr/>
        </p:nvSpPr>
        <p:spPr>
          <a:xfrm>
            <a:off x="23241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Freeform 765"/>
          <p:cNvSpPr/>
          <p:nvPr/>
        </p:nvSpPr>
        <p:spPr>
          <a:xfrm>
            <a:off x="23495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Freeform 766"/>
          <p:cNvSpPr/>
          <p:nvPr/>
        </p:nvSpPr>
        <p:spPr>
          <a:xfrm>
            <a:off x="23876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Freeform 767"/>
          <p:cNvSpPr/>
          <p:nvPr/>
        </p:nvSpPr>
        <p:spPr>
          <a:xfrm>
            <a:off x="24257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Freeform 768"/>
          <p:cNvSpPr/>
          <p:nvPr/>
        </p:nvSpPr>
        <p:spPr>
          <a:xfrm>
            <a:off x="2463800" y="850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Freeform 769"/>
          <p:cNvSpPr/>
          <p:nvPr/>
        </p:nvSpPr>
        <p:spPr>
          <a:xfrm>
            <a:off x="24892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Freeform 770"/>
          <p:cNvSpPr/>
          <p:nvPr/>
        </p:nvSpPr>
        <p:spPr>
          <a:xfrm>
            <a:off x="15113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Freeform 771"/>
          <p:cNvSpPr/>
          <p:nvPr/>
        </p:nvSpPr>
        <p:spPr>
          <a:xfrm>
            <a:off x="15494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Freeform 772"/>
          <p:cNvSpPr/>
          <p:nvPr/>
        </p:nvSpPr>
        <p:spPr>
          <a:xfrm>
            <a:off x="15875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Freeform 773"/>
          <p:cNvSpPr/>
          <p:nvPr/>
        </p:nvSpPr>
        <p:spPr>
          <a:xfrm>
            <a:off x="16129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Freeform 774"/>
          <p:cNvSpPr/>
          <p:nvPr/>
        </p:nvSpPr>
        <p:spPr>
          <a:xfrm>
            <a:off x="16510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Freeform 775"/>
          <p:cNvSpPr/>
          <p:nvPr/>
        </p:nvSpPr>
        <p:spPr>
          <a:xfrm>
            <a:off x="1689100" y="1371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Freeform 776"/>
          <p:cNvSpPr/>
          <p:nvPr/>
        </p:nvSpPr>
        <p:spPr>
          <a:xfrm>
            <a:off x="17272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Freeform 777"/>
          <p:cNvSpPr/>
          <p:nvPr/>
        </p:nvSpPr>
        <p:spPr>
          <a:xfrm>
            <a:off x="17526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Freeform 778"/>
          <p:cNvSpPr/>
          <p:nvPr/>
        </p:nvSpPr>
        <p:spPr>
          <a:xfrm>
            <a:off x="17907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Freeform 779"/>
          <p:cNvSpPr/>
          <p:nvPr/>
        </p:nvSpPr>
        <p:spPr>
          <a:xfrm>
            <a:off x="18288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Freeform 780"/>
          <p:cNvSpPr/>
          <p:nvPr/>
        </p:nvSpPr>
        <p:spPr>
          <a:xfrm>
            <a:off x="18542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Freeform 781"/>
          <p:cNvSpPr/>
          <p:nvPr/>
        </p:nvSpPr>
        <p:spPr>
          <a:xfrm>
            <a:off x="18923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Freeform 782"/>
          <p:cNvSpPr/>
          <p:nvPr/>
        </p:nvSpPr>
        <p:spPr>
          <a:xfrm>
            <a:off x="19304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Freeform 783"/>
          <p:cNvSpPr/>
          <p:nvPr/>
        </p:nvSpPr>
        <p:spPr>
          <a:xfrm>
            <a:off x="19685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Freeform 784"/>
          <p:cNvSpPr/>
          <p:nvPr/>
        </p:nvSpPr>
        <p:spPr>
          <a:xfrm>
            <a:off x="1993900" y="130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Freeform 785"/>
          <p:cNvSpPr/>
          <p:nvPr/>
        </p:nvSpPr>
        <p:spPr>
          <a:xfrm>
            <a:off x="2032000" y="1219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Freeform 786"/>
          <p:cNvSpPr/>
          <p:nvPr/>
        </p:nvSpPr>
        <p:spPr>
          <a:xfrm>
            <a:off x="2070100" y="1168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Freeform 787"/>
          <p:cNvSpPr/>
          <p:nvPr/>
        </p:nvSpPr>
        <p:spPr>
          <a:xfrm>
            <a:off x="2095500" y="116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Freeform 788"/>
          <p:cNvSpPr/>
          <p:nvPr/>
        </p:nvSpPr>
        <p:spPr>
          <a:xfrm>
            <a:off x="21336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Freeform 789"/>
          <p:cNvSpPr/>
          <p:nvPr/>
        </p:nvSpPr>
        <p:spPr>
          <a:xfrm>
            <a:off x="21717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Freeform 790"/>
          <p:cNvSpPr/>
          <p:nvPr/>
        </p:nvSpPr>
        <p:spPr>
          <a:xfrm>
            <a:off x="2209800" y="10414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0"/>
                </a:lnTo>
                <a:lnTo>
                  <a:pt x="2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Freeform 791"/>
          <p:cNvSpPr/>
          <p:nvPr/>
        </p:nvSpPr>
        <p:spPr>
          <a:xfrm>
            <a:off x="2235200" y="927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Freeform 792"/>
          <p:cNvSpPr/>
          <p:nvPr/>
        </p:nvSpPr>
        <p:spPr>
          <a:xfrm>
            <a:off x="2273300" y="863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Freeform 793"/>
          <p:cNvSpPr/>
          <p:nvPr/>
        </p:nvSpPr>
        <p:spPr>
          <a:xfrm>
            <a:off x="2311400" y="850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Freeform 794"/>
          <p:cNvSpPr/>
          <p:nvPr/>
        </p:nvSpPr>
        <p:spPr>
          <a:xfrm>
            <a:off x="23368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Freeform 795"/>
          <p:cNvSpPr/>
          <p:nvPr/>
        </p:nvSpPr>
        <p:spPr>
          <a:xfrm>
            <a:off x="23749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Freeform 796"/>
          <p:cNvSpPr/>
          <p:nvPr/>
        </p:nvSpPr>
        <p:spPr>
          <a:xfrm>
            <a:off x="24130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Freeform 797"/>
          <p:cNvSpPr/>
          <p:nvPr/>
        </p:nvSpPr>
        <p:spPr>
          <a:xfrm>
            <a:off x="24511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Freeform 798"/>
          <p:cNvSpPr/>
          <p:nvPr/>
        </p:nvSpPr>
        <p:spPr>
          <a:xfrm>
            <a:off x="24765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Freeform 799"/>
          <p:cNvSpPr/>
          <p:nvPr/>
        </p:nvSpPr>
        <p:spPr>
          <a:xfrm>
            <a:off x="14986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Freeform 800"/>
          <p:cNvSpPr/>
          <p:nvPr/>
        </p:nvSpPr>
        <p:spPr>
          <a:xfrm>
            <a:off x="15367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Freeform 801"/>
          <p:cNvSpPr/>
          <p:nvPr/>
        </p:nvSpPr>
        <p:spPr>
          <a:xfrm>
            <a:off x="15748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Freeform 802"/>
          <p:cNvSpPr/>
          <p:nvPr/>
        </p:nvSpPr>
        <p:spPr>
          <a:xfrm>
            <a:off x="16002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Freeform 803"/>
          <p:cNvSpPr/>
          <p:nvPr/>
        </p:nvSpPr>
        <p:spPr>
          <a:xfrm>
            <a:off x="16383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Freeform 804"/>
          <p:cNvSpPr/>
          <p:nvPr/>
        </p:nvSpPr>
        <p:spPr>
          <a:xfrm>
            <a:off x="16764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Freeform 805"/>
          <p:cNvSpPr/>
          <p:nvPr/>
        </p:nvSpPr>
        <p:spPr>
          <a:xfrm>
            <a:off x="17145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Freeform 806"/>
          <p:cNvSpPr/>
          <p:nvPr/>
        </p:nvSpPr>
        <p:spPr>
          <a:xfrm>
            <a:off x="17399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Freeform 807"/>
          <p:cNvSpPr/>
          <p:nvPr/>
        </p:nvSpPr>
        <p:spPr>
          <a:xfrm>
            <a:off x="17780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Freeform 808"/>
          <p:cNvSpPr/>
          <p:nvPr/>
        </p:nvSpPr>
        <p:spPr>
          <a:xfrm>
            <a:off x="18161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Freeform 809"/>
          <p:cNvSpPr/>
          <p:nvPr/>
        </p:nvSpPr>
        <p:spPr>
          <a:xfrm>
            <a:off x="18415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Freeform 810"/>
          <p:cNvSpPr/>
          <p:nvPr/>
        </p:nvSpPr>
        <p:spPr>
          <a:xfrm>
            <a:off x="18796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Freeform 811"/>
          <p:cNvSpPr/>
          <p:nvPr/>
        </p:nvSpPr>
        <p:spPr>
          <a:xfrm>
            <a:off x="19177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Freeform 812"/>
          <p:cNvSpPr/>
          <p:nvPr/>
        </p:nvSpPr>
        <p:spPr>
          <a:xfrm>
            <a:off x="19558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Freeform 813"/>
          <p:cNvSpPr/>
          <p:nvPr/>
        </p:nvSpPr>
        <p:spPr>
          <a:xfrm>
            <a:off x="1981200" y="129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Freeform 814"/>
          <p:cNvSpPr/>
          <p:nvPr/>
        </p:nvSpPr>
        <p:spPr>
          <a:xfrm>
            <a:off x="2019300" y="1206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Freeform 815"/>
          <p:cNvSpPr/>
          <p:nvPr/>
        </p:nvSpPr>
        <p:spPr>
          <a:xfrm>
            <a:off x="2057400" y="116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Freeform 816"/>
          <p:cNvSpPr/>
          <p:nvPr/>
        </p:nvSpPr>
        <p:spPr>
          <a:xfrm>
            <a:off x="20828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Freeform 817"/>
          <p:cNvSpPr/>
          <p:nvPr/>
        </p:nvSpPr>
        <p:spPr>
          <a:xfrm>
            <a:off x="21209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Freeform 818"/>
          <p:cNvSpPr/>
          <p:nvPr/>
        </p:nvSpPr>
        <p:spPr>
          <a:xfrm>
            <a:off x="2159000" y="1155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Freeform 819"/>
          <p:cNvSpPr/>
          <p:nvPr/>
        </p:nvSpPr>
        <p:spPr>
          <a:xfrm>
            <a:off x="2197100" y="10287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Freeform 820"/>
          <p:cNvSpPr/>
          <p:nvPr/>
        </p:nvSpPr>
        <p:spPr>
          <a:xfrm>
            <a:off x="2222500" y="927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Freeform 821"/>
          <p:cNvSpPr/>
          <p:nvPr/>
        </p:nvSpPr>
        <p:spPr>
          <a:xfrm>
            <a:off x="2260600" y="850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Freeform 822"/>
          <p:cNvSpPr/>
          <p:nvPr/>
        </p:nvSpPr>
        <p:spPr>
          <a:xfrm>
            <a:off x="2298700" y="838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Freeform 823"/>
          <p:cNvSpPr/>
          <p:nvPr/>
        </p:nvSpPr>
        <p:spPr>
          <a:xfrm>
            <a:off x="23241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Freeform 824"/>
          <p:cNvSpPr/>
          <p:nvPr/>
        </p:nvSpPr>
        <p:spPr>
          <a:xfrm>
            <a:off x="23622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Freeform 825"/>
          <p:cNvSpPr/>
          <p:nvPr/>
        </p:nvSpPr>
        <p:spPr>
          <a:xfrm>
            <a:off x="24003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Freeform 826"/>
          <p:cNvSpPr/>
          <p:nvPr/>
        </p:nvSpPr>
        <p:spPr>
          <a:xfrm>
            <a:off x="2438400" y="82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Freeform 827"/>
          <p:cNvSpPr/>
          <p:nvPr/>
        </p:nvSpPr>
        <p:spPr>
          <a:xfrm>
            <a:off x="24638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Freeform 828"/>
          <p:cNvSpPr/>
          <p:nvPr/>
        </p:nvSpPr>
        <p:spPr>
          <a:xfrm>
            <a:off x="1485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Freeform 829"/>
          <p:cNvSpPr/>
          <p:nvPr/>
        </p:nvSpPr>
        <p:spPr>
          <a:xfrm>
            <a:off x="15240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Freeform 830"/>
          <p:cNvSpPr/>
          <p:nvPr/>
        </p:nvSpPr>
        <p:spPr>
          <a:xfrm>
            <a:off x="15621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Freeform 831"/>
          <p:cNvSpPr/>
          <p:nvPr/>
        </p:nvSpPr>
        <p:spPr>
          <a:xfrm>
            <a:off x="15875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Freeform 832"/>
          <p:cNvSpPr/>
          <p:nvPr/>
        </p:nvSpPr>
        <p:spPr>
          <a:xfrm>
            <a:off x="16256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Freeform 833"/>
          <p:cNvSpPr/>
          <p:nvPr/>
        </p:nvSpPr>
        <p:spPr>
          <a:xfrm>
            <a:off x="16637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Freeform 834"/>
          <p:cNvSpPr/>
          <p:nvPr/>
        </p:nvSpPr>
        <p:spPr>
          <a:xfrm>
            <a:off x="17018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Freeform 835"/>
          <p:cNvSpPr/>
          <p:nvPr/>
        </p:nvSpPr>
        <p:spPr>
          <a:xfrm>
            <a:off x="17272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Freeform 836"/>
          <p:cNvSpPr/>
          <p:nvPr/>
        </p:nvSpPr>
        <p:spPr>
          <a:xfrm>
            <a:off x="17653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Freeform 837"/>
          <p:cNvSpPr/>
          <p:nvPr/>
        </p:nvSpPr>
        <p:spPr>
          <a:xfrm>
            <a:off x="18034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Freeform 838"/>
          <p:cNvSpPr/>
          <p:nvPr/>
        </p:nvSpPr>
        <p:spPr>
          <a:xfrm>
            <a:off x="1828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Freeform 839"/>
          <p:cNvSpPr/>
          <p:nvPr/>
        </p:nvSpPr>
        <p:spPr>
          <a:xfrm>
            <a:off x="18669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Freeform 840"/>
          <p:cNvSpPr/>
          <p:nvPr/>
        </p:nvSpPr>
        <p:spPr>
          <a:xfrm>
            <a:off x="1905000" y="133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Freeform 841"/>
          <p:cNvSpPr/>
          <p:nvPr/>
        </p:nvSpPr>
        <p:spPr>
          <a:xfrm>
            <a:off x="19431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Freeform 842"/>
          <p:cNvSpPr/>
          <p:nvPr/>
        </p:nvSpPr>
        <p:spPr>
          <a:xfrm>
            <a:off x="1968500" y="129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Freeform 843"/>
          <p:cNvSpPr/>
          <p:nvPr/>
        </p:nvSpPr>
        <p:spPr>
          <a:xfrm>
            <a:off x="2006600" y="1206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Freeform 844"/>
          <p:cNvSpPr/>
          <p:nvPr/>
        </p:nvSpPr>
        <p:spPr>
          <a:xfrm>
            <a:off x="2044700" y="115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Freeform 845"/>
          <p:cNvSpPr/>
          <p:nvPr/>
        </p:nvSpPr>
        <p:spPr>
          <a:xfrm>
            <a:off x="2070100" y="1143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Freeform 846"/>
          <p:cNvSpPr/>
          <p:nvPr/>
        </p:nvSpPr>
        <p:spPr>
          <a:xfrm>
            <a:off x="2108200" y="114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Freeform 847"/>
          <p:cNvSpPr/>
          <p:nvPr/>
        </p:nvSpPr>
        <p:spPr>
          <a:xfrm>
            <a:off x="2146300" y="114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Freeform 848"/>
          <p:cNvSpPr/>
          <p:nvPr/>
        </p:nvSpPr>
        <p:spPr>
          <a:xfrm>
            <a:off x="2184400" y="10160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Freeform 849"/>
          <p:cNvSpPr/>
          <p:nvPr/>
        </p:nvSpPr>
        <p:spPr>
          <a:xfrm>
            <a:off x="2209800" y="914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Freeform 850"/>
          <p:cNvSpPr/>
          <p:nvPr/>
        </p:nvSpPr>
        <p:spPr>
          <a:xfrm>
            <a:off x="2247900" y="850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Freeform 851"/>
          <p:cNvSpPr/>
          <p:nvPr/>
        </p:nvSpPr>
        <p:spPr>
          <a:xfrm>
            <a:off x="22860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Freeform 852"/>
          <p:cNvSpPr/>
          <p:nvPr/>
        </p:nvSpPr>
        <p:spPr>
          <a:xfrm>
            <a:off x="23114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Freeform 853"/>
          <p:cNvSpPr/>
          <p:nvPr/>
        </p:nvSpPr>
        <p:spPr>
          <a:xfrm>
            <a:off x="23495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Freeform 854"/>
          <p:cNvSpPr/>
          <p:nvPr/>
        </p:nvSpPr>
        <p:spPr>
          <a:xfrm>
            <a:off x="23876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Freeform 855"/>
          <p:cNvSpPr/>
          <p:nvPr/>
        </p:nvSpPr>
        <p:spPr>
          <a:xfrm>
            <a:off x="2425700" y="825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Freeform 856"/>
          <p:cNvSpPr/>
          <p:nvPr/>
        </p:nvSpPr>
        <p:spPr>
          <a:xfrm>
            <a:off x="24511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Freeform 857"/>
          <p:cNvSpPr/>
          <p:nvPr/>
        </p:nvSpPr>
        <p:spPr>
          <a:xfrm>
            <a:off x="14732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Freeform 858"/>
          <p:cNvSpPr/>
          <p:nvPr/>
        </p:nvSpPr>
        <p:spPr>
          <a:xfrm>
            <a:off x="1511300" y="1358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reeform 859"/>
          <p:cNvSpPr/>
          <p:nvPr/>
        </p:nvSpPr>
        <p:spPr>
          <a:xfrm>
            <a:off x="15494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reeform 860"/>
          <p:cNvSpPr/>
          <p:nvPr/>
        </p:nvSpPr>
        <p:spPr>
          <a:xfrm>
            <a:off x="15748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Freeform 861"/>
          <p:cNvSpPr/>
          <p:nvPr/>
        </p:nvSpPr>
        <p:spPr>
          <a:xfrm>
            <a:off x="16129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Freeform 862"/>
          <p:cNvSpPr/>
          <p:nvPr/>
        </p:nvSpPr>
        <p:spPr>
          <a:xfrm>
            <a:off x="1651000" y="1346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Freeform 863"/>
          <p:cNvSpPr/>
          <p:nvPr/>
        </p:nvSpPr>
        <p:spPr>
          <a:xfrm>
            <a:off x="16891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Freeform 864"/>
          <p:cNvSpPr/>
          <p:nvPr/>
        </p:nvSpPr>
        <p:spPr>
          <a:xfrm>
            <a:off x="17145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Freeform 865"/>
          <p:cNvSpPr/>
          <p:nvPr/>
        </p:nvSpPr>
        <p:spPr>
          <a:xfrm>
            <a:off x="17526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Freeform 866"/>
          <p:cNvSpPr/>
          <p:nvPr/>
        </p:nvSpPr>
        <p:spPr>
          <a:xfrm>
            <a:off x="17907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Freeform 867"/>
          <p:cNvSpPr/>
          <p:nvPr/>
        </p:nvSpPr>
        <p:spPr>
          <a:xfrm>
            <a:off x="1816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Freeform 868"/>
          <p:cNvSpPr/>
          <p:nvPr/>
        </p:nvSpPr>
        <p:spPr>
          <a:xfrm>
            <a:off x="18542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Freeform 869"/>
          <p:cNvSpPr/>
          <p:nvPr/>
        </p:nvSpPr>
        <p:spPr>
          <a:xfrm>
            <a:off x="18923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Freeform 870"/>
          <p:cNvSpPr/>
          <p:nvPr/>
        </p:nvSpPr>
        <p:spPr>
          <a:xfrm>
            <a:off x="1930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Freeform 871"/>
          <p:cNvSpPr/>
          <p:nvPr/>
        </p:nvSpPr>
        <p:spPr>
          <a:xfrm>
            <a:off x="1955800" y="128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Freeform 872"/>
          <p:cNvSpPr/>
          <p:nvPr/>
        </p:nvSpPr>
        <p:spPr>
          <a:xfrm>
            <a:off x="1993900" y="1193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Freeform 873"/>
          <p:cNvSpPr/>
          <p:nvPr/>
        </p:nvSpPr>
        <p:spPr>
          <a:xfrm>
            <a:off x="2032000" y="115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Freeform 874"/>
          <p:cNvSpPr/>
          <p:nvPr/>
        </p:nvSpPr>
        <p:spPr>
          <a:xfrm>
            <a:off x="2057400" y="114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Freeform 875"/>
          <p:cNvSpPr/>
          <p:nvPr/>
        </p:nvSpPr>
        <p:spPr>
          <a:xfrm>
            <a:off x="2095500" y="113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Freeform 876"/>
          <p:cNvSpPr/>
          <p:nvPr/>
        </p:nvSpPr>
        <p:spPr>
          <a:xfrm>
            <a:off x="2133600" y="113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Freeform 877"/>
          <p:cNvSpPr/>
          <p:nvPr/>
        </p:nvSpPr>
        <p:spPr>
          <a:xfrm>
            <a:off x="2171700" y="1016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0"/>
                </a:lnTo>
                <a:lnTo>
                  <a:pt x="2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Freeform 878"/>
          <p:cNvSpPr/>
          <p:nvPr/>
        </p:nvSpPr>
        <p:spPr>
          <a:xfrm>
            <a:off x="2197100" y="901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Freeform 879"/>
          <p:cNvSpPr/>
          <p:nvPr/>
        </p:nvSpPr>
        <p:spPr>
          <a:xfrm>
            <a:off x="2235200" y="838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Freeform 880"/>
          <p:cNvSpPr/>
          <p:nvPr/>
        </p:nvSpPr>
        <p:spPr>
          <a:xfrm>
            <a:off x="2273300" y="825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Freeform 881"/>
          <p:cNvSpPr/>
          <p:nvPr/>
        </p:nvSpPr>
        <p:spPr>
          <a:xfrm>
            <a:off x="22987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Freeform 882"/>
          <p:cNvSpPr/>
          <p:nvPr/>
        </p:nvSpPr>
        <p:spPr>
          <a:xfrm>
            <a:off x="23368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Freeform 883"/>
          <p:cNvSpPr/>
          <p:nvPr/>
        </p:nvSpPr>
        <p:spPr>
          <a:xfrm>
            <a:off x="23749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Freeform 884"/>
          <p:cNvSpPr/>
          <p:nvPr/>
        </p:nvSpPr>
        <p:spPr>
          <a:xfrm>
            <a:off x="2413000" y="81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Freeform 885"/>
          <p:cNvSpPr/>
          <p:nvPr/>
        </p:nvSpPr>
        <p:spPr>
          <a:xfrm>
            <a:off x="24384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Freeform 886"/>
          <p:cNvSpPr/>
          <p:nvPr/>
        </p:nvSpPr>
        <p:spPr>
          <a:xfrm>
            <a:off x="14605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Freeform 887"/>
          <p:cNvSpPr/>
          <p:nvPr/>
        </p:nvSpPr>
        <p:spPr>
          <a:xfrm>
            <a:off x="14986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Freeform 888"/>
          <p:cNvSpPr/>
          <p:nvPr/>
        </p:nvSpPr>
        <p:spPr>
          <a:xfrm>
            <a:off x="15367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Freeform 889"/>
          <p:cNvSpPr/>
          <p:nvPr/>
        </p:nvSpPr>
        <p:spPr>
          <a:xfrm>
            <a:off x="1562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Freeform 890"/>
          <p:cNvSpPr/>
          <p:nvPr/>
        </p:nvSpPr>
        <p:spPr>
          <a:xfrm>
            <a:off x="16002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Freeform 891"/>
          <p:cNvSpPr/>
          <p:nvPr/>
        </p:nvSpPr>
        <p:spPr>
          <a:xfrm>
            <a:off x="16383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Freeform 892"/>
          <p:cNvSpPr/>
          <p:nvPr/>
        </p:nvSpPr>
        <p:spPr>
          <a:xfrm>
            <a:off x="16764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Freeform 893"/>
          <p:cNvSpPr/>
          <p:nvPr/>
        </p:nvSpPr>
        <p:spPr>
          <a:xfrm>
            <a:off x="17018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Freeform 894"/>
          <p:cNvSpPr/>
          <p:nvPr/>
        </p:nvSpPr>
        <p:spPr>
          <a:xfrm>
            <a:off x="17399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Freeform 895"/>
          <p:cNvSpPr/>
          <p:nvPr/>
        </p:nvSpPr>
        <p:spPr>
          <a:xfrm>
            <a:off x="1778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Freeform 896"/>
          <p:cNvSpPr/>
          <p:nvPr/>
        </p:nvSpPr>
        <p:spPr>
          <a:xfrm>
            <a:off x="18034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Freeform 897"/>
          <p:cNvSpPr/>
          <p:nvPr/>
        </p:nvSpPr>
        <p:spPr>
          <a:xfrm>
            <a:off x="1841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Freeform 898"/>
          <p:cNvSpPr/>
          <p:nvPr/>
        </p:nvSpPr>
        <p:spPr>
          <a:xfrm>
            <a:off x="18796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Freeform 899"/>
          <p:cNvSpPr/>
          <p:nvPr/>
        </p:nvSpPr>
        <p:spPr>
          <a:xfrm>
            <a:off x="1917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Freeform 900"/>
          <p:cNvSpPr/>
          <p:nvPr/>
        </p:nvSpPr>
        <p:spPr>
          <a:xfrm>
            <a:off x="1943100" y="127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Freeform 901"/>
          <p:cNvSpPr/>
          <p:nvPr/>
        </p:nvSpPr>
        <p:spPr>
          <a:xfrm>
            <a:off x="1981200" y="1181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Freeform 902"/>
          <p:cNvSpPr/>
          <p:nvPr/>
        </p:nvSpPr>
        <p:spPr>
          <a:xfrm>
            <a:off x="2019300" y="114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Freeform 903"/>
          <p:cNvSpPr/>
          <p:nvPr/>
        </p:nvSpPr>
        <p:spPr>
          <a:xfrm>
            <a:off x="2044700" y="113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Freeform 904"/>
          <p:cNvSpPr/>
          <p:nvPr/>
        </p:nvSpPr>
        <p:spPr>
          <a:xfrm>
            <a:off x="2082800" y="113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Freeform 905"/>
          <p:cNvSpPr/>
          <p:nvPr/>
        </p:nvSpPr>
        <p:spPr>
          <a:xfrm>
            <a:off x="2120900" y="113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reeform 906"/>
          <p:cNvSpPr/>
          <p:nvPr/>
        </p:nvSpPr>
        <p:spPr>
          <a:xfrm>
            <a:off x="2159000" y="1003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Freeform 907"/>
          <p:cNvSpPr/>
          <p:nvPr/>
        </p:nvSpPr>
        <p:spPr>
          <a:xfrm>
            <a:off x="2184400" y="901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Freeform 908"/>
          <p:cNvSpPr/>
          <p:nvPr/>
        </p:nvSpPr>
        <p:spPr>
          <a:xfrm>
            <a:off x="2222500" y="825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reeform 909"/>
          <p:cNvSpPr/>
          <p:nvPr/>
        </p:nvSpPr>
        <p:spPr>
          <a:xfrm>
            <a:off x="2260600" y="812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Freeform 910"/>
          <p:cNvSpPr/>
          <p:nvPr/>
        </p:nvSpPr>
        <p:spPr>
          <a:xfrm>
            <a:off x="22860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Freeform 911"/>
          <p:cNvSpPr/>
          <p:nvPr/>
        </p:nvSpPr>
        <p:spPr>
          <a:xfrm>
            <a:off x="23241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reeform 912"/>
          <p:cNvSpPr/>
          <p:nvPr/>
        </p:nvSpPr>
        <p:spPr>
          <a:xfrm>
            <a:off x="2362200" y="812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Freeform 913"/>
          <p:cNvSpPr/>
          <p:nvPr/>
        </p:nvSpPr>
        <p:spPr>
          <a:xfrm>
            <a:off x="2400300" y="800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Freeform 914"/>
          <p:cNvSpPr/>
          <p:nvPr/>
        </p:nvSpPr>
        <p:spPr>
          <a:xfrm>
            <a:off x="24257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Freeform 915"/>
          <p:cNvSpPr/>
          <p:nvPr/>
        </p:nvSpPr>
        <p:spPr>
          <a:xfrm>
            <a:off x="1447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Freeform 916"/>
          <p:cNvSpPr/>
          <p:nvPr/>
        </p:nvSpPr>
        <p:spPr>
          <a:xfrm>
            <a:off x="14859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Freeform 917"/>
          <p:cNvSpPr/>
          <p:nvPr/>
        </p:nvSpPr>
        <p:spPr>
          <a:xfrm>
            <a:off x="15240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Freeform 918"/>
          <p:cNvSpPr/>
          <p:nvPr/>
        </p:nvSpPr>
        <p:spPr>
          <a:xfrm>
            <a:off x="15621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Freeform 919"/>
          <p:cNvSpPr/>
          <p:nvPr/>
        </p:nvSpPr>
        <p:spPr>
          <a:xfrm>
            <a:off x="15875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Freeform 920"/>
          <p:cNvSpPr/>
          <p:nvPr/>
        </p:nvSpPr>
        <p:spPr>
          <a:xfrm>
            <a:off x="16256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Freeform 921"/>
          <p:cNvSpPr/>
          <p:nvPr/>
        </p:nvSpPr>
        <p:spPr>
          <a:xfrm>
            <a:off x="16637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Freeform 922"/>
          <p:cNvSpPr/>
          <p:nvPr/>
        </p:nvSpPr>
        <p:spPr>
          <a:xfrm>
            <a:off x="1689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Freeform 923"/>
          <p:cNvSpPr/>
          <p:nvPr/>
        </p:nvSpPr>
        <p:spPr>
          <a:xfrm>
            <a:off x="17272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Freeform 924"/>
          <p:cNvSpPr/>
          <p:nvPr/>
        </p:nvSpPr>
        <p:spPr>
          <a:xfrm>
            <a:off x="17653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Freeform 925"/>
          <p:cNvSpPr/>
          <p:nvPr/>
        </p:nvSpPr>
        <p:spPr>
          <a:xfrm>
            <a:off x="1803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Freeform 926"/>
          <p:cNvSpPr/>
          <p:nvPr/>
        </p:nvSpPr>
        <p:spPr>
          <a:xfrm>
            <a:off x="18288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Freeform 927"/>
          <p:cNvSpPr/>
          <p:nvPr/>
        </p:nvSpPr>
        <p:spPr>
          <a:xfrm>
            <a:off x="18669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Freeform 928"/>
          <p:cNvSpPr/>
          <p:nvPr/>
        </p:nvSpPr>
        <p:spPr>
          <a:xfrm>
            <a:off x="1905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Freeform 929"/>
          <p:cNvSpPr/>
          <p:nvPr/>
        </p:nvSpPr>
        <p:spPr>
          <a:xfrm>
            <a:off x="1930400" y="127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Freeform 930"/>
          <p:cNvSpPr/>
          <p:nvPr/>
        </p:nvSpPr>
        <p:spPr>
          <a:xfrm>
            <a:off x="1968500" y="1181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Freeform 931"/>
          <p:cNvSpPr/>
          <p:nvPr/>
        </p:nvSpPr>
        <p:spPr>
          <a:xfrm>
            <a:off x="2006600" y="1130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Freeform 932"/>
          <p:cNvSpPr/>
          <p:nvPr/>
        </p:nvSpPr>
        <p:spPr>
          <a:xfrm>
            <a:off x="2032000" y="111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Freeform 933"/>
          <p:cNvSpPr/>
          <p:nvPr/>
        </p:nvSpPr>
        <p:spPr>
          <a:xfrm>
            <a:off x="2070100" y="111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Freeform 934"/>
          <p:cNvSpPr/>
          <p:nvPr/>
        </p:nvSpPr>
        <p:spPr>
          <a:xfrm>
            <a:off x="2108200" y="111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Freeform 935"/>
          <p:cNvSpPr/>
          <p:nvPr/>
        </p:nvSpPr>
        <p:spPr>
          <a:xfrm>
            <a:off x="2146300" y="9906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Freeform 936"/>
          <p:cNvSpPr/>
          <p:nvPr/>
        </p:nvSpPr>
        <p:spPr>
          <a:xfrm>
            <a:off x="2171700" y="889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Freeform 937"/>
          <p:cNvSpPr/>
          <p:nvPr/>
        </p:nvSpPr>
        <p:spPr>
          <a:xfrm>
            <a:off x="2209800" y="825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Freeform 938"/>
          <p:cNvSpPr/>
          <p:nvPr/>
        </p:nvSpPr>
        <p:spPr>
          <a:xfrm>
            <a:off x="2247900" y="81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Freeform 939"/>
          <p:cNvSpPr/>
          <p:nvPr/>
        </p:nvSpPr>
        <p:spPr>
          <a:xfrm>
            <a:off x="22733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Freeform 940"/>
          <p:cNvSpPr/>
          <p:nvPr/>
        </p:nvSpPr>
        <p:spPr>
          <a:xfrm>
            <a:off x="23114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Freeform 941"/>
          <p:cNvSpPr/>
          <p:nvPr/>
        </p:nvSpPr>
        <p:spPr>
          <a:xfrm>
            <a:off x="23495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Freeform 942"/>
          <p:cNvSpPr/>
          <p:nvPr/>
        </p:nvSpPr>
        <p:spPr>
          <a:xfrm>
            <a:off x="2387600" y="800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Freeform 943"/>
          <p:cNvSpPr/>
          <p:nvPr/>
        </p:nvSpPr>
        <p:spPr>
          <a:xfrm>
            <a:off x="2413000" y="78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Freeform 944"/>
          <p:cNvSpPr/>
          <p:nvPr/>
        </p:nvSpPr>
        <p:spPr>
          <a:xfrm>
            <a:off x="1435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Freeform 945"/>
          <p:cNvSpPr/>
          <p:nvPr/>
        </p:nvSpPr>
        <p:spPr>
          <a:xfrm>
            <a:off x="1473200" y="133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Freeform 946"/>
          <p:cNvSpPr/>
          <p:nvPr/>
        </p:nvSpPr>
        <p:spPr>
          <a:xfrm>
            <a:off x="15113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Freeform 947"/>
          <p:cNvSpPr/>
          <p:nvPr/>
        </p:nvSpPr>
        <p:spPr>
          <a:xfrm>
            <a:off x="1549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Freeform 948"/>
          <p:cNvSpPr/>
          <p:nvPr/>
        </p:nvSpPr>
        <p:spPr>
          <a:xfrm>
            <a:off x="15748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Freeform 949"/>
          <p:cNvSpPr/>
          <p:nvPr/>
        </p:nvSpPr>
        <p:spPr>
          <a:xfrm>
            <a:off x="16129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Freeform 950"/>
          <p:cNvSpPr/>
          <p:nvPr/>
        </p:nvSpPr>
        <p:spPr>
          <a:xfrm>
            <a:off x="16510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Freeform 951"/>
          <p:cNvSpPr/>
          <p:nvPr/>
        </p:nvSpPr>
        <p:spPr>
          <a:xfrm>
            <a:off x="16764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Freeform 952"/>
          <p:cNvSpPr/>
          <p:nvPr/>
        </p:nvSpPr>
        <p:spPr>
          <a:xfrm>
            <a:off x="1714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Freeform 953"/>
          <p:cNvSpPr/>
          <p:nvPr/>
        </p:nvSpPr>
        <p:spPr>
          <a:xfrm>
            <a:off x="17526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Freeform 954"/>
          <p:cNvSpPr/>
          <p:nvPr/>
        </p:nvSpPr>
        <p:spPr>
          <a:xfrm>
            <a:off x="17907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Freeform 955"/>
          <p:cNvSpPr/>
          <p:nvPr/>
        </p:nvSpPr>
        <p:spPr>
          <a:xfrm>
            <a:off x="18161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Freeform 956"/>
          <p:cNvSpPr/>
          <p:nvPr/>
        </p:nvSpPr>
        <p:spPr>
          <a:xfrm>
            <a:off x="18542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Freeform 957"/>
          <p:cNvSpPr/>
          <p:nvPr/>
        </p:nvSpPr>
        <p:spPr>
          <a:xfrm>
            <a:off x="18923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Freeform 958"/>
          <p:cNvSpPr/>
          <p:nvPr/>
        </p:nvSpPr>
        <p:spPr>
          <a:xfrm>
            <a:off x="1917700" y="125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Freeform 959"/>
          <p:cNvSpPr/>
          <p:nvPr/>
        </p:nvSpPr>
        <p:spPr>
          <a:xfrm>
            <a:off x="1955800" y="1168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Freeform 960"/>
          <p:cNvSpPr/>
          <p:nvPr/>
        </p:nvSpPr>
        <p:spPr>
          <a:xfrm>
            <a:off x="1993900" y="1130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Freeform 961"/>
          <p:cNvSpPr/>
          <p:nvPr/>
        </p:nvSpPr>
        <p:spPr>
          <a:xfrm>
            <a:off x="2032000" y="111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Freeform 962"/>
          <p:cNvSpPr/>
          <p:nvPr/>
        </p:nvSpPr>
        <p:spPr>
          <a:xfrm>
            <a:off x="2057400" y="110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Freeform 963"/>
          <p:cNvSpPr/>
          <p:nvPr/>
        </p:nvSpPr>
        <p:spPr>
          <a:xfrm>
            <a:off x="2095500" y="110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Freeform 964"/>
          <p:cNvSpPr/>
          <p:nvPr/>
        </p:nvSpPr>
        <p:spPr>
          <a:xfrm>
            <a:off x="2133600" y="9906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0"/>
                </a:lnTo>
                <a:lnTo>
                  <a:pt x="2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Freeform 965"/>
          <p:cNvSpPr/>
          <p:nvPr/>
        </p:nvSpPr>
        <p:spPr>
          <a:xfrm>
            <a:off x="2159000" y="876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Freeform 966"/>
          <p:cNvSpPr/>
          <p:nvPr/>
        </p:nvSpPr>
        <p:spPr>
          <a:xfrm>
            <a:off x="2197100" y="812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Freeform 967"/>
          <p:cNvSpPr/>
          <p:nvPr/>
        </p:nvSpPr>
        <p:spPr>
          <a:xfrm>
            <a:off x="2235200" y="800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Freeform 968"/>
          <p:cNvSpPr/>
          <p:nvPr/>
        </p:nvSpPr>
        <p:spPr>
          <a:xfrm>
            <a:off x="2273300" y="800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Freeform 969"/>
          <p:cNvSpPr/>
          <p:nvPr/>
        </p:nvSpPr>
        <p:spPr>
          <a:xfrm>
            <a:off x="2298700" y="78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Freeform 970"/>
          <p:cNvSpPr/>
          <p:nvPr/>
        </p:nvSpPr>
        <p:spPr>
          <a:xfrm>
            <a:off x="2336800" y="78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Freeform 971"/>
          <p:cNvSpPr/>
          <p:nvPr/>
        </p:nvSpPr>
        <p:spPr>
          <a:xfrm>
            <a:off x="2374900" y="787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Freeform 972"/>
          <p:cNvSpPr/>
          <p:nvPr/>
        </p:nvSpPr>
        <p:spPr>
          <a:xfrm>
            <a:off x="2400300" y="78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4" name="Connector 973"/>
          <p:cNvCxnSpPr/>
          <p:nvPr/>
        </p:nvCxnSpPr>
        <p:spPr>
          <a:xfrm flipH="1">
            <a:off x="3568884" y="1678260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 flipH="1">
            <a:off x="3387024" y="1557076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 flipH="1">
            <a:off x="3205164" y="1435892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 flipH="1" flipV="1">
            <a:off x="4204476" y="1435892"/>
            <a:ext cx="363720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 flipH="1" flipV="1">
            <a:off x="4004613" y="1453534"/>
            <a:ext cx="363721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H="1" flipV="1">
            <a:off x="3804751" y="1471176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 flipH="1" flipV="1">
            <a:off x="3604889" y="1488818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 flipH="1" flipV="1">
            <a:off x="3405026" y="1506459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 flipH="1" flipV="1">
            <a:off x="3205164" y="1524101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 flipH="1">
            <a:off x="4543988" y="1678260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 flipH="1">
            <a:off x="4362128" y="1557076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 flipH="1">
            <a:off x="4180268" y="1435892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 flipV="1">
            <a:off x="3568884" y="1764332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 flipV="1">
            <a:off x="3387024" y="1643148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 flipV="1">
            <a:off x="3205164" y="1521964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 flipH="1" flipV="1">
            <a:off x="4547975" y="1664785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 flipH="1" flipV="1">
            <a:off x="4348113" y="168242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 flipH="1" flipV="1">
            <a:off x="4148250" y="1700069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 flipH="1" flipV="1">
            <a:off x="3948388" y="1717711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H="1" flipV="1">
            <a:off x="3748526" y="1735352"/>
            <a:ext cx="20220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 flipH="1" flipV="1">
            <a:off x="3548664" y="1752994"/>
            <a:ext cx="20220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4204476" y="1435892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4004613" y="1453534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804751" y="1471176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604889" y="1488818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3405026" y="1506459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3205164" y="1524101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 flipH="1" flipV="1">
            <a:off x="4204476" y="1435892"/>
            <a:ext cx="363720" cy="2423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 flipH="1" flipV="1">
            <a:off x="3205164" y="1524101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 flipH="1">
            <a:off x="3568884" y="1678260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H="1">
            <a:off x="3205164" y="1435892"/>
            <a:ext cx="999312" cy="88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H="1">
            <a:off x="4543988" y="971677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 flipH="1">
            <a:off x="4362128" y="850493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 flipH="1">
            <a:off x="4180268" y="729310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4204476" y="729310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>
            <a:off x="4004613" y="746951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>
            <a:off x="3804751" y="764593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>
            <a:off x="3604889" y="782235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>
            <a:off x="3405026" y="79987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>
            <a:off x="3205164" y="817518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H="1" flipV="1">
            <a:off x="4204476" y="729310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H="1">
            <a:off x="3205164" y="729310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V="1">
            <a:off x="4568196" y="165395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 flipV="1">
            <a:off x="4368334" y="1671601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V="1">
            <a:off x="4168471" y="1689243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V="1">
            <a:off x="3968609" y="170688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 flipV="1">
            <a:off x="3768746" y="1724526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 flipV="1">
            <a:off x="3568884" y="1742168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 flipH="1">
            <a:off x="4543988" y="1478442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 flipH="1">
            <a:off x="4543988" y="1179855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 flipV="1">
            <a:off x="4568196" y="971677"/>
            <a:ext cx="0" cy="7065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 flipV="1">
            <a:off x="4204476" y="729310"/>
            <a:ext cx="0" cy="70658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 flipV="1">
            <a:off x="4004613" y="746951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 flipV="1">
            <a:off x="3804751" y="764593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 flipV="1">
            <a:off x="3604889" y="782235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 flipV="1">
            <a:off x="3405026" y="799877"/>
            <a:ext cx="0" cy="70658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 flipV="1">
            <a:off x="3205164" y="817518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 flipV="1">
            <a:off x="4204476" y="1411592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 flipV="1">
            <a:off x="4004613" y="1429234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 flipV="1">
            <a:off x="3804751" y="1446875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 flipV="1">
            <a:off x="3604889" y="146451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 flipV="1">
            <a:off x="3405026" y="1482159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6" name="Connector 1035"/>
          <p:cNvCxnSpPr/>
          <p:nvPr/>
        </p:nvCxnSpPr>
        <p:spPr>
          <a:xfrm flipV="1">
            <a:off x="3205164" y="149980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4204476" y="729310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4004613" y="746951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3804751" y="76459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Connector 1039"/>
          <p:cNvCxnSpPr/>
          <p:nvPr/>
        </p:nvCxnSpPr>
        <p:spPr>
          <a:xfrm>
            <a:off x="3604889" y="782235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>
            <a:off x="3405026" y="799877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>
            <a:off x="3205164" y="817518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 flipH="1">
            <a:off x="3205164" y="1236075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 flipH="1">
            <a:off x="3205164" y="937488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 flipH="1">
            <a:off x="4180268" y="1236075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 flipH="1">
            <a:off x="4180268" y="937488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 flipV="1">
            <a:off x="3205164" y="1322147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 flipV="1">
            <a:off x="3205164" y="1023560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V="1">
            <a:off x="4204476" y="729310"/>
            <a:ext cx="0" cy="7065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3205164" y="817518"/>
            <a:ext cx="0" cy="7065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 flipV="1">
            <a:off x="4568196" y="971677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 1051"/>
          <p:cNvCxnSpPr/>
          <p:nvPr/>
        </p:nvCxnSpPr>
        <p:spPr>
          <a:xfrm flipV="1">
            <a:off x="4386336" y="850493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 flipV="1">
            <a:off x="4204476" y="729310"/>
            <a:ext cx="0" cy="70658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 flipV="1">
            <a:off x="4568196" y="165395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 flipV="1">
            <a:off x="4386336" y="1532776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 flipV="1">
            <a:off x="4204476" y="1411592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>
            <a:off x="4568196" y="97167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>
            <a:off x="4386336" y="85049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Connector 1058"/>
          <p:cNvCxnSpPr/>
          <p:nvPr/>
        </p:nvCxnSpPr>
        <p:spPr>
          <a:xfrm>
            <a:off x="4204476" y="729310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0" name="Connector 1059"/>
          <p:cNvCxnSpPr/>
          <p:nvPr/>
        </p:nvCxnSpPr>
        <p:spPr>
          <a:xfrm flipH="1" flipV="1">
            <a:off x="4204476" y="1236075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nector 1060"/>
          <p:cNvCxnSpPr/>
          <p:nvPr/>
        </p:nvCxnSpPr>
        <p:spPr>
          <a:xfrm flipH="1" flipV="1">
            <a:off x="4204476" y="937488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2" name="Connector 1061"/>
          <p:cNvCxnSpPr/>
          <p:nvPr/>
        </p:nvCxnSpPr>
        <p:spPr>
          <a:xfrm flipH="1" flipV="1">
            <a:off x="4547975" y="1464968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 flipH="1" flipV="1">
            <a:off x="4547975" y="1166381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>
            <a:off x="4204476" y="1236075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>
            <a:off x="4204476" y="937488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 flipV="1">
            <a:off x="3568884" y="1742168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 flipV="1">
            <a:off x="3387024" y="162098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 flipV="1">
            <a:off x="3205164" y="149980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9" name="Connector 1068"/>
          <p:cNvCxnSpPr/>
          <p:nvPr/>
        </p:nvCxnSpPr>
        <p:spPr>
          <a:xfrm>
            <a:off x="3205164" y="1324283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Connector 1069"/>
          <p:cNvCxnSpPr/>
          <p:nvPr/>
        </p:nvCxnSpPr>
        <p:spPr>
          <a:xfrm>
            <a:off x="3205164" y="102569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1" name="Freeform 1070"/>
          <p:cNvSpPr/>
          <p:nvPr/>
        </p:nvSpPr>
        <p:spPr>
          <a:xfrm>
            <a:off x="3556000" y="1701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Freeform 1071"/>
          <p:cNvSpPr/>
          <p:nvPr/>
        </p:nvSpPr>
        <p:spPr>
          <a:xfrm>
            <a:off x="3594100" y="168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Freeform 1072"/>
          <p:cNvSpPr/>
          <p:nvPr/>
        </p:nvSpPr>
        <p:spPr>
          <a:xfrm>
            <a:off x="36195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Freeform 1073"/>
          <p:cNvSpPr/>
          <p:nvPr/>
        </p:nvSpPr>
        <p:spPr>
          <a:xfrm>
            <a:off x="36576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Freeform 1074"/>
          <p:cNvSpPr/>
          <p:nvPr/>
        </p:nvSpPr>
        <p:spPr>
          <a:xfrm>
            <a:off x="3695700" y="1689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Freeform 1075"/>
          <p:cNvSpPr/>
          <p:nvPr/>
        </p:nvSpPr>
        <p:spPr>
          <a:xfrm>
            <a:off x="3733800" y="167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Freeform 1076"/>
          <p:cNvSpPr/>
          <p:nvPr/>
        </p:nvSpPr>
        <p:spPr>
          <a:xfrm>
            <a:off x="37592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Freeform 1077"/>
          <p:cNvSpPr/>
          <p:nvPr/>
        </p:nvSpPr>
        <p:spPr>
          <a:xfrm>
            <a:off x="37973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Freeform 1078"/>
          <p:cNvSpPr/>
          <p:nvPr/>
        </p:nvSpPr>
        <p:spPr>
          <a:xfrm>
            <a:off x="3835400" y="167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Freeform 1079"/>
          <p:cNvSpPr/>
          <p:nvPr/>
        </p:nvSpPr>
        <p:spPr>
          <a:xfrm>
            <a:off x="38608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Freeform 1080"/>
          <p:cNvSpPr/>
          <p:nvPr/>
        </p:nvSpPr>
        <p:spPr>
          <a:xfrm>
            <a:off x="38989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Freeform 1081"/>
          <p:cNvSpPr/>
          <p:nvPr/>
        </p:nvSpPr>
        <p:spPr>
          <a:xfrm>
            <a:off x="39370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Freeform 1082"/>
          <p:cNvSpPr/>
          <p:nvPr/>
        </p:nvSpPr>
        <p:spPr>
          <a:xfrm>
            <a:off x="39751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Freeform 1083"/>
          <p:cNvSpPr/>
          <p:nvPr/>
        </p:nvSpPr>
        <p:spPr>
          <a:xfrm>
            <a:off x="4000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Freeform 1084"/>
          <p:cNvSpPr/>
          <p:nvPr/>
        </p:nvSpPr>
        <p:spPr>
          <a:xfrm>
            <a:off x="40386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Freeform 1085"/>
          <p:cNvSpPr/>
          <p:nvPr/>
        </p:nvSpPr>
        <p:spPr>
          <a:xfrm>
            <a:off x="40767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Freeform 1086"/>
          <p:cNvSpPr/>
          <p:nvPr/>
        </p:nvSpPr>
        <p:spPr>
          <a:xfrm>
            <a:off x="41021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Freeform 1087"/>
          <p:cNvSpPr/>
          <p:nvPr/>
        </p:nvSpPr>
        <p:spPr>
          <a:xfrm>
            <a:off x="4140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Freeform 1088"/>
          <p:cNvSpPr/>
          <p:nvPr/>
        </p:nvSpPr>
        <p:spPr>
          <a:xfrm>
            <a:off x="41783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Freeform 1089"/>
          <p:cNvSpPr/>
          <p:nvPr/>
        </p:nvSpPr>
        <p:spPr>
          <a:xfrm>
            <a:off x="42164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Freeform 1090"/>
          <p:cNvSpPr/>
          <p:nvPr/>
        </p:nvSpPr>
        <p:spPr>
          <a:xfrm>
            <a:off x="4241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Freeform 1091"/>
          <p:cNvSpPr/>
          <p:nvPr/>
        </p:nvSpPr>
        <p:spPr>
          <a:xfrm>
            <a:off x="42799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Freeform 1092"/>
          <p:cNvSpPr/>
          <p:nvPr/>
        </p:nvSpPr>
        <p:spPr>
          <a:xfrm>
            <a:off x="4318000" y="1600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Freeform 1093"/>
          <p:cNvSpPr/>
          <p:nvPr/>
        </p:nvSpPr>
        <p:spPr>
          <a:xfrm>
            <a:off x="4343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Freeform 1094"/>
          <p:cNvSpPr/>
          <p:nvPr/>
        </p:nvSpPr>
        <p:spPr>
          <a:xfrm>
            <a:off x="4381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Freeform 1095"/>
          <p:cNvSpPr/>
          <p:nvPr/>
        </p:nvSpPr>
        <p:spPr>
          <a:xfrm>
            <a:off x="44196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Freeform 1096"/>
          <p:cNvSpPr/>
          <p:nvPr/>
        </p:nvSpPr>
        <p:spPr>
          <a:xfrm>
            <a:off x="44577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Freeform 1097"/>
          <p:cNvSpPr/>
          <p:nvPr/>
        </p:nvSpPr>
        <p:spPr>
          <a:xfrm>
            <a:off x="44831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Freeform 1098"/>
          <p:cNvSpPr/>
          <p:nvPr/>
        </p:nvSpPr>
        <p:spPr>
          <a:xfrm>
            <a:off x="4521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Freeform 1099"/>
          <p:cNvSpPr/>
          <p:nvPr/>
        </p:nvSpPr>
        <p:spPr>
          <a:xfrm>
            <a:off x="35433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Freeform 1100"/>
          <p:cNvSpPr/>
          <p:nvPr/>
        </p:nvSpPr>
        <p:spPr>
          <a:xfrm>
            <a:off x="3581400" y="168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Freeform 1101"/>
          <p:cNvSpPr/>
          <p:nvPr/>
        </p:nvSpPr>
        <p:spPr>
          <a:xfrm>
            <a:off x="36068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Freeform 1102"/>
          <p:cNvSpPr/>
          <p:nvPr/>
        </p:nvSpPr>
        <p:spPr>
          <a:xfrm>
            <a:off x="36449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Freeform 1103"/>
          <p:cNvSpPr/>
          <p:nvPr/>
        </p:nvSpPr>
        <p:spPr>
          <a:xfrm>
            <a:off x="36830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Freeform 1104"/>
          <p:cNvSpPr/>
          <p:nvPr/>
        </p:nvSpPr>
        <p:spPr>
          <a:xfrm>
            <a:off x="3721100" y="167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Freeform 1105"/>
          <p:cNvSpPr/>
          <p:nvPr/>
        </p:nvSpPr>
        <p:spPr>
          <a:xfrm>
            <a:off x="37465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Freeform 1106"/>
          <p:cNvSpPr/>
          <p:nvPr/>
        </p:nvSpPr>
        <p:spPr>
          <a:xfrm>
            <a:off x="3784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Freeform 1107"/>
          <p:cNvSpPr/>
          <p:nvPr/>
        </p:nvSpPr>
        <p:spPr>
          <a:xfrm>
            <a:off x="38227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Freeform 1108"/>
          <p:cNvSpPr/>
          <p:nvPr/>
        </p:nvSpPr>
        <p:spPr>
          <a:xfrm>
            <a:off x="38481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Freeform 1109"/>
          <p:cNvSpPr/>
          <p:nvPr/>
        </p:nvSpPr>
        <p:spPr>
          <a:xfrm>
            <a:off x="3886200" y="1663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Freeform 1110"/>
          <p:cNvSpPr/>
          <p:nvPr/>
        </p:nvSpPr>
        <p:spPr>
          <a:xfrm>
            <a:off x="39243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Freeform 1111"/>
          <p:cNvSpPr/>
          <p:nvPr/>
        </p:nvSpPr>
        <p:spPr>
          <a:xfrm>
            <a:off x="3962400" y="1638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Freeform 1112"/>
          <p:cNvSpPr/>
          <p:nvPr/>
        </p:nvSpPr>
        <p:spPr>
          <a:xfrm>
            <a:off x="39878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Freeform 1113"/>
          <p:cNvSpPr/>
          <p:nvPr/>
        </p:nvSpPr>
        <p:spPr>
          <a:xfrm>
            <a:off x="40259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Freeform 1114"/>
          <p:cNvSpPr/>
          <p:nvPr/>
        </p:nvSpPr>
        <p:spPr>
          <a:xfrm>
            <a:off x="4064000" y="1600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Freeform 1115"/>
          <p:cNvSpPr/>
          <p:nvPr/>
        </p:nvSpPr>
        <p:spPr>
          <a:xfrm>
            <a:off x="4089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Freeform 1116"/>
          <p:cNvSpPr/>
          <p:nvPr/>
        </p:nvSpPr>
        <p:spPr>
          <a:xfrm>
            <a:off x="4127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Freeform 1117"/>
          <p:cNvSpPr/>
          <p:nvPr/>
        </p:nvSpPr>
        <p:spPr>
          <a:xfrm>
            <a:off x="41656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Freeform 1118"/>
          <p:cNvSpPr/>
          <p:nvPr/>
        </p:nvSpPr>
        <p:spPr>
          <a:xfrm>
            <a:off x="42037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Freeform 1119"/>
          <p:cNvSpPr/>
          <p:nvPr/>
        </p:nvSpPr>
        <p:spPr>
          <a:xfrm>
            <a:off x="4229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Freeform 1120"/>
          <p:cNvSpPr/>
          <p:nvPr/>
        </p:nvSpPr>
        <p:spPr>
          <a:xfrm>
            <a:off x="4267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Freeform 1121"/>
          <p:cNvSpPr/>
          <p:nvPr/>
        </p:nvSpPr>
        <p:spPr>
          <a:xfrm>
            <a:off x="4305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Freeform 1122"/>
          <p:cNvSpPr/>
          <p:nvPr/>
        </p:nvSpPr>
        <p:spPr>
          <a:xfrm>
            <a:off x="4330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Freeform 1123"/>
          <p:cNvSpPr/>
          <p:nvPr/>
        </p:nvSpPr>
        <p:spPr>
          <a:xfrm>
            <a:off x="43688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Freeform 1124"/>
          <p:cNvSpPr/>
          <p:nvPr/>
        </p:nvSpPr>
        <p:spPr>
          <a:xfrm>
            <a:off x="44069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Freeform 1125"/>
          <p:cNvSpPr/>
          <p:nvPr/>
        </p:nvSpPr>
        <p:spPr>
          <a:xfrm>
            <a:off x="44450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Freeform 1126"/>
          <p:cNvSpPr/>
          <p:nvPr/>
        </p:nvSpPr>
        <p:spPr>
          <a:xfrm>
            <a:off x="4470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Freeform 1127"/>
          <p:cNvSpPr/>
          <p:nvPr/>
        </p:nvSpPr>
        <p:spPr>
          <a:xfrm>
            <a:off x="45085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Freeform 1128"/>
          <p:cNvSpPr/>
          <p:nvPr/>
        </p:nvSpPr>
        <p:spPr>
          <a:xfrm>
            <a:off x="35306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Freeform 1129"/>
          <p:cNvSpPr/>
          <p:nvPr/>
        </p:nvSpPr>
        <p:spPr>
          <a:xfrm>
            <a:off x="3568700" y="167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Freeform 1130"/>
          <p:cNvSpPr/>
          <p:nvPr/>
        </p:nvSpPr>
        <p:spPr>
          <a:xfrm>
            <a:off x="35941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Freeform 1131"/>
          <p:cNvSpPr/>
          <p:nvPr/>
        </p:nvSpPr>
        <p:spPr>
          <a:xfrm>
            <a:off x="3632200" y="1676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Freeform 1132"/>
          <p:cNvSpPr/>
          <p:nvPr/>
        </p:nvSpPr>
        <p:spPr>
          <a:xfrm>
            <a:off x="36703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Freeform 1133"/>
          <p:cNvSpPr/>
          <p:nvPr/>
        </p:nvSpPr>
        <p:spPr>
          <a:xfrm>
            <a:off x="37084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Freeform 1134"/>
          <p:cNvSpPr/>
          <p:nvPr/>
        </p:nvSpPr>
        <p:spPr>
          <a:xfrm>
            <a:off x="37338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Freeform 1135"/>
          <p:cNvSpPr/>
          <p:nvPr/>
        </p:nvSpPr>
        <p:spPr>
          <a:xfrm>
            <a:off x="3771900" y="1663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Freeform 1136"/>
          <p:cNvSpPr/>
          <p:nvPr/>
        </p:nvSpPr>
        <p:spPr>
          <a:xfrm>
            <a:off x="38100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Freeform 1137"/>
          <p:cNvSpPr/>
          <p:nvPr/>
        </p:nvSpPr>
        <p:spPr>
          <a:xfrm>
            <a:off x="38354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Freeform 1138"/>
          <p:cNvSpPr/>
          <p:nvPr/>
        </p:nvSpPr>
        <p:spPr>
          <a:xfrm>
            <a:off x="38735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Freeform 1139"/>
          <p:cNvSpPr/>
          <p:nvPr/>
        </p:nvSpPr>
        <p:spPr>
          <a:xfrm>
            <a:off x="39116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Freeform 1140"/>
          <p:cNvSpPr/>
          <p:nvPr/>
        </p:nvSpPr>
        <p:spPr>
          <a:xfrm>
            <a:off x="3949700" y="1625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Freeform 1141"/>
          <p:cNvSpPr/>
          <p:nvPr/>
        </p:nvSpPr>
        <p:spPr>
          <a:xfrm>
            <a:off x="39751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Freeform 1142"/>
          <p:cNvSpPr/>
          <p:nvPr/>
        </p:nvSpPr>
        <p:spPr>
          <a:xfrm>
            <a:off x="40132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Freeform 1143"/>
          <p:cNvSpPr/>
          <p:nvPr/>
        </p:nvSpPr>
        <p:spPr>
          <a:xfrm>
            <a:off x="40513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Freeform 1144"/>
          <p:cNvSpPr/>
          <p:nvPr/>
        </p:nvSpPr>
        <p:spPr>
          <a:xfrm>
            <a:off x="40767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Freeform 1145"/>
          <p:cNvSpPr/>
          <p:nvPr/>
        </p:nvSpPr>
        <p:spPr>
          <a:xfrm>
            <a:off x="41148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Freeform 1146"/>
          <p:cNvSpPr/>
          <p:nvPr/>
        </p:nvSpPr>
        <p:spPr>
          <a:xfrm>
            <a:off x="41529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Freeform 1147"/>
          <p:cNvSpPr/>
          <p:nvPr/>
        </p:nvSpPr>
        <p:spPr>
          <a:xfrm>
            <a:off x="41910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Freeform 1148"/>
          <p:cNvSpPr/>
          <p:nvPr/>
        </p:nvSpPr>
        <p:spPr>
          <a:xfrm>
            <a:off x="42164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Freeform 1149"/>
          <p:cNvSpPr/>
          <p:nvPr/>
        </p:nvSpPr>
        <p:spPr>
          <a:xfrm>
            <a:off x="42545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Freeform 1150"/>
          <p:cNvSpPr/>
          <p:nvPr/>
        </p:nvSpPr>
        <p:spPr>
          <a:xfrm>
            <a:off x="42926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Freeform 1151"/>
          <p:cNvSpPr/>
          <p:nvPr/>
        </p:nvSpPr>
        <p:spPr>
          <a:xfrm>
            <a:off x="43180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Freeform 1152"/>
          <p:cNvSpPr/>
          <p:nvPr/>
        </p:nvSpPr>
        <p:spPr>
          <a:xfrm>
            <a:off x="43561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Freeform 1153"/>
          <p:cNvSpPr/>
          <p:nvPr/>
        </p:nvSpPr>
        <p:spPr>
          <a:xfrm>
            <a:off x="43942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Freeform 1154"/>
          <p:cNvSpPr/>
          <p:nvPr/>
        </p:nvSpPr>
        <p:spPr>
          <a:xfrm>
            <a:off x="4432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Freeform 1155"/>
          <p:cNvSpPr/>
          <p:nvPr/>
        </p:nvSpPr>
        <p:spPr>
          <a:xfrm>
            <a:off x="4457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Freeform 1156"/>
          <p:cNvSpPr/>
          <p:nvPr/>
        </p:nvSpPr>
        <p:spPr>
          <a:xfrm>
            <a:off x="4495800" y="160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Freeform 1157"/>
          <p:cNvSpPr/>
          <p:nvPr/>
        </p:nvSpPr>
        <p:spPr>
          <a:xfrm>
            <a:off x="3517900" y="1676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Freeform 1158"/>
          <p:cNvSpPr/>
          <p:nvPr/>
        </p:nvSpPr>
        <p:spPr>
          <a:xfrm>
            <a:off x="35560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Freeform 1159"/>
          <p:cNvSpPr/>
          <p:nvPr/>
        </p:nvSpPr>
        <p:spPr>
          <a:xfrm>
            <a:off x="35814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Freeform 1160"/>
          <p:cNvSpPr/>
          <p:nvPr/>
        </p:nvSpPr>
        <p:spPr>
          <a:xfrm>
            <a:off x="36195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Freeform 1161"/>
          <p:cNvSpPr/>
          <p:nvPr/>
        </p:nvSpPr>
        <p:spPr>
          <a:xfrm>
            <a:off x="3657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Freeform 1162"/>
          <p:cNvSpPr/>
          <p:nvPr/>
        </p:nvSpPr>
        <p:spPr>
          <a:xfrm>
            <a:off x="36957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Freeform 1163"/>
          <p:cNvSpPr/>
          <p:nvPr/>
        </p:nvSpPr>
        <p:spPr>
          <a:xfrm>
            <a:off x="37211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Freeform 1164"/>
          <p:cNvSpPr/>
          <p:nvPr/>
        </p:nvSpPr>
        <p:spPr>
          <a:xfrm>
            <a:off x="37592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Freeform 1165"/>
          <p:cNvSpPr/>
          <p:nvPr/>
        </p:nvSpPr>
        <p:spPr>
          <a:xfrm>
            <a:off x="37973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Freeform 1166"/>
          <p:cNvSpPr/>
          <p:nvPr/>
        </p:nvSpPr>
        <p:spPr>
          <a:xfrm>
            <a:off x="38227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Freeform 1167"/>
          <p:cNvSpPr/>
          <p:nvPr/>
        </p:nvSpPr>
        <p:spPr>
          <a:xfrm>
            <a:off x="3860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Freeform 1168"/>
          <p:cNvSpPr/>
          <p:nvPr/>
        </p:nvSpPr>
        <p:spPr>
          <a:xfrm>
            <a:off x="38989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Freeform 1169"/>
          <p:cNvSpPr/>
          <p:nvPr/>
        </p:nvSpPr>
        <p:spPr>
          <a:xfrm>
            <a:off x="39370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Freeform 1170"/>
          <p:cNvSpPr/>
          <p:nvPr/>
        </p:nvSpPr>
        <p:spPr>
          <a:xfrm>
            <a:off x="39624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Freeform 1171"/>
          <p:cNvSpPr/>
          <p:nvPr/>
        </p:nvSpPr>
        <p:spPr>
          <a:xfrm>
            <a:off x="40005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Freeform 1172"/>
          <p:cNvSpPr/>
          <p:nvPr/>
        </p:nvSpPr>
        <p:spPr>
          <a:xfrm>
            <a:off x="40386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Freeform 1173"/>
          <p:cNvSpPr/>
          <p:nvPr/>
        </p:nvSpPr>
        <p:spPr>
          <a:xfrm>
            <a:off x="40640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Freeform 1174"/>
          <p:cNvSpPr/>
          <p:nvPr/>
        </p:nvSpPr>
        <p:spPr>
          <a:xfrm>
            <a:off x="41021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Freeform 1175"/>
          <p:cNvSpPr/>
          <p:nvPr/>
        </p:nvSpPr>
        <p:spPr>
          <a:xfrm>
            <a:off x="41402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Freeform 1176"/>
          <p:cNvSpPr/>
          <p:nvPr/>
        </p:nvSpPr>
        <p:spPr>
          <a:xfrm>
            <a:off x="4178300" y="1600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Freeform 1177"/>
          <p:cNvSpPr/>
          <p:nvPr/>
        </p:nvSpPr>
        <p:spPr>
          <a:xfrm>
            <a:off x="42037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Freeform 1178"/>
          <p:cNvSpPr/>
          <p:nvPr/>
        </p:nvSpPr>
        <p:spPr>
          <a:xfrm>
            <a:off x="42418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Freeform 1179"/>
          <p:cNvSpPr/>
          <p:nvPr/>
        </p:nvSpPr>
        <p:spPr>
          <a:xfrm>
            <a:off x="42799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Freeform 1180"/>
          <p:cNvSpPr/>
          <p:nvPr/>
        </p:nvSpPr>
        <p:spPr>
          <a:xfrm>
            <a:off x="4305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Freeform 1181"/>
          <p:cNvSpPr/>
          <p:nvPr/>
        </p:nvSpPr>
        <p:spPr>
          <a:xfrm>
            <a:off x="4343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Freeform 1182"/>
          <p:cNvSpPr/>
          <p:nvPr/>
        </p:nvSpPr>
        <p:spPr>
          <a:xfrm>
            <a:off x="4381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Freeform 1183"/>
          <p:cNvSpPr/>
          <p:nvPr/>
        </p:nvSpPr>
        <p:spPr>
          <a:xfrm>
            <a:off x="44196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Freeform 1184"/>
          <p:cNvSpPr/>
          <p:nvPr/>
        </p:nvSpPr>
        <p:spPr>
          <a:xfrm>
            <a:off x="44450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Freeform 1185"/>
          <p:cNvSpPr/>
          <p:nvPr/>
        </p:nvSpPr>
        <p:spPr>
          <a:xfrm>
            <a:off x="44831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Freeform 1186"/>
          <p:cNvSpPr/>
          <p:nvPr/>
        </p:nvSpPr>
        <p:spPr>
          <a:xfrm>
            <a:off x="35052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Freeform 1187"/>
          <p:cNvSpPr/>
          <p:nvPr/>
        </p:nvSpPr>
        <p:spPr>
          <a:xfrm>
            <a:off x="35433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Freeform 1188"/>
          <p:cNvSpPr/>
          <p:nvPr/>
        </p:nvSpPr>
        <p:spPr>
          <a:xfrm>
            <a:off x="35814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Freeform 1189"/>
          <p:cNvSpPr/>
          <p:nvPr/>
        </p:nvSpPr>
        <p:spPr>
          <a:xfrm>
            <a:off x="36068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Freeform 1190"/>
          <p:cNvSpPr/>
          <p:nvPr/>
        </p:nvSpPr>
        <p:spPr>
          <a:xfrm>
            <a:off x="36449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Freeform 1191"/>
          <p:cNvSpPr/>
          <p:nvPr/>
        </p:nvSpPr>
        <p:spPr>
          <a:xfrm>
            <a:off x="36830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Freeform 1192"/>
          <p:cNvSpPr/>
          <p:nvPr/>
        </p:nvSpPr>
        <p:spPr>
          <a:xfrm>
            <a:off x="37084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Freeform 1193"/>
          <p:cNvSpPr/>
          <p:nvPr/>
        </p:nvSpPr>
        <p:spPr>
          <a:xfrm>
            <a:off x="3746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Freeform 1194"/>
          <p:cNvSpPr/>
          <p:nvPr/>
        </p:nvSpPr>
        <p:spPr>
          <a:xfrm>
            <a:off x="37846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Freeform 1195"/>
          <p:cNvSpPr/>
          <p:nvPr/>
        </p:nvSpPr>
        <p:spPr>
          <a:xfrm>
            <a:off x="38100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Freeform 1196"/>
          <p:cNvSpPr/>
          <p:nvPr/>
        </p:nvSpPr>
        <p:spPr>
          <a:xfrm>
            <a:off x="3848100" y="1638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Freeform 1197"/>
          <p:cNvSpPr/>
          <p:nvPr/>
        </p:nvSpPr>
        <p:spPr>
          <a:xfrm>
            <a:off x="3886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Freeform 1198"/>
          <p:cNvSpPr/>
          <p:nvPr/>
        </p:nvSpPr>
        <p:spPr>
          <a:xfrm>
            <a:off x="3924300" y="1612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Freeform 1199"/>
          <p:cNvSpPr/>
          <p:nvPr/>
        </p:nvSpPr>
        <p:spPr>
          <a:xfrm>
            <a:off x="39497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Freeform 1200"/>
          <p:cNvSpPr/>
          <p:nvPr/>
        </p:nvSpPr>
        <p:spPr>
          <a:xfrm>
            <a:off x="39878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Freeform 1201"/>
          <p:cNvSpPr/>
          <p:nvPr/>
        </p:nvSpPr>
        <p:spPr>
          <a:xfrm>
            <a:off x="40259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Freeform 1202"/>
          <p:cNvSpPr/>
          <p:nvPr/>
        </p:nvSpPr>
        <p:spPr>
          <a:xfrm>
            <a:off x="4051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Freeform 1203"/>
          <p:cNvSpPr/>
          <p:nvPr/>
        </p:nvSpPr>
        <p:spPr>
          <a:xfrm>
            <a:off x="4089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Freeform 1204"/>
          <p:cNvSpPr/>
          <p:nvPr/>
        </p:nvSpPr>
        <p:spPr>
          <a:xfrm>
            <a:off x="4127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Freeform 1205"/>
          <p:cNvSpPr/>
          <p:nvPr/>
        </p:nvSpPr>
        <p:spPr>
          <a:xfrm>
            <a:off x="41656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Freeform 1206"/>
          <p:cNvSpPr/>
          <p:nvPr/>
        </p:nvSpPr>
        <p:spPr>
          <a:xfrm>
            <a:off x="4191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Freeform 1207"/>
          <p:cNvSpPr/>
          <p:nvPr/>
        </p:nvSpPr>
        <p:spPr>
          <a:xfrm>
            <a:off x="42291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Freeform 1208"/>
          <p:cNvSpPr/>
          <p:nvPr/>
        </p:nvSpPr>
        <p:spPr>
          <a:xfrm>
            <a:off x="42672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Freeform 1209"/>
          <p:cNvSpPr/>
          <p:nvPr/>
        </p:nvSpPr>
        <p:spPr>
          <a:xfrm>
            <a:off x="4292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Freeform 1210"/>
          <p:cNvSpPr/>
          <p:nvPr/>
        </p:nvSpPr>
        <p:spPr>
          <a:xfrm>
            <a:off x="4330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Freeform 1211"/>
          <p:cNvSpPr/>
          <p:nvPr/>
        </p:nvSpPr>
        <p:spPr>
          <a:xfrm>
            <a:off x="43688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Freeform 1212"/>
          <p:cNvSpPr/>
          <p:nvPr/>
        </p:nvSpPr>
        <p:spPr>
          <a:xfrm>
            <a:off x="4406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Freeform 1213"/>
          <p:cNvSpPr/>
          <p:nvPr/>
        </p:nvSpPr>
        <p:spPr>
          <a:xfrm>
            <a:off x="4432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Freeform 1214"/>
          <p:cNvSpPr/>
          <p:nvPr/>
        </p:nvSpPr>
        <p:spPr>
          <a:xfrm>
            <a:off x="44704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Freeform 1215"/>
          <p:cNvSpPr/>
          <p:nvPr/>
        </p:nvSpPr>
        <p:spPr>
          <a:xfrm>
            <a:off x="34925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Freeform 1216"/>
          <p:cNvSpPr/>
          <p:nvPr/>
        </p:nvSpPr>
        <p:spPr>
          <a:xfrm>
            <a:off x="35306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Freeform 1217"/>
          <p:cNvSpPr/>
          <p:nvPr/>
        </p:nvSpPr>
        <p:spPr>
          <a:xfrm>
            <a:off x="35687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Freeform 1218"/>
          <p:cNvSpPr/>
          <p:nvPr/>
        </p:nvSpPr>
        <p:spPr>
          <a:xfrm>
            <a:off x="3594100" y="1651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Freeform 1219"/>
          <p:cNvSpPr/>
          <p:nvPr/>
        </p:nvSpPr>
        <p:spPr>
          <a:xfrm>
            <a:off x="36322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Freeform 1220"/>
          <p:cNvSpPr/>
          <p:nvPr/>
        </p:nvSpPr>
        <p:spPr>
          <a:xfrm>
            <a:off x="36703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Freeform 1221"/>
          <p:cNvSpPr/>
          <p:nvPr/>
        </p:nvSpPr>
        <p:spPr>
          <a:xfrm>
            <a:off x="36957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Freeform 1222"/>
          <p:cNvSpPr/>
          <p:nvPr/>
        </p:nvSpPr>
        <p:spPr>
          <a:xfrm>
            <a:off x="3733800" y="1638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Freeform 1223"/>
          <p:cNvSpPr/>
          <p:nvPr/>
        </p:nvSpPr>
        <p:spPr>
          <a:xfrm>
            <a:off x="37719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Freeform 1224"/>
          <p:cNvSpPr/>
          <p:nvPr/>
        </p:nvSpPr>
        <p:spPr>
          <a:xfrm>
            <a:off x="38100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Freeform 1225"/>
          <p:cNvSpPr/>
          <p:nvPr/>
        </p:nvSpPr>
        <p:spPr>
          <a:xfrm>
            <a:off x="3835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Freeform 1226"/>
          <p:cNvSpPr/>
          <p:nvPr/>
        </p:nvSpPr>
        <p:spPr>
          <a:xfrm>
            <a:off x="38735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Freeform 1227"/>
          <p:cNvSpPr/>
          <p:nvPr/>
        </p:nvSpPr>
        <p:spPr>
          <a:xfrm>
            <a:off x="3911600" y="1600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Freeform 1228"/>
          <p:cNvSpPr/>
          <p:nvPr/>
        </p:nvSpPr>
        <p:spPr>
          <a:xfrm>
            <a:off x="39370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Freeform 1229"/>
          <p:cNvSpPr/>
          <p:nvPr/>
        </p:nvSpPr>
        <p:spPr>
          <a:xfrm>
            <a:off x="39751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Freeform 1230"/>
          <p:cNvSpPr/>
          <p:nvPr/>
        </p:nvSpPr>
        <p:spPr>
          <a:xfrm>
            <a:off x="40132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Freeform 1231"/>
          <p:cNvSpPr/>
          <p:nvPr/>
        </p:nvSpPr>
        <p:spPr>
          <a:xfrm>
            <a:off x="40513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Freeform 1232"/>
          <p:cNvSpPr/>
          <p:nvPr/>
        </p:nvSpPr>
        <p:spPr>
          <a:xfrm>
            <a:off x="4076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Freeform 1233"/>
          <p:cNvSpPr/>
          <p:nvPr/>
        </p:nvSpPr>
        <p:spPr>
          <a:xfrm>
            <a:off x="41148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Freeform 1234"/>
          <p:cNvSpPr/>
          <p:nvPr/>
        </p:nvSpPr>
        <p:spPr>
          <a:xfrm>
            <a:off x="4152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Freeform 1235"/>
          <p:cNvSpPr/>
          <p:nvPr/>
        </p:nvSpPr>
        <p:spPr>
          <a:xfrm>
            <a:off x="41783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Freeform 1236"/>
          <p:cNvSpPr/>
          <p:nvPr/>
        </p:nvSpPr>
        <p:spPr>
          <a:xfrm>
            <a:off x="42164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Freeform 1237"/>
          <p:cNvSpPr/>
          <p:nvPr/>
        </p:nvSpPr>
        <p:spPr>
          <a:xfrm>
            <a:off x="42545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Freeform 1238"/>
          <p:cNvSpPr/>
          <p:nvPr/>
        </p:nvSpPr>
        <p:spPr>
          <a:xfrm>
            <a:off x="42799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Freeform 1239"/>
          <p:cNvSpPr/>
          <p:nvPr/>
        </p:nvSpPr>
        <p:spPr>
          <a:xfrm>
            <a:off x="4318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Freeform 1240"/>
          <p:cNvSpPr/>
          <p:nvPr/>
        </p:nvSpPr>
        <p:spPr>
          <a:xfrm>
            <a:off x="43561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Freeform 1241"/>
          <p:cNvSpPr/>
          <p:nvPr/>
        </p:nvSpPr>
        <p:spPr>
          <a:xfrm>
            <a:off x="43942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Freeform 1242"/>
          <p:cNvSpPr/>
          <p:nvPr/>
        </p:nvSpPr>
        <p:spPr>
          <a:xfrm>
            <a:off x="4419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Freeform 1243"/>
          <p:cNvSpPr/>
          <p:nvPr/>
        </p:nvSpPr>
        <p:spPr>
          <a:xfrm>
            <a:off x="4457700" y="1574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Freeform 1244"/>
          <p:cNvSpPr/>
          <p:nvPr/>
        </p:nvSpPr>
        <p:spPr>
          <a:xfrm>
            <a:off x="34798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Freeform 1245"/>
          <p:cNvSpPr/>
          <p:nvPr/>
        </p:nvSpPr>
        <p:spPr>
          <a:xfrm>
            <a:off x="35179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Freeform 1246"/>
          <p:cNvSpPr/>
          <p:nvPr/>
        </p:nvSpPr>
        <p:spPr>
          <a:xfrm>
            <a:off x="35560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Freeform 1247"/>
          <p:cNvSpPr/>
          <p:nvPr/>
        </p:nvSpPr>
        <p:spPr>
          <a:xfrm>
            <a:off x="35814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Freeform 1248"/>
          <p:cNvSpPr/>
          <p:nvPr/>
        </p:nvSpPr>
        <p:spPr>
          <a:xfrm>
            <a:off x="3619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Freeform 1249"/>
          <p:cNvSpPr/>
          <p:nvPr/>
        </p:nvSpPr>
        <p:spPr>
          <a:xfrm>
            <a:off x="36576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Freeform 1250"/>
          <p:cNvSpPr/>
          <p:nvPr/>
        </p:nvSpPr>
        <p:spPr>
          <a:xfrm>
            <a:off x="36830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Freeform 1251"/>
          <p:cNvSpPr/>
          <p:nvPr/>
        </p:nvSpPr>
        <p:spPr>
          <a:xfrm>
            <a:off x="3721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Freeform 1252"/>
          <p:cNvSpPr/>
          <p:nvPr/>
        </p:nvSpPr>
        <p:spPr>
          <a:xfrm>
            <a:off x="3759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Freeform 1253"/>
          <p:cNvSpPr/>
          <p:nvPr/>
        </p:nvSpPr>
        <p:spPr>
          <a:xfrm>
            <a:off x="37973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Freeform 1254"/>
          <p:cNvSpPr/>
          <p:nvPr/>
        </p:nvSpPr>
        <p:spPr>
          <a:xfrm>
            <a:off x="3822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Freeform 1255"/>
          <p:cNvSpPr/>
          <p:nvPr/>
        </p:nvSpPr>
        <p:spPr>
          <a:xfrm>
            <a:off x="38608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Freeform 1256"/>
          <p:cNvSpPr/>
          <p:nvPr/>
        </p:nvSpPr>
        <p:spPr>
          <a:xfrm>
            <a:off x="3898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Freeform 1257"/>
          <p:cNvSpPr/>
          <p:nvPr/>
        </p:nvSpPr>
        <p:spPr>
          <a:xfrm>
            <a:off x="39243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Freeform 1258"/>
          <p:cNvSpPr/>
          <p:nvPr/>
        </p:nvSpPr>
        <p:spPr>
          <a:xfrm>
            <a:off x="39624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Freeform 1259"/>
          <p:cNvSpPr/>
          <p:nvPr/>
        </p:nvSpPr>
        <p:spPr>
          <a:xfrm>
            <a:off x="40005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Freeform 1260"/>
          <p:cNvSpPr/>
          <p:nvPr/>
        </p:nvSpPr>
        <p:spPr>
          <a:xfrm>
            <a:off x="40386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Freeform 1261"/>
          <p:cNvSpPr/>
          <p:nvPr/>
        </p:nvSpPr>
        <p:spPr>
          <a:xfrm>
            <a:off x="40640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Freeform 1262"/>
          <p:cNvSpPr/>
          <p:nvPr/>
        </p:nvSpPr>
        <p:spPr>
          <a:xfrm>
            <a:off x="41021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Freeform 1263"/>
          <p:cNvSpPr/>
          <p:nvPr/>
        </p:nvSpPr>
        <p:spPr>
          <a:xfrm>
            <a:off x="41402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Freeform 1264"/>
          <p:cNvSpPr/>
          <p:nvPr/>
        </p:nvSpPr>
        <p:spPr>
          <a:xfrm>
            <a:off x="41656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Freeform 1265"/>
          <p:cNvSpPr/>
          <p:nvPr/>
        </p:nvSpPr>
        <p:spPr>
          <a:xfrm>
            <a:off x="42037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Freeform 1266"/>
          <p:cNvSpPr/>
          <p:nvPr/>
        </p:nvSpPr>
        <p:spPr>
          <a:xfrm>
            <a:off x="42418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Freeform 1267"/>
          <p:cNvSpPr/>
          <p:nvPr/>
        </p:nvSpPr>
        <p:spPr>
          <a:xfrm>
            <a:off x="4279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Freeform 1268"/>
          <p:cNvSpPr/>
          <p:nvPr/>
        </p:nvSpPr>
        <p:spPr>
          <a:xfrm>
            <a:off x="43053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Freeform 1269"/>
          <p:cNvSpPr/>
          <p:nvPr/>
        </p:nvSpPr>
        <p:spPr>
          <a:xfrm>
            <a:off x="43434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Freeform 1270"/>
          <p:cNvSpPr/>
          <p:nvPr/>
        </p:nvSpPr>
        <p:spPr>
          <a:xfrm>
            <a:off x="43815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Freeform 1271"/>
          <p:cNvSpPr/>
          <p:nvPr/>
        </p:nvSpPr>
        <p:spPr>
          <a:xfrm>
            <a:off x="44069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Freeform 1272"/>
          <p:cNvSpPr/>
          <p:nvPr/>
        </p:nvSpPr>
        <p:spPr>
          <a:xfrm>
            <a:off x="4445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Freeform 1273"/>
          <p:cNvSpPr/>
          <p:nvPr/>
        </p:nvSpPr>
        <p:spPr>
          <a:xfrm>
            <a:off x="34671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Freeform 1274"/>
          <p:cNvSpPr/>
          <p:nvPr/>
        </p:nvSpPr>
        <p:spPr>
          <a:xfrm>
            <a:off x="35052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Freeform 1275"/>
          <p:cNvSpPr/>
          <p:nvPr/>
        </p:nvSpPr>
        <p:spPr>
          <a:xfrm>
            <a:off x="3543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Freeform 1276"/>
          <p:cNvSpPr/>
          <p:nvPr/>
        </p:nvSpPr>
        <p:spPr>
          <a:xfrm>
            <a:off x="35687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Freeform 1277"/>
          <p:cNvSpPr/>
          <p:nvPr/>
        </p:nvSpPr>
        <p:spPr>
          <a:xfrm>
            <a:off x="3606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Freeform 1278"/>
          <p:cNvSpPr/>
          <p:nvPr/>
        </p:nvSpPr>
        <p:spPr>
          <a:xfrm>
            <a:off x="36449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Freeform 1279"/>
          <p:cNvSpPr/>
          <p:nvPr/>
        </p:nvSpPr>
        <p:spPr>
          <a:xfrm>
            <a:off x="3670300" y="162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Freeform 1280"/>
          <p:cNvSpPr/>
          <p:nvPr/>
        </p:nvSpPr>
        <p:spPr>
          <a:xfrm>
            <a:off x="37084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Freeform 1281"/>
          <p:cNvSpPr/>
          <p:nvPr/>
        </p:nvSpPr>
        <p:spPr>
          <a:xfrm>
            <a:off x="3746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Freeform 1282"/>
          <p:cNvSpPr/>
          <p:nvPr/>
        </p:nvSpPr>
        <p:spPr>
          <a:xfrm>
            <a:off x="37846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Freeform 1283"/>
          <p:cNvSpPr/>
          <p:nvPr/>
        </p:nvSpPr>
        <p:spPr>
          <a:xfrm>
            <a:off x="3810000" y="1612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Freeform 1284"/>
          <p:cNvSpPr/>
          <p:nvPr/>
        </p:nvSpPr>
        <p:spPr>
          <a:xfrm>
            <a:off x="3848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Freeform 1285"/>
          <p:cNvSpPr/>
          <p:nvPr/>
        </p:nvSpPr>
        <p:spPr>
          <a:xfrm>
            <a:off x="38862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Freeform 1286"/>
          <p:cNvSpPr/>
          <p:nvPr/>
        </p:nvSpPr>
        <p:spPr>
          <a:xfrm>
            <a:off x="39116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Freeform 1287"/>
          <p:cNvSpPr/>
          <p:nvPr/>
        </p:nvSpPr>
        <p:spPr>
          <a:xfrm>
            <a:off x="39497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Freeform 1288"/>
          <p:cNvSpPr/>
          <p:nvPr/>
        </p:nvSpPr>
        <p:spPr>
          <a:xfrm>
            <a:off x="39878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Freeform 1289"/>
          <p:cNvSpPr/>
          <p:nvPr/>
        </p:nvSpPr>
        <p:spPr>
          <a:xfrm>
            <a:off x="4025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Freeform 1290"/>
          <p:cNvSpPr/>
          <p:nvPr/>
        </p:nvSpPr>
        <p:spPr>
          <a:xfrm>
            <a:off x="40513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Freeform 1291"/>
          <p:cNvSpPr/>
          <p:nvPr/>
        </p:nvSpPr>
        <p:spPr>
          <a:xfrm>
            <a:off x="40894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Freeform 1292"/>
          <p:cNvSpPr/>
          <p:nvPr/>
        </p:nvSpPr>
        <p:spPr>
          <a:xfrm>
            <a:off x="41275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Freeform 1293"/>
          <p:cNvSpPr/>
          <p:nvPr/>
        </p:nvSpPr>
        <p:spPr>
          <a:xfrm>
            <a:off x="41529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Freeform 1294"/>
          <p:cNvSpPr/>
          <p:nvPr/>
        </p:nvSpPr>
        <p:spPr>
          <a:xfrm>
            <a:off x="4191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Freeform 1295"/>
          <p:cNvSpPr/>
          <p:nvPr/>
        </p:nvSpPr>
        <p:spPr>
          <a:xfrm>
            <a:off x="42291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Freeform 1296"/>
          <p:cNvSpPr/>
          <p:nvPr/>
        </p:nvSpPr>
        <p:spPr>
          <a:xfrm>
            <a:off x="42672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Freeform 1297"/>
          <p:cNvSpPr/>
          <p:nvPr/>
        </p:nvSpPr>
        <p:spPr>
          <a:xfrm>
            <a:off x="42926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Freeform 1298"/>
          <p:cNvSpPr/>
          <p:nvPr/>
        </p:nvSpPr>
        <p:spPr>
          <a:xfrm>
            <a:off x="43307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Freeform 1299"/>
          <p:cNvSpPr/>
          <p:nvPr/>
        </p:nvSpPr>
        <p:spPr>
          <a:xfrm>
            <a:off x="4368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Freeform 1300"/>
          <p:cNvSpPr/>
          <p:nvPr/>
        </p:nvSpPr>
        <p:spPr>
          <a:xfrm>
            <a:off x="43942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Freeform 1301"/>
          <p:cNvSpPr/>
          <p:nvPr/>
        </p:nvSpPr>
        <p:spPr>
          <a:xfrm>
            <a:off x="44323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Freeform 1302"/>
          <p:cNvSpPr/>
          <p:nvPr/>
        </p:nvSpPr>
        <p:spPr>
          <a:xfrm>
            <a:off x="3454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Freeform 1303"/>
          <p:cNvSpPr/>
          <p:nvPr/>
        </p:nvSpPr>
        <p:spPr>
          <a:xfrm>
            <a:off x="3492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Freeform 1304"/>
          <p:cNvSpPr/>
          <p:nvPr/>
        </p:nvSpPr>
        <p:spPr>
          <a:xfrm>
            <a:off x="35306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Freeform 1305"/>
          <p:cNvSpPr/>
          <p:nvPr/>
        </p:nvSpPr>
        <p:spPr>
          <a:xfrm>
            <a:off x="3556000" y="162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Freeform 1306"/>
          <p:cNvSpPr/>
          <p:nvPr/>
        </p:nvSpPr>
        <p:spPr>
          <a:xfrm>
            <a:off x="35941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Freeform 1307"/>
          <p:cNvSpPr/>
          <p:nvPr/>
        </p:nvSpPr>
        <p:spPr>
          <a:xfrm>
            <a:off x="36322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Freeform 1308"/>
          <p:cNvSpPr/>
          <p:nvPr/>
        </p:nvSpPr>
        <p:spPr>
          <a:xfrm>
            <a:off x="36576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Freeform 1309"/>
          <p:cNvSpPr/>
          <p:nvPr/>
        </p:nvSpPr>
        <p:spPr>
          <a:xfrm>
            <a:off x="3695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Freeform 1310"/>
          <p:cNvSpPr/>
          <p:nvPr/>
        </p:nvSpPr>
        <p:spPr>
          <a:xfrm>
            <a:off x="37338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Freeform 1311"/>
          <p:cNvSpPr/>
          <p:nvPr/>
        </p:nvSpPr>
        <p:spPr>
          <a:xfrm>
            <a:off x="3771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Freeform 1312"/>
          <p:cNvSpPr/>
          <p:nvPr/>
        </p:nvSpPr>
        <p:spPr>
          <a:xfrm>
            <a:off x="3797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Freeform 1313"/>
          <p:cNvSpPr/>
          <p:nvPr/>
        </p:nvSpPr>
        <p:spPr>
          <a:xfrm>
            <a:off x="38354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Freeform 1314"/>
          <p:cNvSpPr/>
          <p:nvPr/>
        </p:nvSpPr>
        <p:spPr>
          <a:xfrm>
            <a:off x="38735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Freeform 1315"/>
          <p:cNvSpPr/>
          <p:nvPr/>
        </p:nvSpPr>
        <p:spPr>
          <a:xfrm>
            <a:off x="3898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Freeform 1316"/>
          <p:cNvSpPr/>
          <p:nvPr/>
        </p:nvSpPr>
        <p:spPr>
          <a:xfrm>
            <a:off x="39370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Freeform 1317"/>
          <p:cNvSpPr/>
          <p:nvPr/>
        </p:nvSpPr>
        <p:spPr>
          <a:xfrm>
            <a:off x="39751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Freeform 1318"/>
          <p:cNvSpPr/>
          <p:nvPr/>
        </p:nvSpPr>
        <p:spPr>
          <a:xfrm>
            <a:off x="40132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Freeform 1319"/>
          <p:cNvSpPr/>
          <p:nvPr/>
        </p:nvSpPr>
        <p:spPr>
          <a:xfrm>
            <a:off x="40386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Freeform 1320"/>
          <p:cNvSpPr/>
          <p:nvPr/>
        </p:nvSpPr>
        <p:spPr>
          <a:xfrm>
            <a:off x="40767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Freeform 1321"/>
          <p:cNvSpPr/>
          <p:nvPr/>
        </p:nvSpPr>
        <p:spPr>
          <a:xfrm>
            <a:off x="4114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Freeform 1322"/>
          <p:cNvSpPr/>
          <p:nvPr/>
        </p:nvSpPr>
        <p:spPr>
          <a:xfrm>
            <a:off x="41402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Freeform 1323"/>
          <p:cNvSpPr/>
          <p:nvPr/>
        </p:nvSpPr>
        <p:spPr>
          <a:xfrm>
            <a:off x="41783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Freeform 1324"/>
          <p:cNvSpPr/>
          <p:nvPr/>
        </p:nvSpPr>
        <p:spPr>
          <a:xfrm>
            <a:off x="42164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Freeform 1325"/>
          <p:cNvSpPr/>
          <p:nvPr/>
        </p:nvSpPr>
        <p:spPr>
          <a:xfrm>
            <a:off x="42545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Freeform 1326"/>
          <p:cNvSpPr/>
          <p:nvPr/>
        </p:nvSpPr>
        <p:spPr>
          <a:xfrm>
            <a:off x="42799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Freeform 1327"/>
          <p:cNvSpPr/>
          <p:nvPr/>
        </p:nvSpPr>
        <p:spPr>
          <a:xfrm>
            <a:off x="43180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Freeform 1328"/>
          <p:cNvSpPr/>
          <p:nvPr/>
        </p:nvSpPr>
        <p:spPr>
          <a:xfrm>
            <a:off x="43561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Freeform 1329"/>
          <p:cNvSpPr/>
          <p:nvPr/>
        </p:nvSpPr>
        <p:spPr>
          <a:xfrm>
            <a:off x="43815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Freeform 1330"/>
          <p:cNvSpPr/>
          <p:nvPr/>
        </p:nvSpPr>
        <p:spPr>
          <a:xfrm>
            <a:off x="44196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Freeform 1331"/>
          <p:cNvSpPr/>
          <p:nvPr/>
        </p:nvSpPr>
        <p:spPr>
          <a:xfrm>
            <a:off x="34417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Freeform 1332"/>
          <p:cNvSpPr/>
          <p:nvPr/>
        </p:nvSpPr>
        <p:spPr>
          <a:xfrm>
            <a:off x="34798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Freeform 1333"/>
          <p:cNvSpPr/>
          <p:nvPr/>
        </p:nvSpPr>
        <p:spPr>
          <a:xfrm>
            <a:off x="35179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Freeform 1334"/>
          <p:cNvSpPr/>
          <p:nvPr/>
        </p:nvSpPr>
        <p:spPr>
          <a:xfrm>
            <a:off x="3543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Freeform 1335"/>
          <p:cNvSpPr/>
          <p:nvPr/>
        </p:nvSpPr>
        <p:spPr>
          <a:xfrm>
            <a:off x="35814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Freeform 1336"/>
          <p:cNvSpPr/>
          <p:nvPr/>
        </p:nvSpPr>
        <p:spPr>
          <a:xfrm>
            <a:off x="3619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Freeform 1337"/>
          <p:cNvSpPr/>
          <p:nvPr/>
        </p:nvSpPr>
        <p:spPr>
          <a:xfrm>
            <a:off x="36449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Freeform 1338"/>
          <p:cNvSpPr/>
          <p:nvPr/>
        </p:nvSpPr>
        <p:spPr>
          <a:xfrm>
            <a:off x="3683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Freeform 1339"/>
          <p:cNvSpPr/>
          <p:nvPr/>
        </p:nvSpPr>
        <p:spPr>
          <a:xfrm>
            <a:off x="3721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Freeform 1340"/>
          <p:cNvSpPr/>
          <p:nvPr/>
        </p:nvSpPr>
        <p:spPr>
          <a:xfrm>
            <a:off x="37592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Freeform 1341"/>
          <p:cNvSpPr/>
          <p:nvPr/>
        </p:nvSpPr>
        <p:spPr>
          <a:xfrm>
            <a:off x="3784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Freeform 1342"/>
          <p:cNvSpPr/>
          <p:nvPr/>
        </p:nvSpPr>
        <p:spPr>
          <a:xfrm>
            <a:off x="3822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Freeform 1343"/>
          <p:cNvSpPr/>
          <p:nvPr/>
        </p:nvSpPr>
        <p:spPr>
          <a:xfrm>
            <a:off x="38608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Freeform 1344"/>
          <p:cNvSpPr/>
          <p:nvPr/>
        </p:nvSpPr>
        <p:spPr>
          <a:xfrm>
            <a:off x="38862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Freeform 1345"/>
          <p:cNvSpPr/>
          <p:nvPr/>
        </p:nvSpPr>
        <p:spPr>
          <a:xfrm>
            <a:off x="39243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Freeform 1346"/>
          <p:cNvSpPr/>
          <p:nvPr/>
        </p:nvSpPr>
        <p:spPr>
          <a:xfrm>
            <a:off x="39624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Freeform 1347"/>
          <p:cNvSpPr/>
          <p:nvPr/>
        </p:nvSpPr>
        <p:spPr>
          <a:xfrm>
            <a:off x="40005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Freeform 1348"/>
          <p:cNvSpPr/>
          <p:nvPr/>
        </p:nvSpPr>
        <p:spPr>
          <a:xfrm>
            <a:off x="40259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Freeform 1349"/>
          <p:cNvSpPr/>
          <p:nvPr/>
        </p:nvSpPr>
        <p:spPr>
          <a:xfrm>
            <a:off x="40640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Freeform 1350"/>
          <p:cNvSpPr/>
          <p:nvPr/>
        </p:nvSpPr>
        <p:spPr>
          <a:xfrm>
            <a:off x="41021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Freeform 1351"/>
          <p:cNvSpPr/>
          <p:nvPr/>
        </p:nvSpPr>
        <p:spPr>
          <a:xfrm>
            <a:off x="41275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Freeform 1352"/>
          <p:cNvSpPr/>
          <p:nvPr/>
        </p:nvSpPr>
        <p:spPr>
          <a:xfrm>
            <a:off x="41656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Freeform 1353"/>
          <p:cNvSpPr/>
          <p:nvPr/>
        </p:nvSpPr>
        <p:spPr>
          <a:xfrm>
            <a:off x="42037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Freeform 1354"/>
          <p:cNvSpPr/>
          <p:nvPr/>
        </p:nvSpPr>
        <p:spPr>
          <a:xfrm>
            <a:off x="42418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Freeform 1355"/>
          <p:cNvSpPr/>
          <p:nvPr/>
        </p:nvSpPr>
        <p:spPr>
          <a:xfrm>
            <a:off x="4267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Freeform 1356"/>
          <p:cNvSpPr/>
          <p:nvPr/>
        </p:nvSpPr>
        <p:spPr>
          <a:xfrm>
            <a:off x="43053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Freeform 1357"/>
          <p:cNvSpPr/>
          <p:nvPr/>
        </p:nvSpPr>
        <p:spPr>
          <a:xfrm>
            <a:off x="43434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Freeform 1358"/>
          <p:cNvSpPr/>
          <p:nvPr/>
        </p:nvSpPr>
        <p:spPr>
          <a:xfrm>
            <a:off x="43688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Freeform 1359"/>
          <p:cNvSpPr/>
          <p:nvPr/>
        </p:nvSpPr>
        <p:spPr>
          <a:xfrm>
            <a:off x="44069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Freeform 1360"/>
          <p:cNvSpPr/>
          <p:nvPr/>
        </p:nvSpPr>
        <p:spPr>
          <a:xfrm>
            <a:off x="34290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Freeform 1361"/>
          <p:cNvSpPr/>
          <p:nvPr/>
        </p:nvSpPr>
        <p:spPr>
          <a:xfrm>
            <a:off x="34671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Freeform 1362"/>
          <p:cNvSpPr/>
          <p:nvPr/>
        </p:nvSpPr>
        <p:spPr>
          <a:xfrm>
            <a:off x="35052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Freeform 1363"/>
          <p:cNvSpPr/>
          <p:nvPr/>
        </p:nvSpPr>
        <p:spPr>
          <a:xfrm>
            <a:off x="35306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Freeform 1364"/>
          <p:cNvSpPr/>
          <p:nvPr/>
        </p:nvSpPr>
        <p:spPr>
          <a:xfrm>
            <a:off x="3568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Freeform 1365"/>
          <p:cNvSpPr/>
          <p:nvPr/>
        </p:nvSpPr>
        <p:spPr>
          <a:xfrm>
            <a:off x="36068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Freeform 1366"/>
          <p:cNvSpPr/>
          <p:nvPr/>
        </p:nvSpPr>
        <p:spPr>
          <a:xfrm>
            <a:off x="3632200" y="160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Freeform 1367"/>
          <p:cNvSpPr/>
          <p:nvPr/>
        </p:nvSpPr>
        <p:spPr>
          <a:xfrm>
            <a:off x="36703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Freeform 1368"/>
          <p:cNvSpPr/>
          <p:nvPr/>
        </p:nvSpPr>
        <p:spPr>
          <a:xfrm>
            <a:off x="3708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Freeform 1369"/>
          <p:cNvSpPr/>
          <p:nvPr/>
        </p:nvSpPr>
        <p:spPr>
          <a:xfrm>
            <a:off x="3746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Freeform 1370"/>
          <p:cNvSpPr/>
          <p:nvPr/>
        </p:nvSpPr>
        <p:spPr>
          <a:xfrm>
            <a:off x="3771900" y="158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Freeform 1371"/>
          <p:cNvSpPr/>
          <p:nvPr/>
        </p:nvSpPr>
        <p:spPr>
          <a:xfrm>
            <a:off x="38100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Freeform 1372"/>
          <p:cNvSpPr/>
          <p:nvPr/>
        </p:nvSpPr>
        <p:spPr>
          <a:xfrm>
            <a:off x="38481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Freeform 1373"/>
          <p:cNvSpPr/>
          <p:nvPr/>
        </p:nvSpPr>
        <p:spPr>
          <a:xfrm>
            <a:off x="38735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Freeform 1374"/>
          <p:cNvSpPr/>
          <p:nvPr/>
        </p:nvSpPr>
        <p:spPr>
          <a:xfrm>
            <a:off x="39116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Freeform 1375"/>
          <p:cNvSpPr/>
          <p:nvPr/>
        </p:nvSpPr>
        <p:spPr>
          <a:xfrm>
            <a:off x="39497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Freeform 1376"/>
          <p:cNvSpPr/>
          <p:nvPr/>
        </p:nvSpPr>
        <p:spPr>
          <a:xfrm>
            <a:off x="39878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Freeform 1377"/>
          <p:cNvSpPr/>
          <p:nvPr/>
        </p:nvSpPr>
        <p:spPr>
          <a:xfrm>
            <a:off x="4013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Freeform 1378"/>
          <p:cNvSpPr/>
          <p:nvPr/>
        </p:nvSpPr>
        <p:spPr>
          <a:xfrm>
            <a:off x="40513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Freeform 1379"/>
          <p:cNvSpPr/>
          <p:nvPr/>
        </p:nvSpPr>
        <p:spPr>
          <a:xfrm>
            <a:off x="4089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Freeform 1380"/>
          <p:cNvSpPr/>
          <p:nvPr/>
        </p:nvSpPr>
        <p:spPr>
          <a:xfrm>
            <a:off x="41148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Freeform 1381"/>
          <p:cNvSpPr/>
          <p:nvPr/>
        </p:nvSpPr>
        <p:spPr>
          <a:xfrm>
            <a:off x="41529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Freeform 1382"/>
          <p:cNvSpPr/>
          <p:nvPr/>
        </p:nvSpPr>
        <p:spPr>
          <a:xfrm>
            <a:off x="41910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Freeform 1383"/>
          <p:cNvSpPr/>
          <p:nvPr/>
        </p:nvSpPr>
        <p:spPr>
          <a:xfrm>
            <a:off x="42291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Freeform 1384"/>
          <p:cNvSpPr/>
          <p:nvPr/>
        </p:nvSpPr>
        <p:spPr>
          <a:xfrm>
            <a:off x="42545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Freeform 1385"/>
          <p:cNvSpPr/>
          <p:nvPr/>
        </p:nvSpPr>
        <p:spPr>
          <a:xfrm>
            <a:off x="42926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Freeform 1386"/>
          <p:cNvSpPr/>
          <p:nvPr/>
        </p:nvSpPr>
        <p:spPr>
          <a:xfrm>
            <a:off x="4330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Freeform 1387"/>
          <p:cNvSpPr/>
          <p:nvPr/>
        </p:nvSpPr>
        <p:spPr>
          <a:xfrm>
            <a:off x="43561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Freeform 1388"/>
          <p:cNvSpPr/>
          <p:nvPr/>
        </p:nvSpPr>
        <p:spPr>
          <a:xfrm>
            <a:off x="43942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Freeform 1389"/>
          <p:cNvSpPr/>
          <p:nvPr/>
        </p:nvSpPr>
        <p:spPr>
          <a:xfrm>
            <a:off x="3416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Freeform 1390"/>
          <p:cNvSpPr/>
          <p:nvPr/>
        </p:nvSpPr>
        <p:spPr>
          <a:xfrm>
            <a:off x="3454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Freeform 1391"/>
          <p:cNvSpPr/>
          <p:nvPr/>
        </p:nvSpPr>
        <p:spPr>
          <a:xfrm>
            <a:off x="3492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Freeform 1392"/>
          <p:cNvSpPr/>
          <p:nvPr/>
        </p:nvSpPr>
        <p:spPr>
          <a:xfrm>
            <a:off x="35179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Freeform 1393"/>
          <p:cNvSpPr/>
          <p:nvPr/>
        </p:nvSpPr>
        <p:spPr>
          <a:xfrm>
            <a:off x="35560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Freeform 1394"/>
          <p:cNvSpPr/>
          <p:nvPr/>
        </p:nvSpPr>
        <p:spPr>
          <a:xfrm>
            <a:off x="35941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Freeform 1395"/>
          <p:cNvSpPr/>
          <p:nvPr/>
        </p:nvSpPr>
        <p:spPr>
          <a:xfrm>
            <a:off x="3619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Freeform 1396"/>
          <p:cNvSpPr/>
          <p:nvPr/>
        </p:nvSpPr>
        <p:spPr>
          <a:xfrm>
            <a:off x="36576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Freeform 1397"/>
          <p:cNvSpPr/>
          <p:nvPr/>
        </p:nvSpPr>
        <p:spPr>
          <a:xfrm>
            <a:off x="3695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Freeform 1398"/>
          <p:cNvSpPr/>
          <p:nvPr/>
        </p:nvSpPr>
        <p:spPr>
          <a:xfrm>
            <a:off x="37338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Freeform 1399"/>
          <p:cNvSpPr/>
          <p:nvPr/>
        </p:nvSpPr>
        <p:spPr>
          <a:xfrm>
            <a:off x="37592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Freeform 1400"/>
          <p:cNvSpPr/>
          <p:nvPr/>
        </p:nvSpPr>
        <p:spPr>
          <a:xfrm>
            <a:off x="37973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Freeform 1401"/>
          <p:cNvSpPr/>
          <p:nvPr/>
        </p:nvSpPr>
        <p:spPr>
          <a:xfrm>
            <a:off x="38354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Freeform 1402"/>
          <p:cNvSpPr/>
          <p:nvPr/>
        </p:nvSpPr>
        <p:spPr>
          <a:xfrm>
            <a:off x="38608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Freeform 1403"/>
          <p:cNvSpPr/>
          <p:nvPr/>
        </p:nvSpPr>
        <p:spPr>
          <a:xfrm>
            <a:off x="3898900" y="151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Freeform 1404"/>
          <p:cNvSpPr/>
          <p:nvPr/>
        </p:nvSpPr>
        <p:spPr>
          <a:xfrm>
            <a:off x="39370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00D6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Freeform 1405"/>
          <p:cNvSpPr/>
          <p:nvPr/>
        </p:nvSpPr>
        <p:spPr>
          <a:xfrm>
            <a:off x="3975100" y="1485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D5"/>
          </a:solidFill>
          <a:ln w="3175">
            <a:solidFill>
              <a:srgbClr val="000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Freeform 1406"/>
          <p:cNvSpPr/>
          <p:nvPr/>
        </p:nvSpPr>
        <p:spPr>
          <a:xfrm>
            <a:off x="40005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Freeform 1407"/>
          <p:cNvSpPr/>
          <p:nvPr/>
        </p:nvSpPr>
        <p:spPr>
          <a:xfrm>
            <a:off x="4038600" y="151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8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Freeform 1408"/>
          <p:cNvSpPr/>
          <p:nvPr/>
        </p:nvSpPr>
        <p:spPr>
          <a:xfrm>
            <a:off x="40767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Freeform 1409"/>
          <p:cNvSpPr/>
          <p:nvPr/>
        </p:nvSpPr>
        <p:spPr>
          <a:xfrm>
            <a:off x="4102100" y="151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95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Freeform 1410"/>
          <p:cNvSpPr/>
          <p:nvPr/>
        </p:nvSpPr>
        <p:spPr>
          <a:xfrm>
            <a:off x="4140200" y="1498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A4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Freeform 1411"/>
          <p:cNvSpPr/>
          <p:nvPr/>
        </p:nvSpPr>
        <p:spPr>
          <a:xfrm>
            <a:off x="41783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Freeform 1412"/>
          <p:cNvSpPr/>
          <p:nvPr/>
        </p:nvSpPr>
        <p:spPr>
          <a:xfrm>
            <a:off x="42164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Freeform 1413"/>
          <p:cNvSpPr/>
          <p:nvPr/>
        </p:nvSpPr>
        <p:spPr>
          <a:xfrm>
            <a:off x="42418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AC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Freeform 1414"/>
          <p:cNvSpPr/>
          <p:nvPr/>
        </p:nvSpPr>
        <p:spPr>
          <a:xfrm>
            <a:off x="42799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B"/>
          </a:solidFill>
          <a:ln w="3175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Freeform 1415"/>
          <p:cNvSpPr/>
          <p:nvPr/>
        </p:nvSpPr>
        <p:spPr>
          <a:xfrm>
            <a:off x="4318000" y="1498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Freeform 1416"/>
          <p:cNvSpPr/>
          <p:nvPr/>
        </p:nvSpPr>
        <p:spPr>
          <a:xfrm>
            <a:off x="43434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Freeform 1417"/>
          <p:cNvSpPr/>
          <p:nvPr/>
        </p:nvSpPr>
        <p:spPr>
          <a:xfrm>
            <a:off x="43815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Freeform 1418"/>
          <p:cNvSpPr/>
          <p:nvPr/>
        </p:nvSpPr>
        <p:spPr>
          <a:xfrm>
            <a:off x="3403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Freeform 1419"/>
          <p:cNvSpPr/>
          <p:nvPr/>
        </p:nvSpPr>
        <p:spPr>
          <a:xfrm>
            <a:off x="34417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Freeform 1420"/>
          <p:cNvSpPr/>
          <p:nvPr/>
        </p:nvSpPr>
        <p:spPr>
          <a:xfrm>
            <a:off x="34798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Freeform 1421"/>
          <p:cNvSpPr/>
          <p:nvPr/>
        </p:nvSpPr>
        <p:spPr>
          <a:xfrm>
            <a:off x="35052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Freeform 1422"/>
          <p:cNvSpPr/>
          <p:nvPr/>
        </p:nvSpPr>
        <p:spPr>
          <a:xfrm>
            <a:off x="3543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Freeform 1423"/>
          <p:cNvSpPr/>
          <p:nvPr/>
        </p:nvSpPr>
        <p:spPr>
          <a:xfrm>
            <a:off x="3581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Freeform 1424"/>
          <p:cNvSpPr/>
          <p:nvPr/>
        </p:nvSpPr>
        <p:spPr>
          <a:xfrm>
            <a:off x="36068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Freeform 1425"/>
          <p:cNvSpPr/>
          <p:nvPr/>
        </p:nvSpPr>
        <p:spPr>
          <a:xfrm>
            <a:off x="3644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Freeform 1426"/>
          <p:cNvSpPr/>
          <p:nvPr/>
        </p:nvSpPr>
        <p:spPr>
          <a:xfrm>
            <a:off x="3683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Freeform 1427"/>
          <p:cNvSpPr/>
          <p:nvPr/>
        </p:nvSpPr>
        <p:spPr>
          <a:xfrm>
            <a:off x="3721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Freeform 1428"/>
          <p:cNvSpPr/>
          <p:nvPr/>
        </p:nvSpPr>
        <p:spPr>
          <a:xfrm>
            <a:off x="37465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Freeform 1429"/>
          <p:cNvSpPr/>
          <p:nvPr/>
        </p:nvSpPr>
        <p:spPr>
          <a:xfrm>
            <a:off x="37846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Freeform 1430"/>
          <p:cNvSpPr/>
          <p:nvPr/>
        </p:nvSpPr>
        <p:spPr>
          <a:xfrm>
            <a:off x="38227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Freeform 1431"/>
          <p:cNvSpPr/>
          <p:nvPr/>
        </p:nvSpPr>
        <p:spPr>
          <a:xfrm>
            <a:off x="38481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Freeform 1432"/>
          <p:cNvSpPr/>
          <p:nvPr/>
        </p:nvSpPr>
        <p:spPr>
          <a:xfrm>
            <a:off x="38862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Freeform 1433"/>
          <p:cNvSpPr/>
          <p:nvPr/>
        </p:nvSpPr>
        <p:spPr>
          <a:xfrm>
            <a:off x="3924300" y="1435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00FF"/>
          </a:solidFill>
          <a:ln w="3175">
            <a:solidFill>
              <a:srgbClr val="000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Freeform 1434"/>
          <p:cNvSpPr/>
          <p:nvPr/>
        </p:nvSpPr>
        <p:spPr>
          <a:xfrm>
            <a:off x="3962400" y="1435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4"/>
                </a:moveTo>
                <a:lnTo>
                  <a:pt x="3" y="6"/>
                </a:lnTo>
                <a:lnTo>
                  <a:pt x="2" y="2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Freeform 1435"/>
          <p:cNvSpPr/>
          <p:nvPr/>
        </p:nvSpPr>
        <p:spPr>
          <a:xfrm>
            <a:off x="3987800" y="1460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E5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Freeform 1436"/>
          <p:cNvSpPr/>
          <p:nvPr/>
        </p:nvSpPr>
        <p:spPr>
          <a:xfrm>
            <a:off x="4025900" y="1485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CB"/>
          </a:solidFill>
          <a:ln w="3175">
            <a:solidFill>
              <a:srgbClr val="0000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Freeform 1437"/>
          <p:cNvSpPr/>
          <p:nvPr/>
        </p:nvSpPr>
        <p:spPr>
          <a:xfrm>
            <a:off x="4064000" y="1485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Freeform 1438"/>
          <p:cNvSpPr/>
          <p:nvPr/>
        </p:nvSpPr>
        <p:spPr>
          <a:xfrm>
            <a:off x="4089400" y="147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C3"/>
          </a:solidFill>
          <a:ln w="3175">
            <a:solidFill>
              <a:srgbClr val="000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Freeform 1439"/>
          <p:cNvSpPr/>
          <p:nvPr/>
        </p:nvSpPr>
        <p:spPr>
          <a:xfrm>
            <a:off x="4127500" y="1447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Freeform 1440"/>
          <p:cNvSpPr/>
          <p:nvPr/>
        </p:nvSpPr>
        <p:spPr>
          <a:xfrm>
            <a:off x="4165600" y="1422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Freeform 1441"/>
          <p:cNvSpPr/>
          <p:nvPr/>
        </p:nvSpPr>
        <p:spPr>
          <a:xfrm>
            <a:off x="4203700" y="1422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FD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Freeform 1442"/>
          <p:cNvSpPr/>
          <p:nvPr/>
        </p:nvSpPr>
        <p:spPr>
          <a:xfrm>
            <a:off x="4229100" y="1435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Freeform 1443"/>
          <p:cNvSpPr/>
          <p:nvPr/>
        </p:nvSpPr>
        <p:spPr>
          <a:xfrm>
            <a:off x="4267200" y="1447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A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Freeform 1444"/>
          <p:cNvSpPr/>
          <p:nvPr/>
        </p:nvSpPr>
        <p:spPr>
          <a:xfrm>
            <a:off x="4305300" y="1435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Freeform 1445"/>
          <p:cNvSpPr/>
          <p:nvPr/>
        </p:nvSpPr>
        <p:spPr>
          <a:xfrm>
            <a:off x="4330700" y="1435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Freeform 1446"/>
          <p:cNvSpPr/>
          <p:nvPr/>
        </p:nvSpPr>
        <p:spPr>
          <a:xfrm>
            <a:off x="4368800" y="1435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Freeform 1447"/>
          <p:cNvSpPr/>
          <p:nvPr/>
        </p:nvSpPr>
        <p:spPr>
          <a:xfrm>
            <a:off x="3390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Freeform 1448"/>
          <p:cNvSpPr/>
          <p:nvPr/>
        </p:nvSpPr>
        <p:spPr>
          <a:xfrm>
            <a:off x="34290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Freeform 1449"/>
          <p:cNvSpPr/>
          <p:nvPr/>
        </p:nvSpPr>
        <p:spPr>
          <a:xfrm>
            <a:off x="3467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Freeform 1450"/>
          <p:cNvSpPr/>
          <p:nvPr/>
        </p:nvSpPr>
        <p:spPr>
          <a:xfrm>
            <a:off x="34925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Freeform 1451"/>
          <p:cNvSpPr/>
          <p:nvPr/>
        </p:nvSpPr>
        <p:spPr>
          <a:xfrm>
            <a:off x="35306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Freeform 1452"/>
          <p:cNvSpPr/>
          <p:nvPr/>
        </p:nvSpPr>
        <p:spPr>
          <a:xfrm>
            <a:off x="35687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Freeform 1453"/>
          <p:cNvSpPr/>
          <p:nvPr/>
        </p:nvSpPr>
        <p:spPr>
          <a:xfrm>
            <a:off x="35941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Freeform 1454"/>
          <p:cNvSpPr/>
          <p:nvPr/>
        </p:nvSpPr>
        <p:spPr>
          <a:xfrm>
            <a:off x="36322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Freeform 1455"/>
          <p:cNvSpPr/>
          <p:nvPr/>
        </p:nvSpPr>
        <p:spPr>
          <a:xfrm>
            <a:off x="36703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Freeform 1456"/>
          <p:cNvSpPr/>
          <p:nvPr/>
        </p:nvSpPr>
        <p:spPr>
          <a:xfrm>
            <a:off x="37084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Freeform 1457"/>
          <p:cNvSpPr/>
          <p:nvPr/>
        </p:nvSpPr>
        <p:spPr>
          <a:xfrm>
            <a:off x="37338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Freeform 1458"/>
          <p:cNvSpPr/>
          <p:nvPr/>
        </p:nvSpPr>
        <p:spPr>
          <a:xfrm>
            <a:off x="37719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Freeform 1459"/>
          <p:cNvSpPr/>
          <p:nvPr/>
        </p:nvSpPr>
        <p:spPr>
          <a:xfrm>
            <a:off x="38100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Freeform 1460"/>
          <p:cNvSpPr/>
          <p:nvPr/>
        </p:nvSpPr>
        <p:spPr>
          <a:xfrm>
            <a:off x="38354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Freeform 1461"/>
          <p:cNvSpPr/>
          <p:nvPr/>
        </p:nvSpPr>
        <p:spPr>
          <a:xfrm>
            <a:off x="38735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Freeform 1462"/>
          <p:cNvSpPr/>
          <p:nvPr/>
        </p:nvSpPr>
        <p:spPr>
          <a:xfrm>
            <a:off x="3911600" y="1422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Freeform 1463"/>
          <p:cNvSpPr/>
          <p:nvPr/>
        </p:nvSpPr>
        <p:spPr>
          <a:xfrm>
            <a:off x="39497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Freeform 1464"/>
          <p:cNvSpPr/>
          <p:nvPr/>
        </p:nvSpPr>
        <p:spPr>
          <a:xfrm>
            <a:off x="3975100" y="143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Freeform 1465"/>
          <p:cNvSpPr/>
          <p:nvPr/>
        </p:nvSpPr>
        <p:spPr>
          <a:xfrm>
            <a:off x="40132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FB"/>
          </a:solidFill>
          <a:ln w="3175">
            <a:solidFill>
              <a:srgbClr val="000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Freeform 1466"/>
          <p:cNvSpPr/>
          <p:nvPr/>
        </p:nvSpPr>
        <p:spPr>
          <a:xfrm>
            <a:off x="40513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Freeform 1467"/>
          <p:cNvSpPr/>
          <p:nvPr/>
        </p:nvSpPr>
        <p:spPr>
          <a:xfrm>
            <a:off x="4076700" y="143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1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Freeform 1468"/>
          <p:cNvSpPr/>
          <p:nvPr/>
        </p:nvSpPr>
        <p:spPr>
          <a:xfrm>
            <a:off x="4114800" y="140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1EFF"/>
          </a:solidFill>
          <a:ln w="3175">
            <a:solidFill>
              <a:srgbClr val="001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Freeform 1469"/>
          <p:cNvSpPr/>
          <p:nvPr/>
        </p:nvSpPr>
        <p:spPr>
          <a:xfrm>
            <a:off x="41529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Freeform 1470"/>
          <p:cNvSpPr/>
          <p:nvPr/>
        </p:nvSpPr>
        <p:spPr>
          <a:xfrm>
            <a:off x="41910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49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Freeform 1471"/>
          <p:cNvSpPr/>
          <p:nvPr/>
        </p:nvSpPr>
        <p:spPr>
          <a:xfrm>
            <a:off x="42164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Freeform 1472"/>
          <p:cNvSpPr/>
          <p:nvPr/>
        </p:nvSpPr>
        <p:spPr>
          <a:xfrm>
            <a:off x="42545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Freeform 1473"/>
          <p:cNvSpPr/>
          <p:nvPr/>
        </p:nvSpPr>
        <p:spPr>
          <a:xfrm>
            <a:off x="4292600" y="1384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Freeform 1474"/>
          <p:cNvSpPr/>
          <p:nvPr/>
        </p:nvSpPr>
        <p:spPr>
          <a:xfrm>
            <a:off x="4318000" y="138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Freeform 1475"/>
          <p:cNvSpPr/>
          <p:nvPr/>
        </p:nvSpPr>
        <p:spPr>
          <a:xfrm>
            <a:off x="4356100" y="1371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Freeform 1476"/>
          <p:cNvSpPr/>
          <p:nvPr/>
        </p:nvSpPr>
        <p:spPr>
          <a:xfrm>
            <a:off x="3378200" y="156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Freeform 1477"/>
          <p:cNvSpPr/>
          <p:nvPr/>
        </p:nvSpPr>
        <p:spPr>
          <a:xfrm>
            <a:off x="34163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Freeform 1478"/>
          <p:cNvSpPr/>
          <p:nvPr/>
        </p:nvSpPr>
        <p:spPr>
          <a:xfrm>
            <a:off x="3454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Freeform 1479"/>
          <p:cNvSpPr/>
          <p:nvPr/>
        </p:nvSpPr>
        <p:spPr>
          <a:xfrm>
            <a:off x="34798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Freeform 1480"/>
          <p:cNvSpPr/>
          <p:nvPr/>
        </p:nvSpPr>
        <p:spPr>
          <a:xfrm>
            <a:off x="35179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Freeform 1481"/>
          <p:cNvSpPr/>
          <p:nvPr/>
        </p:nvSpPr>
        <p:spPr>
          <a:xfrm>
            <a:off x="35560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Freeform 1482"/>
          <p:cNvSpPr/>
          <p:nvPr/>
        </p:nvSpPr>
        <p:spPr>
          <a:xfrm>
            <a:off x="35814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Freeform 1483"/>
          <p:cNvSpPr/>
          <p:nvPr/>
        </p:nvSpPr>
        <p:spPr>
          <a:xfrm>
            <a:off x="36195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Freeform 1484"/>
          <p:cNvSpPr/>
          <p:nvPr/>
        </p:nvSpPr>
        <p:spPr>
          <a:xfrm>
            <a:off x="36576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Freeform 1485"/>
          <p:cNvSpPr/>
          <p:nvPr/>
        </p:nvSpPr>
        <p:spPr>
          <a:xfrm>
            <a:off x="36957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Freeform 1486"/>
          <p:cNvSpPr/>
          <p:nvPr/>
        </p:nvSpPr>
        <p:spPr>
          <a:xfrm>
            <a:off x="37211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Freeform 1487"/>
          <p:cNvSpPr/>
          <p:nvPr/>
        </p:nvSpPr>
        <p:spPr>
          <a:xfrm>
            <a:off x="37592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Freeform 1488"/>
          <p:cNvSpPr/>
          <p:nvPr/>
        </p:nvSpPr>
        <p:spPr>
          <a:xfrm>
            <a:off x="37973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Freeform 1489"/>
          <p:cNvSpPr/>
          <p:nvPr/>
        </p:nvSpPr>
        <p:spPr>
          <a:xfrm>
            <a:off x="38227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Freeform 1490"/>
          <p:cNvSpPr/>
          <p:nvPr/>
        </p:nvSpPr>
        <p:spPr>
          <a:xfrm>
            <a:off x="3860800" y="1485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Freeform 1491"/>
          <p:cNvSpPr/>
          <p:nvPr/>
        </p:nvSpPr>
        <p:spPr>
          <a:xfrm>
            <a:off x="3898900" y="1409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18FF"/>
          </a:solidFill>
          <a:ln w="3175">
            <a:solidFill>
              <a:srgbClr val="001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Freeform 1492"/>
          <p:cNvSpPr/>
          <p:nvPr/>
        </p:nvSpPr>
        <p:spPr>
          <a:xfrm>
            <a:off x="3937000" y="1409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3FF"/>
          </a:solidFill>
          <a:ln w="3175">
            <a:solidFill>
              <a:srgbClr val="003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Freeform 1493"/>
          <p:cNvSpPr/>
          <p:nvPr/>
        </p:nvSpPr>
        <p:spPr>
          <a:xfrm>
            <a:off x="39624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Freeform 1494"/>
          <p:cNvSpPr/>
          <p:nvPr/>
        </p:nvSpPr>
        <p:spPr>
          <a:xfrm>
            <a:off x="40005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Freeform 1495"/>
          <p:cNvSpPr/>
          <p:nvPr/>
        </p:nvSpPr>
        <p:spPr>
          <a:xfrm>
            <a:off x="40386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Freeform 1496"/>
          <p:cNvSpPr/>
          <p:nvPr/>
        </p:nvSpPr>
        <p:spPr>
          <a:xfrm>
            <a:off x="4064000" y="1397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Freeform 1497"/>
          <p:cNvSpPr/>
          <p:nvPr/>
        </p:nvSpPr>
        <p:spPr>
          <a:xfrm>
            <a:off x="4102100" y="1371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Freeform 1498"/>
          <p:cNvSpPr/>
          <p:nvPr/>
        </p:nvSpPr>
        <p:spPr>
          <a:xfrm>
            <a:off x="4140200" y="1346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Freeform 1499"/>
          <p:cNvSpPr/>
          <p:nvPr/>
        </p:nvSpPr>
        <p:spPr>
          <a:xfrm>
            <a:off x="4178300" y="1333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7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Freeform 1500"/>
          <p:cNvSpPr/>
          <p:nvPr/>
        </p:nvSpPr>
        <p:spPr>
          <a:xfrm>
            <a:off x="4203700" y="1333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Freeform 1501"/>
          <p:cNvSpPr/>
          <p:nvPr/>
        </p:nvSpPr>
        <p:spPr>
          <a:xfrm>
            <a:off x="4241800" y="1333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Freeform 1502"/>
          <p:cNvSpPr/>
          <p:nvPr/>
        </p:nvSpPr>
        <p:spPr>
          <a:xfrm>
            <a:off x="4279900" y="1320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Freeform 1503"/>
          <p:cNvSpPr/>
          <p:nvPr/>
        </p:nvSpPr>
        <p:spPr>
          <a:xfrm>
            <a:off x="4305300" y="1320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Freeform 1504"/>
          <p:cNvSpPr/>
          <p:nvPr/>
        </p:nvSpPr>
        <p:spPr>
          <a:xfrm>
            <a:off x="4343400" y="1320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Freeform 1505"/>
          <p:cNvSpPr/>
          <p:nvPr/>
        </p:nvSpPr>
        <p:spPr>
          <a:xfrm>
            <a:off x="3365500" y="156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Freeform 1506"/>
          <p:cNvSpPr/>
          <p:nvPr/>
        </p:nvSpPr>
        <p:spPr>
          <a:xfrm>
            <a:off x="34036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Freeform 1507"/>
          <p:cNvSpPr/>
          <p:nvPr/>
        </p:nvSpPr>
        <p:spPr>
          <a:xfrm>
            <a:off x="34417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Freeform 1508"/>
          <p:cNvSpPr/>
          <p:nvPr/>
        </p:nvSpPr>
        <p:spPr>
          <a:xfrm>
            <a:off x="34671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Freeform 1509"/>
          <p:cNvSpPr/>
          <p:nvPr/>
        </p:nvSpPr>
        <p:spPr>
          <a:xfrm>
            <a:off x="35052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Freeform 1510"/>
          <p:cNvSpPr/>
          <p:nvPr/>
        </p:nvSpPr>
        <p:spPr>
          <a:xfrm>
            <a:off x="35433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Freeform 1511"/>
          <p:cNvSpPr/>
          <p:nvPr/>
        </p:nvSpPr>
        <p:spPr>
          <a:xfrm>
            <a:off x="35687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Freeform 1512"/>
          <p:cNvSpPr/>
          <p:nvPr/>
        </p:nvSpPr>
        <p:spPr>
          <a:xfrm>
            <a:off x="36068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Freeform 1513"/>
          <p:cNvSpPr/>
          <p:nvPr/>
        </p:nvSpPr>
        <p:spPr>
          <a:xfrm>
            <a:off x="36449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Freeform 1514"/>
          <p:cNvSpPr/>
          <p:nvPr/>
        </p:nvSpPr>
        <p:spPr>
          <a:xfrm>
            <a:off x="3683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Freeform 1515"/>
          <p:cNvSpPr/>
          <p:nvPr/>
        </p:nvSpPr>
        <p:spPr>
          <a:xfrm>
            <a:off x="37084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Freeform 1516"/>
          <p:cNvSpPr/>
          <p:nvPr/>
        </p:nvSpPr>
        <p:spPr>
          <a:xfrm>
            <a:off x="37465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Freeform 1517"/>
          <p:cNvSpPr/>
          <p:nvPr/>
        </p:nvSpPr>
        <p:spPr>
          <a:xfrm>
            <a:off x="37846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Freeform 1518"/>
          <p:cNvSpPr/>
          <p:nvPr/>
        </p:nvSpPr>
        <p:spPr>
          <a:xfrm>
            <a:off x="38100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Freeform 1519"/>
          <p:cNvSpPr/>
          <p:nvPr/>
        </p:nvSpPr>
        <p:spPr>
          <a:xfrm>
            <a:off x="3848100" y="147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Freeform 1520"/>
          <p:cNvSpPr/>
          <p:nvPr/>
        </p:nvSpPr>
        <p:spPr>
          <a:xfrm>
            <a:off x="3886200" y="1409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Freeform 1521"/>
          <p:cNvSpPr/>
          <p:nvPr/>
        </p:nvSpPr>
        <p:spPr>
          <a:xfrm>
            <a:off x="39243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Freeform 1522"/>
          <p:cNvSpPr/>
          <p:nvPr/>
        </p:nvSpPr>
        <p:spPr>
          <a:xfrm>
            <a:off x="3949700" y="138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50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Freeform 1523"/>
          <p:cNvSpPr/>
          <p:nvPr/>
        </p:nvSpPr>
        <p:spPr>
          <a:xfrm>
            <a:off x="39878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Freeform 1524"/>
          <p:cNvSpPr/>
          <p:nvPr/>
        </p:nvSpPr>
        <p:spPr>
          <a:xfrm>
            <a:off x="4025900" y="138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Freeform 1525"/>
          <p:cNvSpPr/>
          <p:nvPr/>
        </p:nvSpPr>
        <p:spPr>
          <a:xfrm>
            <a:off x="40513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5EFF"/>
          </a:solidFill>
          <a:ln w="3175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Freeform 1526"/>
          <p:cNvSpPr/>
          <p:nvPr/>
        </p:nvSpPr>
        <p:spPr>
          <a:xfrm>
            <a:off x="4089400" y="1346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Freeform 1527"/>
          <p:cNvSpPr/>
          <p:nvPr/>
        </p:nvSpPr>
        <p:spPr>
          <a:xfrm>
            <a:off x="41275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Freeform 1528"/>
          <p:cNvSpPr/>
          <p:nvPr/>
        </p:nvSpPr>
        <p:spPr>
          <a:xfrm>
            <a:off x="4165600" y="129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B9FF"/>
          </a:solidFill>
          <a:ln w="3175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Freeform 1529"/>
          <p:cNvSpPr/>
          <p:nvPr/>
        </p:nvSpPr>
        <p:spPr>
          <a:xfrm>
            <a:off x="4191000" y="1270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Freeform 1530"/>
          <p:cNvSpPr/>
          <p:nvPr/>
        </p:nvSpPr>
        <p:spPr>
          <a:xfrm>
            <a:off x="4229100" y="1270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Freeform 1531"/>
          <p:cNvSpPr/>
          <p:nvPr/>
        </p:nvSpPr>
        <p:spPr>
          <a:xfrm>
            <a:off x="4267200" y="1257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Freeform 1532"/>
          <p:cNvSpPr/>
          <p:nvPr/>
        </p:nvSpPr>
        <p:spPr>
          <a:xfrm>
            <a:off x="4292600" y="1257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Freeform 1533"/>
          <p:cNvSpPr/>
          <p:nvPr/>
        </p:nvSpPr>
        <p:spPr>
          <a:xfrm>
            <a:off x="4330700" y="1257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Freeform 1534"/>
          <p:cNvSpPr/>
          <p:nvPr/>
        </p:nvSpPr>
        <p:spPr>
          <a:xfrm>
            <a:off x="3352800" y="156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Freeform 1535"/>
          <p:cNvSpPr/>
          <p:nvPr/>
        </p:nvSpPr>
        <p:spPr>
          <a:xfrm>
            <a:off x="33909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Freeform 1536"/>
          <p:cNvSpPr/>
          <p:nvPr/>
        </p:nvSpPr>
        <p:spPr>
          <a:xfrm>
            <a:off x="34290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Freeform 1537"/>
          <p:cNvSpPr/>
          <p:nvPr/>
        </p:nvSpPr>
        <p:spPr>
          <a:xfrm>
            <a:off x="34544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Freeform 1538"/>
          <p:cNvSpPr/>
          <p:nvPr/>
        </p:nvSpPr>
        <p:spPr>
          <a:xfrm>
            <a:off x="34925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Freeform 1539"/>
          <p:cNvSpPr/>
          <p:nvPr/>
        </p:nvSpPr>
        <p:spPr>
          <a:xfrm>
            <a:off x="35306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Freeform 1540"/>
          <p:cNvSpPr/>
          <p:nvPr/>
        </p:nvSpPr>
        <p:spPr>
          <a:xfrm>
            <a:off x="3568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Freeform 1541"/>
          <p:cNvSpPr/>
          <p:nvPr/>
        </p:nvSpPr>
        <p:spPr>
          <a:xfrm>
            <a:off x="35941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Freeform 1542"/>
          <p:cNvSpPr/>
          <p:nvPr/>
        </p:nvSpPr>
        <p:spPr>
          <a:xfrm>
            <a:off x="36322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Freeform 1543"/>
          <p:cNvSpPr/>
          <p:nvPr/>
        </p:nvSpPr>
        <p:spPr>
          <a:xfrm>
            <a:off x="36703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Freeform 1544"/>
          <p:cNvSpPr/>
          <p:nvPr/>
        </p:nvSpPr>
        <p:spPr>
          <a:xfrm>
            <a:off x="36957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Freeform 1545"/>
          <p:cNvSpPr/>
          <p:nvPr/>
        </p:nvSpPr>
        <p:spPr>
          <a:xfrm>
            <a:off x="37338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Freeform 1546"/>
          <p:cNvSpPr/>
          <p:nvPr/>
        </p:nvSpPr>
        <p:spPr>
          <a:xfrm>
            <a:off x="37719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Freeform 1547"/>
          <p:cNvSpPr/>
          <p:nvPr/>
        </p:nvSpPr>
        <p:spPr>
          <a:xfrm>
            <a:off x="38100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Freeform 1548"/>
          <p:cNvSpPr/>
          <p:nvPr/>
        </p:nvSpPr>
        <p:spPr>
          <a:xfrm>
            <a:off x="3835400" y="1460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Freeform 1549"/>
          <p:cNvSpPr/>
          <p:nvPr/>
        </p:nvSpPr>
        <p:spPr>
          <a:xfrm>
            <a:off x="3873500" y="1397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AFF"/>
          </a:solidFill>
          <a:ln w="3175">
            <a:solidFill>
              <a:srgbClr val="001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Freeform 1550"/>
          <p:cNvSpPr/>
          <p:nvPr/>
        </p:nvSpPr>
        <p:spPr>
          <a:xfrm>
            <a:off x="39116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Freeform 1551"/>
          <p:cNvSpPr/>
          <p:nvPr/>
        </p:nvSpPr>
        <p:spPr>
          <a:xfrm>
            <a:off x="39370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Freeform 1552"/>
          <p:cNvSpPr/>
          <p:nvPr/>
        </p:nvSpPr>
        <p:spPr>
          <a:xfrm>
            <a:off x="39751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A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Freeform 1553"/>
          <p:cNvSpPr/>
          <p:nvPr/>
        </p:nvSpPr>
        <p:spPr>
          <a:xfrm>
            <a:off x="40132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Freeform 1554"/>
          <p:cNvSpPr/>
          <p:nvPr/>
        </p:nvSpPr>
        <p:spPr>
          <a:xfrm>
            <a:off x="40386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Freeform 1555"/>
          <p:cNvSpPr/>
          <p:nvPr/>
        </p:nvSpPr>
        <p:spPr>
          <a:xfrm>
            <a:off x="40767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8CFF"/>
          </a:solidFill>
          <a:ln w="3175">
            <a:solidFill>
              <a:srgbClr val="007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Freeform 1556"/>
          <p:cNvSpPr/>
          <p:nvPr/>
        </p:nvSpPr>
        <p:spPr>
          <a:xfrm>
            <a:off x="4114800" y="130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ADFF"/>
          </a:solidFill>
          <a:ln w="3175">
            <a:solidFill>
              <a:srgbClr val="008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Freeform 1557"/>
          <p:cNvSpPr/>
          <p:nvPr/>
        </p:nvSpPr>
        <p:spPr>
          <a:xfrm>
            <a:off x="4152900" y="1270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D6FF"/>
          </a:solidFill>
          <a:ln w="3175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Freeform 1558"/>
          <p:cNvSpPr/>
          <p:nvPr/>
        </p:nvSpPr>
        <p:spPr>
          <a:xfrm>
            <a:off x="4178300" y="1231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DFFF2"/>
          </a:solidFill>
          <a:ln w="3175">
            <a:solidFill>
              <a:srgbClr val="0AC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Freeform 1559"/>
          <p:cNvSpPr/>
          <p:nvPr/>
        </p:nvSpPr>
        <p:spPr>
          <a:xfrm>
            <a:off x="4216400" y="1168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5"/>
                </a:lnTo>
                <a:lnTo>
                  <a:pt x="1" y="8"/>
                </a:lnTo>
                <a:close/>
              </a:path>
            </a:pathLst>
          </a:custGeom>
          <a:solidFill>
            <a:srgbClr val="42FFBD"/>
          </a:solidFill>
          <a:ln w="3175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Freeform 1560"/>
          <p:cNvSpPr/>
          <p:nvPr/>
        </p:nvSpPr>
        <p:spPr>
          <a:xfrm>
            <a:off x="4254500" y="11684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Freeform 1561"/>
          <p:cNvSpPr/>
          <p:nvPr/>
        </p:nvSpPr>
        <p:spPr>
          <a:xfrm>
            <a:off x="4279900" y="11684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Freeform 1562"/>
          <p:cNvSpPr/>
          <p:nvPr/>
        </p:nvSpPr>
        <p:spPr>
          <a:xfrm>
            <a:off x="4318000" y="11684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Freeform 1563"/>
          <p:cNvSpPr/>
          <p:nvPr/>
        </p:nvSpPr>
        <p:spPr>
          <a:xfrm>
            <a:off x="33401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Freeform 1564"/>
          <p:cNvSpPr/>
          <p:nvPr/>
        </p:nvSpPr>
        <p:spPr>
          <a:xfrm>
            <a:off x="3378200" y="1524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Freeform 1565"/>
          <p:cNvSpPr/>
          <p:nvPr/>
        </p:nvSpPr>
        <p:spPr>
          <a:xfrm>
            <a:off x="3416300" y="152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Freeform 1566"/>
          <p:cNvSpPr/>
          <p:nvPr/>
        </p:nvSpPr>
        <p:spPr>
          <a:xfrm>
            <a:off x="34417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Freeform 1567"/>
          <p:cNvSpPr/>
          <p:nvPr/>
        </p:nvSpPr>
        <p:spPr>
          <a:xfrm>
            <a:off x="34798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Freeform 1568"/>
          <p:cNvSpPr/>
          <p:nvPr/>
        </p:nvSpPr>
        <p:spPr>
          <a:xfrm>
            <a:off x="3517900" y="151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Freeform 1569"/>
          <p:cNvSpPr/>
          <p:nvPr/>
        </p:nvSpPr>
        <p:spPr>
          <a:xfrm>
            <a:off x="3556000" y="151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Freeform 1570"/>
          <p:cNvSpPr/>
          <p:nvPr/>
        </p:nvSpPr>
        <p:spPr>
          <a:xfrm>
            <a:off x="35814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Freeform 1571"/>
          <p:cNvSpPr/>
          <p:nvPr/>
        </p:nvSpPr>
        <p:spPr>
          <a:xfrm>
            <a:off x="36195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Freeform 1572"/>
          <p:cNvSpPr/>
          <p:nvPr/>
        </p:nvSpPr>
        <p:spPr>
          <a:xfrm>
            <a:off x="3657600" y="1498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Freeform 1573"/>
          <p:cNvSpPr/>
          <p:nvPr/>
        </p:nvSpPr>
        <p:spPr>
          <a:xfrm>
            <a:off x="36830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Freeform 1574"/>
          <p:cNvSpPr/>
          <p:nvPr/>
        </p:nvSpPr>
        <p:spPr>
          <a:xfrm>
            <a:off x="37211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Freeform 1575"/>
          <p:cNvSpPr/>
          <p:nvPr/>
        </p:nvSpPr>
        <p:spPr>
          <a:xfrm>
            <a:off x="3759200" y="1485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Freeform 1576"/>
          <p:cNvSpPr/>
          <p:nvPr/>
        </p:nvSpPr>
        <p:spPr>
          <a:xfrm>
            <a:off x="37973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F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Freeform 1577"/>
          <p:cNvSpPr/>
          <p:nvPr/>
        </p:nvSpPr>
        <p:spPr>
          <a:xfrm>
            <a:off x="3822700" y="13462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9"/>
                </a:lnTo>
                <a:lnTo>
                  <a:pt x="3" y="0"/>
                </a:lnTo>
                <a:lnTo>
                  <a:pt x="0" y="10"/>
                </a:lnTo>
                <a:lnTo>
                  <a:pt x="1" y="12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Freeform 1578"/>
          <p:cNvSpPr/>
          <p:nvPr/>
        </p:nvSpPr>
        <p:spPr>
          <a:xfrm>
            <a:off x="3860800" y="12573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1"/>
                </a:lnTo>
                <a:lnTo>
                  <a:pt x="3" y="0"/>
                </a:lnTo>
                <a:lnTo>
                  <a:pt x="0" y="7"/>
                </a:lnTo>
                <a:lnTo>
                  <a:pt x="1" y="16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Freeform 1579"/>
          <p:cNvSpPr/>
          <p:nvPr/>
        </p:nvSpPr>
        <p:spPr>
          <a:xfrm>
            <a:off x="3898900" y="12573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9"/>
                </a:lnTo>
                <a:lnTo>
                  <a:pt x="2" y="1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C1FF"/>
          </a:solidFill>
          <a:ln w="3175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Freeform 1580"/>
          <p:cNvSpPr/>
          <p:nvPr/>
        </p:nvSpPr>
        <p:spPr>
          <a:xfrm>
            <a:off x="3924300" y="12700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1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Freeform 1581"/>
          <p:cNvSpPr/>
          <p:nvPr/>
        </p:nvSpPr>
        <p:spPr>
          <a:xfrm>
            <a:off x="3962400" y="12827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Freeform 1582"/>
          <p:cNvSpPr/>
          <p:nvPr/>
        </p:nvSpPr>
        <p:spPr>
          <a:xfrm>
            <a:off x="4000500" y="12827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B0FF"/>
          </a:solidFill>
          <a:ln w="3175">
            <a:solidFill>
              <a:srgbClr val="008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Freeform 1583"/>
          <p:cNvSpPr/>
          <p:nvPr/>
        </p:nvSpPr>
        <p:spPr>
          <a:xfrm>
            <a:off x="4038600" y="1282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6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Freeform 1584"/>
          <p:cNvSpPr/>
          <p:nvPr/>
        </p:nvSpPr>
        <p:spPr>
          <a:xfrm>
            <a:off x="4064000" y="1257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Freeform 1585"/>
          <p:cNvSpPr/>
          <p:nvPr/>
        </p:nvSpPr>
        <p:spPr>
          <a:xfrm>
            <a:off x="4102100" y="1231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6"/>
                </a:lnTo>
                <a:lnTo>
                  <a:pt x="3" y="0"/>
                </a:lnTo>
                <a:lnTo>
                  <a:pt x="0" y="2"/>
                </a:lnTo>
                <a:lnTo>
                  <a:pt x="1" y="8"/>
                </a:lnTo>
                <a:close/>
              </a:path>
            </a:pathLst>
          </a:custGeom>
          <a:solidFill>
            <a:srgbClr val="00E9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Freeform 1586"/>
          <p:cNvSpPr/>
          <p:nvPr/>
        </p:nvSpPr>
        <p:spPr>
          <a:xfrm>
            <a:off x="4140200" y="1206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8"/>
                </a:lnTo>
                <a:close/>
              </a:path>
            </a:pathLst>
          </a:custGeom>
          <a:solidFill>
            <a:srgbClr val="16FFE9"/>
          </a:solidFill>
          <a:ln w="3175">
            <a:solidFill>
              <a:srgbClr val="12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Freeform 1587"/>
          <p:cNvSpPr/>
          <p:nvPr/>
        </p:nvSpPr>
        <p:spPr>
          <a:xfrm>
            <a:off x="4165600" y="1155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6"/>
                </a:lnTo>
                <a:lnTo>
                  <a:pt x="3" y="0"/>
                </a:lnTo>
                <a:lnTo>
                  <a:pt x="0" y="4"/>
                </a:lnTo>
                <a:lnTo>
                  <a:pt x="1" y="9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Freeform 1588"/>
          <p:cNvSpPr/>
          <p:nvPr/>
        </p:nvSpPr>
        <p:spPr>
          <a:xfrm>
            <a:off x="4203700" y="10541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9"/>
                </a:lnTo>
                <a:lnTo>
                  <a:pt x="3" y="0"/>
                </a:lnTo>
                <a:lnTo>
                  <a:pt x="0" y="8"/>
                </a:lnTo>
                <a:lnTo>
                  <a:pt x="1" y="14"/>
                </a:lnTo>
                <a:close/>
              </a:path>
            </a:pathLst>
          </a:custGeom>
          <a:solidFill>
            <a:srgbClr val="BDFF42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Freeform 1589"/>
          <p:cNvSpPr/>
          <p:nvPr/>
        </p:nvSpPr>
        <p:spPr>
          <a:xfrm>
            <a:off x="4241800" y="10414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FE00"/>
          </a:solidFill>
          <a:ln w="3175">
            <a:solidFill>
              <a:srgbClr val="CC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Freeform 1590"/>
          <p:cNvSpPr/>
          <p:nvPr/>
        </p:nvSpPr>
        <p:spPr>
          <a:xfrm>
            <a:off x="4267200" y="1041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Freeform 1591"/>
          <p:cNvSpPr/>
          <p:nvPr/>
        </p:nvSpPr>
        <p:spPr>
          <a:xfrm>
            <a:off x="4305300" y="1041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Freeform 1592"/>
          <p:cNvSpPr/>
          <p:nvPr/>
        </p:nvSpPr>
        <p:spPr>
          <a:xfrm>
            <a:off x="33274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Freeform 1593"/>
          <p:cNvSpPr/>
          <p:nvPr/>
        </p:nvSpPr>
        <p:spPr>
          <a:xfrm>
            <a:off x="33655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Freeform 1594"/>
          <p:cNvSpPr/>
          <p:nvPr/>
        </p:nvSpPr>
        <p:spPr>
          <a:xfrm>
            <a:off x="34036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Freeform 1595"/>
          <p:cNvSpPr/>
          <p:nvPr/>
        </p:nvSpPr>
        <p:spPr>
          <a:xfrm>
            <a:off x="3429000" y="1473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Freeform 1596"/>
          <p:cNvSpPr/>
          <p:nvPr/>
        </p:nvSpPr>
        <p:spPr>
          <a:xfrm>
            <a:off x="3467100" y="1473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Freeform 1597"/>
          <p:cNvSpPr/>
          <p:nvPr/>
        </p:nvSpPr>
        <p:spPr>
          <a:xfrm>
            <a:off x="3505200" y="1473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Freeform 1598"/>
          <p:cNvSpPr/>
          <p:nvPr/>
        </p:nvSpPr>
        <p:spPr>
          <a:xfrm>
            <a:off x="35433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Freeform 1599"/>
          <p:cNvSpPr/>
          <p:nvPr/>
        </p:nvSpPr>
        <p:spPr>
          <a:xfrm>
            <a:off x="3568700" y="1460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Freeform 1600"/>
          <p:cNvSpPr/>
          <p:nvPr/>
        </p:nvSpPr>
        <p:spPr>
          <a:xfrm>
            <a:off x="3606800" y="1460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Freeform 1601"/>
          <p:cNvSpPr/>
          <p:nvPr/>
        </p:nvSpPr>
        <p:spPr>
          <a:xfrm>
            <a:off x="36449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Freeform 1602"/>
          <p:cNvSpPr/>
          <p:nvPr/>
        </p:nvSpPr>
        <p:spPr>
          <a:xfrm>
            <a:off x="36703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Freeform 1603"/>
          <p:cNvSpPr/>
          <p:nvPr/>
        </p:nvSpPr>
        <p:spPr>
          <a:xfrm>
            <a:off x="37084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Freeform 1604"/>
          <p:cNvSpPr/>
          <p:nvPr/>
        </p:nvSpPr>
        <p:spPr>
          <a:xfrm>
            <a:off x="3746500" y="1447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9"/>
          </a:solidFill>
          <a:ln w="3175">
            <a:solidFill>
              <a:srgbClr val="0000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Freeform 1605"/>
          <p:cNvSpPr/>
          <p:nvPr/>
        </p:nvSpPr>
        <p:spPr>
          <a:xfrm>
            <a:off x="3784600" y="1435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Freeform 1606"/>
          <p:cNvSpPr/>
          <p:nvPr/>
        </p:nvSpPr>
        <p:spPr>
          <a:xfrm>
            <a:off x="3810000" y="13208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2"/>
                </a:lnTo>
                <a:lnTo>
                  <a:pt x="3" y="0"/>
                </a:lnTo>
                <a:lnTo>
                  <a:pt x="0" y="9"/>
                </a:lnTo>
                <a:lnTo>
                  <a:pt x="1" y="12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Freeform 1607"/>
          <p:cNvSpPr/>
          <p:nvPr/>
        </p:nvSpPr>
        <p:spPr>
          <a:xfrm>
            <a:off x="3848100" y="1155700"/>
            <a:ext cx="50800" cy="190500"/>
          </a:xfrm>
          <a:custGeom>
            <a:avLst/>
            <a:gdLst/>
            <a:ahLst/>
            <a:cxnLst/>
            <a:rect l="l" t="t" r="r" b="b"/>
            <a:pathLst>
              <a:path w="4" h="15">
                <a:moveTo>
                  <a:pt x="1" y="15"/>
                </a:moveTo>
                <a:lnTo>
                  <a:pt x="4" y="8"/>
                </a:lnTo>
                <a:lnTo>
                  <a:pt x="3" y="0"/>
                </a:lnTo>
                <a:lnTo>
                  <a:pt x="0" y="13"/>
                </a:lnTo>
                <a:lnTo>
                  <a:pt x="1" y="15"/>
                </a:lnTo>
                <a:close/>
              </a:path>
            </a:pathLst>
          </a:custGeom>
          <a:solidFill>
            <a:srgbClr val="18FFE7"/>
          </a:solidFill>
          <a:ln w="3175">
            <a:solidFill>
              <a:srgbClr val="13CC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Freeform 1608"/>
          <p:cNvSpPr/>
          <p:nvPr/>
        </p:nvSpPr>
        <p:spPr>
          <a:xfrm>
            <a:off x="3886200" y="11557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8"/>
                </a:moveTo>
                <a:lnTo>
                  <a:pt x="3" y="9"/>
                </a:lnTo>
                <a:lnTo>
                  <a:pt x="2" y="2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72FF8D"/>
          </a:solidFill>
          <a:ln w="3175">
            <a:solidFill>
              <a:srgbClr val="5CC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Freeform 1609"/>
          <p:cNvSpPr/>
          <p:nvPr/>
        </p:nvSpPr>
        <p:spPr>
          <a:xfrm>
            <a:off x="3911600" y="1181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7"/>
                </a:moveTo>
                <a:lnTo>
                  <a:pt x="4" y="8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2FFAD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Freeform 1610"/>
          <p:cNvSpPr/>
          <p:nvPr/>
        </p:nvSpPr>
        <p:spPr>
          <a:xfrm>
            <a:off x="3949700" y="1193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Freeform 1611"/>
          <p:cNvSpPr/>
          <p:nvPr/>
        </p:nvSpPr>
        <p:spPr>
          <a:xfrm>
            <a:off x="3987800" y="1193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33FFCC"/>
          </a:solidFill>
          <a:ln w="3175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Freeform 1612"/>
          <p:cNvSpPr/>
          <p:nvPr/>
        </p:nvSpPr>
        <p:spPr>
          <a:xfrm>
            <a:off x="4025900" y="119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2FFCD"/>
          </a:solidFill>
          <a:ln w="3175">
            <a:solidFill>
              <a:srgbClr val="28C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Freeform 1613"/>
          <p:cNvSpPr/>
          <p:nvPr/>
        </p:nvSpPr>
        <p:spPr>
          <a:xfrm>
            <a:off x="4051300" y="1193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2FCC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Freeform 1614"/>
          <p:cNvSpPr/>
          <p:nvPr/>
        </p:nvSpPr>
        <p:spPr>
          <a:xfrm>
            <a:off x="4089400" y="11684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55FFAA"/>
          </a:solidFill>
          <a:ln w="3175">
            <a:solidFill>
              <a:srgbClr val="44C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Freeform 1615"/>
          <p:cNvSpPr/>
          <p:nvPr/>
        </p:nvSpPr>
        <p:spPr>
          <a:xfrm>
            <a:off x="4127500" y="1130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6"/>
                </a:lnTo>
                <a:lnTo>
                  <a:pt x="2" y="0"/>
                </a:lnTo>
                <a:lnTo>
                  <a:pt x="0" y="3"/>
                </a:lnTo>
                <a:lnTo>
                  <a:pt x="1" y="8"/>
                </a:lnTo>
                <a:close/>
              </a:path>
            </a:pathLst>
          </a:custGeom>
          <a:solidFill>
            <a:srgbClr val="83FF7C"/>
          </a:solidFill>
          <a:ln w="3175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Freeform 1616"/>
          <p:cNvSpPr/>
          <p:nvPr/>
        </p:nvSpPr>
        <p:spPr>
          <a:xfrm>
            <a:off x="4152900" y="10795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6"/>
                </a:lnTo>
                <a:lnTo>
                  <a:pt x="3" y="0"/>
                </a:lnTo>
                <a:lnTo>
                  <a:pt x="0" y="4"/>
                </a:lnTo>
                <a:lnTo>
                  <a:pt x="1" y="10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9FC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Freeform 1617"/>
          <p:cNvSpPr/>
          <p:nvPr/>
        </p:nvSpPr>
        <p:spPr>
          <a:xfrm>
            <a:off x="4191000" y="9906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5"/>
                </a:lnTo>
                <a:lnTo>
                  <a:pt x="3" y="0"/>
                </a:lnTo>
                <a:lnTo>
                  <a:pt x="0" y="7"/>
                </a:lnTo>
                <a:lnTo>
                  <a:pt x="1" y="13"/>
                </a:lnTo>
                <a:close/>
              </a:path>
            </a:pathLst>
          </a:custGeom>
          <a:solidFill>
            <a:srgbClr val="FFC000"/>
          </a:solidFill>
          <a:ln w="3175">
            <a:solidFill>
              <a:srgbClr val="CC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Freeform 1618"/>
          <p:cNvSpPr/>
          <p:nvPr/>
        </p:nvSpPr>
        <p:spPr>
          <a:xfrm>
            <a:off x="4229100" y="977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Freeform 1619"/>
          <p:cNvSpPr/>
          <p:nvPr/>
        </p:nvSpPr>
        <p:spPr>
          <a:xfrm>
            <a:off x="4267200" y="977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Freeform 1620"/>
          <p:cNvSpPr/>
          <p:nvPr/>
        </p:nvSpPr>
        <p:spPr>
          <a:xfrm>
            <a:off x="4292600" y="965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Freeform 1621"/>
          <p:cNvSpPr/>
          <p:nvPr/>
        </p:nvSpPr>
        <p:spPr>
          <a:xfrm>
            <a:off x="33147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Freeform 1622"/>
          <p:cNvSpPr/>
          <p:nvPr/>
        </p:nvSpPr>
        <p:spPr>
          <a:xfrm>
            <a:off x="33528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Freeform 1623"/>
          <p:cNvSpPr/>
          <p:nvPr/>
        </p:nvSpPr>
        <p:spPr>
          <a:xfrm>
            <a:off x="3390900" y="1435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Freeform 1624"/>
          <p:cNvSpPr/>
          <p:nvPr/>
        </p:nvSpPr>
        <p:spPr>
          <a:xfrm>
            <a:off x="3416300" y="143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Freeform 1625"/>
          <p:cNvSpPr/>
          <p:nvPr/>
        </p:nvSpPr>
        <p:spPr>
          <a:xfrm>
            <a:off x="3454400" y="143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Freeform 1626"/>
          <p:cNvSpPr/>
          <p:nvPr/>
        </p:nvSpPr>
        <p:spPr>
          <a:xfrm>
            <a:off x="3492500" y="143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Freeform 1627"/>
          <p:cNvSpPr/>
          <p:nvPr/>
        </p:nvSpPr>
        <p:spPr>
          <a:xfrm>
            <a:off x="3530600" y="1422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Freeform 1628"/>
          <p:cNvSpPr/>
          <p:nvPr/>
        </p:nvSpPr>
        <p:spPr>
          <a:xfrm>
            <a:off x="35560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Freeform 1629"/>
          <p:cNvSpPr/>
          <p:nvPr/>
        </p:nvSpPr>
        <p:spPr>
          <a:xfrm>
            <a:off x="3594100" y="1422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Freeform 1630"/>
          <p:cNvSpPr/>
          <p:nvPr/>
        </p:nvSpPr>
        <p:spPr>
          <a:xfrm>
            <a:off x="36322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Freeform 1631"/>
          <p:cNvSpPr/>
          <p:nvPr/>
        </p:nvSpPr>
        <p:spPr>
          <a:xfrm>
            <a:off x="36576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Freeform 1632"/>
          <p:cNvSpPr/>
          <p:nvPr/>
        </p:nvSpPr>
        <p:spPr>
          <a:xfrm>
            <a:off x="36957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Freeform 1633"/>
          <p:cNvSpPr/>
          <p:nvPr/>
        </p:nvSpPr>
        <p:spPr>
          <a:xfrm>
            <a:off x="37338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Freeform 1634"/>
          <p:cNvSpPr/>
          <p:nvPr/>
        </p:nvSpPr>
        <p:spPr>
          <a:xfrm>
            <a:off x="37719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7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Freeform 1635"/>
          <p:cNvSpPr/>
          <p:nvPr/>
        </p:nvSpPr>
        <p:spPr>
          <a:xfrm>
            <a:off x="3797300" y="1308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1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Freeform 1636"/>
          <p:cNvSpPr/>
          <p:nvPr/>
        </p:nvSpPr>
        <p:spPr>
          <a:xfrm>
            <a:off x="3835400" y="11430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1"/>
                </a:lnTo>
                <a:lnTo>
                  <a:pt x="3" y="0"/>
                </a:lnTo>
                <a:lnTo>
                  <a:pt x="0" y="13"/>
                </a:lnTo>
                <a:lnTo>
                  <a:pt x="1" y="14"/>
                </a:lnTo>
                <a:close/>
              </a:path>
            </a:pathLst>
          </a:custGeom>
          <a:solidFill>
            <a:srgbClr val="4BFFB4"/>
          </a:solidFill>
          <a:ln w="3175">
            <a:solidFill>
              <a:srgbClr val="3C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Freeform 1637"/>
          <p:cNvSpPr/>
          <p:nvPr/>
        </p:nvSpPr>
        <p:spPr>
          <a:xfrm>
            <a:off x="3873500" y="1130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4FF2B"/>
          </a:solidFill>
          <a:ln w="3175">
            <a:solidFill>
              <a:srgbClr val="AACC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Freeform 1638"/>
          <p:cNvSpPr/>
          <p:nvPr/>
        </p:nvSpPr>
        <p:spPr>
          <a:xfrm>
            <a:off x="3898900" y="113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2FF3D"/>
          </a:solidFill>
          <a:ln w="3175">
            <a:solidFill>
              <a:srgbClr val="9B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Freeform 1639"/>
          <p:cNvSpPr/>
          <p:nvPr/>
        </p:nvSpPr>
        <p:spPr>
          <a:xfrm>
            <a:off x="3937000" y="1130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5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AEFF51"/>
          </a:solidFill>
          <a:ln w="3175">
            <a:solidFill>
              <a:srgbClr val="8CCC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Freeform 1640"/>
          <p:cNvSpPr/>
          <p:nvPr/>
        </p:nvSpPr>
        <p:spPr>
          <a:xfrm>
            <a:off x="3975100" y="1130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Freeform 1641"/>
          <p:cNvSpPr/>
          <p:nvPr/>
        </p:nvSpPr>
        <p:spPr>
          <a:xfrm>
            <a:off x="4013200" y="1130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Freeform 1642"/>
          <p:cNvSpPr/>
          <p:nvPr/>
        </p:nvSpPr>
        <p:spPr>
          <a:xfrm>
            <a:off x="4038600" y="113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BFF54"/>
          </a:solidFill>
          <a:ln w="3175">
            <a:solidFill>
              <a:srgbClr val="89CC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Freeform 1643"/>
          <p:cNvSpPr/>
          <p:nvPr/>
        </p:nvSpPr>
        <p:spPr>
          <a:xfrm>
            <a:off x="4076700" y="1117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B6FF49"/>
          </a:solidFill>
          <a:ln w="3175">
            <a:solidFill>
              <a:srgbClr val="92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Freeform 1644"/>
          <p:cNvSpPr/>
          <p:nvPr/>
        </p:nvSpPr>
        <p:spPr>
          <a:xfrm>
            <a:off x="4114800" y="1079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4"/>
                </a:lnTo>
                <a:lnTo>
                  <a:pt x="2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DBFF24"/>
          </a:solidFill>
          <a:ln w="3175">
            <a:solidFill>
              <a:srgbClr val="AFCC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Freeform 1645"/>
          <p:cNvSpPr/>
          <p:nvPr/>
        </p:nvSpPr>
        <p:spPr>
          <a:xfrm>
            <a:off x="4140200" y="10287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4"/>
                </a:lnTo>
                <a:lnTo>
                  <a:pt x="3" y="0"/>
                </a:lnTo>
                <a:lnTo>
                  <a:pt x="0" y="4"/>
                </a:lnTo>
                <a:lnTo>
                  <a:pt x="1" y="8"/>
                </a:lnTo>
                <a:close/>
              </a:path>
            </a:pathLst>
          </a:custGeom>
          <a:solidFill>
            <a:srgbClr val="FFDE00"/>
          </a:solidFill>
          <a:ln w="3175">
            <a:solidFill>
              <a:srgbClr val="CCB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Freeform 1646"/>
          <p:cNvSpPr/>
          <p:nvPr/>
        </p:nvSpPr>
        <p:spPr>
          <a:xfrm>
            <a:off x="4178300" y="9525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3"/>
                </a:lnTo>
                <a:lnTo>
                  <a:pt x="3" y="0"/>
                </a:lnTo>
                <a:lnTo>
                  <a:pt x="0" y="6"/>
                </a:lnTo>
                <a:lnTo>
                  <a:pt x="1" y="10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Freeform 1647"/>
          <p:cNvSpPr/>
          <p:nvPr/>
        </p:nvSpPr>
        <p:spPr>
          <a:xfrm>
            <a:off x="4216400" y="927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FF1600"/>
          </a:solidFill>
          <a:ln w="3175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Freeform 1648"/>
          <p:cNvSpPr/>
          <p:nvPr/>
        </p:nvSpPr>
        <p:spPr>
          <a:xfrm>
            <a:off x="4254500" y="927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Freeform 1649"/>
          <p:cNvSpPr/>
          <p:nvPr/>
        </p:nvSpPr>
        <p:spPr>
          <a:xfrm>
            <a:off x="4279900" y="927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Freeform 1650"/>
          <p:cNvSpPr/>
          <p:nvPr/>
        </p:nvSpPr>
        <p:spPr>
          <a:xfrm>
            <a:off x="33020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Freeform 1651"/>
          <p:cNvSpPr/>
          <p:nvPr/>
        </p:nvSpPr>
        <p:spPr>
          <a:xfrm>
            <a:off x="33401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Freeform 1652"/>
          <p:cNvSpPr/>
          <p:nvPr/>
        </p:nvSpPr>
        <p:spPr>
          <a:xfrm>
            <a:off x="33782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Freeform 1653"/>
          <p:cNvSpPr/>
          <p:nvPr/>
        </p:nvSpPr>
        <p:spPr>
          <a:xfrm>
            <a:off x="3403600" y="139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Freeform 1654"/>
          <p:cNvSpPr/>
          <p:nvPr/>
        </p:nvSpPr>
        <p:spPr>
          <a:xfrm>
            <a:off x="3441700" y="139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Freeform 1655"/>
          <p:cNvSpPr/>
          <p:nvPr/>
        </p:nvSpPr>
        <p:spPr>
          <a:xfrm>
            <a:off x="3479800" y="139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Freeform 1656"/>
          <p:cNvSpPr/>
          <p:nvPr/>
        </p:nvSpPr>
        <p:spPr>
          <a:xfrm>
            <a:off x="35179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Freeform 1657"/>
          <p:cNvSpPr/>
          <p:nvPr/>
        </p:nvSpPr>
        <p:spPr>
          <a:xfrm>
            <a:off x="3543300" y="138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Freeform 1658"/>
          <p:cNvSpPr/>
          <p:nvPr/>
        </p:nvSpPr>
        <p:spPr>
          <a:xfrm>
            <a:off x="3581400" y="138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Freeform 1659"/>
          <p:cNvSpPr/>
          <p:nvPr/>
        </p:nvSpPr>
        <p:spPr>
          <a:xfrm>
            <a:off x="36195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Freeform 1660"/>
          <p:cNvSpPr/>
          <p:nvPr/>
        </p:nvSpPr>
        <p:spPr>
          <a:xfrm>
            <a:off x="3644900" y="138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Freeform 1661"/>
          <p:cNvSpPr/>
          <p:nvPr/>
        </p:nvSpPr>
        <p:spPr>
          <a:xfrm>
            <a:off x="36830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Freeform 1662"/>
          <p:cNvSpPr/>
          <p:nvPr/>
        </p:nvSpPr>
        <p:spPr>
          <a:xfrm>
            <a:off x="37211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Freeform 1663"/>
          <p:cNvSpPr/>
          <p:nvPr/>
        </p:nvSpPr>
        <p:spPr>
          <a:xfrm>
            <a:off x="37592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Freeform 1664"/>
          <p:cNvSpPr/>
          <p:nvPr/>
        </p:nvSpPr>
        <p:spPr>
          <a:xfrm>
            <a:off x="3784600" y="1295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9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Freeform 1665"/>
          <p:cNvSpPr/>
          <p:nvPr/>
        </p:nvSpPr>
        <p:spPr>
          <a:xfrm>
            <a:off x="3822700" y="11430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0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50FFAF"/>
          </a:solidFill>
          <a:ln w="3175">
            <a:solidFill>
              <a:srgbClr val="40C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Freeform 1666"/>
          <p:cNvSpPr/>
          <p:nvPr/>
        </p:nvSpPr>
        <p:spPr>
          <a:xfrm>
            <a:off x="3860800" y="110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EBFF14"/>
          </a:solidFill>
          <a:ln w="3175">
            <a:solidFill>
              <a:srgbClr val="BCC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Freeform 1667"/>
          <p:cNvSpPr/>
          <p:nvPr/>
        </p:nvSpPr>
        <p:spPr>
          <a:xfrm>
            <a:off x="3886200" y="1079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FFF900"/>
          </a:solidFill>
          <a:ln w="3175">
            <a:solidFill>
              <a:srgbClr val="CCC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Freeform 1668"/>
          <p:cNvSpPr/>
          <p:nvPr/>
        </p:nvSpPr>
        <p:spPr>
          <a:xfrm>
            <a:off x="3924300" y="1066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Freeform 1669"/>
          <p:cNvSpPr/>
          <p:nvPr/>
        </p:nvSpPr>
        <p:spPr>
          <a:xfrm>
            <a:off x="3962400" y="1066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Freeform 1670"/>
          <p:cNvSpPr/>
          <p:nvPr/>
        </p:nvSpPr>
        <p:spPr>
          <a:xfrm>
            <a:off x="4000500" y="1066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Freeform 1671"/>
          <p:cNvSpPr/>
          <p:nvPr/>
        </p:nvSpPr>
        <p:spPr>
          <a:xfrm>
            <a:off x="4025900" y="1066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Freeform 1672"/>
          <p:cNvSpPr/>
          <p:nvPr/>
        </p:nvSpPr>
        <p:spPr>
          <a:xfrm>
            <a:off x="4064000" y="1066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500"/>
          </a:solidFill>
          <a:ln w="3175">
            <a:solidFill>
              <a:srgbClr val="CC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Freeform 1673"/>
          <p:cNvSpPr/>
          <p:nvPr/>
        </p:nvSpPr>
        <p:spPr>
          <a:xfrm>
            <a:off x="4102100" y="1054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E500"/>
          </a:solidFill>
          <a:ln w="3175">
            <a:solidFill>
              <a:srgbClr val="CC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Freeform 1674"/>
          <p:cNvSpPr/>
          <p:nvPr/>
        </p:nvSpPr>
        <p:spPr>
          <a:xfrm>
            <a:off x="4127500" y="1003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2"/>
                </a:lnTo>
                <a:lnTo>
                  <a:pt x="3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FFA7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Freeform 1675"/>
          <p:cNvSpPr/>
          <p:nvPr/>
        </p:nvSpPr>
        <p:spPr>
          <a:xfrm>
            <a:off x="4165600" y="914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3"/>
                </a:lnTo>
                <a:lnTo>
                  <a:pt x="3" y="0"/>
                </a:lnTo>
                <a:lnTo>
                  <a:pt x="0" y="7"/>
                </a:lnTo>
                <a:lnTo>
                  <a:pt x="1" y="9"/>
                </a:lnTo>
                <a:close/>
              </a:path>
            </a:pathLst>
          </a:custGeom>
          <a:solidFill>
            <a:srgbClr val="FF3400"/>
          </a:solidFill>
          <a:ln w="3175">
            <a:solidFill>
              <a:srgbClr val="CC2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Freeform 1676"/>
          <p:cNvSpPr/>
          <p:nvPr/>
        </p:nvSpPr>
        <p:spPr>
          <a:xfrm>
            <a:off x="4203700" y="901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E10000"/>
          </a:solidFill>
          <a:ln w="3175">
            <a:solidFill>
              <a:srgbClr val="B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Freeform 1677"/>
          <p:cNvSpPr/>
          <p:nvPr/>
        </p:nvSpPr>
        <p:spPr>
          <a:xfrm>
            <a:off x="4241800" y="90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Freeform 1678"/>
          <p:cNvSpPr/>
          <p:nvPr/>
        </p:nvSpPr>
        <p:spPr>
          <a:xfrm>
            <a:off x="4267200" y="88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Freeform 1679"/>
          <p:cNvSpPr/>
          <p:nvPr/>
        </p:nvSpPr>
        <p:spPr>
          <a:xfrm>
            <a:off x="32893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Freeform 1680"/>
          <p:cNvSpPr/>
          <p:nvPr/>
        </p:nvSpPr>
        <p:spPr>
          <a:xfrm>
            <a:off x="33274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Freeform 1681"/>
          <p:cNvSpPr/>
          <p:nvPr/>
        </p:nvSpPr>
        <p:spPr>
          <a:xfrm>
            <a:off x="3365500" y="138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Freeform 1682"/>
          <p:cNvSpPr/>
          <p:nvPr/>
        </p:nvSpPr>
        <p:spPr>
          <a:xfrm>
            <a:off x="33909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Freeform 1683"/>
          <p:cNvSpPr/>
          <p:nvPr/>
        </p:nvSpPr>
        <p:spPr>
          <a:xfrm>
            <a:off x="34290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Freeform 1684"/>
          <p:cNvSpPr/>
          <p:nvPr/>
        </p:nvSpPr>
        <p:spPr>
          <a:xfrm>
            <a:off x="34671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Freeform 1685"/>
          <p:cNvSpPr/>
          <p:nvPr/>
        </p:nvSpPr>
        <p:spPr>
          <a:xfrm>
            <a:off x="35052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Freeform 1686"/>
          <p:cNvSpPr/>
          <p:nvPr/>
        </p:nvSpPr>
        <p:spPr>
          <a:xfrm>
            <a:off x="35306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Freeform 1687"/>
          <p:cNvSpPr/>
          <p:nvPr/>
        </p:nvSpPr>
        <p:spPr>
          <a:xfrm>
            <a:off x="35687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Freeform 1688"/>
          <p:cNvSpPr/>
          <p:nvPr/>
        </p:nvSpPr>
        <p:spPr>
          <a:xfrm>
            <a:off x="36068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Freeform 1689"/>
          <p:cNvSpPr/>
          <p:nvPr/>
        </p:nvSpPr>
        <p:spPr>
          <a:xfrm>
            <a:off x="36322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Freeform 1690"/>
          <p:cNvSpPr/>
          <p:nvPr/>
        </p:nvSpPr>
        <p:spPr>
          <a:xfrm>
            <a:off x="36703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Freeform 1691"/>
          <p:cNvSpPr/>
          <p:nvPr/>
        </p:nvSpPr>
        <p:spPr>
          <a:xfrm>
            <a:off x="3708400" y="134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Freeform 1692"/>
          <p:cNvSpPr/>
          <p:nvPr/>
        </p:nvSpPr>
        <p:spPr>
          <a:xfrm>
            <a:off x="37465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Freeform 1693"/>
          <p:cNvSpPr/>
          <p:nvPr/>
        </p:nvSpPr>
        <p:spPr>
          <a:xfrm>
            <a:off x="3771900" y="12700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009BFF"/>
          </a:solidFill>
          <a:ln w="3175">
            <a:solidFill>
              <a:srgbClr val="007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Freeform 1694"/>
          <p:cNvSpPr/>
          <p:nvPr/>
        </p:nvSpPr>
        <p:spPr>
          <a:xfrm>
            <a:off x="3810000" y="11176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2"/>
                </a:lnTo>
                <a:lnTo>
                  <a:pt x="3" y="0"/>
                </a:lnTo>
                <a:lnTo>
                  <a:pt x="0" y="12"/>
                </a:lnTo>
                <a:lnTo>
                  <a:pt x="1" y="14"/>
                </a:lnTo>
                <a:close/>
              </a:path>
            </a:pathLst>
          </a:custGeom>
          <a:solidFill>
            <a:srgbClr val="60FF9F"/>
          </a:solidFill>
          <a:ln w="3175">
            <a:solidFill>
              <a:srgbClr val="4DC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Freeform 1695"/>
          <p:cNvSpPr/>
          <p:nvPr/>
        </p:nvSpPr>
        <p:spPr>
          <a:xfrm>
            <a:off x="3848100" y="10414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5"/>
                </a:lnTo>
                <a:lnTo>
                  <a:pt x="2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Freeform 1696"/>
          <p:cNvSpPr/>
          <p:nvPr/>
        </p:nvSpPr>
        <p:spPr>
          <a:xfrm>
            <a:off x="3873500" y="1016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FFAC00"/>
          </a:solidFill>
          <a:ln w="3175">
            <a:solidFill>
              <a:srgbClr val="CC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Freeform 1697"/>
          <p:cNvSpPr/>
          <p:nvPr/>
        </p:nvSpPr>
        <p:spPr>
          <a:xfrm>
            <a:off x="3911600" y="1003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9000"/>
          </a:solidFill>
          <a:ln w="3175">
            <a:solidFill>
              <a:srgbClr val="C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Freeform 1698"/>
          <p:cNvSpPr/>
          <p:nvPr/>
        </p:nvSpPr>
        <p:spPr>
          <a:xfrm>
            <a:off x="3949700" y="990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Freeform 1699"/>
          <p:cNvSpPr/>
          <p:nvPr/>
        </p:nvSpPr>
        <p:spPr>
          <a:xfrm>
            <a:off x="3987800" y="990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Freeform 1700"/>
          <p:cNvSpPr/>
          <p:nvPr/>
        </p:nvSpPr>
        <p:spPr>
          <a:xfrm>
            <a:off x="4013200" y="990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8C00"/>
          </a:solidFill>
          <a:ln w="3175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Freeform 1701"/>
          <p:cNvSpPr/>
          <p:nvPr/>
        </p:nvSpPr>
        <p:spPr>
          <a:xfrm>
            <a:off x="4051300" y="990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1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Freeform 1702"/>
          <p:cNvSpPr/>
          <p:nvPr/>
        </p:nvSpPr>
        <p:spPr>
          <a:xfrm>
            <a:off x="4089400" y="990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Freeform 1703"/>
          <p:cNvSpPr/>
          <p:nvPr/>
        </p:nvSpPr>
        <p:spPr>
          <a:xfrm>
            <a:off x="4114800" y="977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7300"/>
          </a:solidFill>
          <a:ln w="3175">
            <a:solidFill>
              <a:srgbClr val="CC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Freeform 1704"/>
          <p:cNvSpPr/>
          <p:nvPr/>
        </p:nvSpPr>
        <p:spPr>
          <a:xfrm>
            <a:off x="4152900" y="889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2"/>
                </a:lnTo>
                <a:lnTo>
                  <a:pt x="3" y="0"/>
                </a:lnTo>
                <a:lnTo>
                  <a:pt x="0" y="7"/>
                </a:lnTo>
                <a:lnTo>
                  <a:pt x="1" y="9"/>
                </a:lnTo>
                <a:close/>
              </a:path>
            </a:pathLst>
          </a:custGeom>
          <a:solidFill>
            <a:srgbClr val="FF0E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Freeform 1705"/>
          <p:cNvSpPr/>
          <p:nvPr/>
        </p:nvSpPr>
        <p:spPr>
          <a:xfrm>
            <a:off x="4191000" y="87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Freeform 1706"/>
          <p:cNvSpPr/>
          <p:nvPr/>
        </p:nvSpPr>
        <p:spPr>
          <a:xfrm>
            <a:off x="4229100" y="863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Freeform 1707"/>
          <p:cNvSpPr/>
          <p:nvPr/>
        </p:nvSpPr>
        <p:spPr>
          <a:xfrm>
            <a:off x="4254500" y="86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Freeform 1708"/>
          <p:cNvSpPr/>
          <p:nvPr/>
        </p:nvSpPr>
        <p:spPr>
          <a:xfrm>
            <a:off x="32766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Freeform 1709"/>
          <p:cNvSpPr/>
          <p:nvPr/>
        </p:nvSpPr>
        <p:spPr>
          <a:xfrm>
            <a:off x="33147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Freeform 1710"/>
          <p:cNvSpPr/>
          <p:nvPr/>
        </p:nvSpPr>
        <p:spPr>
          <a:xfrm>
            <a:off x="33528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Freeform 1711"/>
          <p:cNvSpPr/>
          <p:nvPr/>
        </p:nvSpPr>
        <p:spPr>
          <a:xfrm>
            <a:off x="33782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Freeform 1712"/>
          <p:cNvSpPr/>
          <p:nvPr/>
        </p:nvSpPr>
        <p:spPr>
          <a:xfrm>
            <a:off x="34163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Freeform 1713"/>
          <p:cNvSpPr/>
          <p:nvPr/>
        </p:nvSpPr>
        <p:spPr>
          <a:xfrm>
            <a:off x="34544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Freeform 1714"/>
          <p:cNvSpPr/>
          <p:nvPr/>
        </p:nvSpPr>
        <p:spPr>
          <a:xfrm>
            <a:off x="34925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Freeform 1715"/>
          <p:cNvSpPr/>
          <p:nvPr/>
        </p:nvSpPr>
        <p:spPr>
          <a:xfrm>
            <a:off x="3517900" y="134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Freeform 1716"/>
          <p:cNvSpPr/>
          <p:nvPr/>
        </p:nvSpPr>
        <p:spPr>
          <a:xfrm>
            <a:off x="3556000" y="134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Freeform 1717"/>
          <p:cNvSpPr/>
          <p:nvPr/>
        </p:nvSpPr>
        <p:spPr>
          <a:xfrm>
            <a:off x="35941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Freeform 1718"/>
          <p:cNvSpPr/>
          <p:nvPr/>
        </p:nvSpPr>
        <p:spPr>
          <a:xfrm>
            <a:off x="36195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Freeform 1719"/>
          <p:cNvSpPr/>
          <p:nvPr/>
        </p:nvSpPr>
        <p:spPr>
          <a:xfrm>
            <a:off x="3657600" y="1333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Freeform 1720"/>
          <p:cNvSpPr/>
          <p:nvPr/>
        </p:nvSpPr>
        <p:spPr>
          <a:xfrm>
            <a:off x="3695700" y="1333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Freeform 1721"/>
          <p:cNvSpPr/>
          <p:nvPr/>
        </p:nvSpPr>
        <p:spPr>
          <a:xfrm>
            <a:off x="37338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Freeform 1722"/>
          <p:cNvSpPr/>
          <p:nvPr/>
        </p:nvSpPr>
        <p:spPr>
          <a:xfrm>
            <a:off x="3759200" y="1244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3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Freeform 1723"/>
          <p:cNvSpPr/>
          <p:nvPr/>
        </p:nvSpPr>
        <p:spPr>
          <a:xfrm>
            <a:off x="3797300" y="10922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2"/>
                </a:lnTo>
                <a:lnTo>
                  <a:pt x="3" y="0"/>
                </a:lnTo>
                <a:lnTo>
                  <a:pt x="0" y="12"/>
                </a:lnTo>
                <a:lnTo>
                  <a:pt x="1" y="14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Freeform 1724"/>
          <p:cNvSpPr/>
          <p:nvPr/>
        </p:nvSpPr>
        <p:spPr>
          <a:xfrm>
            <a:off x="3835400" y="9398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8"/>
                </a:lnTo>
                <a:lnTo>
                  <a:pt x="2" y="0"/>
                </a:lnTo>
                <a:lnTo>
                  <a:pt x="0" y="12"/>
                </a:lnTo>
                <a:lnTo>
                  <a:pt x="1" y="14"/>
                </a:lnTo>
                <a:close/>
              </a:path>
            </a:pathLst>
          </a:custGeom>
          <a:solidFill>
            <a:srgbClr val="FFA600"/>
          </a:solidFill>
          <a:ln w="3175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Freeform 1725"/>
          <p:cNvSpPr/>
          <p:nvPr/>
        </p:nvSpPr>
        <p:spPr>
          <a:xfrm>
            <a:off x="3860800" y="9017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9"/>
                </a:lnTo>
                <a:lnTo>
                  <a:pt x="3" y="0"/>
                </a:lnTo>
                <a:lnTo>
                  <a:pt x="0" y="3"/>
                </a:lnTo>
                <a:lnTo>
                  <a:pt x="1" y="11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Freeform 1726"/>
          <p:cNvSpPr/>
          <p:nvPr/>
        </p:nvSpPr>
        <p:spPr>
          <a:xfrm>
            <a:off x="3898900" y="889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0700"/>
          </a:solidFill>
          <a:ln w="3175">
            <a:solidFill>
              <a:srgbClr val="CC0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Freeform 1727"/>
          <p:cNvSpPr/>
          <p:nvPr/>
        </p:nvSpPr>
        <p:spPr>
          <a:xfrm>
            <a:off x="3937000" y="889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0000"/>
          </a:solidFill>
          <a:ln w="3175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Freeform 1728"/>
          <p:cNvSpPr/>
          <p:nvPr/>
        </p:nvSpPr>
        <p:spPr>
          <a:xfrm>
            <a:off x="3975100" y="8890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E0000"/>
          </a:solidFill>
          <a:ln w="3175">
            <a:solidFill>
              <a:srgbClr val="C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Freeform 1729"/>
          <p:cNvSpPr/>
          <p:nvPr/>
        </p:nvSpPr>
        <p:spPr>
          <a:xfrm>
            <a:off x="4000500" y="8890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Freeform 1730"/>
          <p:cNvSpPr/>
          <p:nvPr/>
        </p:nvSpPr>
        <p:spPr>
          <a:xfrm>
            <a:off x="4038600" y="889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8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0D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Freeform 1731"/>
          <p:cNvSpPr/>
          <p:nvPr/>
        </p:nvSpPr>
        <p:spPr>
          <a:xfrm>
            <a:off x="4076700" y="876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1000"/>
          </a:solidFill>
          <a:ln w="3175">
            <a:solidFill>
              <a:srgbClr val="CC0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Freeform 1732"/>
          <p:cNvSpPr/>
          <p:nvPr/>
        </p:nvSpPr>
        <p:spPr>
          <a:xfrm>
            <a:off x="4102100" y="876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Freeform 1733"/>
          <p:cNvSpPr/>
          <p:nvPr/>
        </p:nvSpPr>
        <p:spPr>
          <a:xfrm>
            <a:off x="4140200" y="863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D00000"/>
          </a:solidFill>
          <a:ln w="3175">
            <a:solidFill>
              <a:srgbClr val="A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Freeform 1734"/>
          <p:cNvSpPr/>
          <p:nvPr/>
        </p:nvSpPr>
        <p:spPr>
          <a:xfrm>
            <a:off x="4178300" y="85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D0000"/>
          </a:solidFill>
          <a:ln w="3175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Freeform 1735"/>
          <p:cNvSpPr/>
          <p:nvPr/>
        </p:nvSpPr>
        <p:spPr>
          <a:xfrm>
            <a:off x="4216400" y="838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Freeform 1736"/>
          <p:cNvSpPr/>
          <p:nvPr/>
        </p:nvSpPr>
        <p:spPr>
          <a:xfrm>
            <a:off x="4241800" y="83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Freeform 1737"/>
          <p:cNvSpPr/>
          <p:nvPr/>
        </p:nvSpPr>
        <p:spPr>
          <a:xfrm>
            <a:off x="3263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Freeform 1738"/>
          <p:cNvSpPr/>
          <p:nvPr/>
        </p:nvSpPr>
        <p:spPr>
          <a:xfrm>
            <a:off x="33020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Freeform 1739"/>
          <p:cNvSpPr/>
          <p:nvPr/>
        </p:nvSpPr>
        <p:spPr>
          <a:xfrm>
            <a:off x="33401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Freeform 1740"/>
          <p:cNvSpPr/>
          <p:nvPr/>
        </p:nvSpPr>
        <p:spPr>
          <a:xfrm>
            <a:off x="33655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Freeform 1741"/>
          <p:cNvSpPr/>
          <p:nvPr/>
        </p:nvSpPr>
        <p:spPr>
          <a:xfrm>
            <a:off x="34036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Freeform 1742"/>
          <p:cNvSpPr/>
          <p:nvPr/>
        </p:nvSpPr>
        <p:spPr>
          <a:xfrm>
            <a:off x="34417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Freeform 1743"/>
          <p:cNvSpPr/>
          <p:nvPr/>
        </p:nvSpPr>
        <p:spPr>
          <a:xfrm>
            <a:off x="34798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Freeform 1744"/>
          <p:cNvSpPr/>
          <p:nvPr/>
        </p:nvSpPr>
        <p:spPr>
          <a:xfrm>
            <a:off x="35052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Freeform 1745"/>
          <p:cNvSpPr/>
          <p:nvPr/>
        </p:nvSpPr>
        <p:spPr>
          <a:xfrm>
            <a:off x="35433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Freeform 1746"/>
          <p:cNvSpPr/>
          <p:nvPr/>
        </p:nvSpPr>
        <p:spPr>
          <a:xfrm>
            <a:off x="35814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Freeform 1747"/>
          <p:cNvSpPr/>
          <p:nvPr/>
        </p:nvSpPr>
        <p:spPr>
          <a:xfrm>
            <a:off x="3606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Freeform 1748"/>
          <p:cNvSpPr/>
          <p:nvPr/>
        </p:nvSpPr>
        <p:spPr>
          <a:xfrm>
            <a:off x="36449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Freeform 1749"/>
          <p:cNvSpPr/>
          <p:nvPr/>
        </p:nvSpPr>
        <p:spPr>
          <a:xfrm>
            <a:off x="36830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Freeform 1750"/>
          <p:cNvSpPr/>
          <p:nvPr/>
        </p:nvSpPr>
        <p:spPr>
          <a:xfrm>
            <a:off x="37211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Freeform 1751"/>
          <p:cNvSpPr/>
          <p:nvPr/>
        </p:nvSpPr>
        <p:spPr>
          <a:xfrm>
            <a:off x="3746500" y="1231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Freeform 1752"/>
          <p:cNvSpPr/>
          <p:nvPr/>
        </p:nvSpPr>
        <p:spPr>
          <a:xfrm>
            <a:off x="3784600" y="10922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0"/>
                </a:lnTo>
                <a:lnTo>
                  <a:pt x="3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85FF7A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Freeform 1753"/>
          <p:cNvSpPr/>
          <p:nvPr/>
        </p:nvSpPr>
        <p:spPr>
          <a:xfrm>
            <a:off x="3822700" y="9398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0"/>
                </a:lnTo>
                <a:lnTo>
                  <a:pt x="2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FF7900"/>
          </a:solidFill>
          <a:ln w="3175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Freeform 1754"/>
          <p:cNvSpPr/>
          <p:nvPr/>
        </p:nvSpPr>
        <p:spPr>
          <a:xfrm>
            <a:off x="3848100" y="863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3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Freeform 1755"/>
          <p:cNvSpPr/>
          <p:nvPr/>
        </p:nvSpPr>
        <p:spPr>
          <a:xfrm>
            <a:off x="3886200" y="86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9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Freeform 1756"/>
          <p:cNvSpPr/>
          <p:nvPr/>
        </p:nvSpPr>
        <p:spPr>
          <a:xfrm>
            <a:off x="3924300" y="86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Freeform 1757"/>
          <p:cNvSpPr/>
          <p:nvPr/>
        </p:nvSpPr>
        <p:spPr>
          <a:xfrm>
            <a:off x="3962400" y="850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Freeform 1758"/>
          <p:cNvSpPr/>
          <p:nvPr/>
        </p:nvSpPr>
        <p:spPr>
          <a:xfrm>
            <a:off x="3987800" y="85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Freeform 1759"/>
          <p:cNvSpPr/>
          <p:nvPr/>
        </p:nvSpPr>
        <p:spPr>
          <a:xfrm>
            <a:off x="4025900" y="85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A0000"/>
          </a:solidFill>
          <a:ln w="3175">
            <a:solidFill>
              <a:srgbClr val="7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Freeform 1760"/>
          <p:cNvSpPr/>
          <p:nvPr/>
        </p:nvSpPr>
        <p:spPr>
          <a:xfrm>
            <a:off x="4064000" y="850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B0000"/>
          </a:solidFill>
          <a:ln w="3175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Freeform 1761"/>
          <p:cNvSpPr/>
          <p:nvPr/>
        </p:nvSpPr>
        <p:spPr>
          <a:xfrm>
            <a:off x="4089400" y="83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Freeform 1762"/>
          <p:cNvSpPr/>
          <p:nvPr/>
        </p:nvSpPr>
        <p:spPr>
          <a:xfrm>
            <a:off x="4127500" y="83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Freeform 1763"/>
          <p:cNvSpPr/>
          <p:nvPr/>
        </p:nvSpPr>
        <p:spPr>
          <a:xfrm>
            <a:off x="4165600" y="83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88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Freeform 1764"/>
          <p:cNvSpPr/>
          <p:nvPr/>
        </p:nvSpPr>
        <p:spPr>
          <a:xfrm>
            <a:off x="42037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Freeform 1765"/>
          <p:cNvSpPr/>
          <p:nvPr/>
        </p:nvSpPr>
        <p:spPr>
          <a:xfrm>
            <a:off x="42291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Freeform 1766"/>
          <p:cNvSpPr/>
          <p:nvPr/>
        </p:nvSpPr>
        <p:spPr>
          <a:xfrm>
            <a:off x="32512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Freeform 1767"/>
          <p:cNvSpPr/>
          <p:nvPr/>
        </p:nvSpPr>
        <p:spPr>
          <a:xfrm>
            <a:off x="32893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Freeform 1768"/>
          <p:cNvSpPr/>
          <p:nvPr/>
        </p:nvSpPr>
        <p:spPr>
          <a:xfrm>
            <a:off x="33274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Freeform 1769"/>
          <p:cNvSpPr/>
          <p:nvPr/>
        </p:nvSpPr>
        <p:spPr>
          <a:xfrm>
            <a:off x="33528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Freeform 1770"/>
          <p:cNvSpPr/>
          <p:nvPr/>
        </p:nvSpPr>
        <p:spPr>
          <a:xfrm>
            <a:off x="33909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Freeform 1771"/>
          <p:cNvSpPr/>
          <p:nvPr/>
        </p:nvSpPr>
        <p:spPr>
          <a:xfrm>
            <a:off x="34290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Freeform 1772"/>
          <p:cNvSpPr/>
          <p:nvPr/>
        </p:nvSpPr>
        <p:spPr>
          <a:xfrm>
            <a:off x="34671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Freeform 1773"/>
          <p:cNvSpPr/>
          <p:nvPr/>
        </p:nvSpPr>
        <p:spPr>
          <a:xfrm>
            <a:off x="34925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Freeform 1774"/>
          <p:cNvSpPr/>
          <p:nvPr/>
        </p:nvSpPr>
        <p:spPr>
          <a:xfrm>
            <a:off x="35306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Freeform 1775"/>
          <p:cNvSpPr/>
          <p:nvPr/>
        </p:nvSpPr>
        <p:spPr>
          <a:xfrm>
            <a:off x="35687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Freeform 1776"/>
          <p:cNvSpPr/>
          <p:nvPr/>
        </p:nvSpPr>
        <p:spPr>
          <a:xfrm>
            <a:off x="3594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Freeform 1777"/>
          <p:cNvSpPr/>
          <p:nvPr/>
        </p:nvSpPr>
        <p:spPr>
          <a:xfrm>
            <a:off x="36322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Freeform 1778"/>
          <p:cNvSpPr/>
          <p:nvPr/>
        </p:nvSpPr>
        <p:spPr>
          <a:xfrm>
            <a:off x="36703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Freeform 1779"/>
          <p:cNvSpPr/>
          <p:nvPr/>
        </p:nvSpPr>
        <p:spPr>
          <a:xfrm>
            <a:off x="37084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Freeform 1780"/>
          <p:cNvSpPr/>
          <p:nvPr/>
        </p:nvSpPr>
        <p:spPr>
          <a:xfrm>
            <a:off x="3733800" y="1231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Freeform 1781"/>
          <p:cNvSpPr/>
          <p:nvPr/>
        </p:nvSpPr>
        <p:spPr>
          <a:xfrm>
            <a:off x="3771900" y="10795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Freeform 1782"/>
          <p:cNvSpPr/>
          <p:nvPr/>
        </p:nvSpPr>
        <p:spPr>
          <a:xfrm>
            <a:off x="3810000" y="9271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1"/>
                </a:lnTo>
                <a:lnTo>
                  <a:pt x="2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Freeform 1783"/>
          <p:cNvSpPr/>
          <p:nvPr/>
        </p:nvSpPr>
        <p:spPr>
          <a:xfrm>
            <a:off x="3835400" y="850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Freeform 1784"/>
          <p:cNvSpPr/>
          <p:nvPr/>
        </p:nvSpPr>
        <p:spPr>
          <a:xfrm>
            <a:off x="38735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Freeform 1785"/>
          <p:cNvSpPr/>
          <p:nvPr/>
        </p:nvSpPr>
        <p:spPr>
          <a:xfrm>
            <a:off x="39116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Freeform 1786"/>
          <p:cNvSpPr/>
          <p:nvPr/>
        </p:nvSpPr>
        <p:spPr>
          <a:xfrm>
            <a:off x="39497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Freeform 1787"/>
          <p:cNvSpPr/>
          <p:nvPr/>
        </p:nvSpPr>
        <p:spPr>
          <a:xfrm>
            <a:off x="39751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Freeform 1788"/>
          <p:cNvSpPr/>
          <p:nvPr/>
        </p:nvSpPr>
        <p:spPr>
          <a:xfrm>
            <a:off x="40132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Freeform 1789"/>
          <p:cNvSpPr/>
          <p:nvPr/>
        </p:nvSpPr>
        <p:spPr>
          <a:xfrm>
            <a:off x="40513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Freeform 1790"/>
          <p:cNvSpPr/>
          <p:nvPr/>
        </p:nvSpPr>
        <p:spPr>
          <a:xfrm>
            <a:off x="40767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Freeform 1791"/>
          <p:cNvSpPr/>
          <p:nvPr/>
        </p:nvSpPr>
        <p:spPr>
          <a:xfrm>
            <a:off x="41148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Freeform 1792"/>
          <p:cNvSpPr/>
          <p:nvPr/>
        </p:nvSpPr>
        <p:spPr>
          <a:xfrm>
            <a:off x="41529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Freeform 1793"/>
          <p:cNvSpPr/>
          <p:nvPr/>
        </p:nvSpPr>
        <p:spPr>
          <a:xfrm>
            <a:off x="4191000" y="82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Freeform 1794"/>
          <p:cNvSpPr/>
          <p:nvPr/>
        </p:nvSpPr>
        <p:spPr>
          <a:xfrm>
            <a:off x="42164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Freeform 1795"/>
          <p:cNvSpPr/>
          <p:nvPr/>
        </p:nvSpPr>
        <p:spPr>
          <a:xfrm>
            <a:off x="32385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Freeform 1796"/>
          <p:cNvSpPr/>
          <p:nvPr/>
        </p:nvSpPr>
        <p:spPr>
          <a:xfrm>
            <a:off x="32766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Freeform 1797"/>
          <p:cNvSpPr/>
          <p:nvPr/>
        </p:nvSpPr>
        <p:spPr>
          <a:xfrm>
            <a:off x="33147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Freeform 1798"/>
          <p:cNvSpPr/>
          <p:nvPr/>
        </p:nvSpPr>
        <p:spPr>
          <a:xfrm>
            <a:off x="3340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Freeform 1799"/>
          <p:cNvSpPr/>
          <p:nvPr/>
        </p:nvSpPr>
        <p:spPr>
          <a:xfrm>
            <a:off x="33782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Freeform 1800"/>
          <p:cNvSpPr/>
          <p:nvPr/>
        </p:nvSpPr>
        <p:spPr>
          <a:xfrm>
            <a:off x="34163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Freeform 1801"/>
          <p:cNvSpPr/>
          <p:nvPr/>
        </p:nvSpPr>
        <p:spPr>
          <a:xfrm>
            <a:off x="34544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Freeform 1802"/>
          <p:cNvSpPr/>
          <p:nvPr/>
        </p:nvSpPr>
        <p:spPr>
          <a:xfrm>
            <a:off x="34798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Freeform 1803"/>
          <p:cNvSpPr/>
          <p:nvPr/>
        </p:nvSpPr>
        <p:spPr>
          <a:xfrm>
            <a:off x="35179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Freeform 1804"/>
          <p:cNvSpPr/>
          <p:nvPr/>
        </p:nvSpPr>
        <p:spPr>
          <a:xfrm>
            <a:off x="3556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Freeform 1805"/>
          <p:cNvSpPr/>
          <p:nvPr/>
        </p:nvSpPr>
        <p:spPr>
          <a:xfrm>
            <a:off x="35814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Freeform 1806"/>
          <p:cNvSpPr/>
          <p:nvPr/>
        </p:nvSpPr>
        <p:spPr>
          <a:xfrm>
            <a:off x="3619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8" name="Freeform 1807"/>
          <p:cNvSpPr/>
          <p:nvPr/>
        </p:nvSpPr>
        <p:spPr>
          <a:xfrm>
            <a:off x="36576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Freeform 1808"/>
          <p:cNvSpPr/>
          <p:nvPr/>
        </p:nvSpPr>
        <p:spPr>
          <a:xfrm>
            <a:off x="3695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Freeform 1809"/>
          <p:cNvSpPr/>
          <p:nvPr/>
        </p:nvSpPr>
        <p:spPr>
          <a:xfrm>
            <a:off x="3721100" y="1219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1" name="Freeform 1810"/>
          <p:cNvSpPr/>
          <p:nvPr/>
        </p:nvSpPr>
        <p:spPr>
          <a:xfrm>
            <a:off x="3759200" y="10668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Freeform 1811"/>
          <p:cNvSpPr/>
          <p:nvPr/>
        </p:nvSpPr>
        <p:spPr>
          <a:xfrm>
            <a:off x="3797300" y="9144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1"/>
                </a:lnTo>
                <a:lnTo>
                  <a:pt x="2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Freeform 1812"/>
          <p:cNvSpPr/>
          <p:nvPr/>
        </p:nvSpPr>
        <p:spPr>
          <a:xfrm>
            <a:off x="3822700" y="850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4" name="Freeform 1813"/>
          <p:cNvSpPr/>
          <p:nvPr/>
        </p:nvSpPr>
        <p:spPr>
          <a:xfrm>
            <a:off x="38608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Freeform 1814"/>
          <p:cNvSpPr/>
          <p:nvPr/>
        </p:nvSpPr>
        <p:spPr>
          <a:xfrm>
            <a:off x="38989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Freeform 1815"/>
          <p:cNvSpPr/>
          <p:nvPr/>
        </p:nvSpPr>
        <p:spPr>
          <a:xfrm>
            <a:off x="39370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7" name="Freeform 1816"/>
          <p:cNvSpPr/>
          <p:nvPr/>
        </p:nvSpPr>
        <p:spPr>
          <a:xfrm>
            <a:off x="39624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Freeform 1817"/>
          <p:cNvSpPr/>
          <p:nvPr/>
        </p:nvSpPr>
        <p:spPr>
          <a:xfrm>
            <a:off x="40005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Freeform 1818"/>
          <p:cNvSpPr/>
          <p:nvPr/>
        </p:nvSpPr>
        <p:spPr>
          <a:xfrm>
            <a:off x="4038600" y="82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0" name="Freeform 1819"/>
          <p:cNvSpPr/>
          <p:nvPr/>
        </p:nvSpPr>
        <p:spPr>
          <a:xfrm>
            <a:off x="40640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Freeform 1820"/>
          <p:cNvSpPr/>
          <p:nvPr/>
        </p:nvSpPr>
        <p:spPr>
          <a:xfrm>
            <a:off x="41021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Freeform 1821"/>
          <p:cNvSpPr/>
          <p:nvPr/>
        </p:nvSpPr>
        <p:spPr>
          <a:xfrm>
            <a:off x="4140200" y="825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3" name="Freeform 1822"/>
          <p:cNvSpPr/>
          <p:nvPr/>
        </p:nvSpPr>
        <p:spPr>
          <a:xfrm>
            <a:off x="4178300" y="81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Freeform 1823"/>
          <p:cNvSpPr/>
          <p:nvPr/>
        </p:nvSpPr>
        <p:spPr>
          <a:xfrm>
            <a:off x="42037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Freeform 1824"/>
          <p:cNvSpPr/>
          <p:nvPr/>
        </p:nvSpPr>
        <p:spPr>
          <a:xfrm>
            <a:off x="3225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6" name="Freeform 1825"/>
          <p:cNvSpPr/>
          <p:nvPr/>
        </p:nvSpPr>
        <p:spPr>
          <a:xfrm>
            <a:off x="32639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Freeform 1826"/>
          <p:cNvSpPr/>
          <p:nvPr/>
        </p:nvSpPr>
        <p:spPr>
          <a:xfrm>
            <a:off x="33020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Freeform 1827"/>
          <p:cNvSpPr/>
          <p:nvPr/>
        </p:nvSpPr>
        <p:spPr>
          <a:xfrm>
            <a:off x="33274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9" name="Freeform 1828"/>
          <p:cNvSpPr/>
          <p:nvPr/>
        </p:nvSpPr>
        <p:spPr>
          <a:xfrm>
            <a:off x="33655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Freeform 1829"/>
          <p:cNvSpPr/>
          <p:nvPr/>
        </p:nvSpPr>
        <p:spPr>
          <a:xfrm>
            <a:off x="34036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Freeform 1830"/>
          <p:cNvSpPr/>
          <p:nvPr/>
        </p:nvSpPr>
        <p:spPr>
          <a:xfrm>
            <a:off x="34417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2" name="Freeform 1831"/>
          <p:cNvSpPr/>
          <p:nvPr/>
        </p:nvSpPr>
        <p:spPr>
          <a:xfrm>
            <a:off x="3467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Freeform 1832"/>
          <p:cNvSpPr/>
          <p:nvPr/>
        </p:nvSpPr>
        <p:spPr>
          <a:xfrm>
            <a:off x="35052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Freeform 1833"/>
          <p:cNvSpPr/>
          <p:nvPr/>
        </p:nvSpPr>
        <p:spPr>
          <a:xfrm>
            <a:off x="35433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5" name="Freeform 1834"/>
          <p:cNvSpPr/>
          <p:nvPr/>
        </p:nvSpPr>
        <p:spPr>
          <a:xfrm>
            <a:off x="35687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Freeform 1835"/>
          <p:cNvSpPr/>
          <p:nvPr/>
        </p:nvSpPr>
        <p:spPr>
          <a:xfrm>
            <a:off x="36068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Freeform 1836"/>
          <p:cNvSpPr/>
          <p:nvPr/>
        </p:nvSpPr>
        <p:spPr>
          <a:xfrm>
            <a:off x="36449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8" name="Freeform 1837"/>
          <p:cNvSpPr/>
          <p:nvPr/>
        </p:nvSpPr>
        <p:spPr>
          <a:xfrm>
            <a:off x="3683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Freeform 1838"/>
          <p:cNvSpPr/>
          <p:nvPr/>
        </p:nvSpPr>
        <p:spPr>
          <a:xfrm>
            <a:off x="3708400" y="1206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Freeform 1839"/>
          <p:cNvSpPr/>
          <p:nvPr/>
        </p:nvSpPr>
        <p:spPr>
          <a:xfrm>
            <a:off x="3746500" y="10668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0"/>
                </a:lnTo>
                <a:lnTo>
                  <a:pt x="3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1" name="Freeform 1840"/>
          <p:cNvSpPr/>
          <p:nvPr/>
        </p:nvSpPr>
        <p:spPr>
          <a:xfrm>
            <a:off x="3784600" y="9144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0"/>
                </a:lnTo>
                <a:lnTo>
                  <a:pt x="2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2" name="Freeform 1841"/>
          <p:cNvSpPr/>
          <p:nvPr/>
        </p:nvSpPr>
        <p:spPr>
          <a:xfrm>
            <a:off x="3810000" y="838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Freeform 1842"/>
          <p:cNvSpPr/>
          <p:nvPr/>
        </p:nvSpPr>
        <p:spPr>
          <a:xfrm>
            <a:off x="38481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4" name="Freeform 1843"/>
          <p:cNvSpPr/>
          <p:nvPr/>
        </p:nvSpPr>
        <p:spPr>
          <a:xfrm>
            <a:off x="3886200" y="838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5" name="Freeform 1844"/>
          <p:cNvSpPr/>
          <p:nvPr/>
        </p:nvSpPr>
        <p:spPr>
          <a:xfrm>
            <a:off x="3924300" y="82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Freeform 1845"/>
          <p:cNvSpPr/>
          <p:nvPr/>
        </p:nvSpPr>
        <p:spPr>
          <a:xfrm>
            <a:off x="39497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7" name="Freeform 1846"/>
          <p:cNvSpPr/>
          <p:nvPr/>
        </p:nvSpPr>
        <p:spPr>
          <a:xfrm>
            <a:off x="39878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8" name="Freeform 1847"/>
          <p:cNvSpPr/>
          <p:nvPr/>
        </p:nvSpPr>
        <p:spPr>
          <a:xfrm>
            <a:off x="4025900" y="825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Freeform 1848"/>
          <p:cNvSpPr/>
          <p:nvPr/>
        </p:nvSpPr>
        <p:spPr>
          <a:xfrm>
            <a:off x="40513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0" name="Freeform 1849"/>
          <p:cNvSpPr/>
          <p:nvPr/>
        </p:nvSpPr>
        <p:spPr>
          <a:xfrm>
            <a:off x="40894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1" name="Freeform 1850"/>
          <p:cNvSpPr/>
          <p:nvPr/>
        </p:nvSpPr>
        <p:spPr>
          <a:xfrm>
            <a:off x="41275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Freeform 1851"/>
          <p:cNvSpPr/>
          <p:nvPr/>
        </p:nvSpPr>
        <p:spPr>
          <a:xfrm>
            <a:off x="4165600" y="81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3" name="Freeform 1852"/>
          <p:cNvSpPr/>
          <p:nvPr/>
        </p:nvSpPr>
        <p:spPr>
          <a:xfrm>
            <a:off x="41910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Freeform 1853"/>
          <p:cNvSpPr/>
          <p:nvPr/>
        </p:nvSpPr>
        <p:spPr>
          <a:xfrm>
            <a:off x="3213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Freeform 1854"/>
          <p:cNvSpPr/>
          <p:nvPr/>
        </p:nvSpPr>
        <p:spPr>
          <a:xfrm>
            <a:off x="32512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6" name="Freeform 1855"/>
          <p:cNvSpPr/>
          <p:nvPr/>
        </p:nvSpPr>
        <p:spPr>
          <a:xfrm>
            <a:off x="32893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7" name="Freeform 1856"/>
          <p:cNvSpPr/>
          <p:nvPr/>
        </p:nvSpPr>
        <p:spPr>
          <a:xfrm>
            <a:off x="33147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Freeform 1857"/>
          <p:cNvSpPr/>
          <p:nvPr/>
        </p:nvSpPr>
        <p:spPr>
          <a:xfrm>
            <a:off x="33528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Freeform 1858"/>
          <p:cNvSpPr/>
          <p:nvPr/>
        </p:nvSpPr>
        <p:spPr>
          <a:xfrm>
            <a:off x="33909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Freeform 1859"/>
          <p:cNvSpPr/>
          <p:nvPr/>
        </p:nvSpPr>
        <p:spPr>
          <a:xfrm>
            <a:off x="34290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Freeform 1860"/>
          <p:cNvSpPr/>
          <p:nvPr/>
        </p:nvSpPr>
        <p:spPr>
          <a:xfrm>
            <a:off x="34544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Freeform 1861"/>
          <p:cNvSpPr/>
          <p:nvPr/>
        </p:nvSpPr>
        <p:spPr>
          <a:xfrm>
            <a:off x="3492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3" name="Freeform 1862"/>
          <p:cNvSpPr/>
          <p:nvPr/>
        </p:nvSpPr>
        <p:spPr>
          <a:xfrm>
            <a:off x="35306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4" name="Freeform 1863"/>
          <p:cNvSpPr/>
          <p:nvPr/>
        </p:nvSpPr>
        <p:spPr>
          <a:xfrm>
            <a:off x="35560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Freeform 1864"/>
          <p:cNvSpPr/>
          <p:nvPr/>
        </p:nvSpPr>
        <p:spPr>
          <a:xfrm>
            <a:off x="35941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6" name="Freeform 1865"/>
          <p:cNvSpPr/>
          <p:nvPr/>
        </p:nvSpPr>
        <p:spPr>
          <a:xfrm>
            <a:off x="36322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7" name="Freeform 1866"/>
          <p:cNvSpPr/>
          <p:nvPr/>
        </p:nvSpPr>
        <p:spPr>
          <a:xfrm>
            <a:off x="36703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Freeform 1867"/>
          <p:cNvSpPr/>
          <p:nvPr/>
        </p:nvSpPr>
        <p:spPr>
          <a:xfrm>
            <a:off x="3695700" y="1206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9" name="Freeform 1868"/>
          <p:cNvSpPr/>
          <p:nvPr/>
        </p:nvSpPr>
        <p:spPr>
          <a:xfrm>
            <a:off x="3733800" y="10541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0" name="Freeform 1869"/>
          <p:cNvSpPr/>
          <p:nvPr/>
        </p:nvSpPr>
        <p:spPr>
          <a:xfrm>
            <a:off x="3771900" y="9017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1"/>
                </a:lnTo>
                <a:lnTo>
                  <a:pt x="2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Freeform 1870"/>
          <p:cNvSpPr/>
          <p:nvPr/>
        </p:nvSpPr>
        <p:spPr>
          <a:xfrm>
            <a:off x="3797300" y="825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Freeform 1871"/>
          <p:cNvSpPr/>
          <p:nvPr/>
        </p:nvSpPr>
        <p:spPr>
          <a:xfrm>
            <a:off x="38354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3" name="Freeform 1872"/>
          <p:cNvSpPr/>
          <p:nvPr/>
        </p:nvSpPr>
        <p:spPr>
          <a:xfrm>
            <a:off x="38735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Freeform 1873"/>
          <p:cNvSpPr/>
          <p:nvPr/>
        </p:nvSpPr>
        <p:spPr>
          <a:xfrm>
            <a:off x="3911600" y="82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5" name="Freeform 1874"/>
          <p:cNvSpPr/>
          <p:nvPr/>
        </p:nvSpPr>
        <p:spPr>
          <a:xfrm>
            <a:off x="39370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6" name="Freeform 1875"/>
          <p:cNvSpPr/>
          <p:nvPr/>
        </p:nvSpPr>
        <p:spPr>
          <a:xfrm>
            <a:off x="39751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7" name="Freeform 1876"/>
          <p:cNvSpPr/>
          <p:nvPr/>
        </p:nvSpPr>
        <p:spPr>
          <a:xfrm>
            <a:off x="4013200" y="81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Freeform 1877"/>
          <p:cNvSpPr/>
          <p:nvPr/>
        </p:nvSpPr>
        <p:spPr>
          <a:xfrm>
            <a:off x="40386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9" name="Freeform 1878"/>
          <p:cNvSpPr/>
          <p:nvPr/>
        </p:nvSpPr>
        <p:spPr>
          <a:xfrm>
            <a:off x="40767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Freeform 1879"/>
          <p:cNvSpPr/>
          <p:nvPr/>
        </p:nvSpPr>
        <p:spPr>
          <a:xfrm>
            <a:off x="41148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1" name="Freeform 1880"/>
          <p:cNvSpPr/>
          <p:nvPr/>
        </p:nvSpPr>
        <p:spPr>
          <a:xfrm>
            <a:off x="4152900" y="800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2" name="Freeform 1881"/>
          <p:cNvSpPr/>
          <p:nvPr/>
        </p:nvSpPr>
        <p:spPr>
          <a:xfrm>
            <a:off x="41783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3" name="Freeform 1882"/>
          <p:cNvSpPr/>
          <p:nvPr/>
        </p:nvSpPr>
        <p:spPr>
          <a:xfrm>
            <a:off x="32004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Freeform 1883"/>
          <p:cNvSpPr/>
          <p:nvPr/>
        </p:nvSpPr>
        <p:spPr>
          <a:xfrm>
            <a:off x="32385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5" name="Freeform 1884"/>
          <p:cNvSpPr/>
          <p:nvPr/>
        </p:nvSpPr>
        <p:spPr>
          <a:xfrm>
            <a:off x="32766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Freeform 1885"/>
          <p:cNvSpPr/>
          <p:nvPr/>
        </p:nvSpPr>
        <p:spPr>
          <a:xfrm>
            <a:off x="3314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7" name="Freeform 1886"/>
          <p:cNvSpPr/>
          <p:nvPr/>
        </p:nvSpPr>
        <p:spPr>
          <a:xfrm>
            <a:off x="33401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8" name="Freeform 1887"/>
          <p:cNvSpPr/>
          <p:nvPr/>
        </p:nvSpPr>
        <p:spPr>
          <a:xfrm>
            <a:off x="33782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Freeform 1888"/>
          <p:cNvSpPr/>
          <p:nvPr/>
        </p:nvSpPr>
        <p:spPr>
          <a:xfrm>
            <a:off x="34163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0" name="Freeform 1889"/>
          <p:cNvSpPr/>
          <p:nvPr/>
        </p:nvSpPr>
        <p:spPr>
          <a:xfrm>
            <a:off x="34417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1" name="Freeform 1890"/>
          <p:cNvSpPr/>
          <p:nvPr/>
        </p:nvSpPr>
        <p:spPr>
          <a:xfrm>
            <a:off x="34798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Freeform 1891"/>
          <p:cNvSpPr/>
          <p:nvPr/>
        </p:nvSpPr>
        <p:spPr>
          <a:xfrm>
            <a:off x="35179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3" name="Freeform 1892"/>
          <p:cNvSpPr/>
          <p:nvPr/>
        </p:nvSpPr>
        <p:spPr>
          <a:xfrm>
            <a:off x="3556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4" name="Freeform 1893"/>
          <p:cNvSpPr/>
          <p:nvPr/>
        </p:nvSpPr>
        <p:spPr>
          <a:xfrm>
            <a:off x="35814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5" name="Freeform 1894"/>
          <p:cNvSpPr/>
          <p:nvPr/>
        </p:nvSpPr>
        <p:spPr>
          <a:xfrm>
            <a:off x="36195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Freeform 1895"/>
          <p:cNvSpPr/>
          <p:nvPr/>
        </p:nvSpPr>
        <p:spPr>
          <a:xfrm>
            <a:off x="36576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7" name="Freeform 1896"/>
          <p:cNvSpPr/>
          <p:nvPr/>
        </p:nvSpPr>
        <p:spPr>
          <a:xfrm>
            <a:off x="3683000" y="1193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Freeform 1897"/>
          <p:cNvSpPr/>
          <p:nvPr/>
        </p:nvSpPr>
        <p:spPr>
          <a:xfrm>
            <a:off x="3721100" y="10414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9" name="Freeform 1898"/>
          <p:cNvSpPr/>
          <p:nvPr/>
        </p:nvSpPr>
        <p:spPr>
          <a:xfrm>
            <a:off x="3759200" y="8890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1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0" name="Freeform 1899"/>
          <p:cNvSpPr/>
          <p:nvPr/>
        </p:nvSpPr>
        <p:spPr>
          <a:xfrm>
            <a:off x="3797300" y="8255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0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1" name="Freeform 1900"/>
          <p:cNvSpPr/>
          <p:nvPr/>
        </p:nvSpPr>
        <p:spPr>
          <a:xfrm>
            <a:off x="38227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Freeform 1901"/>
          <p:cNvSpPr/>
          <p:nvPr/>
        </p:nvSpPr>
        <p:spPr>
          <a:xfrm>
            <a:off x="38608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3" name="Freeform 1902"/>
          <p:cNvSpPr/>
          <p:nvPr/>
        </p:nvSpPr>
        <p:spPr>
          <a:xfrm>
            <a:off x="3898900" y="81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4" name="Freeform 1903"/>
          <p:cNvSpPr/>
          <p:nvPr/>
        </p:nvSpPr>
        <p:spPr>
          <a:xfrm>
            <a:off x="39243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Freeform 1904"/>
          <p:cNvSpPr/>
          <p:nvPr/>
        </p:nvSpPr>
        <p:spPr>
          <a:xfrm>
            <a:off x="39624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6" name="Freeform 1905"/>
          <p:cNvSpPr/>
          <p:nvPr/>
        </p:nvSpPr>
        <p:spPr>
          <a:xfrm>
            <a:off x="4000500" y="800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7" name="Freeform 1906"/>
          <p:cNvSpPr/>
          <p:nvPr/>
        </p:nvSpPr>
        <p:spPr>
          <a:xfrm>
            <a:off x="40259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Freeform 1907"/>
          <p:cNvSpPr/>
          <p:nvPr/>
        </p:nvSpPr>
        <p:spPr>
          <a:xfrm>
            <a:off x="40640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9" name="Freeform 1908"/>
          <p:cNvSpPr/>
          <p:nvPr/>
        </p:nvSpPr>
        <p:spPr>
          <a:xfrm>
            <a:off x="4102100" y="800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0" name="Freeform 1909"/>
          <p:cNvSpPr/>
          <p:nvPr/>
        </p:nvSpPr>
        <p:spPr>
          <a:xfrm>
            <a:off x="4140200" y="787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Freeform 1910"/>
          <p:cNvSpPr/>
          <p:nvPr/>
        </p:nvSpPr>
        <p:spPr>
          <a:xfrm>
            <a:off x="4165600" y="78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2" name="Connector 1911"/>
          <p:cNvCxnSpPr/>
          <p:nvPr/>
        </p:nvCxnSpPr>
        <p:spPr>
          <a:xfrm flipH="1">
            <a:off x="28072298" y="-22427141"/>
            <a:ext cx="999313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3" name="Connector 1912"/>
          <p:cNvCxnSpPr/>
          <p:nvPr/>
        </p:nvCxnSpPr>
        <p:spPr>
          <a:xfrm flipH="1">
            <a:off x="27890440" y="-22548324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4" name="Connector 1913"/>
          <p:cNvCxnSpPr/>
          <p:nvPr/>
        </p:nvCxnSpPr>
        <p:spPr>
          <a:xfrm flipH="1">
            <a:off x="27708578" y="-22669507"/>
            <a:ext cx="999313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5" name="Connector 1914"/>
          <p:cNvCxnSpPr/>
          <p:nvPr/>
        </p:nvCxnSpPr>
        <p:spPr>
          <a:xfrm flipH="1" flipV="1">
            <a:off x="28707891" y="-22669507"/>
            <a:ext cx="363720" cy="2423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6" name="Connector 1915"/>
          <p:cNvCxnSpPr/>
          <p:nvPr/>
        </p:nvCxnSpPr>
        <p:spPr>
          <a:xfrm flipH="1" flipV="1">
            <a:off x="28508030" y="-22651865"/>
            <a:ext cx="363717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7" name="Connector 1916"/>
          <p:cNvCxnSpPr/>
          <p:nvPr/>
        </p:nvCxnSpPr>
        <p:spPr>
          <a:xfrm flipH="1" flipV="1">
            <a:off x="28308166" y="-22634224"/>
            <a:ext cx="363721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8" name="Connector 1917"/>
          <p:cNvCxnSpPr/>
          <p:nvPr/>
        </p:nvCxnSpPr>
        <p:spPr>
          <a:xfrm flipH="1" flipV="1">
            <a:off x="28108302" y="-22616582"/>
            <a:ext cx="363721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9" name="Connector 1918"/>
          <p:cNvCxnSpPr/>
          <p:nvPr/>
        </p:nvCxnSpPr>
        <p:spPr>
          <a:xfrm flipH="1" flipV="1">
            <a:off x="27908442" y="-22598939"/>
            <a:ext cx="363720" cy="2423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0" name="Connector 1919"/>
          <p:cNvCxnSpPr/>
          <p:nvPr/>
        </p:nvCxnSpPr>
        <p:spPr>
          <a:xfrm flipH="1" flipV="1">
            <a:off x="27708578" y="-22581299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1" name="Connector 1920"/>
          <p:cNvCxnSpPr/>
          <p:nvPr/>
        </p:nvCxnSpPr>
        <p:spPr>
          <a:xfrm flipH="1">
            <a:off x="29047402" y="-22427141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2" name="Connector 1921"/>
          <p:cNvCxnSpPr/>
          <p:nvPr/>
        </p:nvCxnSpPr>
        <p:spPr>
          <a:xfrm flipH="1">
            <a:off x="28865543" y="-22548324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3" name="Connector 1922"/>
          <p:cNvCxnSpPr/>
          <p:nvPr/>
        </p:nvCxnSpPr>
        <p:spPr>
          <a:xfrm flipH="1">
            <a:off x="28683684" y="-22669507"/>
            <a:ext cx="24207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4" name="Connector 1923"/>
          <p:cNvCxnSpPr/>
          <p:nvPr/>
        </p:nvCxnSpPr>
        <p:spPr>
          <a:xfrm flipV="1">
            <a:off x="28072298" y="-22341068"/>
            <a:ext cx="24210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5" name="Connector 1924"/>
          <p:cNvCxnSpPr/>
          <p:nvPr/>
        </p:nvCxnSpPr>
        <p:spPr>
          <a:xfrm flipV="1">
            <a:off x="27890440" y="-22462252"/>
            <a:ext cx="24206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6" name="Connector 1925"/>
          <p:cNvCxnSpPr/>
          <p:nvPr/>
        </p:nvCxnSpPr>
        <p:spPr>
          <a:xfrm flipV="1">
            <a:off x="27708578" y="-22583435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7" name="Connector 1926"/>
          <p:cNvCxnSpPr/>
          <p:nvPr/>
        </p:nvCxnSpPr>
        <p:spPr>
          <a:xfrm flipH="1" flipV="1">
            <a:off x="29051389" y="-22440614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8" name="Connector 1927"/>
          <p:cNvCxnSpPr/>
          <p:nvPr/>
        </p:nvCxnSpPr>
        <p:spPr>
          <a:xfrm flipH="1" flipV="1">
            <a:off x="28851528" y="-22422972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9" name="Connector 1928"/>
          <p:cNvCxnSpPr/>
          <p:nvPr/>
        </p:nvCxnSpPr>
        <p:spPr>
          <a:xfrm flipH="1" flipV="1">
            <a:off x="28651665" y="-22405331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0" name="Connector 1929"/>
          <p:cNvCxnSpPr/>
          <p:nvPr/>
        </p:nvCxnSpPr>
        <p:spPr>
          <a:xfrm flipH="1" flipV="1">
            <a:off x="28451804" y="-22387689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1" name="Connector 1930"/>
          <p:cNvCxnSpPr/>
          <p:nvPr/>
        </p:nvCxnSpPr>
        <p:spPr>
          <a:xfrm flipH="1" flipV="1">
            <a:off x="28251940" y="-22370048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2" name="Connector 1931"/>
          <p:cNvCxnSpPr/>
          <p:nvPr/>
        </p:nvCxnSpPr>
        <p:spPr>
          <a:xfrm flipH="1" flipV="1">
            <a:off x="28052079" y="-22352406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3" name="Connector 1932"/>
          <p:cNvCxnSpPr/>
          <p:nvPr/>
        </p:nvCxnSpPr>
        <p:spPr>
          <a:xfrm>
            <a:off x="28707891" y="-22669507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4" name="Connector 1933"/>
          <p:cNvCxnSpPr/>
          <p:nvPr/>
        </p:nvCxnSpPr>
        <p:spPr>
          <a:xfrm>
            <a:off x="28508030" y="-22651865"/>
            <a:ext cx="20219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5" name="Connector 1934"/>
          <p:cNvCxnSpPr/>
          <p:nvPr/>
        </p:nvCxnSpPr>
        <p:spPr>
          <a:xfrm>
            <a:off x="28308166" y="-22634224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6" name="Connector 1935"/>
          <p:cNvCxnSpPr/>
          <p:nvPr/>
        </p:nvCxnSpPr>
        <p:spPr>
          <a:xfrm>
            <a:off x="28108302" y="-22616582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7" name="Connector 1936"/>
          <p:cNvCxnSpPr/>
          <p:nvPr/>
        </p:nvCxnSpPr>
        <p:spPr>
          <a:xfrm>
            <a:off x="27908442" y="-22598939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8" name="Connector 1937"/>
          <p:cNvCxnSpPr/>
          <p:nvPr/>
        </p:nvCxnSpPr>
        <p:spPr>
          <a:xfrm>
            <a:off x="27708578" y="-22581299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9" name="Connector 1938"/>
          <p:cNvCxnSpPr/>
          <p:nvPr/>
        </p:nvCxnSpPr>
        <p:spPr>
          <a:xfrm flipH="1" flipV="1">
            <a:off x="28707891" y="-22669507"/>
            <a:ext cx="363720" cy="24236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0" name="Connector 1939"/>
          <p:cNvCxnSpPr/>
          <p:nvPr/>
        </p:nvCxnSpPr>
        <p:spPr>
          <a:xfrm flipH="1" flipV="1">
            <a:off x="27708578" y="-22581299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1" name="Connector 1940"/>
          <p:cNvCxnSpPr/>
          <p:nvPr/>
        </p:nvCxnSpPr>
        <p:spPr>
          <a:xfrm flipH="1">
            <a:off x="28072298" y="-22427141"/>
            <a:ext cx="999313" cy="88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2" name="Connector 1941"/>
          <p:cNvCxnSpPr/>
          <p:nvPr/>
        </p:nvCxnSpPr>
        <p:spPr>
          <a:xfrm flipH="1">
            <a:off x="27708578" y="-22669507"/>
            <a:ext cx="999313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3" name="Connector 1942"/>
          <p:cNvCxnSpPr/>
          <p:nvPr/>
        </p:nvCxnSpPr>
        <p:spPr>
          <a:xfrm flipH="1">
            <a:off x="29047402" y="-23134753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4" name="Connector 1943"/>
          <p:cNvCxnSpPr/>
          <p:nvPr/>
        </p:nvCxnSpPr>
        <p:spPr>
          <a:xfrm flipH="1">
            <a:off x="28865543" y="-23255937"/>
            <a:ext cx="24209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5" name="Connector 1944"/>
          <p:cNvCxnSpPr/>
          <p:nvPr/>
        </p:nvCxnSpPr>
        <p:spPr>
          <a:xfrm flipH="1">
            <a:off x="28683684" y="-23377120"/>
            <a:ext cx="24207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6" name="Connector 1945"/>
          <p:cNvCxnSpPr/>
          <p:nvPr/>
        </p:nvCxnSpPr>
        <p:spPr>
          <a:xfrm>
            <a:off x="28707891" y="-23377120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7" name="Connector 1946"/>
          <p:cNvCxnSpPr/>
          <p:nvPr/>
        </p:nvCxnSpPr>
        <p:spPr>
          <a:xfrm>
            <a:off x="28508030" y="-23359479"/>
            <a:ext cx="20219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8" name="Connector 1947"/>
          <p:cNvCxnSpPr/>
          <p:nvPr/>
        </p:nvCxnSpPr>
        <p:spPr>
          <a:xfrm>
            <a:off x="28308166" y="-23341837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9" name="Connector 1948"/>
          <p:cNvCxnSpPr/>
          <p:nvPr/>
        </p:nvCxnSpPr>
        <p:spPr>
          <a:xfrm>
            <a:off x="28108302" y="-23324194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0" name="Connector 1949"/>
          <p:cNvCxnSpPr/>
          <p:nvPr/>
        </p:nvCxnSpPr>
        <p:spPr>
          <a:xfrm>
            <a:off x="27908442" y="-23306554"/>
            <a:ext cx="20222" cy="1347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1" name="Connector 1950"/>
          <p:cNvCxnSpPr/>
          <p:nvPr/>
        </p:nvCxnSpPr>
        <p:spPr>
          <a:xfrm>
            <a:off x="27708578" y="-23288911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2" name="Connector 1951"/>
          <p:cNvCxnSpPr/>
          <p:nvPr/>
        </p:nvCxnSpPr>
        <p:spPr>
          <a:xfrm flipH="1" flipV="1">
            <a:off x="28707891" y="-23377120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3" name="Connector 1952"/>
          <p:cNvCxnSpPr/>
          <p:nvPr/>
        </p:nvCxnSpPr>
        <p:spPr>
          <a:xfrm flipH="1">
            <a:off x="27708578" y="-23377120"/>
            <a:ext cx="999313" cy="88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4" name="Connector 1953"/>
          <p:cNvCxnSpPr/>
          <p:nvPr/>
        </p:nvCxnSpPr>
        <p:spPr>
          <a:xfrm flipV="1">
            <a:off x="29071611" y="-2245144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5" name="Connector 1954"/>
          <p:cNvCxnSpPr/>
          <p:nvPr/>
        </p:nvCxnSpPr>
        <p:spPr>
          <a:xfrm flipV="1">
            <a:off x="28871747" y="-2243379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6" name="Connector 1955"/>
          <p:cNvCxnSpPr/>
          <p:nvPr/>
        </p:nvCxnSpPr>
        <p:spPr>
          <a:xfrm flipV="1">
            <a:off x="28671887" y="-2241615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7" name="Connector 1956"/>
          <p:cNvCxnSpPr/>
          <p:nvPr/>
        </p:nvCxnSpPr>
        <p:spPr>
          <a:xfrm flipV="1">
            <a:off x="28472023" y="-2239851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8" name="Connector 1957"/>
          <p:cNvCxnSpPr/>
          <p:nvPr/>
        </p:nvCxnSpPr>
        <p:spPr>
          <a:xfrm flipV="1">
            <a:off x="28272162" y="-2238087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9" name="Connector 1958"/>
          <p:cNvCxnSpPr/>
          <p:nvPr/>
        </p:nvCxnSpPr>
        <p:spPr>
          <a:xfrm flipV="1">
            <a:off x="28072298" y="-22363231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0" name="Connector 1959"/>
          <p:cNvCxnSpPr/>
          <p:nvPr/>
        </p:nvCxnSpPr>
        <p:spPr>
          <a:xfrm flipH="1">
            <a:off x="29047402" y="-22605175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1" name="Connector 1960"/>
          <p:cNvCxnSpPr/>
          <p:nvPr/>
        </p:nvCxnSpPr>
        <p:spPr>
          <a:xfrm flipH="1">
            <a:off x="29047402" y="-22918912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2" name="Connector 1961"/>
          <p:cNvCxnSpPr/>
          <p:nvPr/>
        </p:nvCxnSpPr>
        <p:spPr>
          <a:xfrm flipV="1">
            <a:off x="29071611" y="-23134753"/>
            <a:ext cx="0" cy="7076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3" name="Connector 1962"/>
          <p:cNvCxnSpPr/>
          <p:nvPr/>
        </p:nvCxnSpPr>
        <p:spPr>
          <a:xfrm flipV="1">
            <a:off x="28707891" y="-23377120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4" name="Connector 1963"/>
          <p:cNvCxnSpPr/>
          <p:nvPr/>
        </p:nvCxnSpPr>
        <p:spPr>
          <a:xfrm flipV="1">
            <a:off x="28508030" y="-23359479"/>
            <a:ext cx="0" cy="70761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5" name="Connector 1964"/>
          <p:cNvCxnSpPr/>
          <p:nvPr/>
        </p:nvCxnSpPr>
        <p:spPr>
          <a:xfrm flipV="1">
            <a:off x="28308166" y="-23341837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6" name="Connector 1965"/>
          <p:cNvCxnSpPr/>
          <p:nvPr/>
        </p:nvCxnSpPr>
        <p:spPr>
          <a:xfrm flipV="1">
            <a:off x="28108302" y="-23324194"/>
            <a:ext cx="0" cy="707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7" name="Connector 1966"/>
          <p:cNvCxnSpPr/>
          <p:nvPr/>
        </p:nvCxnSpPr>
        <p:spPr>
          <a:xfrm flipV="1">
            <a:off x="27908442" y="-23306554"/>
            <a:ext cx="0" cy="707615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8" name="Connector 1967"/>
          <p:cNvCxnSpPr/>
          <p:nvPr/>
        </p:nvCxnSpPr>
        <p:spPr>
          <a:xfrm flipV="1">
            <a:off x="27708578" y="-23288911"/>
            <a:ext cx="0" cy="707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9" name="Connector 1968"/>
          <p:cNvCxnSpPr/>
          <p:nvPr/>
        </p:nvCxnSpPr>
        <p:spPr>
          <a:xfrm flipV="1">
            <a:off x="28707891" y="-22693808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0" name="Connector 1969"/>
          <p:cNvCxnSpPr/>
          <p:nvPr/>
        </p:nvCxnSpPr>
        <p:spPr>
          <a:xfrm flipV="1">
            <a:off x="28508030" y="-22676166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1" name="Connector 1970"/>
          <p:cNvCxnSpPr/>
          <p:nvPr/>
        </p:nvCxnSpPr>
        <p:spPr>
          <a:xfrm flipV="1">
            <a:off x="28308166" y="-22658523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2" name="Connector 1971"/>
          <p:cNvCxnSpPr/>
          <p:nvPr/>
        </p:nvCxnSpPr>
        <p:spPr>
          <a:xfrm flipV="1">
            <a:off x="28108302" y="-2264088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3" name="Connector 1972"/>
          <p:cNvCxnSpPr/>
          <p:nvPr/>
        </p:nvCxnSpPr>
        <p:spPr>
          <a:xfrm flipV="1">
            <a:off x="27908442" y="-2262324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4" name="Connector 1973"/>
          <p:cNvCxnSpPr/>
          <p:nvPr/>
        </p:nvCxnSpPr>
        <p:spPr>
          <a:xfrm flipV="1">
            <a:off x="27708578" y="-2260560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5" name="Connector 1974"/>
          <p:cNvCxnSpPr/>
          <p:nvPr/>
        </p:nvCxnSpPr>
        <p:spPr>
          <a:xfrm>
            <a:off x="28707891" y="-2337712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6" name="Connector 1975"/>
          <p:cNvCxnSpPr/>
          <p:nvPr/>
        </p:nvCxnSpPr>
        <p:spPr>
          <a:xfrm>
            <a:off x="28508030" y="-2335947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7" name="Connector 1976"/>
          <p:cNvCxnSpPr/>
          <p:nvPr/>
        </p:nvCxnSpPr>
        <p:spPr>
          <a:xfrm>
            <a:off x="28308166" y="-2334183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8" name="Connector 1977"/>
          <p:cNvCxnSpPr/>
          <p:nvPr/>
        </p:nvCxnSpPr>
        <p:spPr>
          <a:xfrm>
            <a:off x="28108302" y="-2332419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9" name="Connector 1978"/>
          <p:cNvCxnSpPr/>
          <p:nvPr/>
        </p:nvCxnSpPr>
        <p:spPr>
          <a:xfrm>
            <a:off x="27908442" y="-2330655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0" name="Connector 1979"/>
          <p:cNvCxnSpPr/>
          <p:nvPr/>
        </p:nvCxnSpPr>
        <p:spPr>
          <a:xfrm>
            <a:off x="27708578" y="-23288911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1" name="Connector 1980"/>
          <p:cNvCxnSpPr/>
          <p:nvPr/>
        </p:nvCxnSpPr>
        <p:spPr>
          <a:xfrm flipH="1">
            <a:off x="27708578" y="-22847541"/>
            <a:ext cx="999313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2" name="Connector 1981"/>
          <p:cNvCxnSpPr/>
          <p:nvPr/>
        </p:nvCxnSpPr>
        <p:spPr>
          <a:xfrm flipH="1">
            <a:off x="27708578" y="-23161280"/>
            <a:ext cx="999313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3" name="Connector 1982"/>
          <p:cNvCxnSpPr/>
          <p:nvPr/>
        </p:nvCxnSpPr>
        <p:spPr>
          <a:xfrm flipH="1">
            <a:off x="28683684" y="-22847541"/>
            <a:ext cx="24207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4" name="Connector 1983"/>
          <p:cNvCxnSpPr/>
          <p:nvPr/>
        </p:nvCxnSpPr>
        <p:spPr>
          <a:xfrm flipH="1">
            <a:off x="28683684" y="-23161280"/>
            <a:ext cx="24207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5" name="Connector 1984"/>
          <p:cNvCxnSpPr/>
          <p:nvPr/>
        </p:nvCxnSpPr>
        <p:spPr>
          <a:xfrm flipV="1">
            <a:off x="27708578" y="-22761471"/>
            <a:ext cx="24209" cy="2138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6" name="Connector 1985"/>
          <p:cNvCxnSpPr/>
          <p:nvPr/>
        </p:nvCxnSpPr>
        <p:spPr>
          <a:xfrm flipV="1">
            <a:off x="27708578" y="-23075208"/>
            <a:ext cx="24209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7" name="Connector 1986"/>
          <p:cNvCxnSpPr/>
          <p:nvPr/>
        </p:nvCxnSpPr>
        <p:spPr>
          <a:xfrm flipV="1">
            <a:off x="28707891" y="-23377120"/>
            <a:ext cx="0" cy="7076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8" name="Connector 1987"/>
          <p:cNvCxnSpPr/>
          <p:nvPr/>
        </p:nvCxnSpPr>
        <p:spPr>
          <a:xfrm flipV="1">
            <a:off x="27708578" y="-23288911"/>
            <a:ext cx="0" cy="70761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9" name="Connector 1988"/>
          <p:cNvCxnSpPr/>
          <p:nvPr/>
        </p:nvCxnSpPr>
        <p:spPr>
          <a:xfrm flipV="1">
            <a:off x="29071611" y="-23134753"/>
            <a:ext cx="0" cy="707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0" name="Connector 1989"/>
          <p:cNvCxnSpPr/>
          <p:nvPr/>
        </p:nvCxnSpPr>
        <p:spPr>
          <a:xfrm flipV="1">
            <a:off x="28889752" y="-23255937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1" name="Connector 1990"/>
          <p:cNvCxnSpPr/>
          <p:nvPr/>
        </p:nvCxnSpPr>
        <p:spPr>
          <a:xfrm flipV="1">
            <a:off x="28707891" y="-23377120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2" name="Connector 1991"/>
          <p:cNvCxnSpPr/>
          <p:nvPr/>
        </p:nvCxnSpPr>
        <p:spPr>
          <a:xfrm flipV="1">
            <a:off x="29071611" y="-2245144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3" name="Connector 1992"/>
          <p:cNvCxnSpPr/>
          <p:nvPr/>
        </p:nvCxnSpPr>
        <p:spPr>
          <a:xfrm flipV="1">
            <a:off x="28889752" y="-22572623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4" name="Connector 1993"/>
          <p:cNvCxnSpPr/>
          <p:nvPr/>
        </p:nvCxnSpPr>
        <p:spPr>
          <a:xfrm flipV="1">
            <a:off x="28707891" y="-22693808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5" name="Connector 1994"/>
          <p:cNvCxnSpPr/>
          <p:nvPr/>
        </p:nvCxnSpPr>
        <p:spPr>
          <a:xfrm>
            <a:off x="29071611" y="-2313475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6" name="Connector 1995"/>
          <p:cNvCxnSpPr/>
          <p:nvPr/>
        </p:nvCxnSpPr>
        <p:spPr>
          <a:xfrm>
            <a:off x="28889752" y="-2325593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7" name="Connector 1996"/>
          <p:cNvCxnSpPr/>
          <p:nvPr/>
        </p:nvCxnSpPr>
        <p:spPr>
          <a:xfrm>
            <a:off x="28707891" y="-2337712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8" name="Connector 1997"/>
          <p:cNvCxnSpPr/>
          <p:nvPr/>
        </p:nvCxnSpPr>
        <p:spPr>
          <a:xfrm flipH="1" flipV="1">
            <a:off x="28707891" y="-22847541"/>
            <a:ext cx="363720" cy="242366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9" name="Connector 1998"/>
          <p:cNvCxnSpPr/>
          <p:nvPr/>
        </p:nvCxnSpPr>
        <p:spPr>
          <a:xfrm flipH="1" flipV="1">
            <a:off x="28707891" y="-23161280"/>
            <a:ext cx="363720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0" name="Connector 1999"/>
          <p:cNvCxnSpPr/>
          <p:nvPr/>
        </p:nvCxnSpPr>
        <p:spPr>
          <a:xfrm flipH="1" flipV="1">
            <a:off x="29051389" y="-22618648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1" name="Connector 2000"/>
          <p:cNvCxnSpPr/>
          <p:nvPr/>
        </p:nvCxnSpPr>
        <p:spPr>
          <a:xfrm flipH="1" flipV="1">
            <a:off x="29051389" y="-22932387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2" name="Connector 2001"/>
          <p:cNvCxnSpPr/>
          <p:nvPr/>
        </p:nvCxnSpPr>
        <p:spPr>
          <a:xfrm>
            <a:off x="28707891" y="-22847541"/>
            <a:ext cx="20222" cy="1347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3" name="Connector 2002"/>
          <p:cNvCxnSpPr/>
          <p:nvPr/>
        </p:nvCxnSpPr>
        <p:spPr>
          <a:xfrm>
            <a:off x="28707891" y="-23161280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4" name="Connector 2003"/>
          <p:cNvCxnSpPr/>
          <p:nvPr/>
        </p:nvCxnSpPr>
        <p:spPr>
          <a:xfrm flipV="1">
            <a:off x="28072298" y="-22363231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5" name="Connector 2004"/>
          <p:cNvCxnSpPr/>
          <p:nvPr/>
        </p:nvCxnSpPr>
        <p:spPr>
          <a:xfrm flipV="1">
            <a:off x="27890440" y="-22484415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6" name="Connector 2005"/>
          <p:cNvCxnSpPr/>
          <p:nvPr/>
        </p:nvCxnSpPr>
        <p:spPr>
          <a:xfrm flipV="1">
            <a:off x="27708578" y="-2260560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7" name="Connector 2006"/>
          <p:cNvCxnSpPr/>
          <p:nvPr/>
        </p:nvCxnSpPr>
        <p:spPr>
          <a:xfrm>
            <a:off x="27708578" y="-22759333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8" name="Connector 2007"/>
          <p:cNvCxnSpPr/>
          <p:nvPr/>
        </p:nvCxnSpPr>
        <p:spPr>
          <a:xfrm>
            <a:off x="27708578" y="-23073072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9" name="Freeform 2008"/>
          <p:cNvSpPr/>
          <p:nvPr/>
        </p:nvSpPr>
        <p:spPr>
          <a:xfrm>
            <a:off x="28054300" y="-2241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0" name="Freeform 2009"/>
          <p:cNvSpPr/>
          <p:nvPr/>
        </p:nvSpPr>
        <p:spPr>
          <a:xfrm>
            <a:off x="28092400" y="-2241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1" name="Freeform 2010"/>
          <p:cNvSpPr/>
          <p:nvPr/>
        </p:nvSpPr>
        <p:spPr>
          <a:xfrm>
            <a:off x="28130500" y="-2241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Freeform 2011"/>
          <p:cNvSpPr/>
          <p:nvPr/>
        </p:nvSpPr>
        <p:spPr>
          <a:xfrm>
            <a:off x="28168600" y="-2241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3" name="Freeform 2012"/>
          <p:cNvSpPr/>
          <p:nvPr/>
        </p:nvSpPr>
        <p:spPr>
          <a:xfrm>
            <a:off x="28194000" y="-22415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4" name="Freeform 2013"/>
          <p:cNvSpPr/>
          <p:nvPr/>
        </p:nvSpPr>
        <p:spPr>
          <a:xfrm>
            <a:off x="282321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5" name="Freeform 2014"/>
          <p:cNvSpPr/>
          <p:nvPr/>
        </p:nvSpPr>
        <p:spPr>
          <a:xfrm>
            <a:off x="28270200" y="-2242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6" name="Freeform 2015"/>
          <p:cNvSpPr/>
          <p:nvPr/>
        </p:nvSpPr>
        <p:spPr>
          <a:xfrm>
            <a:off x="282956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7" name="Freeform 2016"/>
          <p:cNvSpPr/>
          <p:nvPr/>
        </p:nvSpPr>
        <p:spPr>
          <a:xfrm>
            <a:off x="28333700" y="-22428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8" name="Freeform 2017"/>
          <p:cNvSpPr/>
          <p:nvPr/>
        </p:nvSpPr>
        <p:spPr>
          <a:xfrm>
            <a:off x="283718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9" name="Freeform 2018"/>
          <p:cNvSpPr/>
          <p:nvPr/>
        </p:nvSpPr>
        <p:spPr>
          <a:xfrm>
            <a:off x="284099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0" name="Freeform 2019"/>
          <p:cNvSpPr/>
          <p:nvPr/>
        </p:nvSpPr>
        <p:spPr>
          <a:xfrm>
            <a:off x="284353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1" name="Freeform 2020"/>
          <p:cNvSpPr/>
          <p:nvPr/>
        </p:nvSpPr>
        <p:spPr>
          <a:xfrm>
            <a:off x="284734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2" name="Freeform 2021"/>
          <p:cNvSpPr/>
          <p:nvPr/>
        </p:nvSpPr>
        <p:spPr>
          <a:xfrm>
            <a:off x="285115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3" name="Freeform 2022"/>
          <p:cNvSpPr/>
          <p:nvPr/>
        </p:nvSpPr>
        <p:spPr>
          <a:xfrm>
            <a:off x="285369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4" name="Freeform 2023"/>
          <p:cNvSpPr/>
          <p:nvPr/>
        </p:nvSpPr>
        <p:spPr>
          <a:xfrm>
            <a:off x="285750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5" name="Freeform 2024"/>
          <p:cNvSpPr/>
          <p:nvPr/>
        </p:nvSpPr>
        <p:spPr>
          <a:xfrm>
            <a:off x="286131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6" name="Freeform 2025"/>
          <p:cNvSpPr/>
          <p:nvPr/>
        </p:nvSpPr>
        <p:spPr>
          <a:xfrm>
            <a:off x="286512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7" name="Freeform 2026"/>
          <p:cNvSpPr/>
          <p:nvPr/>
        </p:nvSpPr>
        <p:spPr>
          <a:xfrm>
            <a:off x="286766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8" name="Freeform 2027"/>
          <p:cNvSpPr/>
          <p:nvPr/>
        </p:nvSpPr>
        <p:spPr>
          <a:xfrm>
            <a:off x="287147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9" name="Freeform 2028"/>
          <p:cNvSpPr/>
          <p:nvPr/>
        </p:nvSpPr>
        <p:spPr>
          <a:xfrm>
            <a:off x="287528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0" name="Freeform 2029"/>
          <p:cNvSpPr/>
          <p:nvPr/>
        </p:nvSpPr>
        <p:spPr>
          <a:xfrm>
            <a:off x="287782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1" name="Freeform 2030"/>
          <p:cNvSpPr/>
          <p:nvPr/>
        </p:nvSpPr>
        <p:spPr>
          <a:xfrm>
            <a:off x="288163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2" name="Freeform 2031"/>
          <p:cNvSpPr/>
          <p:nvPr/>
        </p:nvSpPr>
        <p:spPr>
          <a:xfrm>
            <a:off x="288544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3" name="Freeform 2032"/>
          <p:cNvSpPr/>
          <p:nvPr/>
        </p:nvSpPr>
        <p:spPr>
          <a:xfrm>
            <a:off x="288925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4" name="Freeform 2033"/>
          <p:cNvSpPr/>
          <p:nvPr/>
        </p:nvSpPr>
        <p:spPr>
          <a:xfrm>
            <a:off x="289179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5" name="Freeform 2034"/>
          <p:cNvSpPr/>
          <p:nvPr/>
        </p:nvSpPr>
        <p:spPr>
          <a:xfrm>
            <a:off x="289560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6" name="Freeform 2035"/>
          <p:cNvSpPr/>
          <p:nvPr/>
        </p:nvSpPr>
        <p:spPr>
          <a:xfrm>
            <a:off x="289941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7" name="Freeform 2036"/>
          <p:cNvSpPr/>
          <p:nvPr/>
        </p:nvSpPr>
        <p:spPr>
          <a:xfrm>
            <a:off x="290195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8" name="Freeform 2037"/>
          <p:cNvSpPr/>
          <p:nvPr/>
        </p:nvSpPr>
        <p:spPr>
          <a:xfrm>
            <a:off x="28041600" y="-2241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9" name="Freeform 2038"/>
          <p:cNvSpPr/>
          <p:nvPr/>
        </p:nvSpPr>
        <p:spPr>
          <a:xfrm>
            <a:off x="28079700" y="-22415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0" name="Freeform 2039"/>
          <p:cNvSpPr/>
          <p:nvPr/>
        </p:nvSpPr>
        <p:spPr>
          <a:xfrm>
            <a:off x="281178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1" name="Freeform 2040"/>
          <p:cNvSpPr/>
          <p:nvPr/>
        </p:nvSpPr>
        <p:spPr>
          <a:xfrm>
            <a:off x="28155900" y="-2242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2" name="Freeform 2041"/>
          <p:cNvSpPr/>
          <p:nvPr/>
        </p:nvSpPr>
        <p:spPr>
          <a:xfrm>
            <a:off x="281813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3" name="Freeform 2042"/>
          <p:cNvSpPr/>
          <p:nvPr/>
        </p:nvSpPr>
        <p:spPr>
          <a:xfrm>
            <a:off x="282194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" name="Freeform 2043"/>
          <p:cNvSpPr/>
          <p:nvPr/>
        </p:nvSpPr>
        <p:spPr>
          <a:xfrm>
            <a:off x="282575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5" name="Freeform 2044"/>
          <p:cNvSpPr/>
          <p:nvPr/>
        </p:nvSpPr>
        <p:spPr>
          <a:xfrm>
            <a:off x="282829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6" name="Freeform 2045"/>
          <p:cNvSpPr/>
          <p:nvPr/>
        </p:nvSpPr>
        <p:spPr>
          <a:xfrm>
            <a:off x="283210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7" name="Freeform 2046"/>
          <p:cNvSpPr/>
          <p:nvPr/>
        </p:nvSpPr>
        <p:spPr>
          <a:xfrm>
            <a:off x="283591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8" name="Freeform 2047"/>
          <p:cNvSpPr/>
          <p:nvPr/>
        </p:nvSpPr>
        <p:spPr>
          <a:xfrm>
            <a:off x="283972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9" name="Freeform 2048"/>
          <p:cNvSpPr/>
          <p:nvPr/>
        </p:nvSpPr>
        <p:spPr>
          <a:xfrm>
            <a:off x="284226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0" name="Freeform 2049"/>
          <p:cNvSpPr/>
          <p:nvPr/>
        </p:nvSpPr>
        <p:spPr>
          <a:xfrm>
            <a:off x="284607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1" name="Freeform 2050"/>
          <p:cNvSpPr/>
          <p:nvPr/>
        </p:nvSpPr>
        <p:spPr>
          <a:xfrm>
            <a:off x="284988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2" name="Freeform 2051"/>
          <p:cNvSpPr/>
          <p:nvPr/>
        </p:nvSpPr>
        <p:spPr>
          <a:xfrm>
            <a:off x="285242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3" name="Freeform 2052"/>
          <p:cNvSpPr/>
          <p:nvPr/>
        </p:nvSpPr>
        <p:spPr>
          <a:xfrm>
            <a:off x="285623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4" name="Freeform 2053"/>
          <p:cNvSpPr/>
          <p:nvPr/>
        </p:nvSpPr>
        <p:spPr>
          <a:xfrm>
            <a:off x="286004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5" name="Freeform 2054"/>
          <p:cNvSpPr/>
          <p:nvPr/>
        </p:nvSpPr>
        <p:spPr>
          <a:xfrm>
            <a:off x="286385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6" name="Freeform 2055"/>
          <p:cNvSpPr/>
          <p:nvPr/>
        </p:nvSpPr>
        <p:spPr>
          <a:xfrm>
            <a:off x="28663900" y="-2246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7" name="Freeform 2056"/>
          <p:cNvSpPr/>
          <p:nvPr/>
        </p:nvSpPr>
        <p:spPr>
          <a:xfrm>
            <a:off x="287020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8" name="Freeform 2057"/>
          <p:cNvSpPr/>
          <p:nvPr/>
        </p:nvSpPr>
        <p:spPr>
          <a:xfrm>
            <a:off x="287401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Freeform 2058"/>
          <p:cNvSpPr/>
          <p:nvPr/>
        </p:nvSpPr>
        <p:spPr>
          <a:xfrm>
            <a:off x="287655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0" name="Freeform 2059"/>
          <p:cNvSpPr/>
          <p:nvPr/>
        </p:nvSpPr>
        <p:spPr>
          <a:xfrm>
            <a:off x="28803600" y="-2247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1" name="Freeform 2060"/>
          <p:cNvSpPr/>
          <p:nvPr/>
        </p:nvSpPr>
        <p:spPr>
          <a:xfrm>
            <a:off x="288417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Freeform 2061"/>
          <p:cNvSpPr/>
          <p:nvPr/>
        </p:nvSpPr>
        <p:spPr>
          <a:xfrm>
            <a:off x="288798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3" name="Freeform 2062"/>
          <p:cNvSpPr/>
          <p:nvPr/>
        </p:nvSpPr>
        <p:spPr>
          <a:xfrm>
            <a:off x="289052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4" name="Freeform 2063"/>
          <p:cNvSpPr/>
          <p:nvPr/>
        </p:nvSpPr>
        <p:spPr>
          <a:xfrm>
            <a:off x="28943300" y="-22491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Freeform 2064"/>
          <p:cNvSpPr/>
          <p:nvPr/>
        </p:nvSpPr>
        <p:spPr>
          <a:xfrm>
            <a:off x="289814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6" name="Freeform 2065"/>
          <p:cNvSpPr/>
          <p:nvPr/>
        </p:nvSpPr>
        <p:spPr>
          <a:xfrm>
            <a:off x="290068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7" name="Freeform 2066"/>
          <p:cNvSpPr/>
          <p:nvPr/>
        </p:nvSpPr>
        <p:spPr>
          <a:xfrm>
            <a:off x="280289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Freeform 2067"/>
          <p:cNvSpPr/>
          <p:nvPr/>
        </p:nvSpPr>
        <p:spPr>
          <a:xfrm>
            <a:off x="280670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9" name="Freeform 2068"/>
          <p:cNvSpPr/>
          <p:nvPr/>
        </p:nvSpPr>
        <p:spPr>
          <a:xfrm>
            <a:off x="28105100" y="-2242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0" name="Freeform 2069"/>
          <p:cNvSpPr/>
          <p:nvPr/>
        </p:nvSpPr>
        <p:spPr>
          <a:xfrm>
            <a:off x="281432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1" name="Freeform 2070"/>
          <p:cNvSpPr/>
          <p:nvPr/>
        </p:nvSpPr>
        <p:spPr>
          <a:xfrm>
            <a:off x="281686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2" name="Freeform 2071"/>
          <p:cNvSpPr/>
          <p:nvPr/>
        </p:nvSpPr>
        <p:spPr>
          <a:xfrm>
            <a:off x="282067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3" name="Freeform 2072"/>
          <p:cNvSpPr/>
          <p:nvPr/>
        </p:nvSpPr>
        <p:spPr>
          <a:xfrm>
            <a:off x="282448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4" name="Freeform 2073"/>
          <p:cNvSpPr/>
          <p:nvPr/>
        </p:nvSpPr>
        <p:spPr>
          <a:xfrm>
            <a:off x="282702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5" name="Freeform 2074"/>
          <p:cNvSpPr/>
          <p:nvPr/>
        </p:nvSpPr>
        <p:spPr>
          <a:xfrm>
            <a:off x="283083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6" name="Freeform 2075"/>
          <p:cNvSpPr/>
          <p:nvPr/>
        </p:nvSpPr>
        <p:spPr>
          <a:xfrm>
            <a:off x="283464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7" name="Freeform 2076"/>
          <p:cNvSpPr/>
          <p:nvPr/>
        </p:nvSpPr>
        <p:spPr>
          <a:xfrm>
            <a:off x="283845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8" name="Freeform 2077"/>
          <p:cNvSpPr/>
          <p:nvPr/>
        </p:nvSpPr>
        <p:spPr>
          <a:xfrm>
            <a:off x="28409900" y="-22453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9" name="Freeform 2078"/>
          <p:cNvSpPr/>
          <p:nvPr/>
        </p:nvSpPr>
        <p:spPr>
          <a:xfrm>
            <a:off x="284480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0" name="Freeform 2079"/>
          <p:cNvSpPr/>
          <p:nvPr/>
        </p:nvSpPr>
        <p:spPr>
          <a:xfrm>
            <a:off x="284861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1" name="Freeform 2080"/>
          <p:cNvSpPr/>
          <p:nvPr/>
        </p:nvSpPr>
        <p:spPr>
          <a:xfrm>
            <a:off x="285115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2" name="Freeform 2081"/>
          <p:cNvSpPr/>
          <p:nvPr/>
        </p:nvSpPr>
        <p:spPr>
          <a:xfrm>
            <a:off x="28549600" y="-2246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3" name="Freeform 2082"/>
          <p:cNvSpPr/>
          <p:nvPr/>
        </p:nvSpPr>
        <p:spPr>
          <a:xfrm>
            <a:off x="285877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" name="Freeform 2083"/>
          <p:cNvSpPr/>
          <p:nvPr/>
        </p:nvSpPr>
        <p:spPr>
          <a:xfrm>
            <a:off x="286258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5" name="Freeform 2084"/>
          <p:cNvSpPr/>
          <p:nvPr/>
        </p:nvSpPr>
        <p:spPr>
          <a:xfrm>
            <a:off x="286512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6" name="Freeform 2085"/>
          <p:cNvSpPr/>
          <p:nvPr/>
        </p:nvSpPr>
        <p:spPr>
          <a:xfrm>
            <a:off x="286893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7" name="Freeform 2086"/>
          <p:cNvSpPr/>
          <p:nvPr/>
        </p:nvSpPr>
        <p:spPr>
          <a:xfrm>
            <a:off x="287274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8" name="Freeform 2087"/>
          <p:cNvSpPr/>
          <p:nvPr/>
        </p:nvSpPr>
        <p:spPr>
          <a:xfrm>
            <a:off x="287528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9" name="Freeform 2088"/>
          <p:cNvSpPr/>
          <p:nvPr/>
        </p:nvSpPr>
        <p:spPr>
          <a:xfrm>
            <a:off x="287909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0" name="Freeform 2089"/>
          <p:cNvSpPr/>
          <p:nvPr/>
        </p:nvSpPr>
        <p:spPr>
          <a:xfrm>
            <a:off x="288290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1" name="Freeform 2090"/>
          <p:cNvSpPr/>
          <p:nvPr/>
        </p:nvSpPr>
        <p:spPr>
          <a:xfrm>
            <a:off x="288671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2" name="Freeform 2091"/>
          <p:cNvSpPr/>
          <p:nvPr/>
        </p:nvSpPr>
        <p:spPr>
          <a:xfrm>
            <a:off x="288925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3" name="Freeform 2092"/>
          <p:cNvSpPr/>
          <p:nvPr/>
        </p:nvSpPr>
        <p:spPr>
          <a:xfrm>
            <a:off x="289306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4" name="Freeform 2093"/>
          <p:cNvSpPr/>
          <p:nvPr/>
        </p:nvSpPr>
        <p:spPr>
          <a:xfrm>
            <a:off x="289687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5" name="Freeform 2094"/>
          <p:cNvSpPr/>
          <p:nvPr/>
        </p:nvSpPr>
        <p:spPr>
          <a:xfrm>
            <a:off x="289941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6" name="Freeform 2095"/>
          <p:cNvSpPr/>
          <p:nvPr/>
        </p:nvSpPr>
        <p:spPr>
          <a:xfrm>
            <a:off x="28016200" y="-22428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" name="Freeform 2096"/>
          <p:cNvSpPr/>
          <p:nvPr/>
        </p:nvSpPr>
        <p:spPr>
          <a:xfrm>
            <a:off x="280543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8" name="Freeform 2097"/>
          <p:cNvSpPr/>
          <p:nvPr/>
        </p:nvSpPr>
        <p:spPr>
          <a:xfrm>
            <a:off x="280924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9" name="Freeform 2098"/>
          <p:cNvSpPr/>
          <p:nvPr/>
        </p:nvSpPr>
        <p:spPr>
          <a:xfrm>
            <a:off x="28130500" y="-2244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0" name="Freeform 2099"/>
          <p:cNvSpPr/>
          <p:nvPr/>
        </p:nvSpPr>
        <p:spPr>
          <a:xfrm>
            <a:off x="28155900" y="-22440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1" name="Freeform 2100"/>
          <p:cNvSpPr/>
          <p:nvPr/>
        </p:nvSpPr>
        <p:spPr>
          <a:xfrm>
            <a:off x="281940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2" name="Freeform 2101"/>
          <p:cNvSpPr/>
          <p:nvPr/>
        </p:nvSpPr>
        <p:spPr>
          <a:xfrm>
            <a:off x="282321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" name="Freeform 2102"/>
          <p:cNvSpPr/>
          <p:nvPr/>
        </p:nvSpPr>
        <p:spPr>
          <a:xfrm>
            <a:off x="282575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" name="Freeform 2103"/>
          <p:cNvSpPr/>
          <p:nvPr/>
        </p:nvSpPr>
        <p:spPr>
          <a:xfrm>
            <a:off x="28295600" y="-22453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Freeform 2104"/>
          <p:cNvSpPr/>
          <p:nvPr/>
        </p:nvSpPr>
        <p:spPr>
          <a:xfrm>
            <a:off x="283337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6" name="Freeform 2105"/>
          <p:cNvSpPr/>
          <p:nvPr/>
        </p:nvSpPr>
        <p:spPr>
          <a:xfrm>
            <a:off x="283718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7" name="Freeform 2106"/>
          <p:cNvSpPr/>
          <p:nvPr/>
        </p:nvSpPr>
        <p:spPr>
          <a:xfrm>
            <a:off x="283972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Freeform 2107"/>
          <p:cNvSpPr/>
          <p:nvPr/>
        </p:nvSpPr>
        <p:spPr>
          <a:xfrm>
            <a:off x="284353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9" name="Freeform 2108"/>
          <p:cNvSpPr/>
          <p:nvPr/>
        </p:nvSpPr>
        <p:spPr>
          <a:xfrm>
            <a:off x="284734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0" name="Freeform 2109"/>
          <p:cNvSpPr/>
          <p:nvPr/>
        </p:nvSpPr>
        <p:spPr>
          <a:xfrm>
            <a:off x="284988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Freeform 2110"/>
          <p:cNvSpPr/>
          <p:nvPr/>
        </p:nvSpPr>
        <p:spPr>
          <a:xfrm>
            <a:off x="285369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2" name="Freeform 2111"/>
          <p:cNvSpPr/>
          <p:nvPr/>
        </p:nvSpPr>
        <p:spPr>
          <a:xfrm>
            <a:off x="285750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3" name="Freeform 2112"/>
          <p:cNvSpPr/>
          <p:nvPr/>
        </p:nvSpPr>
        <p:spPr>
          <a:xfrm>
            <a:off x="286131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Freeform 2113"/>
          <p:cNvSpPr/>
          <p:nvPr/>
        </p:nvSpPr>
        <p:spPr>
          <a:xfrm>
            <a:off x="286385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5" name="Freeform 2114"/>
          <p:cNvSpPr/>
          <p:nvPr/>
        </p:nvSpPr>
        <p:spPr>
          <a:xfrm>
            <a:off x="286766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" name="Freeform 2115"/>
          <p:cNvSpPr/>
          <p:nvPr/>
        </p:nvSpPr>
        <p:spPr>
          <a:xfrm>
            <a:off x="287147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7" name="Freeform 2116"/>
          <p:cNvSpPr/>
          <p:nvPr/>
        </p:nvSpPr>
        <p:spPr>
          <a:xfrm>
            <a:off x="287401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8" name="Freeform 2117"/>
          <p:cNvSpPr/>
          <p:nvPr/>
        </p:nvSpPr>
        <p:spPr>
          <a:xfrm>
            <a:off x="287782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9" name="Freeform 2118"/>
          <p:cNvSpPr/>
          <p:nvPr/>
        </p:nvSpPr>
        <p:spPr>
          <a:xfrm>
            <a:off x="288163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0" name="Freeform 2119"/>
          <p:cNvSpPr/>
          <p:nvPr/>
        </p:nvSpPr>
        <p:spPr>
          <a:xfrm>
            <a:off x="288544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1" name="Freeform 2120"/>
          <p:cNvSpPr/>
          <p:nvPr/>
        </p:nvSpPr>
        <p:spPr>
          <a:xfrm>
            <a:off x="28879800" y="-22504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2" name="Freeform 2121"/>
          <p:cNvSpPr/>
          <p:nvPr/>
        </p:nvSpPr>
        <p:spPr>
          <a:xfrm>
            <a:off x="289179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3" name="Freeform 2122"/>
          <p:cNvSpPr/>
          <p:nvPr/>
        </p:nvSpPr>
        <p:spPr>
          <a:xfrm>
            <a:off x="289560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4" name="Freeform 2123"/>
          <p:cNvSpPr/>
          <p:nvPr/>
        </p:nvSpPr>
        <p:spPr>
          <a:xfrm>
            <a:off x="289814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5" name="Freeform 2124"/>
          <p:cNvSpPr/>
          <p:nvPr/>
        </p:nvSpPr>
        <p:spPr>
          <a:xfrm>
            <a:off x="280035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6" name="Freeform 2125"/>
          <p:cNvSpPr/>
          <p:nvPr/>
        </p:nvSpPr>
        <p:spPr>
          <a:xfrm>
            <a:off x="28041600" y="-2244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7" name="Freeform 2126"/>
          <p:cNvSpPr/>
          <p:nvPr/>
        </p:nvSpPr>
        <p:spPr>
          <a:xfrm>
            <a:off x="280797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8" name="Freeform 2127"/>
          <p:cNvSpPr/>
          <p:nvPr/>
        </p:nvSpPr>
        <p:spPr>
          <a:xfrm>
            <a:off x="28117800" y="-2245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9" name="Freeform 2128"/>
          <p:cNvSpPr/>
          <p:nvPr/>
        </p:nvSpPr>
        <p:spPr>
          <a:xfrm>
            <a:off x="281432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" name="Freeform 2129"/>
          <p:cNvSpPr/>
          <p:nvPr/>
        </p:nvSpPr>
        <p:spPr>
          <a:xfrm>
            <a:off x="281813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1" name="Freeform 2130"/>
          <p:cNvSpPr/>
          <p:nvPr/>
        </p:nvSpPr>
        <p:spPr>
          <a:xfrm>
            <a:off x="282194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2" name="Freeform 2131"/>
          <p:cNvSpPr/>
          <p:nvPr/>
        </p:nvSpPr>
        <p:spPr>
          <a:xfrm>
            <a:off x="282448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3" name="Freeform 2132"/>
          <p:cNvSpPr/>
          <p:nvPr/>
        </p:nvSpPr>
        <p:spPr>
          <a:xfrm>
            <a:off x="282829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4" name="Freeform 2133"/>
          <p:cNvSpPr/>
          <p:nvPr/>
        </p:nvSpPr>
        <p:spPr>
          <a:xfrm>
            <a:off x="283210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5" name="Freeform 2134"/>
          <p:cNvSpPr/>
          <p:nvPr/>
        </p:nvSpPr>
        <p:spPr>
          <a:xfrm>
            <a:off x="283591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6" name="Freeform 2135"/>
          <p:cNvSpPr/>
          <p:nvPr/>
        </p:nvSpPr>
        <p:spPr>
          <a:xfrm>
            <a:off x="283845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7" name="Freeform 2136"/>
          <p:cNvSpPr/>
          <p:nvPr/>
        </p:nvSpPr>
        <p:spPr>
          <a:xfrm>
            <a:off x="284226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8" name="Freeform 2137"/>
          <p:cNvSpPr/>
          <p:nvPr/>
        </p:nvSpPr>
        <p:spPr>
          <a:xfrm>
            <a:off x="284607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9" name="Freeform 2138"/>
          <p:cNvSpPr/>
          <p:nvPr/>
        </p:nvSpPr>
        <p:spPr>
          <a:xfrm>
            <a:off x="28486100" y="-2247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" name="Freeform 2139"/>
          <p:cNvSpPr/>
          <p:nvPr/>
        </p:nvSpPr>
        <p:spPr>
          <a:xfrm>
            <a:off x="285242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1" name="Freeform 2140"/>
          <p:cNvSpPr/>
          <p:nvPr/>
        </p:nvSpPr>
        <p:spPr>
          <a:xfrm>
            <a:off x="285623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" name="Freeform 2141"/>
          <p:cNvSpPr/>
          <p:nvPr/>
        </p:nvSpPr>
        <p:spPr>
          <a:xfrm>
            <a:off x="286004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" name="Freeform 2142"/>
          <p:cNvSpPr/>
          <p:nvPr/>
        </p:nvSpPr>
        <p:spPr>
          <a:xfrm>
            <a:off x="28625800" y="-22491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" name="Freeform 2143"/>
          <p:cNvSpPr/>
          <p:nvPr/>
        </p:nvSpPr>
        <p:spPr>
          <a:xfrm>
            <a:off x="286639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5" name="Freeform 2144"/>
          <p:cNvSpPr/>
          <p:nvPr/>
        </p:nvSpPr>
        <p:spPr>
          <a:xfrm>
            <a:off x="287020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6" name="Freeform 2145"/>
          <p:cNvSpPr/>
          <p:nvPr/>
        </p:nvSpPr>
        <p:spPr>
          <a:xfrm>
            <a:off x="287274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" name="Freeform 2146"/>
          <p:cNvSpPr/>
          <p:nvPr/>
        </p:nvSpPr>
        <p:spPr>
          <a:xfrm>
            <a:off x="28765500" y="-22504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8" name="Freeform 2147"/>
          <p:cNvSpPr/>
          <p:nvPr/>
        </p:nvSpPr>
        <p:spPr>
          <a:xfrm>
            <a:off x="288036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9" name="Freeform 2148"/>
          <p:cNvSpPr/>
          <p:nvPr/>
        </p:nvSpPr>
        <p:spPr>
          <a:xfrm>
            <a:off x="288417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0" name="Freeform 2149"/>
          <p:cNvSpPr/>
          <p:nvPr/>
        </p:nvSpPr>
        <p:spPr>
          <a:xfrm>
            <a:off x="288671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1" name="Freeform 2150"/>
          <p:cNvSpPr/>
          <p:nvPr/>
        </p:nvSpPr>
        <p:spPr>
          <a:xfrm>
            <a:off x="289052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2" name="Freeform 2151"/>
          <p:cNvSpPr/>
          <p:nvPr/>
        </p:nvSpPr>
        <p:spPr>
          <a:xfrm>
            <a:off x="289433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3" name="Freeform 2152"/>
          <p:cNvSpPr/>
          <p:nvPr/>
        </p:nvSpPr>
        <p:spPr>
          <a:xfrm>
            <a:off x="289687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4" name="Freeform 2153"/>
          <p:cNvSpPr/>
          <p:nvPr/>
        </p:nvSpPr>
        <p:spPr>
          <a:xfrm>
            <a:off x="279908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5" name="Freeform 2154"/>
          <p:cNvSpPr/>
          <p:nvPr/>
        </p:nvSpPr>
        <p:spPr>
          <a:xfrm>
            <a:off x="280289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6" name="Freeform 2155"/>
          <p:cNvSpPr/>
          <p:nvPr/>
        </p:nvSpPr>
        <p:spPr>
          <a:xfrm>
            <a:off x="28067000" y="-2245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7" name="Freeform 2156"/>
          <p:cNvSpPr/>
          <p:nvPr/>
        </p:nvSpPr>
        <p:spPr>
          <a:xfrm>
            <a:off x="281051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8" name="Freeform 2157"/>
          <p:cNvSpPr/>
          <p:nvPr/>
        </p:nvSpPr>
        <p:spPr>
          <a:xfrm>
            <a:off x="281305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9" name="Freeform 2158"/>
          <p:cNvSpPr/>
          <p:nvPr/>
        </p:nvSpPr>
        <p:spPr>
          <a:xfrm>
            <a:off x="281686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0" name="Freeform 2159"/>
          <p:cNvSpPr/>
          <p:nvPr/>
        </p:nvSpPr>
        <p:spPr>
          <a:xfrm>
            <a:off x="282067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1" name="Freeform 2160"/>
          <p:cNvSpPr/>
          <p:nvPr/>
        </p:nvSpPr>
        <p:spPr>
          <a:xfrm>
            <a:off x="28232100" y="-2246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2" name="Freeform 2161"/>
          <p:cNvSpPr/>
          <p:nvPr/>
        </p:nvSpPr>
        <p:spPr>
          <a:xfrm>
            <a:off x="282702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3" name="Freeform 2162"/>
          <p:cNvSpPr/>
          <p:nvPr/>
        </p:nvSpPr>
        <p:spPr>
          <a:xfrm>
            <a:off x="283083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" name="Freeform 2163"/>
          <p:cNvSpPr/>
          <p:nvPr/>
        </p:nvSpPr>
        <p:spPr>
          <a:xfrm>
            <a:off x="283464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5" name="Freeform 2164"/>
          <p:cNvSpPr/>
          <p:nvPr/>
        </p:nvSpPr>
        <p:spPr>
          <a:xfrm>
            <a:off x="28371800" y="-22479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6" name="Freeform 2165"/>
          <p:cNvSpPr/>
          <p:nvPr/>
        </p:nvSpPr>
        <p:spPr>
          <a:xfrm>
            <a:off x="284099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7" name="Freeform 2166"/>
          <p:cNvSpPr/>
          <p:nvPr/>
        </p:nvSpPr>
        <p:spPr>
          <a:xfrm>
            <a:off x="284480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8" name="Freeform 2167"/>
          <p:cNvSpPr/>
          <p:nvPr/>
        </p:nvSpPr>
        <p:spPr>
          <a:xfrm>
            <a:off x="284734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9" name="Freeform 2168"/>
          <p:cNvSpPr/>
          <p:nvPr/>
        </p:nvSpPr>
        <p:spPr>
          <a:xfrm>
            <a:off x="285115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0" name="Freeform 2169"/>
          <p:cNvSpPr/>
          <p:nvPr/>
        </p:nvSpPr>
        <p:spPr>
          <a:xfrm>
            <a:off x="285496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1" name="Freeform 2170"/>
          <p:cNvSpPr/>
          <p:nvPr/>
        </p:nvSpPr>
        <p:spPr>
          <a:xfrm>
            <a:off x="285877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2" name="Freeform 2171"/>
          <p:cNvSpPr/>
          <p:nvPr/>
        </p:nvSpPr>
        <p:spPr>
          <a:xfrm>
            <a:off x="286131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3" name="Freeform 2172"/>
          <p:cNvSpPr/>
          <p:nvPr/>
        </p:nvSpPr>
        <p:spPr>
          <a:xfrm>
            <a:off x="286512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4" name="Freeform 2173"/>
          <p:cNvSpPr/>
          <p:nvPr/>
        </p:nvSpPr>
        <p:spPr>
          <a:xfrm>
            <a:off x="286893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5" name="Freeform 2174"/>
          <p:cNvSpPr/>
          <p:nvPr/>
        </p:nvSpPr>
        <p:spPr>
          <a:xfrm>
            <a:off x="287147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6" name="Freeform 2175"/>
          <p:cNvSpPr/>
          <p:nvPr/>
        </p:nvSpPr>
        <p:spPr>
          <a:xfrm>
            <a:off x="287528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7" name="Freeform 2176"/>
          <p:cNvSpPr/>
          <p:nvPr/>
        </p:nvSpPr>
        <p:spPr>
          <a:xfrm>
            <a:off x="287909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8" name="Freeform 2177"/>
          <p:cNvSpPr/>
          <p:nvPr/>
        </p:nvSpPr>
        <p:spPr>
          <a:xfrm>
            <a:off x="288290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9" name="Freeform 2178"/>
          <p:cNvSpPr/>
          <p:nvPr/>
        </p:nvSpPr>
        <p:spPr>
          <a:xfrm>
            <a:off x="288544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0" name="Freeform 2179"/>
          <p:cNvSpPr/>
          <p:nvPr/>
        </p:nvSpPr>
        <p:spPr>
          <a:xfrm>
            <a:off x="288925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1" name="Freeform 2180"/>
          <p:cNvSpPr/>
          <p:nvPr/>
        </p:nvSpPr>
        <p:spPr>
          <a:xfrm>
            <a:off x="289306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2" name="Freeform 2181"/>
          <p:cNvSpPr/>
          <p:nvPr/>
        </p:nvSpPr>
        <p:spPr>
          <a:xfrm>
            <a:off x="289560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3" name="Freeform 2182"/>
          <p:cNvSpPr/>
          <p:nvPr/>
        </p:nvSpPr>
        <p:spPr>
          <a:xfrm>
            <a:off x="27990800" y="-22453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4" name="Freeform 2183"/>
          <p:cNvSpPr/>
          <p:nvPr/>
        </p:nvSpPr>
        <p:spPr>
          <a:xfrm>
            <a:off x="280162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5" name="Freeform 2184"/>
          <p:cNvSpPr/>
          <p:nvPr/>
        </p:nvSpPr>
        <p:spPr>
          <a:xfrm>
            <a:off x="280543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6" name="Freeform 2185"/>
          <p:cNvSpPr/>
          <p:nvPr/>
        </p:nvSpPr>
        <p:spPr>
          <a:xfrm>
            <a:off x="280924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7" name="Freeform 2186"/>
          <p:cNvSpPr/>
          <p:nvPr/>
        </p:nvSpPr>
        <p:spPr>
          <a:xfrm>
            <a:off x="28117800" y="-22466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8" name="Freeform 2187"/>
          <p:cNvSpPr/>
          <p:nvPr/>
        </p:nvSpPr>
        <p:spPr>
          <a:xfrm>
            <a:off x="281559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9" name="Freeform 2188"/>
          <p:cNvSpPr/>
          <p:nvPr/>
        </p:nvSpPr>
        <p:spPr>
          <a:xfrm>
            <a:off x="281940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0" name="Freeform 2189"/>
          <p:cNvSpPr/>
          <p:nvPr/>
        </p:nvSpPr>
        <p:spPr>
          <a:xfrm>
            <a:off x="282194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1" name="Freeform 2190"/>
          <p:cNvSpPr/>
          <p:nvPr/>
        </p:nvSpPr>
        <p:spPr>
          <a:xfrm>
            <a:off x="282575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2" name="Freeform 2191"/>
          <p:cNvSpPr/>
          <p:nvPr/>
        </p:nvSpPr>
        <p:spPr>
          <a:xfrm>
            <a:off x="282956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3" name="Freeform 2192"/>
          <p:cNvSpPr/>
          <p:nvPr/>
        </p:nvSpPr>
        <p:spPr>
          <a:xfrm>
            <a:off x="283337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4" name="Freeform 2193"/>
          <p:cNvSpPr/>
          <p:nvPr/>
        </p:nvSpPr>
        <p:spPr>
          <a:xfrm>
            <a:off x="283591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5" name="Freeform 2194"/>
          <p:cNvSpPr/>
          <p:nvPr/>
        </p:nvSpPr>
        <p:spPr>
          <a:xfrm>
            <a:off x="283972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6" name="Freeform 2195"/>
          <p:cNvSpPr/>
          <p:nvPr/>
        </p:nvSpPr>
        <p:spPr>
          <a:xfrm>
            <a:off x="284353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7" name="Freeform 2196"/>
          <p:cNvSpPr/>
          <p:nvPr/>
        </p:nvSpPr>
        <p:spPr>
          <a:xfrm>
            <a:off x="284607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8" name="Freeform 2197"/>
          <p:cNvSpPr/>
          <p:nvPr/>
        </p:nvSpPr>
        <p:spPr>
          <a:xfrm>
            <a:off x="284988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9" name="Freeform 2198"/>
          <p:cNvSpPr/>
          <p:nvPr/>
        </p:nvSpPr>
        <p:spPr>
          <a:xfrm>
            <a:off x="285369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0" name="Freeform 2199"/>
          <p:cNvSpPr/>
          <p:nvPr/>
        </p:nvSpPr>
        <p:spPr>
          <a:xfrm>
            <a:off x="285750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1" name="Freeform 2200"/>
          <p:cNvSpPr/>
          <p:nvPr/>
        </p:nvSpPr>
        <p:spPr>
          <a:xfrm>
            <a:off x="286004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2" name="Freeform 2201"/>
          <p:cNvSpPr/>
          <p:nvPr/>
        </p:nvSpPr>
        <p:spPr>
          <a:xfrm>
            <a:off x="286385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3" name="Freeform 2202"/>
          <p:cNvSpPr/>
          <p:nvPr/>
        </p:nvSpPr>
        <p:spPr>
          <a:xfrm>
            <a:off x="286766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4" name="Freeform 2203"/>
          <p:cNvSpPr/>
          <p:nvPr/>
        </p:nvSpPr>
        <p:spPr>
          <a:xfrm>
            <a:off x="28702000" y="-22517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5" name="Freeform 2204"/>
          <p:cNvSpPr/>
          <p:nvPr/>
        </p:nvSpPr>
        <p:spPr>
          <a:xfrm>
            <a:off x="287401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6" name="Freeform 2205"/>
          <p:cNvSpPr/>
          <p:nvPr/>
        </p:nvSpPr>
        <p:spPr>
          <a:xfrm>
            <a:off x="287782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7" name="Freeform 2206"/>
          <p:cNvSpPr/>
          <p:nvPr/>
        </p:nvSpPr>
        <p:spPr>
          <a:xfrm>
            <a:off x="288163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8" name="Freeform 2207"/>
          <p:cNvSpPr/>
          <p:nvPr/>
        </p:nvSpPr>
        <p:spPr>
          <a:xfrm>
            <a:off x="28841700" y="-22529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9" name="Freeform 2208"/>
          <p:cNvSpPr/>
          <p:nvPr/>
        </p:nvSpPr>
        <p:spPr>
          <a:xfrm>
            <a:off x="288798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0" name="Freeform 2209"/>
          <p:cNvSpPr/>
          <p:nvPr/>
        </p:nvSpPr>
        <p:spPr>
          <a:xfrm>
            <a:off x="289179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1" name="Freeform 2210"/>
          <p:cNvSpPr/>
          <p:nvPr/>
        </p:nvSpPr>
        <p:spPr>
          <a:xfrm>
            <a:off x="289433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2" name="Freeform 2211"/>
          <p:cNvSpPr/>
          <p:nvPr/>
        </p:nvSpPr>
        <p:spPr>
          <a:xfrm>
            <a:off x="27978100" y="-22466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3" name="Freeform 2212"/>
          <p:cNvSpPr/>
          <p:nvPr/>
        </p:nvSpPr>
        <p:spPr>
          <a:xfrm>
            <a:off x="28003500" y="-22466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4" name="Freeform 2213"/>
          <p:cNvSpPr/>
          <p:nvPr/>
        </p:nvSpPr>
        <p:spPr>
          <a:xfrm>
            <a:off x="280416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5" name="Freeform 2214"/>
          <p:cNvSpPr/>
          <p:nvPr/>
        </p:nvSpPr>
        <p:spPr>
          <a:xfrm>
            <a:off x="280797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6" name="Freeform 2215"/>
          <p:cNvSpPr/>
          <p:nvPr/>
        </p:nvSpPr>
        <p:spPr>
          <a:xfrm>
            <a:off x="281051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7" name="Freeform 2216"/>
          <p:cNvSpPr/>
          <p:nvPr/>
        </p:nvSpPr>
        <p:spPr>
          <a:xfrm>
            <a:off x="281432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8" name="Freeform 2217"/>
          <p:cNvSpPr/>
          <p:nvPr/>
        </p:nvSpPr>
        <p:spPr>
          <a:xfrm>
            <a:off x="281813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9" name="Freeform 2218"/>
          <p:cNvSpPr/>
          <p:nvPr/>
        </p:nvSpPr>
        <p:spPr>
          <a:xfrm>
            <a:off x="282194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0" name="Freeform 2219"/>
          <p:cNvSpPr/>
          <p:nvPr/>
        </p:nvSpPr>
        <p:spPr>
          <a:xfrm>
            <a:off x="282448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1" name="Freeform 2220"/>
          <p:cNvSpPr/>
          <p:nvPr/>
        </p:nvSpPr>
        <p:spPr>
          <a:xfrm>
            <a:off x="282829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2" name="Freeform 2221"/>
          <p:cNvSpPr/>
          <p:nvPr/>
        </p:nvSpPr>
        <p:spPr>
          <a:xfrm>
            <a:off x="283210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3" name="Freeform 2222"/>
          <p:cNvSpPr/>
          <p:nvPr/>
        </p:nvSpPr>
        <p:spPr>
          <a:xfrm>
            <a:off x="283464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4" name="Freeform 2223"/>
          <p:cNvSpPr/>
          <p:nvPr/>
        </p:nvSpPr>
        <p:spPr>
          <a:xfrm>
            <a:off x="283845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5" name="Freeform 2224"/>
          <p:cNvSpPr/>
          <p:nvPr/>
        </p:nvSpPr>
        <p:spPr>
          <a:xfrm>
            <a:off x="284226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6" name="Freeform 2225"/>
          <p:cNvSpPr/>
          <p:nvPr/>
        </p:nvSpPr>
        <p:spPr>
          <a:xfrm>
            <a:off x="28460700" y="-22504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7" name="Freeform 2226"/>
          <p:cNvSpPr/>
          <p:nvPr/>
        </p:nvSpPr>
        <p:spPr>
          <a:xfrm>
            <a:off x="284861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8" name="Freeform 2227"/>
          <p:cNvSpPr/>
          <p:nvPr/>
        </p:nvSpPr>
        <p:spPr>
          <a:xfrm>
            <a:off x="285242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9" name="Freeform 2228"/>
          <p:cNvSpPr/>
          <p:nvPr/>
        </p:nvSpPr>
        <p:spPr>
          <a:xfrm>
            <a:off x="285623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0" name="Freeform 2229"/>
          <p:cNvSpPr/>
          <p:nvPr/>
        </p:nvSpPr>
        <p:spPr>
          <a:xfrm>
            <a:off x="28587700" y="-22517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1" name="Freeform 2230"/>
          <p:cNvSpPr/>
          <p:nvPr/>
        </p:nvSpPr>
        <p:spPr>
          <a:xfrm>
            <a:off x="286258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2" name="Freeform 2231"/>
          <p:cNvSpPr/>
          <p:nvPr/>
        </p:nvSpPr>
        <p:spPr>
          <a:xfrm>
            <a:off x="286639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3" name="Freeform 2232"/>
          <p:cNvSpPr/>
          <p:nvPr/>
        </p:nvSpPr>
        <p:spPr>
          <a:xfrm>
            <a:off x="286893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4" name="Freeform 2233"/>
          <p:cNvSpPr/>
          <p:nvPr/>
        </p:nvSpPr>
        <p:spPr>
          <a:xfrm>
            <a:off x="287274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5" name="Freeform 2234"/>
          <p:cNvSpPr/>
          <p:nvPr/>
        </p:nvSpPr>
        <p:spPr>
          <a:xfrm>
            <a:off x="287655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6" name="Freeform 2235"/>
          <p:cNvSpPr/>
          <p:nvPr/>
        </p:nvSpPr>
        <p:spPr>
          <a:xfrm>
            <a:off x="288036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7" name="Freeform 2236"/>
          <p:cNvSpPr/>
          <p:nvPr/>
        </p:nvSpPr>
        <p:spPr>
          <a:xfrm>
            <a:off x="288290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8" name="Freeform 2237"/>
          <p:cNvSpPr/>
          <p:nvPr/>
        </p:nvSpPr>
        <p:spPr>
          <a:xfrm>
            <a:off x="288671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9" name="Freeform 2238"/>
          <p:cNvSpPr/>
          <p:nvPr/>
        </p:nvSpPr>
        <p:spPr>
          <a:xfrm>
            <a:off x="289052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0" name="Freeform 2239"/>
          <p:cNvSpPr/>
          <p:nvPr/>
        </p:nvSpPr>
        <p:spPr>
          <a:xfrm>
            <a:off x="289306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1" name="Freeform 2240"/>
          <p:cNvSpPr/>
          <p:nvPr/>
        </p:nvSpPr>
        <p:spPr>
          <a:xfrm>
            <a:off x="27965400" y="-22479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2" name="Freeform 2241"/>
          <p:cNvSpPr/>
          <p:nvPr/>
        </p:nvSpPr>
        <p:spPr>
          <a:xfrm>
            <a:off x="279908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3" name="Freeform 2242"/>
          <p:cNvSpPr/>
          <p:nvPr/>
        </p:nvSpPr>
        <p:spPr>
          <a:xfrm>
            <a:off x="28028900" y="-2247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4" name="Freeform 2243"/>
          <p:cNvSpPr/>
          <p:nvPr/>
        </p:nvSpPr>
        <p:spPr>
          <a:xfrm>
            <a:off x="28067000" y="-22479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5" name="Freeform 2244"/>
          <p:cNvSpPr/>
          <p:nvPr/>
        </p:nvSpPr>
        <p:spPr>
          <a:xfrm>
            <a:off x="280924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6" name="Freeform 2245"/>
          <p:cNvSpPr/>
          <p:nvPr/>
        </p:nvSpPr>
        <p:spPr>
          <a:xfrm>
            <a:off x="281305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7" name="Freeform 2246"/>
          <p:cNvSpPr/>
          <p:nvPr/>
        </p:nvSpPr>
        <p:spPr>
          <a:xfrm>
            <a:off x="281686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8" name="Freeform 2247"/>
          <p:cNvSpPr/>
          <p:nvPr/>
        </p:nvSpPr>
        <p:spPr>
          <a:xfrm>
            <a:off x="28206700" y="-22491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9" name="Freeform 2248"/>
          <p:cNvSpPr/>
          <p:nvPr/>
        </p:nvSpPr>
        <p:spPr>
          <a:xfrm>
            <a:off x="282321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0" name="Freeform 2249"/>
          <p:cNvSpPr/>
          <p:nvPr/>
        </p:nvSpPr>
        <p:spPr>
          <a:xfrm>
            <a:off x="282702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1" name="Freeform 2250"/>
          <p:cNvSpPr/>
          <p:nvPr/>
        </p:nvSpPr>
        <p:spPr>
          <a:xfrm>
            <a:off x="283083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2" name="Freeform 2251"/>
          <p:cNvSpPr/>
          <p:nvPr/>
        </p:nvSpPr>
        <p:spPr>
          <a:xfrm>
            <a:off x="28333700" y="-22504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3" name="Freeform 2252"/>
          <p:cNvSpPr/>
          <p:nvPr/>
        </p:nvSpPr>
        <p:spPr>
          <a:xfrm>
            <a:off x="283718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4" name="Freeform 2253"/>
          <p:cNvSpPr/>
          <p:nvPr/>
        </p:nvSpPr>
        <p:spPr>
          <a:xfrm>
            <a:off x="284099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5" name="Freeform 2254"/>
          <p:cNvSpPr/>
          <p:nvPr/>
        </p:nvSpPr>
        <p:spPr>
          <a:xfrm>
            <a:off x="284480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6" name="Freeform 2255"/>
          <p:cNvSpPr/>
          <p:nvPr/>
        </p:nvSpPr>
        <p:spPr>
          <a:xfrm>
            <a:off x="284734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7" name="Freeform 2256"/>
          <p:cNvSpPr/>
          <p:nvPr/>
        </p:nvSpPr>
        <p:spPr>
          <a:xfrm>
            <a:off x="285115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8" name="Freeform 2257"/>
          <p:cNvSpPr/>
          <p:nvPr/>
        </p:nvSpPr>
        <p:spPr>
          <a:xfrm>
            <a:off x="285496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9" name="Freeform 2258"/>
          <p:cNvSpPr/>
          <p:nvPr/>
        </p:nvSpPr>
        <p:spPr>
          <a:xfrm>
            <a:off x="285750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0" name="Freeform 2259"/>
          <p:cNvSpPr/>
          <p:nvPr/>
        </p:nvSpPr>
        <p:spPr>
          <a:xfrm>
            <a:off x="286131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1" name="Freeform 2260"/>
          <p:cNvSpPr/>
          <p:nvPr/>
        </p:nvSpPr>
        <p:spPr>
          <a:xfrm>
            <a:off x="286512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2" name="Freeform 2261"/>
          <p:cNvSpPr/>
          <p:nvPr/>
        </p:nvSpPr>
        <p:spPr>
          <a:xfrm>
            <a:off x="286893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3" name="Freeform 2262"/>
          <p:cNvSpPr/>
          <p:nvPr/>
        </p:nvSpPr>
        <p:spPr>
          <a:xfrm>
            <a:off x="287147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4" name="Freeform 2263"/>
          <p:cNvSpPr/>
          <p:nvPr/>
        </p:nvSpPr>
        <p:spPr>
          <a:xfrm>
            <a:off x="287528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5" name="Freeform 2264"/>
          <p:cNvSpPr/>
          <p:nvPr/>
        </p:nvSpPr>
        <p:spPr>
          <a:xfrm>
            <a:off x="287909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6" name="Freeform 2265"/>
          <p:cNvSpPr/>
          <p:nvPr/>
        </p:nvSpPr>
        <p:spPr>
          <a:xfrm>
            <a:off x="288163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7" name="Freeform 2266"/>
          <p:cNvSpPr/>
          <p:nvPr/>
        </p:nvSpPr>
        <p:spPr>
          <a:xfrm>
            <a:off x="288544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8" name="Freeform 2267"/>
          <p:cNvSpPr/>
          <p:nvPr/>
        </p:nvSpPr>
        <p:spPr>
          <a:xfrm>
            <a:off x="288925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9" name="Freeform 2268"/>
          <p:cNvSpPr/>
          <p:nvPr/>
        </p:nvSpPr>
        <p:spPr>
          <a:xfrm>
            <a:off x="28930600" y="-2255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0" name="Freeform 2269"/>
          <p:cNvSpPr/>
          <p:nvPr/>
        </p:nvSpPr>
        <p:spPr>
          <a:xfrm>
            <a:off x="27952700" y="-22479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1" name="Freeform 2270"/>
          <p:cNvSpPr/>
          <p:nvPr/>
        </p:nvSpPr>
        <p:spPr>
          <a:xfrm>
            <a:off x="279781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2" name="Freeform 2271"/>
          <p:cNvSpPr/>
          <p:nvPr/>
        </p:nvSpPr>
        <p:spPr>
          <a:xfrm>
            <a:off x="280162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3" name="Freeform 2272"/>
          <p:cNvSpPr/>
          <p:nvPr/>
        </p:nvSpPr>
        <p:spPr>
          <a:xfrm>
            <a:off x="280543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4" name="Freeform 2273"/>
          <p:cNvSpPr/>
          <p:nvPr/>
        </p:nvSpPr>
        <p:spPr>
          <a:xfrm>
            <a:off x="280797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5" name="Freeform 2274"/>
          <p:cNvSpPr/>
          <p:nvPr/>
        </p:nvSpPr>
        <p:spPr>
          <a:xfrm>
            <a:off x="281178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6" name="Freeform 2275"/>
          <p:cNvSpPr/>
          <p:nvPr/>
        </p:nvSpPr>
        <p:spPr>
          <a:xfrm>
            <a:off x="281559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7" name="Freeform 2276"/>
          <p:cNvSpPr/>
          <p:nvPr/>
        </p:nvSpPr>
        <p:spPr>
          <a:xfrm>
            <a:off x="281940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8" name="Freeform 2277"/>
          <p:cNvSpPr/>
          <p:nvPr/>
        </p:nvSpPr>
        <p:spPr>
          <a:xfrm>
            <a:off x="282194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9" name="Freeform 2278"/>
          <p:cNvSpPr/>
          <p:nvPr/>
        </p:nvSpPr>
        <p:spPr>
          <a:xfrm>
            <a:off x="282575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0" name="Freeform 2279"/>
          <p:cNvSpPr/>
          <p:nvPr/>
        </p:nvSpPr>
        <p:spPr>
          <a:xfrm>
            <a:off x="282956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1" name="Freeform 2280"/>
          <p:cNvSpPr/>
          <p:nvPr/>
        </p:nvSpPr>
        <p:spPr>
          <a:xfrm>
            <a:off x="283210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2" name="Freeform 2281"/>
          <p:cNvSpPr/>
          <p:nvPr/>
        </p:nvSpPr>
        <p:spPr>
          <a:xfrm>
            <a:off x="283591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3" name="Freeform 2282"/>
          <p:cNvSpPr/>
          <p:nvPr/>
        </p:nvSpPr>
        <p:spPr>
          <a:xfrm>
            <a:off x="283972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4" name="Freeform 2283"/>
          <p:cNvSpPr/>
          <p:nvPr/>
        </p:nvSpPr>
        <p:spPr>
          <a:xfrm>
            <a:off x="284353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5" name="Freeform 2284"/>
          <p:cNvSpPr/>
          <p:nvPr/>
        </p:nvSpPr>
        <p:spPr>
          <a:xfrm>
            <a:off x="284607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6" name="Freeform 2285"/>
          <p:cNvSpPr/>
          <p:nvPr/>
        </p:nvSpPr>
        <p:spPr>
          <a:xfrm>
            <a:off x="284988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7" name="Freeform 2286"/>
          <p:cNvSpPr/>
          <p:nvPr/>
        </p:nvSpPr>
        <p:spPr>
          <a:xfrm>
            <a:off x="285369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8" name="Freeform 2287"/>
          <p:cNvSpPr/>
          <p:nvPr/>
        </p:nvSpPr>
        <p:spPr>
          <a:xfrm>
            <a:off x="285623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9" name="Freeform 2288"/>
          <p:cNvSpPr/>
          <p:nvPr/>
        </p:nvSpPr>
        <p:spPr>
          <a:xfrm>
            <a:off x="286004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0" name="Freeform 2289"/>
          <p:cNvSpPr/>
          <p:nvPr/>
        </p:nvSpPr>
        <p:spPr>
          <a:xfrm>
            <a:off x="286385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1" name="Freeform 2290"/>
          <p:cNvSpPr/>
          <p:nvPr/>
        </p:nvSpPr>
        <p:spPr>
          <a:xfrm>
            <a:off x="28676600" y="-22542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2" name="Freeform 2291"/>
          <p:cNvSpPr/>
          <p:nvPr/>
        </p:nvSpPr>
        <p:spPr>
          <a:xfrm>
            <a:off x="287020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3" name="Freeform 2292"/>
          <p:cNvSpPr/>
          <p:nvPr/>
        </p:nvSpPr>
        <p:spPr>
          <a:xfrm>
            <a:off x="287401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4" name="Freeform 2293"/>
          <p:cNvSpPr/>
          <p:nvPr/>
        </p:nvSpPr>
        <p:spPr>
          <a:xfrm>
            <a:off x="287782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5" name="Freeform 2294"/>
          <p:cNvSpPr/>
          <p:nvPr/>
        </p:nvSpPr>
        <p:spPr>
          <a:xfrm>
            <a:off x="28803600" y="-22555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6" name="Freeform 2295"/>
          <p:cNvSpPr/>
          <p:nvPr/>
        </p:nvSpPr>
        <p:spPr>
          <a:xfrm>
            <a:off x="288417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7" name="Freeform 2296"/>
          <p:cNvSpPr/>
          <p:nvPr/>
        </p:nvSpPr>
        <p:spPr>
          <a:xfrm>
            <a:off x="288798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8" name="Freeform 2297"/>
          <p:cNvSpPr/>
          <p:nvPr/>
        </p:nvSpPr>
        <p:spPr>
          <a:xfrm>
            <a:off x="289179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9" name="Freeform 2298"/>
          <p:cNvSpPr/>
          <p:nvPr/>
        </p:nvSpPr>
        <p:spPr>
          <a:xfrm>
            <a:off x="27940000" y="-22491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0" name="Freeform 2299"/>
          <p:cNvSpPr/>
          <p:nvPr/>
        </p:nvSpPr>
        <p:spPr>
          <a:xfrm>
            <a:off x="27965400" y="-22491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1" name="Freeform 2300"/>
          <p:cNvSpPr/>
          <p:nvPr/>
        </p:nvSpPr>
        <p:spPr>
          <a:xfrm>
            <a:off x="280035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2" name="Freeform 2301"/>
          <p:cNvSpPr/>
          <p:nvPr/>
        </p:nvSpPr>
        <p:spPr>
          <a:xfrm>
            <a:off x="28041600" y="-22504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3" name="Freeform 2302"/>
          <p:cNvSpPr/>
          <p:nvPr/>
        </p:nvSpPr>
        <p:spPr>
          <a:xfrm>
            <a:off x="280670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4" name="Freeform 2303"/>
          <p:cNvSpPr/>
          <p:nvPr/>
        </p:nvSpPr>
        <p:spPr>
          <a:xfrm>
            <a:off x="28105100" y="-2250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5" name="Freeform 2304"/>
          <p:cNvSpPr/>
          <p:nvPr/>
        </p:nvSpPr>
        <p:spPr>
          <a:xfrm>
            <a:off x="281432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6" name="Freeform 2305"/>
          <p:cNvSpPr/>
          <p:nvPr/>
        </p:nvSpPr>
        <p:spPr>
          <a:xfrm>
            <a:off x="28181300" y="-22517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7" name="Freeform 2306"/>
          <p:cNvSpPr/>
          <p:nvPr/>
        </p:nvSpPr>
        <p:spPr>
          <a:xfrm>
            <a:off x="282067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8" name="Freeform 2307"/>
          <p:cNvSpPr/>
          <p:nvPr/>
        </p:nvSpPr>
        <p:spPr>
          <a:xfrm>
            <a:off x="28244800" y="-22517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9" name="Freeform 2308"/>
          <p:cNvSpPr/>
          <p:nvPr/>
        </p:nvSpPr>
        <p:spPr>
          <a:xfrm>
            <a:off x="28282900" y="-22529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0" name="Freeform 2309"/>
          <p:cNvSpPr/>
          <p:nvPr/>
        </p:nvSpPr>
        <p:spPr>
          <a:xfrm>
            <a:off x="283083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1" name="Freeform 2310"/>
          <p:cNvSpPr/>
          <p:nvPr/>
        </p:nvSpPr>
        <p:spPr>
          <a:xfrm>
            <a:off x="283464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2" name="Freeform 2311"/>
          <p:cNvSpPr/>
          <p:nvPr/>
        </p:nvSpPr>
        <p:spPr>
          <a:xfrm>
            <a:off x="28384500" y="-22529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3" name="Freeform 2312"/>
          <p:cNvSpPr/>
          <p:nvPr/>
        </p:nvSpPr>
        <p:spPr>
          <a:xfrm>
            <a:off x="28422600" y="-22529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4" name="Freeform 2313"/>
          <p:cNvSpPr/>
          <p:nvPr/>
        </p:nvSpPr>
        <p:spPr>
          <a:xfrm>
            <a:off x="284480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5" name="Freeform 2314"/>
          <p:cNvSpPr/>
          <p:nvPr/>
        </p:nvSpPr>
        <p:spPr>
          <a:xfrm>
            <a:off x="284861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6" name="Freeform 2315"/>
          <p:cNvSpPr/>
          <p:nvPr/>
        </p:nvSpPr>
        <p:spPr>
          <a:xfrm>
            <a:off x="285242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7" name="Freeform 2316"/>
          <p:cNvSpPr/>
          <p:nvPr/>
        </p:nvSpPr>
        <p:spPr>
          <a:xfrm>
            <a:off x="28549600" y="-22542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8" name="Freeform 2317"/>
          <p:cNvSpPr/>
          <p:nvPr/>
        </p:nvSpPr>
        <p:spPr>
          <a:xfrm>
            <a:off x="285877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9" name="Freeform 2318"/>
          <p:cNvSpPr/>
          <p:nvPr/>
        </p:nvSpPr>
        <p:spPr>
          <a:xfrm>
            <a:off x="286258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0" name="Freeform 2319"/>
          <p:cNvSpPr/>
          <p:nvPr/>
        </p:nvSpPr>
        <p:spPr>
          <a:xfrm>
            <a:off x="286639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1" name="Freeform 2320"/>
          <p:cNvSpPr/>
          <p:nvPr/>
        </p:nvSpPr>
        <p:spPr>
          <a:xfrm>
            <a:off x="286893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2" name="Freeform 2321"/>
          <p:cNvSpPr/>
          <p:nvPr/>
        </p:nvSpPr>
        <p:spPr>
          <a:xfrm>
            <a:off x="287274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3" name="Freeform 2322"/>
          <p:cNvSpPr/>
          <p:nvPr/>
        </p:nvSpPr>
        <p:spPr>
          <a:xfrm>
            <a:off x="287655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4" name="Freeform 2323"/>
          <p:cNvSpPr/>
          <p:nvPr/>
        </p:nvSpPr>
        <p:spPr>
          <a:xfrm>
            <a:off x="287909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5" name="Freeform 2324"/>
          <p:cNvSpPr/>
          <p:nvPr/>
        </p:nvSpPr>
        <p:spPr>
          <a:xfrm>
            <a:off x="288290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6" name="Freeform 2325"/>
          <p:cNvSpPr/>
          <p:nvPr/>
        </p:nvSpPr>
        <p:spPr>
          <a:xfrm>
            <a:off x="288671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7" name="Freeform 2326"/>
          <p:cNvSpPr/>
          <p:nvPr/>
        </p:nvSpPr>
        <p:spPr>
          <a:xfrm>
            <a:off x="289052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8" name="Freeform 2327"/>
          <p:cNvSpPr/>
          <p:nvPr/>
        </p:nvSpPr>
        <p:spPr>
          <a:xfrm>
            <a:off x="27927300" y="-2251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9" name="Freeform 2328"/>
          <p:cNvSpPr/>
          <p:nvPr/>
        </p:nvSpPr>
        <p:spPr>
          <a:xfrm>
            <a:off x="27952700" y="-22517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0" name="Freeform 2329"/>
          <p:cNvSpPr/>
          <p:nvPr/>
        </p:nvSpPr>
        <p:spPr>
          <a:xfrm>
            <a:off x="27990800" y="-22529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1" name="Freeform 2330"/>
          <p:cNvSpPr/>
          <p:nvPr/>
        </p:nvSpPr>
        <p:spPr>
          <a:xfrm>
            <a:off x="28028900" y="-22529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2" name="Freeform 2331"/>
          <p:cNvSpPr/>
          <p:nvPr/>
        </p:nvSpPr>
        <p:spPr>
          <a:xfrm>
            <a:off x="28054300" y="-2252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3" name="Freeform 2332"/>
          <p:cNvSpPr/>
          <p:nvPr/>
        </p:nvSpPr>
        <p:spPr>
          <a:xfrm>
            <a:off x="28092400" y="-22529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4" name="Freeform 2333"/>
          <p:cNvSpPr/>
          <p:nvPr/>
        </p:nvSpPr>
        <p:spPr>
          <a:xfrm>
            <a:off x="28130500" y="-22542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5" name="Freeform 2334"/>
          <p:cNvSpPr/>
          <p:nvPr/>
        </p:nvSpPr>
        <p:spPr>
          <a:xfrm>
            <a:off x="28168600" y="-22542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6" name="Freeform 2335"/>
          <p:cNvSpPr/>
          <p:nvPr/>
        </p:nvSpPr>
        <p:spPr>
          <a:xfrm>
            <a:off x="28194000" y="-2254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7" name="Freeform 2336"/>
          <p:cNvSpPr/>
          <p:nvPr/>
        </p:nvSpPr>
        <p:spPr>
          <a:xfrm>
            <a:off x="28232100" y="-22542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8" name="Freeform 2337"/>
          <p:cNvSpPr/>
          <p:nvPr/>
        </p:nvSpPr>
        <p:spPr>
          <a:xfrm>
            <a:off x="28270200" y="-2255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9" name="Freeform 2338"/>
          <p:cNvSpPr/>
          <p:nvPr/>
        </p:nvSpPr>
        <p:spPr>
          <a:xfrm>
            <a:off x="28295600" y="-2255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0" name="Freeform 2339"/>
          <p:cNvSpPr/>
          <p:nvPr/>
        </p:nvSpPr>
        <p:spPr>
          <a:xfrm>
            <a:off x="28333700" y="-22555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1" name="Freeform 2340"/>
          <p:cNvSpPr/>
          <p:nvPr/>
        </p:nvSpPr>
        <p:spPr>
          <a:xfrm>
            <a:off x="283718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2" name="Freeform 2341"/>
          <p:cNvSpPr/>
          <p:nvPr/>
        </p:nvSpPr>
        <p:spPr>
          <a:xfrm>
            <a:off x="28409900" y="-22542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3" name="Freeform 2342"/>
          <p:cNvSpPr/>
          <p:nvPr/>
        </p:nvSpPr>
        <p:spPr>
          <a:xfrm>
            <a:off x="28435300" y="-22542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4" name="Freeform 2343"/>
          <p:cNvSpPr/>
          <p:nvPr/>
        </p:nvSpPr>
        <p:spPr>
          <a:xfrm>
            <a:off x="284734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5" name="Freeform 2344"/>
          <p:cNvSpPr/>
          <p:nvPr/>
        </p:nvSpPr>
        <p:spPr>
          <a:xfrm>
            <a:off x="285115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6" name="Freeform 2345"/>
          <p:cNvSpPr/>
          <p:nvPr/>
        </p:nvSpPr>
        <p:spPr>
          <a:xfrm>
            <a:off x="285369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7" name="Freeform 2346"/>
          <p:cNvSpPr/>
          <p:nvPr/>
        </p:nvSpPr>
        <p:spPr>
          <a:xfrm>
            <a:off x="285750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8" name="Freeform 2347"/>
          <p:cNvSpPr/>
          <p:nvPr/>
        </p:nvSpPr>
        <p:spPr>
          <a:xfrm>
            <a:off x="286131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9" name="Freeform 2348"/>
          <p:cNvSpPr/>
          <p:nvPr/>
        </p:nvSpPr>
        <p:spPr>
          <a:xfrm>
            <a:off x="286512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0" name="Freeform 2349"/>
          <p:cNvSpPr/>
          <p:nvPr/>
        </p:nvSpPr>
        <p:spPr>
          <a:xfrm>
            <a:off x="286766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1" name="Freeform 2350"/>
          <p:cNvSpPr/>
          <p:nvPr/>
        </p:nvSpPr>
        <p:spPr>
          <a:xfrm>
            <a:off x="287147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2" name="Freeform 2351"/>
          <p:cNvSpPr/>
          <p:nvPr/>
        </p:nvSpPr>
        <p:spPr>
          <a:xfrm>
            <a:off x="28752800" y="-22567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3" name="Freeform 2352"/>
          <p:cNvSpPr/>
          <p:nvPr/>
        </p:nvSpPr>
        <p:spPr>
          <a:xfrm>
            <a:off x="287782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4" name="Freeform 2353"/>
          <p:cNvSpPr/>
          <p:nvPr/>
        </p:nvSpPr>
        <p:spPr>
          <a:xfrm>
            <a:off x="288163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5" name="Freeform 2354"/>
          <p:cNvSpPr/>
          <p:nvPr/>
        </p:nvSpPr>
        <p:spPr>
          <a:xfrm>
            <a:off x="288544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6" name="Freeform 2355"/>
          <p:cNvSpPr/>
          <p:nvPr/>
        </p:nvSpPr>
        <p:spPr>
          <a:xfrm>
            <a:off x="28892500" y="-22580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7" name="Freeform 2356"/>
          <p:cNvSpPr/>
          <p:nvPr/>
        </p:nvSpPr>
        <p:spPr>
          <a:xfrm>
            <a:off x="27914600" y="-2255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8" name="Freeform 2357"/>
          <p:cNvSpPr/>
          <p:nvPr/>
        </p:nvSpPr>
        <p:spPr>
          <a:xfrm>
            <a:off x="27940000" y="-22567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9" name="Freeform 2358"/>
          <p:cNvSpPr/>
          <p:nvPr/>
        </p:nvSpPr>
        <p:spPr>
          <a:xfrm>
            <a:off x="27978100" y="-22567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0" name="Freeform 2359"/>
          <p:cNvSpPr/>
          <p:nvPr/>
        </p:nvSpPr>
        <p:spPr>
          <a:xfrm>
            <a:off x="28016200" y="-22567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1" name="Freeform 2360"/>
          <p:cNvSpPr/>
          <p:nvPr/>
        </p:nvSpPr>
        <p:spPr>
          <a:xfrm>
            <a:off x="28041600" y="-22567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2" name="Freeform 2361"/>
          <p:cNvSpPr/>
          <p:nvPr/>
        </p:nvSpPr>
        <p:spPr>
          <a:xfrm>
            <a:off x="28079700" y="-22580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3" name="Freeform 2362"/>
          <p:cNvSpPr/>
          <p:nvPr/>
        </p:nvSpPr>
        <p:spPr>
          <a:xfrm>
            <a:off x="28117800" y="-22580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4" name="Freeform 2363"/>
          <p:cNvSpPr/>
          <p:nvPr/>
        </p:nvSpPr>
        <p:spPr>
          <a:xfrm>
            <a:off x="28155900" y="-22580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5" name="Freeform 2364"/>
          <p:cNvSpPr/>
          <p:nvPr/>
        </p:nvSpPr>
        <p:spPr>
          <a:xfrm>
            <a:off x="28181300" y="-2258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6" name="Freeform 2365"/>
          <p:cNvSpPr/>
          <p:nvPr/>
        </p:nvSpPr>
        <p:spPr>
          <a:xfrm>
            <a:off x="28219400" y="-2259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7" name="Freeform 2366"/>
          <p:cNvSpPr/>
          <p:nvPr/>
        </p:nvSpPr>
        <p:spPr>
          <a:xfrm>
            <a:off x="28257500" y="-22593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8" name="Freeform 2367"/>
          <p:cNvSpPr/>
          <p:nvPr/>
        </p:nvSpPr>
        <p:spPr>
          <a:xfrm>
            <a:off x="28282900" y="-2259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9" name="Freeform 2368"/>
          <p:cNvSpPr/>
          <p:nvPr/>
        </p:nvSpPr>
        <p:spPr>
          <a:xfrm>
            <a:off x="28321000" y="-22593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0" name="Freeform 2369"/>
          <p:cNvSpPr/>
          <p:nvPr/>
        </p:nvSpPr>
        <p:spPr>
          <a:xfrm>
            <a:off x="283591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1" name="Freeform 2370"/>
          <p:cNvSpPr/>
          <p:nvPr/>
        </p:nvSpPr>
        <p:spPr>
          <a:xfrm>
            <a:off x="28397200" y="-22555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2" name="Freeform 2371"/>
          <p:cNvSpPr/>
          <p:nvPr/>
        </p:nvSpPr>
        <p:spPr>
          <a:xfrm>
            <a:off x="284226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3" name="Freeform 2372"/>
          <p:cNvSpPr/>
          <p:nvPr/>
        </p:nvSpPr>
        <p:spPr>
          <a:xfrm>
            <a:off x="28460700" y="-22555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4" name="Freeform 2373"/>
          <p:cNvSpPr/>
          <p:nvPr/>
        </p:nvSpPr>
        <p:spPr>
          <a:xfrm>
            <a:off x="284988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5" name="Freeform 2374"/>
          <p:cNvSpPr/>
          <p:nvPr/>
        </p:nvSpPr>
        <p:spPr>
          <a:xfrm>
            <a:off x="285242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6" name="Freeform 2375"/>
          <p:cNvSpPr/>
          <p:nvPr/>
        </p:nvSpPr>
        <p:spPr>
          <a:xfrm>
            <a:off x="285623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7" name="Freeform 2376"/>
          <p:cNvSpPr/>
          <p:nvPr/>
        </p:nvSpPr>
        <p:spPr>
          <a:xfrm>
            <a:off x="286004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8" name="Freeform 2377"/>
          <p:cNvSpPr/>
          <p:nvPr/>
        </p:nvSpPr>
        <p:spPr>
          <a:xfrm>
            <a:off x="28638500" y="-22567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9" name="Freeform 2378"/>
          <p:cNvSpPr/>
          <p:nvPr/>
        </p:nvSpPr>
        <p:spPr>
          <a:xfrm>
            <a:off x="286639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0" name="Freeform 2379"/>
          <p:cNvSpPr/>
          <p:nvPr/>
        </p:nvSpPr>
        <p:spPr>
          <a:xfrm>
            <a:off x="287020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1" name="Freeform 2380"/>
          <p:cNvSpPr/>
          <p:nvPr/>
        </p:nvSpPr>
        <p:spPr>
          <a:xfrm>
            <a:off x="287401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2" name="Freeform 2381"/>
          <p:cNvSpPr/>
          <p:nvPr/>
        </p:nvSpPr>
        <p:spPr>
          <a:xfrm>
            <a:off x="287655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3" name="Freeform 2382"/>
          <p:cNvSpPr/>
          <p:nvPr/>
        </p:nvSpPr>
        <p:spPr>
          <a:xfrm>
            <a:off x="288036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4" name="Freeform 2383"/>
          <p:cNvSpPr/>
          <p:nvPr/>
        </p:nvSpPr>
        <p:spPr>
          <a:xfrm>
            <a:off x="288417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5" name="Freeform 2384"/>
          <p:cNvSpPr/>
          <p:nvPr/>
        </p:nvSpPr>
        <p:spPr>
          <a:xfrm>
            <a:off x="288798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6" name="Freeform 2385"/>
          <p:cNvSpPr/>
          <p:nvPr/>
        </p:nvSpPr>
        <p:spPr>
          <a:xfrm>
            <a:off x="27901900" y="-2259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7" name="Freeform 2386"/>
          <p:cNvSpPr/>
          <p:nvPr/>
        </p:nvSpPr>
        <p:spPr>
          <a:xfrm>
            <a:off x="27927300" y="-2259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8" name="Freeform 2387"/>
          <p:cNvSpPr/>
          <p:nvPr/>
        </p:nvSpPr>
        <p:spPr>
          <a:xfrm>
            <a:off x="27965400" y="-22593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9" name="Freeform 2388"/>
          <p:cNvSpPr/>
          <p:nvPr/>
        </p:nvSpPr>
        <p:spPr>
          <a:xfrm>
            <a:off x="28003500" y="-22593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0" name="Freeform 2389"/>
          <p:cNvSpPr/>
          <p:nvPr/>
        </p:nvSpPr>
        <p:spPr>
          <a:xfrm>
            <a:off x="28028900" y="-2260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1" name="Freeform 2390"/>
          <p:cNvSpPr/>
          <p:nvPr/>
        </p:nvSpPr>
        <p:spPr>
          <a:xfrm>
            <a:off x="28067000" y="-2260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2" name="Freeform 2391"/>
          <p:cNvSpPr/>
          <p:nvPr/>
        </p:nvSpPr>
        <p:spPr>
          <a:xfrm>
            <a:off x="28105100" y="-22606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3" name="Freeform 2392"/>
          <p:cNvSpPr/>
          <p:nvPr/>
        </p:nvSpPr>
        <p:spPr>
          <a:xfrm>
            <a:off x="28143200" y="-22606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4" name="Freeform 2393"/>
          <p:cNvSpPr/>
          <p:nvPr/>
        </p:nvSpPr>
        <p:spPr>
          <a:xfrm>
            <a:off x="28168600" y="-2261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5" name="Freeform 2394"/>
          <p:cNvSpPr/>
          <p:nvPr/>
        </p:nvSpPr>
        <p:spPr>
          <a:xfrm>
            <a:off x="28206700" y="-2261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6" name="Freeform 2395"/>
          <p:cNvSpPr/>
          <p:nvPr/>
        </p:nvSpPr>
        <p:spPr>
          <a:xfrm>
            <a:off x="28244800" y="-2261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C"/>
          </a:solidFill>
          <a:ln w="3175">
            <a:solidFill>
              <a:srgbClr val="000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7" name="Freeform 2396"/>
          <p:cNvSpPr/>
          <p:nvPr/>
        </p:nvSpPr>
        <p:spPr>
          <a:xfrm>
            <a:off x="28270200" y="-2261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3"/>
          </a:solidFill>
          <a:ln w="3175">
            <a:solidFill>
              <a:srgbClr val="0000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8" name="Freeform 2397"/>
          <p:cNvSpPr/>
          <p:nvPr/>
        </p:nvSpPr>
        <p:spPr>
          <a:xfrm>
            <a:off x="28308300" y="-2260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9" name="Freeform 2398"/>
          <p:cNvSpPr/>
          <p:nvPr/>
        </p:nvSpPr>
        <p:spPr>
          <a:xfrm>
            <a:off x="28346400" y="-22555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0" name="Freeform 2399"/>
          <p:cNvSpPr/>
          <p:nvPr/>
        </p:nvSpPr>
        <p:spPr>
          <a:xfrm>
            <a:off x="28384500" y="-22555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1" name="Freeform 2400"/>
          <p:cNvSpPr/>
          <p:nvPr/>
        </p:nvSpPr>
        <p:spPr>
          <a:xfrm>
            <a:off x="284099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2" name="Freeform 2401"/>
          <p:cNvSpPr/>
          <p:nvPr/>
        </p:nvSpPr>
        <p:spPr>
          <a:xfrm>
            <a:off x="284480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3" name="Freeform 2402"/>
          <p:cNvSpPr/>
          <p:nvPr/>
        </p:nvSpPr>
        <p:spPr>
          <a:xfrm>
            <a:off x="284861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4" name="Freeform 2403"/>
          <p:cNvSpPr/>
          <p:nvPr/>
        </p:nvSpPr>
        <p:spPr>
          <a:xfrm>
            <a:off x="28511500" y="-22567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5" name="Freeform 2404"/>
          <p:cNvSpPr/>
          <p:nvPr/>
        </p:nvSpPr>
        <p:spPr>
          <a:xfrm>
            <a:off x="285496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6" name="Freeform 2405"/>
          <p:cNvSpPr/>
          <p:nvPr/>
        </p:nvSpPr>
        <p:spPr>
          <a:xfrm>
            <a:off x="285877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7" name="Freeform 2406"/>
          <p:cNvSpPr/>
          <p:nvPr/>
        </p:nvSpPr>
        <p:spPr>
          <a:xfrm>
            <a:off x="286258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8" name="Freeform 2407"/>
          <p:cNvSpPr/>
          <p:nvPr/>
        </p:nvSpPr>
        <p:spPr>
          <a:xfrm>
            <a:off x="286512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9" name="Freeform 2408"/>
          <p:cNvSpPr/>
          <p:nvPr/>
        </p:nvSpPr>
        <p:spPr>
          <a:xfrm>
            <a:off x="286893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0" name="Freeform 2409"/>
          <p:cNvSpPr/>
          <p:nvPr/>
        </p:nvSpPr>
        <p:spPr>
          <a:xfrm>
            <a:off x="287274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1" name="Freeform 2410"/>
          <p:cNvSpPr/>
          <p:nvPr/>
        </p:nvSpPr>
        <p:spPr>
          <a:xfrm>
            <a:off x="287528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2" name="Freeform 2411"/>
          <p:cNvSpPr/>
          <p:nvPr/>
        </p:nvSpPr>
        <p:spPr>
          <a:xfrm>
            <a:off x="287909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3" name="Freeform 2412"/>
          <p:cNvSpPr/>
          <p:nvPr/>
        </p:nvSpPr>
        <p:spPr>
          <a:xfrm>
            <a:off x="288290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4" name="Freeform 2413"/>
          <p:cNvSpPr/>
          <p:nvPr/>
        </p:nvSpPr>
        <p:spPr>
          <a:xfrm>
            <a:off x="288671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5" name="Freeform 2414"/>
          <p:cNvSpPr/>
          <p:nvPr/>
        </p:nvSpPr>
        <p:spPr>
          <a:xfrm>
            <a:off x="27889200" y="-2261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6" name="Freeform 2415"/>
          <p:cNvSpPr/>
          <p:nvPr/>
        </p:nvSpPr>
        <p:spPr>
          <a:xfrm>
            <a:off x="27914600" y="-2261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7" name="Freeform 2416"/>
          <p:cNvSpPr/>
          <p:nvPr/>
        </p:nvSpPr>
        <p:spPr>
          <a:xfrm>
            <a:off x="27952700" y="-22618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8" name="Freeform 2417"/>
          <p:cNvSpPr/>
          <p:nvPr/>
        </p:nvSpPr>
        <p:spPr>
          <a:xfrm>
            <a:off x="27990800" y="-22618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9" name="Freeform 2418"/>
          <p:cNvSpPr/>
          <p:nvPr/>
        </p:nvSpPr>
        <p:spPr>
          <a:xfrm>
            <a:off x="28016200" y="-22631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0" name="Freeform 2419"/>
          <p:cNvSpPr/>
          <p:nvPr/>
        </p:nvSpPr>
        <p:spPr>
          <a:xfrm>
            <a:off x="28054300" y="-2263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1" name="Freeform 2420"/>
          <p:cNvSpPr/>
          <p:nvPr/>
        </p:nvSpPr>
        <p:spPr>
          <a:xfrm>
            <a:off x="28092400" y="-22631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2" name="Freeform 2421"/>
          <p:cNvSpPr/>
          <p:nvPr/>
        </p:nvSpPr>
        <p:spPr>
          <a:xfrm>
            <a:off x="28130500" y="-2263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3" name="Freeform 2422"/>
          <p:cNvSpPr/>
          <p:nvPr/>
        </p:nvSpPr>
        <p:spPr>
          <a:xfrm>
            <a:off x="28155900" y="-22644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4" name="Freeform 2423"/>
          <p:cNvSpPr/>
          <p:nvPr/>
        </p:nvSpPr>
        <p:spPr>
          <a:xfrm>
            <a:off x="28194000" y="-2264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5" name="Freeform 2424"/>
          <p:cNvSpPr/>
          <p:nvPr/>
        </p:nvSpPr>
        <p:spPr>
          <a:xfrm>
            <a:off x="28232100" y="-2264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6" name="Freeform 2425"/>
          <p:cNvSpPr/>
          <p:nvPr/>
        </p:nvSpPr>
        <p:spPr>
          <a:xfrm>
            <a:off x="28257500" y="-22644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1"/>
          </a:solidFill>
          <a:ln w="3175">
            <a:solidFill>
              <a:srgbClr val="000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7" name="Freeform 2426"/>
          <p:cNvSpPr/>
          <p:nvPr/>
        </p:nvSpPr>
        <p:spPr>
          <a:xfrm>
            <a:off x="28295600" y="-22606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8" name="Freeform 2427"/>
          <p:cNvSpPr/>
          <p:nvPr/>
        </p:nvSpPr>
        <p:spPr>
          <a:xfrm>
            <a:off x="283337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9" name="Freeform 2428"/>
          <p:cNvSpPr/>
          <p:nvPr/>
        </p:nvSpPr>
        <p:spPr>
          <a:xfrm>
            <a:off x="28371800" y="-22567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0" name="Freeform 2429"/>
          <p:cNvSpPr/>
          <p:nvPr/>
        </p:nvSpPr>
        <p:spPr>
          <a:xfrm>
            <a:off x="28397200" y="-22567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1" name="Freeform 2430"/>
          <p:cNvSpPr/>
          <p:nvPr/>
        </p:nvSpPr>
        <p:spPr>
          <a:xfrm>
            <a:off x="284353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2" name="Freeform 2431"/>
          <p:cNvSpPr/>
          <p:nvPr/>
        </p:nvSpPr>
        <p:spPr>
          <a:xfrm>
            <a:off x="284734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3" name="Freeform 2432"/>
          <p:cNvSpPr/>
          <p:nvPr/>
        </p:nvSpPr>
        <p:spPr>
          <a:xfrm>
            <a:off x="284988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4" name="Freeform 2433"/>
          <p:cNvSpPr/>
          <p:nvPr/>
        </p:nvSpPr>
        <p:spPr>
          <a:xfrm>
            <a:off x="285369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5" name="Freeform 2434"/>
          <p:cNvSpPr/>
          <p:nvPr/>
        </p:nvSpPr>
        <p:spPr>
          <a:xfrm>
            <a:off x="285750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6" name="Freeform 2435"/>
          <p:cNvSpPr/>
          <p:nvPr/>
        </p:nvSpPr>
        <p:spPr>
          <a:xfrm>
            <a:off x="286131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7" name="Freeform 2436"/>
          <p:cNvSpPr/>
          <p:nvPr/>
        </p:nvSpPr>
        <p:spPr>
          <a:xfrm>
            <a:off x="286385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Freeform 2437"/>
          <p:cNvSpPr/>
          <p:nvPr/>
        </p:nvSpPr>
        <p:spPr>
          <a:xfrm>
            <a:off x="286766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9" name="Freeform 2438"/>
          <p:cNvSpPr/>
          <p:nvPr/>
        </p:nvSpPr>
        <p:spPr>
          <a:xfrm>
            <a:off x="28714700" y="-2259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0" name="Freeform 2439"/>
          <p:cNvSpPr/>
          <p:nvPr/>
        </p:nvSpPr>
        <p:spPr>
          <a:xfrm>
            <a:off x="287401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1" name="Freeform 2440"/>
          <p:cNvSpPr/>
          <p:nvPr/>
        </p:nvSpPr>
        <p:spPr>
          <a:xfrm>
            <a:off x="287782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2" name="Freeform 2441"/>
          <p:cNvSpPr/>
          <p:nvPr/>
        </p:nvSpPr>
        <p:spPr>
          <a:xfrm>
            <a:off x="288163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3" name="Freeform 2442"/>
          <p:cNvSpPr/>
          <p:nvPr/>
        </p:nvSpPr>
        <p:spPr>
          <a:xfrm>
            <a:off x="28854400" y="-22606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4" name="Freeform 2443"/>
          <p:cNvSpPr/>
          <p:nvPr/>
        </p:nvSpPr>
        <p:spPr>
          <a:xfrm>
            <a:off x="27876500" y="-22644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5" name="Freeform 2444"/>
          <p:cNvSpPr/>
          <p:nvPr/>
        </p:nvSpPr>
        <p:spPr>
          <a:xfrm>
            <a:off x="27901900" y="-2264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6" name="Freeform 2445"/>
          <p:cNvSpPr/>
          <p:nvPr/>
        </p:nvSpPr>
        <p:spPr>
          <a:xfrm>
            <a:off x="27940000" y="-22644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7" name="Freeform 2446"/>
          <p:cNvSpPr/>
          <p:nvPr/>
        </p:nvSpPr>
        <p:spPr>
          <a:xfrm>
            <a:off x="27978100" y="-22644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8" name="Freeform 2447"/>
          <p:cNvSpPr/>
          <p:nvPr/>
        </p:nvSpPr>
        <p:spPr>
          <a:xfrm>
            <a:off x="28003500" y="-2265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9" name="Freeform 2448"/>
          <p:cNvSpPr/>
          <p:nvPr/>
        </p:nvSpPr>
        <p:spPr>
          <a:xfrm>
            <a:off x="28041600" y="-2265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0" name="Freeform 2449"/>
          <p:cNvSpPr/>
          <p:nvPr/>
        </p:nvSpPr>
        <p:spPr>
          <a:xfrm>
            <a:off x="28079700" y="-22656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1" name="Freeform 2450"/>
          <p:cNvSpPr/>
          <p:nvPr/>
        </p:nvSpPr>
        <p:spPr>
          <a:xfrm>
            <a:off x="28117800" y="-2265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2" name="Freeform 2451"/>
          <p:cNvSpPr/>
          <p:nvPr/>
        </p:nvSpPr>
        <p:spPr>
          <a:xfrm>
            <a:off x="28143200" y="-22669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3" name="Freeform 2452"/>
          <p:cNvSpPr/>
          <p:nvPr/>
        </p:nvSpPr>
        <p:spPr>
          <a:xfrm>
            <a:off x="28181300" y="-2266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4" name="Freeform 2453"/>
          <p:cNvSpPr/>
          <p:nvPr/>
        </p:nvSpPr>
        <p:spPr>
          <a:xfrm>
            <a:off x="282194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0FF"/>
          </a:solidFill>
          <a:ln w="3175">
            <a:solidFill>
              <a:srgbClr val="001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5" name="Freeform 2454"/>
          <p:cNvSpPr/>
          <p:nvPr/>
        </p:nvSpPr>
        <p:spPr>
          <a:xfrm>
            <a:off x="28244800" y="-22656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6" name="Freeform 2455"/>
          <p:cNvSpPr/>
          <p:nvPr/>
        </p:nvSpPr>
        <p:spPr>
          <a:xfrm>
            <a:off x="28282900" y="-22618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7" name="Freeform 2456"/>
          <p:cNvSpPr/>
          <p:nvPr/>
        </p:nvSpPr>
        <p:spPr>
          <a:xfrm>
            <a:off x="283210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8" name="Freeform 2457"/>
          <p:cNvSpPr/>
          <p:nvPr/>
        </p:nvSpPr>
        <p:spPr>
          <a:xfrm>
            <a:off x="283591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9" name="Freeform 2458"/>
          <p:cNvSpPr/>
          <p:nvPr/>
        </p:nvSpPr>
        <p:spPr>
          <a:xfrm>
            <a:off x="283845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0" name="Freeform 2459"/>
          <p:cNvSpPr/>
          <p:nvPr/>
        </p:nvSpPr>
        <p:spPr>
          <a:xfrm>
            <a:off x="284226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1" name="Freeform 2460"/>
          <p:cNvSpPr/>
          <p:nvPr/>
        </p:nvSpPr>
        <p:spPr>
          <a:xfrm>
            <a:off x="284607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2" name="Freeform 2461"/>
          <p:cNvSpPr/>
          <p:nvPr/>
        </p:nvSpPr>
        <p:spPr>
          <a:xfrm>
            <a:off x="284861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3" name="Freeform 2462"/>
          <p:cNvSpPr/>
          <p:nvPr/>
        </p:nvSpPr>
        <p:spPr>
          <a:xfrm>
            <a:off x="285242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4" name="Freeform 2463"/>
          <p:cNvSpPr/>
          <p:nvPr/>
        </p:nvSpPr>
        <p:spPr>
          <a:xfrm>
            <a:off x="285623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5" name="Freeform 2464"/>
          <p:cNvSpPr/>
          <p:nvPr/>
        </p:nvSpPr>
        <p:spPr>
          <a:xfrm>
            <a:off x="28600400" y="-22593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6" name="Freeform 2465"/>
          <p:cNvSpPr/>
          <p:nvPr/>
        </p:nvSpPr>
        <p:spPr>
          <a:xfrm>
            <a:off x="286258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7" name="Freeform 2466"/>
          <p:cNvSpPr/>
          <p:nvPr/>
        </p:nvSpPr>
        <p:spPr>
          <a:xfrm>
            <a:off x="286639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8" name="Freeform 2467"/>
          <p:cNvSpPr/>
          <p:nvPr/>
        </p:nvSpPr>
        <p:spPr>
          <a:xfrm>
            <a:off x="287020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9" name="Freeform 2468"/>
          <p:cNvSpPr/>
          <p:nvPr/>
        </p:nvSpPr>
        <p:spPr>
          <a:xfrm>
            <a:off x="287274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0" name="Freeform 2469"/>
          <p:cNvSpPr/>
          <p:nvPr/>
        </p:nvSpPr>
        <p:spPr>
          <a:xfrm>
            <a:off x="287655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1" name="Freeform 2470"/>
          <p:cNvSpPr/>
          <p:nvPr/>
        </p:nvSpPr>
        <p:spPr>
          <a:xfrm>
            <a:off x="288036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2" name="Freeform 2471"/>
          <p:cNvSpPr/>
          <p:nvPr/>
        </p:nvSpPr>
        <p:spPr>
          <a:xfrm>
            <a:off x="288417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3" name="Freeform 2472"/>
          <p:cNvSpPr/>
          <p:nvPr/>
        </p:nvSpPr>
        <p:spPr>
          <a:xfrm>
            <a:off x="27863800" y="-22656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4" name="Freeform 2473"/>
          <p:cNvSpPr/>
          <p:nvPr/>
        </p:nvSpPr>
        <p:spPr>
          <a:xfrm>
            <a:off x="27889200" y="-2266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5" name="Freeform 2474"/>
          <p:cNvSpPr/>
          <p:nvPr/>
        </p:nvSpPr>
        <p:spPr>
          <a:xfrm>
            <a:off x="27927300" y="-2266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6" name="Freeform 2475"/>
          <p:cNvSpPr/>
          <p:nvPr/>
        </p:nvSpPr>
        <p:spPr>
          <a:xfrm>
            <a:off x="27965400" y="-22669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7" name="Freeform 2476"/>
          <p:cNvSpPr/>
          <p:nvPr/>
        </p:nvSpPr>
        <p:spPr>
          <a:xfrm>
            <a:off x="27990800" y="-22669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8" name="Freeform 2477"/>
          <p:cNvSpPr/>
          <p:nvPr/>
        </p:nvSpPr>
        <p:spPr>
          <a:xfrm>
            <a:off x="28028900" y="-22669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9" name="Freeform 2478"/>
          <p:cNvSpPr/>
          <p:nvPr/>
        </p:nvSpPr>
        <p:spPr>
          <a:xfrm>
            <a:off x="28067000" y="-2268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0" name="Freeform 2479"/>
          <p:cNvSpPr/>
          <p:nvPr/>
        </p:nvSpPr>
        <p:spPr>
          <a:xfrm>
            <a:off x="281051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1" name="Freeform 2480"/>
          <p:cNvSpPr/>
          <p:nvPr/>
        </p:nvSpPr>
        <p:spPr>
          <a:xfrm>
            <a:off x="28130500" y="-2268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2" name="Freeform 2481"/>
          <p:cNvSpPr/>
          <p:nvPr/>
        </p:nvSpPr>
        <p:spPr>
          <a:xfrm>
            <a:off x="28168600" y="-22682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DFF"/>
          </a:solidFill>
          <a:ln w="3175">
            <a:solidFill>
              <a:srgbClr val="003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3" name="Freeform 2482"/>
          <p:cNvSpPr/>
          <p:nvPr/>
        </p:nvSpPr>
        <p:spPr>
          <a:xfrm>
            <a:off x="282067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29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4" name="Freeform 2483"/>
          <p:cNvSpPr/>
          <p:nvPr/>
        </p:nvSpPr>
        <p:spPr>
          <a:xfrm>
            <a:off x="28232100" y="-2265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5" name="Freeform 2484"/>
          <p:cNvSpPr/>
          <p:nvPr/>
        </p:nvSpPr>
        <p:spPr>
          <a:xfrm>
            <a:off x="28270200" y="-22631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6" name="Freeform 2485"/>
          <p:cNvSpPr/>
          <p:nvPr/>
        </p:nvSpPr>
        <p:spPr>
          <a:xfrm>
            <a:off x="28308300" y="-22580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7" name="Freeform 2486"/>
          <p:cNvSpPr/>
          <p:nvPr/>
        </p:nvSpPr>
        <p:spPr>
          <a:xfrm>
            <a:off x="28346400" y="-22580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8" name="Freeform 2487"/>
          <p:cNvSpPr/>
          <p:nvPr/>
        </p:nvSpPr>
        <p:spPr>
          <a:xfrm>
            <a:off x="283718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9" name="Freeform 2488"/>
          <p:cNvSpPr/>
          <p:nvPr/>
        </p:nvSpPr>
        <p:spPr>
          <a:xfrm>
            <a:off x="28409900" y="-22593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0" name="Freeform 2489"/>
          <p:cNvSpPr/>
          <p:nvPr/>
        </p:nvSpPr>
        <p:spPr>
          <a:xfrm>
            <a:off x="28448000" y="-22593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1" name="Freeform 2490"/>
          <p:cNvSpPr/>
          <p:nvPr/>
        </p:nvSpPr>
        <p:spPr>
          <a:xfrm>
            <a:off x="28473400" y="-22593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2" name="Freeform 2491"/>
          <p:cNvSpPr/>
          <p:nvPr/>
        </p:nvSpPr>
        <p:spPr>
          <a:xfrm>
            <a:off x="285115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3" name="Freeform 2492"/>
          <p:cNvSpPr/>
          <p:nvPr/>
        </p:nvSpPr>
        <p:spPr>
          <a:xfrm>
            <a:off x="285496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4" name="Freeform 2493"/>
          <p:cNvSpPr/>
          <p:nvPr/>
        </p:nvSpPr>
        <p:spPr>
          <a:xfrm>
            <a:off x="28587700" y="-22606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5" name="Freeform 2494"/>
          <p:cNvSpPr/>
          <p:nvPr/>
        </p:nvSpPr>
        <p:spPr>
          <a:xfrm>
            <a:off x="28613100" y="-22606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6" name="Freeform 2495"/>
          <p:cNvSpPr/>
          <p:nvPr/>
        </p:nvSpPr>
        <p:spPr>
          <a:xfrm>
            <a:off x="286512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7" name="Freeform 2496"/>
          <p:cNvSpPr/>
          <p:nvPr/>
        </p:nvSpPr>
        <p:spPr>
          <a:xfrm>
            <a:off x="28689300" y="-22618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8" name="Freeform 2497"/>
          <p:cNvSpPr/>
          <p:nvPr/>
        </p:nvSpPr>
        <p:spPr>
          <a:xfrm>
            <a:off x="287147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9" name="Freeform 2498"/>
          <p:cNvSpPr/>
          <p:nvPr/>
        </p:nvSpPr>
        <p:spPr>
          <a:xfrm>
            <a:off x="28752800" y="-22618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0" name="Freeform 2499"/>
          <p:cNvSpPr/>
          <p:nvPr/>
        </p:nvSpPr>
        <p:spPr>
          <a:xfrm>
            <a:off x="28790900" y="-22631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1" name="Freeform 2500"/>
          <p:cNvSpPr/>
          <p:nvPr/>
        </p:nvSpPr>
        <p:spPr>
          <a:xfrm>
            <a:off x="28829000" y="-22631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2" name="Freeform 2501"/>
          <p:cNvSpPr/>
          <p:nvPr/>
        </p:nvSpPr>
        <p:spPr>
          <a:xfrm>
            <a:off x="278511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3" name="Freeform 2502"/>
          <p:cNvSpPr/>
          <p:nvPr/>
        </p:nvSpPr>
        <p:spPr>
          <a:xfrm>
            <a:off x="27876500" y="-2268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4" name="Freeform 2503"/>
          <p:cNvSpPr/>
          <p:nvPr/>
        </p:nvSpPr>
        <p:spPr>
          <a:xfrm>
            <a:off x="279146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5" name="Freeform 2504"/>
          <p:cNvSpPr/>
          <p:nvPr/>
        </p:nvSpPr>
        <p:spPr>
          <a:xfrm>
            <a:off x="27952700" y="-22694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6" name="Freeform 2505"/>
          <p:cNvSpPr/>
          <p:nvPr/>
        </p:nvSpPr>
        <p:spPr>
          <a:xfrm>
            <a:off x="279781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7" name="Freeform 2506"/>
          <p:cNvSpPr/>
          <p:nvPr/>
        </p:nvSpPr>
        <p:spPr>
          <a:xfrm>
            <a:off x="280162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8" name="Freeform 2507"/>
          <p:cNvSpPr/>
          <p:nvPr/>
        </p:nvSpPr>
        <p:spPr>
          <a:xfrm>
            <a:off x="28054300" y="-22694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9" name="Freeform 2508"/>
          <p:cNvSpPr/>
          <p:nvPr/>
        </p:nvSpPr>
        <p:spPr>
          <a:xfrm>
            <a:off x="280924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0" name="Freeform 2509"/>
          <p:cNvSpPr/>
          <p:nvPr/>
        </p:nvSpPr>
        <p:spPr>
          <a:xfrm>
            <a:off x="281178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1" name="Freeform 2510"/>
          <p:cNvSpPr/>
          <p:nvPr/>
        </p:nvSpPr>
        <p:spPr>
          <a:xfrm>
            <a:off x="281559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2" name="Freeform 2511"/>
          <p:cNvSpPr/>
          <p:nvPr/>
        </p:nvSpPr>
        <p:spPr>
          <a:xfrm>
            <a:off x="28194000" y="-2269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3" name="Freeform 2512"/>
          <p:cNvSpPr/>
          <p:nvPr/>
        </p:nvSpPr>
        <p:spPr>
          <a:xfrm>
            <a:off x="28219400" y="-22682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5FF"/>
          </a:solidFill>
          <a:ln w="3175">
            <a:solidFill>
              <a:srgbClr val="000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4" name="Freeform 2513"/>
          <p:cNvSpPr/>
          <p:nvPr/>
        </p:nvSpPr>
        <p:spPr>
          <a:xfrm>
            <a:off x="28257500" y="-22644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F"/>
          </a:solidFill>
          <a:ln w="3175">
            <a:solidFill>
              <a:srgbClr val="0000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5" name="Freeform 2514"/>
          <p:cNvSpPr/>
          <p:nvPr/>
        </p:nvSpPr>
        <p:spPr>
          <a:xfrm>
            <a:off x="28295600" y="-2261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6" name="Freeform 2515"/>
          <p:cNvSpPr/>
          <p:nvPr/>
        </p:nvSpPr>
        <p:spPr>
          <a:xfrm>
            <a:off x="28333700" y="-2261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7" name="Freeform 2516"/>
          <p:cNvSpPr/>
          <p:nvPr/>
        </p:nvSpPr>
        <p:spPr>
          <a:xfrm>
            <a:off x="28359100" y="-2261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8" name="Freeform 2517"/>
          <p:cNvSpPr/>
          <p:nvPr/>
        </p:nvSpPr>
        <p:spPr>
          <a:xfrm>
            <a:off x="28397200" y="-22644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9" name="Freeform 2518"/>
          <p:cNvSpPr/>
          <p:nvPr/>
        </p:nvSpPr>
        <p:spPr>
          <a:xfrm>
            <a:off x="28435300" y="-22644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A7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0" name="Freeform 2519"/>
          <p:cNvSpPr/>
          <p:nvPr/>
        </p:nvSpPr>
        <p:spPr>
          <a:xfrm>
            <a:off x="28460700" y="-22682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00B3"/>
          </a:solidFill>
          <a:ln w="3175">
            <a:solidFill>
              <a:srgbClr val="0000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1" name="Freeform 2520"/>
          <p:cNvSpPr/>
          <p:nvPr/>
        </p:nvSpPr>
        <p:spPr>
          <a:xfrm>
            <a:off x="28498800" y="-227457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5"/>
                </a:lnTo>
                <a:lnTo>
                  <a:pt x="1" y="12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2" name="Freeform 2521"/>
          <p:cNvSpPr/>
          <p:nvPr/>
        </p:nvSpPr>
        <p:spPr>
          <a:xfrm>
            <a:off x="28536900" y="-227584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1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3" name="Freeform 2522"/>
          <p:cNvSpPr/>
          <p:nvPr/>
        </p:nvSpPr>
        <p:spPr>
          <a:xfrm>
            <a:off x="28575000" y="-227584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2"/>
                </a:lnTo>
                <a:lnTo>
                  <a:pt x="2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4" name="Freeform 2523"/>
          <p:cNvSpPr/>
          <p:nvPr/>
        </p:nvSpPr>
        <p:spPr>
          <a:xfrm>
            <a:off x="28600400" y="-227584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5" name="Freeform 2524"/>
          <p:cNvSpPr/>
          <p:nvPr/>
        </p:nvSpPr>
        <p:spPr>
          <a:xfrm>
            <a:off x="28638500" y="-227584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6" name="Freeform 2525"/>
          <p:cNvSpPr/>
          <p:nvPr/>
        </p:nvSpPr>
        <p:spPr>
          <a:xfrm>
            <a:off x="28676600" y="-227584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7" name="Freeform 2526"/>
          <p:cNvSpPr/>
          <p:nvPr/>
        </p:nvSpPr>
        <p:spPr>
          <a:xfrm>
            <a:off x="28702000" y="-227711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1"/>
                </a:lnTo>
                <a:lnTo>
                  <a:pt x="1" y="12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8" name="Freeform 2527"/>
          <p:cNvSpPr/>
          <p:nvPr/>
        </p:nvSpPr>
        <p:spPr>
          <a:xfrm>
            <a:off x="28740100" y="-227711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9" name="Freeform 2528"/>
          <p:cNvSpPr/>
          <p:nvPr/>
        </p:nvSpPr>
        <p:spPr>
          <a:xfrm>
            <a:off x="28778200" y="-227711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0" name="Freeform 2529"/>
          <p:cNvSpPr/>
          <p:nvPr/>
        </p:nvSpPr>
        <p:spPr>
          <a:xfrm>
            <a:off x="28816300" y="-227711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1" name="Freeform 2530"/>
          <p:cNvSpPr/>
          <p:nvPr/>
        </p:nvSpPr>
        <p:spPr>
          <a:xfrm>
            <a:off x="278384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2" name="Freeform 2531"/>
          <p:cNvSpPr/>
          <p:nvPr/>
        </p:nvSpPr>
        <p:spPr>
          <a:xfrm>
            <a:off x="27863800" y="-2272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3" name="Freeform 2532"/>
          <p:cNvSpPr/>
          <p:nvPr/>
        </p:nvSpPr>
        <p:spPr>
          <a:xfrm>
            <a:off x="27901900" y="-2272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4" name="Freeform 2533"/>
          <p:cNvSpPr/>
          <p:nvPr/>
        </p:nvSpPr>
        <p:spPr>
          <a:xfrm>
            <a:off x="27940000" y="-2272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5" name="Freeform 2534"/>
          <p:cNvSpPr/>
          <p:nvPr/>
        </p:nvSpPr>
        <p:spPr>
          <a:xfrm>
            <a:off x="27978100" y="-22720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6" name="Freeform 2535"/>
          <p:cNvSpPr/>
          <p:nvPr/>
        </p:nvSpPr>
        <p:spPr>
          <a:xfrm>
            <a:off x="280035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7" name="Freeform 2536"/>
          <p:cNvSpPr/>
          <p:nvPr/>
        </p:nvSpPr>
        <p:spPr>
          <a:xfrm>
            <a:off x="280416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8" name="Freeform 2537"/>
          <p:cNvSpPr/>
          <p:nvPr/>
        </p:nvSpPr>
        <p:spPr>
          <a:xfrm>
            <a:off x="28079700" y="-2273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9" name="Freeform 2538"/>
          <p:cNvSpPr/>
          <p:nvPr/>
        </p:nvSpPr>
        <p:spPr>
          <a:xfrm>
            <a:off x="28105100" y="-22733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0" name="Freeform 2539"/>
          <p:cNvSpPr/>
          <p:nvPr/>
        </p:nvSpPr>
        <p:spPr>
          <a:xfrm>
            <a:off x="28143200" y="-22733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1" name="Freeform 2540"/>
          <p:cNvSpPr/>
          <p:nvPr/>
        </p:nvSpPr>
        <p:spPr>
          <a:xfrm>
            <a:off x="28181300" y="-2273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52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2" name="Freeform 2541"/>
          <p:cNvSpPr/>
          <p:nvPr/>
        </p:nvSpPr>
        <p:spPr>
          <a:xfrm>
            <a:off x="28206700" y="-22707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2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4FF"/>
          </a:solidFill>
          <a:ln w="3175">
            <a:solidFill>
              <a:srgbClr val="001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3" name="Freeform 2542"/>
          <p:cNvSpPr/>
          <p:nvPr/>
        </p:nvSpPr>
        <p:spPr>
          <a:xfrm>
            <a:off x="28244800" y="-22682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3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7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4" name="Freeform 2543"/>
          <p:cNvSpPr/>
          <p:nvPr/>
        </p:nvSpPr>
        <p:spPr>
          <a:xfrm>
            <a:off x="28282900" y="-2265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7"/>
          </a:solidFill>
          <a:ln w="3175">
            <a:solidFill>
              <a:srgbClr val="0000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5" name="Freeform 2544"/>
          <p:cNvSpPr/>
          <p:nvPr/>
        </p:nvSpPr>
        <p:spPr>
          <a:xfrm>
            <a:off x="28321000" y="-2265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6" name="Freeform 2545"/>
          <p:cNvSpPr/>
          <p:nvPr/>
        </p:nvSpPr>
        <p:spPr>
          <a:xfrm>
            <a:off x="28346400" y="-22656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7"/>
          </a:solidFill>
          <a:ln w="3175">
            <a:solidFill>
              <a:srgbClr val="0000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7" name="Freeform 2546"/>
          <p:cNvSpPr/>
          <p:nvPr/>
        </p:nvSpPr>
        <p:spPr>
          <a:xfrm>
            <a:off x="28384500" y="-22694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6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8" name="Freeform 2547"/>
          <p:cNvSpPr/>
          <p:nvPr/>
        </p:nvSpPr>
        <p:spPr>
          <a:xfrm>
            <a:off x="28422600" y="-22707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9" name="Freeform 2548"/>
          <p:cNvSpPr/>
          <p:nvPr/>
        </p:nvSpPr>
        <p:spPr>
          <a:xfrm>
            <a:off x="28448000" y="-22733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0" name="Freeform 2549"/>
          <p:cNvSpPr/>
          <p:nvPr/>
        </p:nvSpPr>
        <p:spPr>
          <a:xfrm>
            <a:off x="28486100" y="-228346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7"/>
                </a:lnTo>
                <a:lnTo>
                  <a:pt x="3" y="0"/>
                </a:lnTo>
                <a:lnTo>
                  <a:pt x="0" y="8"/>
                </a:lnTo>
                <a:lnTo>
                  <a:pt x="1" y="1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1" name="Freeform 2550"/>
          <p:cNvSpPr/>
          <p:nvPr/>
        </p:nvSpPr>
        <p:spPr>
          <a:xfrm>
            <a:off x="28524200" y="-228727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3"/>
                </a:lnTo>
                <a:lnTo>
                  <a:pt x="1" y="10"/>
                </a:lnTo>
                <a:close/>
              </a:path>
            </a:pathLst>
          </a:custGeom>
          <a:solidFill>
            <a:srgbClr val="00C7FF"/>
          </a:solidFill>
          <a:ln w="3175">
            <a:solidFill>
              <a:srgbClr val="009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2" name="Freeform 2551"/>
          <p:cNvSpPr/>
          <p:nvPr/>
        </p:nvSpPr>
        <p:spPr>
          <a:xfrm>
            <a:off x="28562300" y="-228727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3" name="Freeform 2552"/>
          <p:cNvSpPr/>
          <p:nvPr/>
        </p:nvSpPr>
        <p:spPr>
          <a:xfrm>
            <a:off x="28587700" y="-22885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4" name="Freeform 2553"/>
          <p:cNvSpPr/>
          <p:nvPr/>
        </p:nvSpPr>
        <p:spPr>
          <a:xfrm>
            <a:off x="28625800" y="-22885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5" name="Freeform 2554"/>
          <p:cNvSpPr/>
          <p:nvPr/>
        </p:nvSpPr>
        <p:spPr>
          <a:xfrm>
            <a:off x="28663900" y="-228854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3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6" name="Freeform 2555"/>
          <p:cNvSpPr/>
          <p:nvPr/>
        </p:nvSpPr>
        <p:spPr>
          <a:xfrm>
            <a:off x="28689300" y="-22885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7" name="Freeform 2556"/>
          <p:cNvSpPr/>
          <p:nvPr/>
        </p:nvSpPr>
        <p:spPr>
          <a:xfrm>
            <a:off x="28727400" y="-22885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8" name="Freeform 2557"/>
          <p:cNvSpPr/>
          <p:nvPr/>
        </p:nvSpPr>
        <p:spPr>
          <a:xfrm>
            <a:off x="28765500" y="-22898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9" name="Freeform 2558"/>
          <p:cNvSpPr/>
          <p:nvPr/>
        </p:nvSpPr>
        <p:spPr>
          <a:xfrm>
            <a:off x="28803600" y="-228981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0" name="Freeform 2559"/>
          <p:cNvSpPr/>
          <p:nvPr/>
        </p:nvSpPr>
        <p:spPr>
          <a:xfrm>
            <a:off x="27825700" y="-2274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1" name="Freeform 2560"/>
          <p:cNvSpPr/>
          <p:nvPr/>
        </p:nvSpPr>
        <p:spPr>
          <a:xfrm>
            <a:off x="278511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2" name="Freeform 2561"/>
          <p:cNvSpPr/>
          <p:nvPr/>
        </p:nvSpPr>
        <p:spPr>
          <a:xfrm>
            <a:off x="27889200" y="-2274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3" name="Freeform 2562"/>
          <p:cNvSpPr/>
          <p:nvPr/>
        </p:nvSpPr>
        <p:spPr>
          <a:xfrm>
            <a:off x="27927300" y="-22745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4" name="Freeform 2563"/>
          <p:cNvSpPr/>
          <p:nvPr/>
        </p:nvSpPr>
        <p:spPr>
          <a:xfrm>
            <a:off x="27965400" y="-2274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5" name="Freeform 2564"/>
          <p:cNvSpPr/>
          <p:nvPr/>
        </p:nvSpPr>
        <p:spPr>
          <a:xfrm>
            <a:off x="27990800" y="-2275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6" name="Freeform 2565"/>
          <p:cNvSpPr/>
          <p:nvPr/>
        </p:nvSpPr>
        <p:spPr>
          <a:xfrm>
            <a:off x="280289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7" name="Freeform 2566"/>
          <p:cNvSpPr/>
          <p:nvPr/>
        </p:nvSpPr>
        <p:spPr>
          <a:xfrm>
            <a:off x="280670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8" name="Freeform 2567"/>
          <p:cNvSpPr/>
          <p:nvPr/>
        </p:nvSpPr>
        <p:spPr>
          <a:xfrm>
            <a:off x="280924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9" name="Freeform 2568"/>
          <p:cNvSpPr/>
          <p:nvPr/>
        </p:nvSpPr>
        <p:spPr>
          <a:xfrm>
            <a:off x="281305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0" name="Freeform 2569"/>
          <p:cNvSpPr/>
          <p:nvPr/>
        </p:nvSpPr>
        <p:spPr>
          <a:xfrm>
            <a:off x="28168600" y="-2275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1" name="Freeform 2570"/>
          <p:cNvSpPr/>
          <p:nvPr/>
        </p:nvSpPr>
        <p:spPr>
          <a:xfrm>
            <a:off x="28206700" y="-22745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3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0" y="3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Freeform 2571"/>
          <p:cNvSpPr/>
          <p:nvPr/>
        </p:nvSpPr>
        <p:spPr>
          <a:xfrm>
            <a:off x="28232100" y="-2270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D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3" name="Freeform 2572"/>
          <p:cNvSpPr/>
          <p:nvPr/>
        </p:nvSpPr>
        <p:spPr>
          <a:xfrm>
            <a:off x="28270200" y="-22682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0"/>
          </a:solidFill>
          <a:ln w="3175">
            <a:solidFill>
              <a:srgbClr val="000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4" name="Freeform 2573"/>
          <p:cNvSpPr/>
          <p:nvPr/>
        </p:nvSpPr>
        <p:spPr>
          <a:xfrm>
            <a:off x="28308300" y="-2268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5" name="Freeform 2574"/>
          <p:cNvSpPr/>
          <p:nvPr/>
        </p:nvSpPr>
        <p:spPr>
          <a:xfrm>
            <a:off x="28333700" y="-22694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F0"/>
          </a:solidFill>
          <a:ln w="3175">
            <a:solidFill>
              <a:srgbClr val="000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6" name="Freeform 2575"/>
          <p:cNvSpPr/>
          <p:nvPr/>
        </p:nvSpPr>
        <p:spPr>
          <a:xfrm>
            <a:off x="28371800" y="-2272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0D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7" name="Freeform 2576"/>
          <p:cNvSpPr/>
          <p:nvPr/>
        </p:nvSpPr>
        <p:spPr>
          <a:xfrm>
            <a:off x="28409900" y="-2274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8" name="Freeform 2577"/>
          <p:cNvSpPr/>
          <p:nvPr/>
        </p:nvSpPr>
        <p:spPr>
          <a:xfrm>
            <a:off x="28448000" y="-2275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4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0" y="4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9" name="Freeform 2578"/>
          <p:cNvSpPr/>
          <p:nvPr/>
        </p:nvSpPr>
        <p:spPr>
          <a:xfrm>
            <a:off x="28473400" y="-22860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2"/>
                </a:lnTo>
                <a:lnTo>
                  <a:pt x="3" y="0"/>
                </a:lnTo>
                <a:lnTo>
                  <a:pt x="0" y="8"/>
                </a:lnTo>
                <a:lnTo>
                  <a:pt x="1" y="10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0" name="Freeform 2579"/>
          <p:cNvSpPr/>
          <p:nvPr/>
        </p:nvSpPr>
        <p:spPr>
          <a:xfrm>
            <a:off x="28511500" y="-22923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5"/>
                </a:lnTo>
                <a:lnTo>
                  <a:pt x="1" y="7"/>
                </a:lnTo>
                <a:close/>
              </a:path>
            </a:pathLst>
          </a:custGeom>
          <a:solidFill>
            <a:srgbClr val="31FFCE"/>
          </a:solidFill>
          <a:ln w="3175">
            <a:solidFill>
              <a:srgbClr val="27C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1" name="Freeform 2580"/>
          <p:cNvSpPr/>
          <p:nvPr/>
        </p:nvSpPr>
        <p:spPr>
          <a:xfrm>
            <a:off x="28549600" y="-22936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5FFFA0"/>
          </a:solidFill>
          <a:ln w="3175">
            <a:solidFill>
              <a:srgbClr val="4CC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2" name="Freeform 2581"/>
          <p:cNvSpPr/>
          <p:nvPr/>
        </p:nvSpPr>
        <p:spPr>
          <a:xfrm>
            <a:off x="28575000" y="-22936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6FF99"/>
          </a:solidFill>
          <a:ln w="3175">
            <a:solidFill>
              <a:srgbClr val="52CC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3" name="Freeform 2582"/>
          <p:cNvSpPr/>
          <p:nvPr/>
        </p:nvSpPr>
        <p:spPr>
          <a:xfrm>
            <a:off x="28613100" y="-22948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4" name="Freeform 2583"/>
          <p:cNvSpPr/>
          <p:nvPr/>
        </p:nvSpPr>
        <p:spPr>
          <a:xfrm>
            <a:off x="28651200" y="-22948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5" name="Freeform 2584"/>
          <p:cNvSpPr/>
          <p:nvPr/>
        </p:nvSpPr>
        <p:spPr>
          <a:xfrm>
            <a:off x="28676600" y="-22948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6" name="Freeform 2585"/>
          <p:cNvSpPr/>
          <p:nvPr/>
        </p:nvSpPr>
        <p:spPr>
          <a:xfrm>
            <a:off x="28714700" y="-22948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7" name="Freeform 2586"/>
          <p:cNvSpPr/>
          <p:nvPr/>
        </p:nvSpPr>
        <p:spPr>
          <a:xfrm>
            <a:off x="28752800" y="-22961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8" name="Freeform 2587"/>
          <p:cNvSpPr/>
          <p:nvPr/>
        </p:nvSpPr>
        <p:spPr>
          <a:xfrm>
            <a:off x="28790900" y="-229616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9" name="Freeform 2588"/>
          <p:cNvSpPr/>
          <p:nvPr/>
        </p:nvSpPr>
        <p:spPr>
          <a:xfrm>
            <a:off x="278130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0" name="Freeform 2589"/>
          <p:cNvSpPr/>
          <p:nvPr/>
        </p:nvSpPr>
        <p:spPr>
          <a:xfrm>
            <a:off x="278384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1" name="Freeform 2590"/>
          <p:cNvSpPr/>
          <p:nvPr/>
        </p:nvSpPr>
        <p:spPr>
          <a:xfrm>
            <a:off x="278765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2" name="Freeform 2591"/>
          <p:cNvSpPr/>
          <p:nvPr/>
        </p:nvSpPr>
        <p:spPr>
          <a:xfrm>
            <a:off x="27914600" y="-22771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3" name="Freeform 2592"/>
          <p:cNvSpPr/>
          <p:nvPr/>
        </p:nvSpPr>
        <p:spPr>
          <a:xfrm>
            <a:off x="27952700" y="-22771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4" name="Freeform 2593"/>
          <p:cNvSpPr/>
          <p:nvPr/>
        </p:nvSpPr>
        <p:spPr>
          <a:xfrm>
            <a:off x="279781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5" name="Freeform 2594"/>
          <p:cNvSpPr/>
          <p:nvPr/>
        </p:nvSpPr>
        <p:spPr>
          <a:xfrm>
            <a:off x="280162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6" name="Freeform 2595"/>
          <p:cNvSpPr/>
          <p:nvPr/>
        </p:nvSpPr>
        <p:spPr>
          <a:xfrm>
            <a:off x="28054300" y="-22783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7" name="Freeform 2596"/>
          <p:cNvSpPr/>
          <p:nvPr/>
        </p:nvSpPr>
        <p:spPr>
          <a:xfrm>
            <a:off x="280797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6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8" name="Freeform 2597"/>
          <p:cNvSpPr/>
          <p:nvPr/>
        </p:nvSpPr>
        <p:spPr>
          <a:xfrm>
            <a:off x="28117800" y="-2278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9" name="Freeform 2598"/>
          <p:cNvSpPr/>
          <p:nvPr/>
        </p:nvSpPr>
        <p:spPr>
          <a:xfrm>
            <a:off x="281559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0" name="Freeform 2599"/>
          <p:cNvSpPr/>
          <p:nvPr/>
        </p:nvSpPr>
        <p:spPr>
          <a:xfrm>
            <a:off x="28194000" y="-2275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1" name="Freeform 2600"/>
          <p:cNvSpPr/>
          <p:nvPr/>
        </p:nvSpPr>
        <p:spPr>
          <a:xfrm>
            <a:off x="28219400" y="-22733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A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2" name="Freeform 2601"/>
          <p:cNvSpPr/>
          <p:nvPr/>
        </p:nvSpPr>
        <p:spPr>
          <a:xfrm>
            <a:off x="28257500" y="-2270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1FF"/>
          </a:solidFill>
          <a:ln w="3175">
            <a:solidFill>
              <a:srgbClr val="000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3" name="Freeform 2602"/>
          <p:cNvSpPr/>
          <p:nvPr/>
        </p:nvSpPr>
        <p:spPr>
          <a:xfrm>
            <a:off x="28295600" y="-22707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4" name="Freeform 2603"/>
          <p:cNvSpPr/>
          <p:nvPr/>
        </p:nvSpPr>
        <p:spPr>
          <a:xfrm>
            <a:off x="28321000" y="-22720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11FF"/>
          </a:solidFill>
          <a:ln w="3175">
            <a:solidFill>
              <a:srgbClr val="000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5" name="Freeform 2604"/>
          <p:cNvSpPr/>
          <p:nvPr/>
        </p:nvSpPr>
        <p:spPr>
          <a:xfrm>
            <a:off x="28359100" y="-2274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2A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6" name="Freeform 2605"/>
          <p:cNvSpPr/>
          <p:nvPr/>
        </p:nvSpPr>
        <p:spPr>
          <a:xfrm>
            <a:off x="28397200" y="-22783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7" name="Freeform 2606"/>
          <p:cNvSpPr/>
          <p:nvPr/>
        </p:nvSpPr>
        <p:spPr>
          <a:xfrm>
            <a:off x="28435300" y="-22809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8" name="Freeform 2607"/>
          <p:cNvSpPr/>
          <p:nvPr/>
        </p:nvSpPr>
        <p:spPr>
          <a:xfrm>
            <a:off x="28460700" y="-228981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3"/>
                </a:lnTo>
                <a:lnTo>
                  <a:pt x="3" y="0"/>
                </a:lnTo>
                <a:lnTo>
                  <a:pt x="0" y="7"/>
                </a:lnTo>
                <a:lnTo>
                  <a:pt x="1" y="11"/>
                </a:lnTo>
                <a:close/>
              </a:path>
            </a:pathLst>
          </a:custGeom>
          <a:solidFill>
            <a:srgbClr val="00E2FF"/>
          </a:solidFill>
          <a:ln w="3175">
            <a:solidFill>
              <a:srgbClr val="00B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9" name="Freeform 2608"/>
          <p:cNvSpPr/>
          <p:nvPr/>
        </p:nvSpPr>
        <p:spPr>
          <a:xfrm>
            <a:off x="28498800" y="-22961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3"/>
                </a:lnTo>
                <a:lnTo>
                  <a:pt x="3" y="0"/>
                </a:lnTo>
                <a:lnTo>
                  <a:pt x="0" y="5"/>
                </a:lnTo>
                <a:lnTo>
                  <a:pt x="1" y="8"/>
                </a:lnTo>
                <a:close/>
              </a:path>
            </a:pathLst>
          </a:custGeom>
          <a:solidFill>
            <a:srgbClr val="64FF9B"/>
          </a:solidFill>
          <a:ln w="3175">
            <a:solidFill>
              <a:srgbClr val="50CC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0" name="Freeform 2609"/>
          <p:cNvSpPr/>
          <p:nvPr/>
        </p:nvSpPr>
        <p:spPr>
          <a:xfrm>
            <a:off x="28536900" y="-22987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A7FF58"/>
          </a:solidFill>
          <a:ln w="3175">
            <a:solidFill>
              <a:srgbClr val="85C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1" name="Freeform 2610"/>
          <p:cNvSpPr/>
          <p:nvPr/>
        </p:nvSpPr>
        <p:spPr>
          <a:xfrm>
            <a:off x="28562300" y="-2299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2" name="Freeform 2611"/>
          <p:cNvSpPr/>
          <p:nvPr/>
        </p:nvSpPr>
        <p:spPr>
          <a:xfrm>
            <a:off x="28600400" y="-2299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BBFF44"/>
          </a:solidFill>
          <a:ln w="3175">
            <a:solidFill>
              <a:srgbClr val="96C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3" name="Freeform 2612"/>
          <p:cNvSpPr/>
          <p:nvPr/>
        </p:nvSpPr>
        <p:spPr>
          <a:xfrm>
            <a:off x="28638500" y="-22999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EFF41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4" name="Freeform 2613"/>
          <p:cNvSpPr/>
          <p:nvPr/>
        </p:nvSpPr>
        <p:spPr>
          <a:xfrm>
            <a:off x="28676600" y="-23012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0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5" name="Freeform 2614"/>
          <p:cNvSpPr/>
          <p:nvPr/>
        </p:nvSpPr>
        <p:spPr>
          <a:xfrm>
            <a:off x="28702000" y="-2301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6" name="Freeform 2615"/>
          <p:cNvSpPr/>
          <p:nvPr/>
        </p:nvSpPr>
        <p:spPr>
          <a:xfrm>
            <a:off x="28740100" y="-2301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7" name="Freeform 2616"/>
          <p:cNvSpPr/>
          <p:nvPr/>
        </p:nvSpPr>
        <p:spPr>
          <a:xfrm>
            <a:off x="28778200" y="-23012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8" name="Freeform 2617"/>
          <p:cNvSpPr/>
          <p:nvPr/>
        </p:nvSpPr>
        <p:spPr>
          <a:xfrm>
            <a:off x="27800300" y="-22809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9" name="Freeform 2618"/>
          <p:cNvSpPr/>
          <p:nvPr/>
        </p:nvSpPr>
        <p:spPr>
          <a:xfrm>
            <a:off x="27825700" y="-2280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0" name="Freeform 2619"/>
          <p:cNvSpPr/>
          <p:nvPr/>
        </p:nvSpPr>
        <p:spPr>
          <a:xfrm>
            <a:off x="27863800" y="-2280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1" name="Freeform 2620"/>
          <p:cNvSpPr/>
          <p:nvPr/>
        </p:nvSpPr>
        <p:spPr>
          <a:xfrm>
            <a:off x="27901900" y="-2282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2" name="Freeform 2621"/>
          <p:cNvSpPr/>
          <p:nvPr/>
        </p:nvSpPr>
        <p:spPr>
          <a:xfrm>
            <a:off x="27940000" y="-22821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3" name="Freeform 2622"/>
          <p:cNvSpPr/>
          <p:nvPr/>
        </p:nvSpPr>
        <p:spPr>
          <a:xfrm>
            <a:off x="27965400" y="-2282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4" name="Freeform 2623"/>
          <p:cNvSpPr/>
          <p:nvPr/>
        </p:nvSpPr>
        <p:spPr>
          <a:xfrm>
            <a:off x="28003500" y="-2282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5" name="Freeform 2624"/>
          <p:cNvSpPr/>
          <p:nvPr/>
        </p:nvSpPr>
        <p:spPr>
          <a:xfrm>
            <a:off x="28041600" y="-22834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6" name="Freeform 2625"/>
          <p:cNvSpPr/>
          <p:nvPr/>
        </p:nvSpPr>
        <p:spPr>
          <a:xfrm>
            <a:off x="28067000" y="-2283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3FF"/>
          </a:solidFill>
          <a:ln w="3175">
            <a:solidFill>
              <a:srgbClr val="00B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7" name="Freeform 2626"/>
          <p:cNvSpPr/>
          <p:nvPr/>
        </p:nvSpPr>
        <p:spPr>
          <a:xfrm>
            <a:off x="28105100" y="-2283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D4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8" name="Freeform 2627"/>
          <p:cNvSpPr/>
          <p:nvPr/>
        </p:nvSpPr>
        <p:spPr>
          <a:xfrm>
            <a:off x="28143200" y="-2280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AEFF"/>
          </a:solidFill>
          <a:ln w="3175">
            <a:solidFill>
              <a:srgbClr val="008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9" name="Freeform 2628"/>
          <p:cNvSpPr/>
          <p:nvPr/>
        </p:nvSpPr>
        <p:spPr>
          <a:xfrm>
            <a:off x="28181300" y="-2278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0" name="Freeform 2629"/>
          <p:cNvSpPr/>
          <p:nvPr/>
        </p:nvSpPr>
        <p:spPr>
          <a:xfrm>
            <a:off x="28206700" y="-2275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1" name="Freeform 2630"/>
          <p:cNvSpPr/>
          <p:nvPr/>
        </p:nvSpPr>
        <p:spPr>
          <a:xfrm>
            <a:off x="28244800" y="-22733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FFF"/>
          </a:solidFill>
          <a:ln w="3175">
            <a:solidFill>
              <a:srgbClr val="002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2" name="Freeform 2631"/>
          <p:cNvSpPr/>
          <p:nvPr/>
        </p:nvSpPr>
        <p:spPr>
          <a:xfrm>
            <a:off x="28282900" y="-22733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3" name="Freeform 2632"/>
          <p:cNvSpPr/>
          <p:nvPr/>
        </p:nvSpPr>
        <p:spPr>
          <a:xfrm>
            <a:off x="28308300" y="-22745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FFF"/>
          </a:solidFill>
          <a:ln w="3175">
            <a:solidFill>
              <a:srgbClr val="002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4" name="Freeform 2633"/>
          <p:cNvSpPr/>
          <p:nvPr/>
        </p:nvSpPr>
        <p:spPr>
          <a:xfrm>
            <a:off x="28346400" y="-22771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5" name="Freeform 2634"/>
          <p:cNvSpPr/>
          <p:nvPr/>
        </p:nvSpPr>
        <p:spPr>
          <a:xfrm>
            <a:off x="28384500" y="-22809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6" name="Freeform 2635"/>
          <p:cNvSpPr/>
          <p:nvPr/>
        </p:nvSpPr>
        <p:spPr>
          <a:xfrm>
            <a:off x="28422600" y="-22860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4"/>
                </a:lnTo>
                <a:lnTo>
                  <a:pt x="2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00B8FF"/>
          </a:solidFill>
          <a:ln w="3175">
            <a:solidFill>
              <a:srgbClr val="009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7" name="Freeform 2636"/>
          <p:cNvSpPr/>
          <p:nvPr/>
        </p:nvSpPr>
        <p:spPr>
          <a:xfrm>
            <a:off x="28448000" y="-229743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6"/>
                </a:lnTo>
                <a:lnTo>
                  <a:pt x="3" y="0"/>
                </a:lnTo>
                <a:lnTo>
                  <a:pt x="0" y="9"/>
                </a:lnTo>
                <a:lnTo>
                  <a:pt x="1" y="13"/>
                </a:lnTo>
                <a:close/>
              </a:path>
            </a:pathLst>
          </a:custGeom>
          <a:solidFill>
            <a:srgbClr val="33FFCC"/>
          </a:solidFill>
          <a:ln w="3175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8" name="Freeform 2637"/>
          <p:cNvSpPr/>
          <p:nvPr/>
        </p:nvSpPr>
        <p:spPr>
          <a:xfrm>
            <a:off x="28486100" y="-230378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6"/>
                </a:lnTo>
                <a:lnTo>
                  <a:pt x="3" y="0"/>
                </a:lnTo>
                <a:lnTo>
                  <a:pt x="0" y="5"/>
                </a:lnTo>
                <a:lnTo>
                  <a:pt x="1" y="11"/>
                </a:lnTo>
                <a:close/>
              </a:path>
            </a:pathLst>
          </a:custGeom>
          <a:solidFill>
            <a:srgbClr val="BAFF44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9" name="Freeform 2638"/>
          <p:cNvSpPr/>
          <p:nvPr/>
        </p:nvSpPr>
        <p:spPr>
          <a:xfrm>
            <a:off x="28524200" y="-23063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6"/>
                </a:lnTo>
                <a:lnTo>
                  <a:pt x="2" y="0"/>
                </a:lnTo>
                <a:lnTo>
                  <a:pt x="0" y="2"/>
                </a:lnTo>
                <a:lnTo>
                  <a:pt x="1" y="8"/>
                </a:lnTo>
                <a:close/>
              </a:path>
            </a:pathLst>
          </a:custGeom>
          <a:solidFill>
            <a:srgbClr val="FFFF00"/>
          </a:solidFill>
          <a:ln w="3175">
            <a:solidFill>
              <a:srgbClr val="CC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0" name="Freeform 2639"/>
          <p:cNvSpPr/>
          <p:nvPr/>
        </p:nvSpPr>
        <p:spPr>
          <a:xfrm>
            <a:off x="28549600" y="-23063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E700"/>
          </a:solidFill>
          <a:ln w="3175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1" name="Freeform 2640"/>
          <p:cNvSpPr/>
          <p:nvPr/>
        </p:nvSpPr>
        <p:spPr>
          <a:xfrm>
            <a:off x="28587700" y="-23075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E000"/>
          </a:solidFill>
          <a:ln w="3175">
            <a:solidFill>
              <a:srgbClr val="CC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2" name="Freeform 2641"/>
          <p:cNvSpPr/>
          <p:nvPr/>
        </p:nvSpPr>
        <p:spPr>
          <a:xfrm>
            <a:off x="28625800" y="-23088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FFD800"/>
          </a:solidFill>
          <a:ln w="3175">
            <a:solidFill>
              <a:srgbClr val="CCA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3" name="Freeform 2642"/>
          <p:cNvSpPr/>
          <p:nvPr/>
        </p:nvSpPr>
        <p:spPr>
          <a:xfrm>
            <a:off x="28663900" y="-230886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4" name="Freeform 2643"/>
          <p:cNvSpPr/>
          <p:nvPr/>
        </p:nvSpPr>
        <p:spPr>
          <a:xfrm>
            <a:off x="28689300" y="-23088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5" name="Freeform 2644"/>
          <p:cNvSpPr/>
          <p:nvPr/>
        </p:nvSpPr>
        <p:spPr>
          <a:xfrm>
            <a:off x="28727400" y="-23101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6" name="Freeform 2645"/>
          <p:cNvSpPr/>
          <p:nvPr/>
        </p:nvSpPr>
        <p:spPr>
          <a:xfrm>
            <a:off x="28765500" y="-231013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7" name="Freeform 2646"/>
          <p:cNvSpPr/>
          <p:nvPr/>
        </p:nvSpPr>
        <p:spPr>
          <a:xfrm>
            <a:off x="27787600" y="-229108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8" name="Freeform 2647"/>
          <p:cNvSpPr/>
          <p:nvPr/>
        </p:nvSpPr>
        <p:spPr>
          <a:xfrm>
            <a:off x="27813000" y="-22910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9" name="Freeform 2648"/>
          <p:cNvSpPr/>
          <p:nvPr/>
        </p:nvSpPr>
        <p:spPr>
          <a:xfrm>
            <a:off x="27851100" y="-22923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0" name="Freeform 2649"/>
          <p:cNvSpPr/>
          <p:nvPr/>
        </p:nvSpPr>
        <p:spPr>
          <a:xfrm>
            <a:off x="27889200" y="-22923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1" name="Freeform 2650"/>
          <p:cNvSpPr/>
          <p:nvPr/>
        </p:nvSpPr>
        <p:spPr>
          <a:xfrm>
            <a:off x="27927300" y="-22923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2" name="Freeform 2651"/>
          <p:cNvSpPr/>
          <p:nvPr/>
        </p:nvSpPr>
        <p:spPr>
          <a:xfrm>
            <a:off x="27952700" y="-22923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3" name="Freeform 2652"/>
          <p:cNvSpPr/>
          <p:nvPr/>
        </p:nvSpPr>
        <p:spPr>
          <a:xfrm>
            <a:off x="27990800" y="-229362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4" name="Freeform 2653"/>
          <p:cNvSpPr/>
          <p:nvPr/>
        </p:nvSpPr>
        <p:spPr>
          <a:xfrm>
            <a:off x="28028900" y="-229362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5" name="Freeform 2654"/>
          <p:cNvSpPr/>
          <p:nvPr/>
        </p:nvSpPr>
        <p:spPr>
          <a:xfrm>
            <a:off x="28054300" y="-22936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1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4EFFB1"/>
          </a:solidFill>
          <a:ln w="3175">
            <a:solidFill>
              <a:srgbClr val="3FC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6" name="Freeform 2655"/>
          <p:cNvSpPr/>
          <p:nvPr/>
        </p:nvSpPr>
        <p:spPr>
          <a:xfrm>
            <a:off x="28092400" y="-22923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7"/>
                </a:moveTo>
                <a:lnTo>
                  <a:pt x="4" y="9"/>
                </a:lnTo>
                <a:lnTo>
                  <a:pt x="3" y="7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19FFE6"/>
          </a:solidFill>
          <a:ln w="3175">
            <a:solidFill>
              <a:srgbClr val="14CC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7" name="Freeform 2656"/>
          <p:cNvSpPr/>
          <p:nvPr/>
        </p:nvSpPr>
        <p:spPr>
          <a:xfrm>
            <a:off x="28130500" y="-2283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8" name="Freeform 2657"/>
          <p:cNvSpPr/>
          <p:nvPr/>
        </p:nvSpPr>
        <p:spPr>
          <a:xfrm>
            <a:off x="28168600" y="-22809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9" name="Freeform 2658"/>
          <p:cNvSpPr/>
          <p:nvPr/>
        </p:nvSpPr>
        <p:spPr>
          <a:xfrm>
            <a:off x="28194000" y="-2277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FFF"/>
          </a:solidFill>
          <a:ln w="3175">
            <a:solidFill>
              <a:srgbClr val="004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0" name="Freeform 2659"/>
          <p:cNvSpPr/>
          <p:nvPr/>
        </p:nvSpPr>
        <p:spPr>
          <a:xfrm>
            <a:off x="28232100" y="-2274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1" name="Freeform 2660"/>
          <p:cNvSpPr/>
          <p:nvPr/>
        </p:nvSpPr>
        <p:spPr>
          <a:xfrm>
            <a:off x="28270200" y="-22758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2" name="Freeform 2661"/>
          <p:cNvSpPr/>
          <p:nvPr/>
        </p:nvSpPr>
        <p:spPr>
          <a:xfrm>
            <a:off x="28295600" y="-2275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3" name="Freeform 2662"/>
          <p:cNvSpPr/>
          <p:nvPr/>
        </p:nvSpPr>
        <p:spPr>
          <a:xfrm>
            <a:off x="283337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5FFF"/>
          </a:solidFill>
          <a:ln w="3175">
            <a:solidFill>
              <a:srgbClr val="004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4" name="Freeform 2663"/>
          <p:cNvSpPr/>
          <p:nvPr/>
        </p:nvSpPr>
        <p:spPr>
          <a:xfrm>
            <a:off x="28371800" y="-22821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5" name="Freeform 2664"/>
          <p:cNvSpPr/>
          <p:nvPr/>
        </p:nvSpPr>
        <p:spPr>
          <a:xfrm>
            <a:off x="28409900" y="-228854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2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2FF"/>
          </a:solidFill>
          <a:ln w="3175">
            <a:solidFill>
              <a:srgbClr val="00B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6" name="Freeform 2665"/>
          <p:cNvSpPr/>
          <p:nvPr/>
        </p:nvSpPr>
        <p:spPr>
          <a:xfrm>
            <a:off x="28435300" y="-230886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1" y="18"/>
                </a:moveTo>
                <a:lnTo>
                  <a:pt x="4" y="9"/>
                </a:lnTo>
                <a:lnTo>
                  <a:pt x="3" y="0"/>
                </a:lnTo>
                <a:lnTo>
                  <a:pt x="0" y="16"/>
                </a:lnTo>
                <a:lnTo>
                  <a:pt x="1" y="18"/>
                </a:lnTo>
                <a:close/>
              </a:path>
            </a:pathLst>
          </a:custGeom>
          <a:solidFill>
            <a:srgbClr val="98FF67"/>
          </a:solidFill>
          <a:ln w="3175">
            <a:solidFill>
              <a:srgbClr val="7AC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7" name="Freeform 2666"/>
          <p:cNvSpPr/>
          <p:nvPr/>
        </p:nvSpPr>
        <p:spPr>
          <a:xfrm>
            <a:off x="28473400" y="-231521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9"/>
                </a:lnTo>
                <a:lnTo>
                  <a:pt x="3" y="0"/>
                </a:lnTo>
                <a:lnTo>
                  <a:pt x="0" y="5"/>
                </a:lnTo>
                <a:lnTo>
                  <a:pt x="1" y="14"/>
                </a:lnTo>
                <a:close/>
              </a:path>
            </a:pathLst>
          </a:custGeom>
          <a:solidFill>
            <a:srgbClr val="FFB200"/>
          </a:solidFill>
          <a:ln w="3175">
            <a:solidFill>
              <a:srgbClr val="CC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8" name="Freeform 2667"/>
          <p:cNvSpPr/>
          <p:nvPr/>
        </p:nvSpPr>
        <p:spPr>
          <a:xfrm>
            <a:off x="28511500" y="-231648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7100"/>
          </a:solidFill>
          <a:ln w="3175">
            <a:solidFill>
              <a:srgbClr val="CC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9" name="Freeform 2668"/>
          <p:cNvSpPr/>
          <p:nvPr/>
        </p:nvSpPr>
        <p:spPr>
          <a:xfrm>
            <a:off x="28536900" y="-23177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5A00"/>
          </a:solidFill>
          <a:ln w="3175">
            <a:solidFill>
              <a:srgbClr val="CC4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0" name="Freeform 2669"/>
          <p:cNvSpPr/>
          <p:nvPr/>
        </p:nvSpPr>
        <p:spPr>
          <a:xfrm>
            <a:off x="28575000" y="-232029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2"/>
                </a:lnTo>
                <a:lnTo>
                  <a:pt x="1" y="11"/>
                </a:lnTo>
                <a:close/>
              </a:path>
            </a:pathLst>
          </a:custGeom>
          <a:solidFill>
            <a:srgbClr val="FF4600"/>
          </a:solidFill>
          <a:ln w="3175">
            <a:solidFill>
              <a:srgbClr val="CC3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1" name="Freeform 2670"/>
          <p:cNvSpPr/>
          <p:nvPr/>
        </p:nvSpPr>
        <p:spPr>
          <a:xfrm>
            <a:off x="28613100" y="-232156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3100"/>
          </a:solidFill>
          <a:ln w="3175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2" name="Freeform 2671"/>
          <p:cNvSpPr/>
          <p:nvPr/>
        </p:nvSpPr>
        <p:spPr>
          <a:xfrm>
            <a:off x="28651200" y="-232283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3" name="Freeform 2672"/>
          <p:cNvSpPr/>
          <p:nvPr/>
        </p:nvSpPr>
        <p:spPr>
          <a:xfrm>
            <a:off x="28676600" y="-232283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1"/>
                </a:lnTo>
                <a:lnTo>
                  <a:pt x="3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4" name="Freeform 2673"/>
          <p:cNvSpPr/>
          <p:nvPr/>
        </p:nvSpPr>
        <p:spPr>
          <a:xfrm>
            <a:off x="28714700" y="-232283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5" name="Freeform 2674"/>
          <p:cNvSpPr/>
          <p:nvPr/>
        </p:nvSpPr>
        <p:spPr>
          <a:xfrm>
            <a:off x="28752800" y="-23228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6" name="Freeform 2675"/>
          <p:cNvSpPr/>
          <p:nvPr/>
        </p:nvSpPr>
        <p:spPr>
          <a:xfrm>
            <a:off x="27774900" y="-2296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7" name="Freeform 2676"/>
          <p:cNvSpPr/>
          <p:nvPr/>
        </p:nvSpPr>
        <p:spPr>
          <a:xfrm>
            <a:off x="27800300" y="-2296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8" name="Freeform 2677"/>
          <p:cNvSpPr/>
          <p:nvPr/>
        </p:nvSpPr>
        <p:spPr>
          <a:xfrm>
            <a:off x="27838400" y="-2296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9" name="Freeform 2678"/>
          <p:cNvSpPr/>
          <p:nvPr/>
        </p:nvSpPr>
        <p:spPr>
          <a:xfrm>
            <a:off x="27876500" y="-2296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0" name="Freeform 2679"/>
          <p:cNvSpPr/>
          <p:nvPr/>
        </p:nvSpPr>
        <p:spPr>
          <a:xfrm>
            <a:off x="27914600" y="-2297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1" name="Freeform 2680"/>
          <p:cNvSpPr/>
          <p:nvPr/>
        </p:nvSpPr>
        <p:spPr>
          <a:xfrm>
            <a:off x="27940000" y="-2297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2" name="Freeform 2681"/>
          <p:cNvSpPr/>
          <p:nvPr/>
        </p:nvSpPr>
        <p:spPr>
          <a:xfrm>
            <a:off x="27978100" y="-2297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3" name="Freeform 2682"/>
          <p:cNvSpPr/>
          <p:nvPr/>
        </p:nvSpPr>
        <p:spPr>
          <a:xfrm>
            <a:off x="28016200" y="-2297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4" name="Freeform 2683"/>
          <p:cNvSpPr/>
          <p:nvPr/>
        </p:nvSpPr>
        <p:spPr>
          <a:xfrm>
            <a:off x="28041600" y="-2297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5" name="Freeform 2684"/>
          <p:cNvSpPr/>
          <p:nvPr/>
        </p:nvSpPr>
        <p:spPr>
          <a:xfrm>
            <a:off x="28079700" y="-22923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4FFBB"/>
          </a:solidFill>
          <a:ln w="3175">
            <a:solidFill>
              <a:srgbClr val="36C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6" name="Freeform 2685"/>
          <p:cNvSpPr/>
          <p:nvPr/>
        </p:nvSpPr>
        <p:spPr>
          <a:xfrm>
            <a:off x="28117800" y="-2284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AFF"/>
          </a:solidFill>
          <a:ln w="3175">
            <a:solidFill>
              <a:srgbClr val="00A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7" name="Freeform 2686"/>
          <p:cNvSpPr/>
          <p:nvPr/>
        </p:nvSpPr>
        <p:spPr>
          <a:xfrm>
            <a:off x="28155900" y="-2280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8" name="Freeform 2687"/>
          <p:cNvSpPr/>
          <p:nvPr/>
        </p:nvSpPr>
        <p:spPr>
          <a:xfrm>
            <a:off x="28181300" y="-2278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9" name="Freeform 2688"/>
          <p:cNvSpPr/>
          <p:nvPr/>
        </p:nvSpPr>
        <p:spPr>
          <a:xfrm>
            <a:off x="28219400" y="-2275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0" name="Freeform 2689"/>
          <p:cNvSpPr/>
          <p:nvPr/>
        </p:nvSpPr>
        <p:spPr>
          <a:xfrm>
            <a:off x="28257500" y="-2275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1" name="Freeform 2690"/>
          <p:cNvSpPr/>
          <p:nvPr/>
        </p:nvSpPr>
        <p:spPr>
          <a:xfrm>
            <a:off x="282829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2" name="Freeform 2691"/>
          <p:cNvSpPr/>
          <p:nvPr/>
        </p:nvSpPr>
        <p:spPr>
          <a:xfrm>
            <a:off x="28321000" y="-2279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3" name="Freeform 2692"/>
          <p:cNvSpPr/>
          <p:nvPr/>
        </p:nvSpPr>
        <p:spPr>
          <a:xfrm>
            <a:off x="28359100" y="-2283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4" name="Freeform 2693"/>
          <p:cNvSpPr/>
          <p:nvPr/>
        </p:nvSpPr>
        <p:spPr>
          <a:xfrm>
            <a:off x="28397200" y="-22898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EFF"/>
          </a:solidFill>
          <a:ln w="3175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5" name="Freeform 2694"/>
          <p:cNvSpPr/>
          <p:nvPr/>
        </p:nvSpPr>
        <p:spPr>
          <a:xfrm>
            <a:off x="28422600" y="-231013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1" y="17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7"/>
                </a:lnTo>
                <a:close/>
              </a:path>
            </a:pathLst>
          </a:custGeom>
          <a:solidFill>
            <a:srgbClr val="CBFF34"/>
          </a:solidFill>
          <a:ln w="3175">
            <a:solidFill>
              <a:srgbClr val="A2C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6" name="Freeform 2695"/>
          <p:cNvSpPr/>
          <p:nvPr/>
        </p:nvSpPr>
        <p:spPr>
          <a:xfrm>
            <a:off x="28460700" y="-23177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2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FF4E00"/>
          </a:solidFill>
          <a:ln w="3175">
            <a:solidFill>
              <a:srgbClr val="CC3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7" name="Freeform 2696"/>
          <p:cNvSpPr/>
          <p:nvPr/>
        </p:nvSpPr>
        <p:spPr>
          <a:xfrm>
            <a:off x="28498800" y="-23202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FF0500"/>
          </a:solidFill>
          <a:ln w="3175">
            <a:solidFill>
              <a:srgbClr val="CC0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8" name="Freeform 2697"/>
          <p:cNvSpPr/>
          <p:nvPr/>
        </p:nvSpPr>
        <p:spPr>
          <a:xfrm>
            <a:off x="28524200" y="-23215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EF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9" name="Freeform 2698"/>
          <p:cNvSpPr/>
          <p:nvPr/>
        </p:nvSpPr>
        <p:spPr>
          <a:xfrm>
            <a:off x="28562300" y="-23241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CF0000"/>
          </a:solidFill>
          <a:ln w="3175">
            <a:solidFill>
              <a:srgbClr val="A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0" name="Freeform 2699"/>
          <p:cNvSpPr/>
          <p:nvPr/>
        </p:nvSpPr>
        <p:spPr>
          <a:xfrm>
            <a:off x="28600400" y="-23266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AC0000"/>
          </a:solidFill>
          <a:ln w="3175">
            <a:solidFill>
              <a:srgbClr val="8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1" name="Freeform 2700"/>
          <p:cNvSpPr/>
          <p:nvPr/>
        </p:nvSpPr>
        <p:spPr>
          <a:xfrm>
            <a:off x="28638500" y="-23266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2" name="Freeform 2701"/>
          <p:cNvSpPr/>
          <p:nvPr/>
        </p:nvSpPr>
        <p:spPr>
          <a:xfrm>
            <a:off x="28663900" y="-2326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3" name="Freeform 2702"/>
          <p:cNvSpPr/>
          <p:nvPr/>
        </p:nvSpPr>
        <p:spPr>
          <a:xfrm>
            <a:off x="28702000" y="-23279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4" name="Freeform 2703"/>
          <p:cNvSpPr/>
          <p:nvPr/>
        </p:nvSpPr>
        <p:spPr>
          <a:xfrm>
            <a:off x="28740100" y="-23279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5" name="Freeform 2704"/>
          <p:cNvSpPr/>
          <p:nvPr/>
        </p:nvSpPr>
        <p:spPr>
          <a:xfrm>
            <a:off x="27762200" y="-2296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6" name="Freeform 2705"/>
          <p:cNvSpPr/>
          <p:nvPr/>
        </p:nvSpPr>
        <p:spPr>
          <a:xfrm>
            <a:off x="27787600" y="-22961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7" name="Freeform 2706"/>
          <p:cNvSpPr/>
          <p:nvPr/>
        </p:nvSpPr>
        <p:spPr>
          <a:xfrm>
            <a:off x="27825700" y="-2297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8" name="Freeform 2707"/>
          <p:cNvSpPr/>
          <p:nvPr/>
        </p:nvSpPr>
        <p:spPr>
          <a:xfrm>
            <a:off x="27863800" y="-2297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9" name="Freeform 2708"/>
          <p:cNvSpPr/>
          <p:nvPr/>
        </p:nvSpPr>
        <p:spPr>
          <a:xfrm>
            <a:off x="27901900" y="-2297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0" name="Freeform 2709"/>
          <p:cNvSpPr/>
          <p:nvPr/>
        </p:nvSpPr>
        <p:spPr>
          <a:xfrm>
            <a:off x="27927300" y="-22974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1" name="Freeform 2710"/>
          <p:cNvSpPr/>
          <p:nvPr/>
        </p:nvSpPr>
        <p:spPr>
          <a:xfrm>
            <a:off x="279654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2" name="Freeform 2711"/>
          <p:cNvSpPr/>
          <p:nvPr/>
        </p:nvSpPr>
        <p:spPr>
          <a:xfrm>
            <a:off x="28003500" y="-2298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3" name="Freeform 2712"/>
          <p:cNvSpPr/>
          <p:nvPr/>
        </p:nvSpPr>
        <p:spPr>
          <a:xfrm>
            <a:off x="28028900" y="-22987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4" name="Freeform 2713"/>
          <p:cNvSpPr/>
          <p:nvPr/>
        </p:nvSpPr>
        <p:spPr>
          <a:xfrm>
            <a:off x="28067000" y="-2293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5" name="Freeform 2714"/>
          <p:cNvSpPr/>
          <p:nvPr/>
        </p:nvSpPr>
        <p:spPr>
          <a:xfrm>
            <a:off x="28105100" y="-2286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6" name="Freeform 2715"/>
          <p:cNvSpPr/>
          <p:nvPr/>
        </p:nvSpPr>
        <p:spPr>
          <a:xfrm>
            <a:off x="28143200" y="-2282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7" name="Freeform 2716"/>
          <p:cNvSpPr/>
          <p:nvPr/>
        </p:nvSpPr>
        <p:spPr>
          <a:xfrm>
            <a:off x="28168600" y="-2279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8" name="Freeform 2717"/>
          <p:cNvSpPr/>
          <p:nvPr/>
        </p:nvSpPr>
        <p:spPr>
          <a:xfrm>
            <a:off x="282067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9" name="Freeform 2718"/>
          <p:cNvSpPr/>
          <p:nvPr/>
        </p:nvSpPr>
        <p:spPr>
          <a:xfrm>
            <a:off x="28244800" y="-22771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0" name="Freeform 2719"/>
          <p:cNvSpPr/>
          <p:nvPr/>
        </p:nvSpPr>
        <p:spPr>
          <a:xfrm>
            <a:off x="28270200" y="-2277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1" name="Freeform 2720"/>
          <p:cNvSpPr/>
          <p:nvPr/>
        </p:nvSpPr>
        <p:spPr>
          <a:xfrm>
            <a:off x="28308300" y="-2280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2" name="Freeform 2721"/>
          <p:cNvSpPr/>
          <p:nvPr/>
        </p:nvSpPr>
        <p:spPr>
          <a:xfrm>
            <a:off x="28346400" y="-22847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3" name="Freeform 2722"/>
          <p:cNvSpPr/>
          <p:nvPr/>
        </p:nvSpPr>
        <p:spPr>
          <a:xfrm>
            <a:off x="28384500" y="-22910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4" name="Freeform 2723"/>
          <p:cNvSpPr/>
          <p:nvPr/>
        </p:nvSpPr>
        <p:spPr>
          <a:xfrm>
            <a:off x="28409900" y="-231013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0"/>
                </a:lnTo>
                <a:lnTo>
                  <a:pt x="3" y="0"/>
                </a:lnTo>
                <a:lnTo>
                  <a:pt x="0" y="15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5" name="Freeform 2724"/>
          <p:cNvSpPr/>
          <p:nvPr/>
        </p:nvSpPr>
        <p:spPr>
          <a:xfrm>
            <a:off x="28448000" y="-23190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6" name="Freeform 2725"/>
          <p:cNvSpPr/>
          <p:nvPr/>
        </p:nvSpPr>
        <p:spPr>
          <a:xfrm>
            <a:off x="28486100" y="-23202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7" name="Freeform 2726"/>
          <p:cNvSpPr/>
          <p:nvPr/>
        </p:nvSpPr>
        <p:spPr>
          <a:xfrm>
            <a:off x="28511500" y="-2321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8" name="Freeform 2727"/>
          <p:cNvSpPr/>
          <p:nvPr/>
        </p:nvSpPr>
        <p:spPr>
          <a:xfrm>
            <a:off x="28549600" y="-2325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9" name="Freeform 2728"/>
          <p:cNvSpPr/>
          <p:nvPr/>
        </p:nvSpPr>
        <p:spPr>
          <a:xfrm>
            <a:off x="28587700" y="-23266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0" name="Freeform 2729"/>
          <p:cNvSpPr/>
          <p:nvPr/>
        </p:nvSpPr>
        <p:spPr>
          <a:xfrm>
            <a:off x="28625800" y="-2327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1" name="Freeform 2730"/>
          <p:cNvSpPr/>
          <p:nvPr/>
        </p:nvSpPr>
        <p:spPr>
          <a:xfrm>
            <a:off x="28651200" y="-2327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2" name="Freeform 2731"/>
          <p:cNvSpPr/>
          <p:nvPr/>
        </p:nvSpPr>
        <p:spPr>
          <a:xfrm>
            <a:off x="28689300" y="-2327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3" name="Freeform 2732"/>
          <p:cNvSpPr/>
          <p:nvPr/>
        </p:nvSpPr>
        <p:spPr>
          <a:xfrm>
            <a:off x="28727400" y="-23279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4" name="Freeform 2733"/>
          <p:cNvSpPr/>
          <p:nvPr/>
        </p:nvSpPr>
        <p:spPr>
          <a:xfrm>
            <a:off x="27749500" y="-2297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5" name="Freeform 2734"/>
          <p:cNvSpPr/>
          <p:nvPr/>
        </p:nvSpPr>
        <p:spPr>
          <a:xfrm>
            <a:off x="27774900" y="-2297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6" name="Freeform 2735"/>
          <p:cNvSpPr/>
          <p:nvPr/>
        </p:nvSpPr>
        <p:spPr>
          <a:xfrm>
            <a:off x="27813000" y="-2297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7" name="Freeform 2736"/>
          <p:cNvSpPr/>
          <p:nvPr/>
        </p:nvSpPr>
        <p:spPr>
          <a:xfrm>
            <a:off x="278511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8" name="Freeform 2737"/>
          <p:cNvSpPr/>
          <p:nvPr/>
        </p:nvSpPr>
        <p:spPr>
          <a:xfrm>
            <a:off x="27889200" y="-2298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9" name="Freeform 2738"/>
          <p:cNvSpPr/>
          <p:nvPr/>
        </p:nvSpPr>
        <p:spPr>
          <a:xfrm>
            <a:off x="279146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0" name="Freeform 2739"/>
          <p:cNvSpPr/>
          <p:nvPr/>
        </p:nvSpPr>
        <p:spPr>
          <a:xfrm>
            <a:off x="279527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1" name="Freeform 2740"/>
          <p:cNvSpPr/>
          <p:nvPr/>
        </p:nvSpPr>
        <p:spPr>
          <a:xfrm>
            <a:off x="27990800" y="-2299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2" name="Freeform 2741"/>
          <p:cNvSpPr/>
          <p:nvPr/>
        </p:nvSpPr>
        <p:spPr>
          <a:xfrm>
            <a:off x="28016200" y="-2299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3" name="Freeform 2742"/>
          <p:cNvSpPr/>
          <p:nvPr/>
        </p:nvSpPr>
        <p:spPr>
          <a:xfrm>
            <a:off x="28054300" y="-22948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7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4" name="Freeform 2743"/>
          <p:cNvSpPr/>
          <p:nvPr/>
        </p:nvSpPr>
        <p:spPr>
          <a:xfrm>
            <a:off x="28092400" y="-2286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5" name="Freeform 2744"/>
          <p:cNvSpPr/>
          <p:nvPr/>
        </p:nvSpPr>
        <p:spPr>
          <a:xfrm>
            <a:off x="28130500" y="-2283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6" name="Freeform 2745"/>
          <p:cNvSpPr/>
          <p:nvPr/>
        </p:nvSpPr>
        <p:spPr>
          <a:xfrm>
            <a:off x="28155900" y="-22796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7" name="Freeform 2746"/>
          <p:cNvSpPr/>
          <p:nvPr/>
        </p:nvSpPr>
        <p:spPr>
          <a:xfrm>
            <a:off x="28194000" y="-22771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8" name="Freeform 2747"/>
          <p:cNvSpPr/>
          <p:nvPr/>
        </p:nvSpPr>
        <p:spPr>
          <a:xfrm>
            <a:off x="282321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9" name="Freeform 2748"/>
          <p:cNvSpPr/>
          <p:nvPr/>
        </p:nvSpPr>
        <p:spPr>
          <a:xfrm>
            <a:off x="28257500" y="-2278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0" name="Freeform 2749"/>
          <p:cNvSpPr/>
          <p:nvPr/>
        </p:nvSpPr>
        <p:spPr>
          <a:xfrm>
            <a:off x="28295600" y="-2280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1" name="Freeform 2750"/>
          <p:cNvSpPr/>
          <p:nvPr/>
        </p:nvSpPr>
        <p:spPr>
          <a:xfrm>
            <a:off x="28333700" y="-2284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2" name="Freeform 2751"/>
          <p:cNvSpPr/>
          <p:nvPr/>
        </p:nvSpPr>
        <p:spPr>
          <a:xfrm>
            <a:off x="28371800" y="-22910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3" name="Freeform 2752"/>
          <p:cNvSpPr/>
          <p:nvPr/>
        </p:nvSpPr>
        <p:spPr>
          <a:xfrm>
            <a:off x="28397200" y="-231140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4" name="Freeform 2753"/>
          <p:cNvSpPr/>
          <p:nvPr/>
        </p:nvSpPr>
        <p:spPr>
          <a:xfrm>
            <a:off x="28435300" y="-23202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5" name="Freeform 2754"/>
          <p:cNvSpPr/>
          <p:nvPr/>
        </p:nvSpPr>
        <p:spPr>
          <a:xfrm>
            <a:off x="28473400" y="-23215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6" name="Freeform 2755"/>
          <p:cNvSpPr/>
          <p:nvPr/>
        </p:nvSpPr>
        <p:spPr>
          <a:xfrm>
            <a:off x="28498800" y="-2322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7" name="Freeform 2756"/>
          <p:cNvSpPr/>
          <p:nvPr/>
        </p:nvSpPr>
        <p:spPr>
          <a:xfrm>
            <a:off x="28536900" y="-23253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8" name="Freeform 2757"/>
          <p:cNvSpPr/>
          <p:nvPr/>
        </p:nvSpPr>
        <p:spPr>
          <a:xfrm>
            <a:off x="28575000" y="-23279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9" name="Freeform 2758"/>
          <p:cNvSpPr/>
          <p:nvPr/>
        </p:nvSpPr>
        <p:spPr>
          <a:xfrm>
            <a:off x="28613100" y="-2327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0" name="Freeform 2759"/>
          <p:cNvSpPr/>
          <p:nvPr/>
        </p:nvSpPr>
        <p:spPr>
          <a:xfrm>
            <a:off x="28638500" y="-2329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1" name="Freeform 2760"/>
          <p:cNvSpPr/>
          <p:nvPr/>
        </p:nvSpPr>
        <p:spPr>
          <a:xfrm>
            <a:off x="28676600" y="-2329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2" name="Freeform 2761"/>
          <p:cNvSpPr/>
          <p:nvPr/>
        </p:nvSpPr>
        <p:spPr>
          <a:xfrm>
            <a:off x="28714700" y="-2329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3" name="Freeform 2762"/>
          <p:cNvSpPr/>
          <p:nvPr/>
        </p:nvSpPr>
        <p:spPr>
          <a:xfrm>
            <a:off x="27736800" y="-2298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4" name="Freeform 2763"/>
          <p:cNvSpPr/>
          <p:nvPr/>
        </p:nvSpPr>
        <p:spPr>
          <a:xfrm>
            <a:off x="277622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5" name="Freeform 2764"/>
          <p:cNvSpPr/>
          <p:nvPr/>
        </p:nvSpPr>
        <p:spPr>
          <a:xfrm>
            <a:off x="278003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6" name="Freeform 2765"/>
          <p:cNvSpPr/>
          <p:nvPr/>
        </p:nvSpPr>
        <p:spPr>
          <a:xfrm>
            <a:off x="27838400" y="-2298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7" name="Freeform 2766"/>
          <p:cNvSpPr/>
          <p:nvPr/>
        </p:nvSpPr>
        <p:spPr>
          <a:xfrm>
            <a:off x="27876500" y="-2298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8" name="Freeform 2767"/>
          <p:cNvSpPr/>
          <p:nvPr/>
        </p:nvSpPr>
        <p:spPr>
          <a:xfrm>
            <a:off x="279019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9" name="Freeform 2768"/>
          <p:cNvSpPr/>
          <p:nvPr/>
        </p:nvSpPr>
        <p:spPr>
          <a:xfrm>
            <a:off x="279400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0" name="Freeform 2769"/>
          <p:cNvSpPr/>
          <p:nvPr/>
        </p:nvSpPr>
        <p:spPr>
          <a:xfrm>
            <a:off x="27978100" y="-2299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1" name="Freeform 2770"/>
          <p:cNvSpPr/>
          <p:nvPr/>
        </p:nvSpPr>
        <p:spPr>
          <a:xfrm>
            <a:off x="28003500" y="-2299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2" name="Freeform 2771"/>
          <p:cNvSpPr/>
          <p:nvPr/>
        </p:nvSpPr>
        <p:spPr>
          <a:xfrm>
            <a:off x="28041600" y="-22948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3" name="Freeform 2772"/>
          <p:cNvSpPr/>
          <p:nvPr/>
        </p:nvSpPr>
        <p:spPr>
          <a:xfrm>
            <a:off x="28079700" y="-2287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4" name="Freeform 2773"/>
          <p:cNvSpPr/>
          <p:nvPr/>
        </p:nvSpPr>
        <p:spPr>
          <a:xfrm>
            <a:off x="28117800" y="-2283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5" name="Freeform 2774"/>
          <p:cNvSpPr/>
          <p:nvPr/>
        </p:nvSpPr>
        <p:spPr>
          <a:xfrm>
            <a:off x="28143200" y="-2280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6" name="Freeform 2775"/>
          <p:cNvSpPr/>
          <p:nvPr/>
        </p:nvSpPr>
        <p:spPr>
          <a:xfrm>
            <a:off x="28181300" y="-22783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7" name="Freeform 2776"/>
          <p:cNvSpPr/>
          <p:nvPr/>
        </p:nvSpPr>
        <p:spPr>
          <a:xfrm>
            <a:off x="28219400" y="-22783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8" name="Freeform 2777"/>
          <p:cNvSpPr/>
          <p:nvPr/>
        </p:nvSpPr>
        <p:spPr>
          <a:xfrm>
            <a:off x="28244800" y="-2279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9" name="Freeform 2778"/>
          <p:cNvSpPr/>
          <p:nvPr/>
        </p:nvSpPr>
        <p:spPr>
          <a:xfrm>
            <a:off x="28282900" y="-2282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0" name="Freeform 2779"/>
          <p:cNvSpPr/>
          <p:nvPr/>
        </p:nvSpPr>
        <p:spPr>
          <a:xfrm>
            <a:off x="28321000" y="-2286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1" name="Freeform 2780"/>
          <p:cNvSpPr/>
          <p:nvPr/>
        </p:nvSpPr>
        <p:spPr>
          <a:xfrm>
            <a:off x="28359100" y="-229235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2" name="Freeform 2781"/>
          <p:cNvSpPr/>
          <p:nvPr/>
        </p:nvSpPr>
        <p:spPr>
          <a:xfrm>
            <a:off x="28384500" y="-231267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1" y="17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7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3" name="Freeform 2782"/>
          <p:cNvSpPr/>
          <p:nvPr/>
        </p:nvSpPr>
        <p:spPr>
          <a:xfrm>
            <a:off x="28422600" y="-23202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4" name="Freeform 2783"/>
          <p:cNvSpPr/>
          <p:nvPr/>
        </p:nvSpPr>
        <p:spPr>
          <a:xfrm>
            <a:off x="28460700" y="-23228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5" name="Freeform 2784"/>
          <p:cNvSpPr/>
          <p:nvPr/>
        </p:nvSpPr>
        <p:spPr>
          <a:xfrm>
            <a:off x="28486100" y="-23241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6" name="Freeform 2785"/>
          <p:cNvSpPr/>
          <p:nvPr/>
        </p:nvSpPr>
        <p:spPr>
          <a:xfrm>
            <a:off x="28524200" y="-23266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7" name="Freeform 2786"/>
          <p:cNvSpPr/>
          <p:nvPr/>
        </p:nvSpPr>
        <p:spPr>
          <a:xfrm>
            <a:off x="28562300" y="-2329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8" name="Freeform 2787"/>
          <p:cNvSpPr/>
          <p:nvPr/>
        </p:nvSpPr>
        <p:spPr>
          <a:xfrm>
            <a:off x="28600400" y="-2329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9" name="Freeform 2788"/>
          <p:cNvSpPr/>
          <p:nvPr/>
        </p:nvSpPr>
        <p:spPr>
          <a:xfrm>
            <a:off x="28625800" y="-2329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0" name="Freeform 2789"/>
          <p:cNvSpPr/>
          <p:nvPr/>
        </p:nvSpPr>
        <p:spPr>
          <a:xfrm>
            <a:off x="28663900" y="-2330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1" name="Freeform 2790"/>
          <p:cNvSpPr/>
          <p:nvPr/>
        </p:nvSpPr>
        <p:spPr>
          <a:xfrm>
            <a:off x="28702000" y="-2330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2" name="Freeform 2791"/>
          <p:cNvSpPr/>
          <p:nvPr/>
        </p:nvSpPr>
        <p:spPr>
          <a:xfrm>
            <a:off x="27724100" y="-2298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3" name="Freeform 2792"/>
          <p:cNvSpPr/>
          <p:nvPr/>
        </p:nvSpPr>
        <p:spPr>
          <a:xfrm>
            <a:off x="27749500" y="-22987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4" name="Freeform 2793"/>
          <p:cNvSpPr/>
          <p:nvPr/>
        </p:nvSpPr>
        <p:spPr>
          <a:xfrm>
            <a:off x="277876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5" name="Freeform 2794"/>
          <p:cNvSpPr/>
          <p:nvPr/>
        </p:nvSpPr>
        <p:spPr>
          <a:xfrm>
            <a:off x="278257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6" name="Freeform 2795"/>
          <p:cNvSpPr/>
          <p:nvPr/>
        </p:nvSpPr>
        <p:spPr>
          <a:xfrm>
            <a:off x="27863800" y="-2299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7" name="Freeform 2796"/>
          <p:cNvSpPr/>
          <p:nvPr/>
        </p:nvSpPr>
        <p:spPr>
          <a:xfrm>
            <a:off x="278892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8" name="Freeform 2797"/>
          <p:cNvSpPr/>
          <p:nvPr/>
        </p:nvSpPr>
        <p:spPr>
          <a:xfrm>
            <a:off x="27927300" y="-2301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9" name="Freeform 2798"/>
          <p:cNvSpPr/>
          <p:nvPr/>
        </p:nvSpPr>
        <p:spPr>
          <a:xfrm>
            <a:off x="27965400" y="-2301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0" name="Freeform 2799"/>
          <p:cNvSpPr/>
          <p:nvPr/>
        </p:nvSpPr>
        <p:spPr>
          <a:xfrm>
            <a:off x="27990800" y="-2301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1" name="Freeform 2800"/>
          <p:cNvSpPr/>
          <p:nvPr/>
        </p:nvSpPr>
        <p:spPr>
          <a:xfrm>
            <a:off x="28028900" y="-22961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2" name="Freeform 2801"/>
          <p:cNvSpPr/>
          <p:nvPr/>
        </p:nvSpPr>
        <p:spPr>
          <a:xfrm>
            <a:off x="28067000" y="-2288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3" name="Freeform 2802"/>
          <p:cNvSpPr/>
          <p:nvPr/>
        </p:nvSpPr>
        <p:spPr>
          <a:xfrm>
            <a:off x="28105100" y="-2284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4" name="Freeform 2803"/>
          <p:cNvSpPr/>
          <p:nvPr/>
        </p:nvSpPr>
        <p:spPr>
          <a:xfrm>
            <a:off x="28130500" y="-22821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5" name="Freeform 2804"/>
          <p:cNvSpPr/>
          <p:nvPr/>
        </p:nvSpPr>
        <p:spPr>
          <a:xfrm>
            <a:off x="28168600" y="-2279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6" name="Freeform 2805"/>
          <p:cNvSpPr/>
          <p:nvPr/>
        </p:nvSpPr>
        <p:spPr>
          <a:xfrm>
            <a:off x="28206700" y="-22796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7" name="Freeform 2806"/>
          <p:cNvSpPr/>
          <p:nvPr/>
        </p:nvSpPr>
        <p:spPr>
          <a:xfrm>
            <a:off x="28232100" y="-22796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8" name="Freeform 2807"/>
          <p:cNvSpPr/>
          <p:nvPr/>
        </p:nvSpPr>
        <p:spPr>
          <a:xfrm>
            <a:off x="28270200" y="-2283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9" name="Freeform 2808"/>
          <p:cNvSpPr/>
          <p:nvPr/>
        </p:nvSpPr>
        <p:spPr>
          <a:xfrm>
            <a:off x="28308300" y="-2287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0" name="Freeform 2809"/>
          <p:cNvSpPr/>
          <p:nvPr/>
        </p:nvSpPr>
        <p:spPr>
          <a:xfrm>
            <a:off x="28346400" y="-229362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1" name="Freeform 2810"/>
          <p:cNvSpPr/>
          <p:nvPr/>
        </p:nvSpPr>
        <p:spPr>
          <a:xfrm>
            <a:off x="28371800" y="-231267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0"/>
                </a:lnTo>
                <a:lnTo>
                  <a:pt x="3" y="0"/>
                </a:lnTo>
                <a:lnTo>
                  <a:pt x="0" y="15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2" name="Freeform 2811"/>
          <p:cNvSpPr/>
          <p:nvPr/>
        </p:nvSpPr>
        <p:spPr>
          <a:xfrm>
            <a:off x="28409900" y="-232156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3" name="Freeform 2812"/>
          <p:cNvSpPr/>
          <p:nvPr/>
        </p:nvSpPr>
        <p:spPr>
          <a:xfrm>
            <a:off x="28448000" y="-23228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4" name="Freeform 2813"/>
          <p:cNvSpPr/>
          <p:nvPr/>
        </p:nvSpPr>
        <p:spPr>
          <a:xfrm>
            <a:off x="28473400" y="-2324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5" name="Freeform 2814"/>
          <p:cNvSpPr/>
          <p:nvPr/>
        </p:nvSpPr>
        <p:spPr>
          <a:xfrm>
            <a:off x="28511500" y="-2327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6" name="Freeform 2815"/>
          <p:cNvSpPr/>
          <p:nvPr/>
        </p:nvSpPr>
        <p:spPr>
          <a:xfrm>
            <a:off x="28549600" y="-23291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7" name="Freeform 2816"/>
          <p:cNvSpPr/>
          <p:nvPr/>
        </p:nvSpPr>
        <p:spPr>
          <a:xfrm>
            <a:off x="28587700" y="-2330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8" name="Freeform 2817"/>
          <p:cNvSpPr/>
          <p:nvPr/>
        </p:nvSpPr>
        <p:spPr>
          <a:xfrm>
            <a:off x="28613100" y="-2330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9" name="Freeform 2818"/>
          <p:cNvSpPr/>
          <p:nvPr/>
        </p:nvSpPr>
        <p:spPr>
          <a:xfrm>
            <a:off x="28651200" y="-2330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0" name="Freeform 2819"/>
          <p:cNvSpPr/>
          <p:nvPr/>
        </p:nvSpPr>
        <p:spPr>
          <a:xfrm>
            <a:off x="28689300" y="-23304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1" name="Freeform 2820"/>
          <p:cNvSpPr/>
          <p:nvPr/>
        </p:nvSpPr>
        <p:spPr>
          <a:xfrm>
            <a:off x="27711400" y="-2299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2" name="Freeform 2821"/>
          <p:cNvSpPr/>
          <p:nvPr/>
        </p:nvSpPr>
        <p:spPr>
          <a:xfrm>
            <a:off x="277368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3" name="Freeform 2822"/>
          <p:cNvSpPr/>
          <p:nvPr/>
        </p:nvSpPr>
        <p:spPr>
          <a:xfrm>
            <a:off x="27774900" y="-2299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4" name="Freeform 2823"/>
          <p:cNvSpPr/>
          <p:nvPr/>
        </p:nvSpPr>
        <p:spPr>
          <a:xfrm>
            <a:off x="27813000" y="-2301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5" name="Freeform 2824"/>
          <p:cNvSpPr/>
          <p:nvPr/>
        </p:nvSpPr>
        <p:spPr>
          <a:xfrm>
            <a:off x="27851100" y="-2301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6" name="Freeform 2825"/>
          <p:cNvSpPr/>
          <p:nvPr/>
        </p:nvSpPr>
        <p:spPr>
          <a:xfrm>
            <a:off x="27876500" y="-2301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7" name="Freeform 2826"/>
          <p:cNvSpPr/>
          <p:nvPr/>
        </p:nvSpPr>
        <p:spPr>
          <a:xfrm>
            <a:off x="27914600" y="-2301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8" name="Freeform 2827"/>
          <p:cNvSpPr/>
          <p:nvPr/>
        </p:nvSpPr>
        <p:spPr>
          <a:xfrm>
            <a:off x="27952700" y="-2302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9" name="Freeform 2828"/>
          <p:cNvSpPr/>
          <p:nvPr/>
        </p:nvSpPr>
        <p:spPr>
          <a:xfrm>
            <a:off x="27978100" y="-23025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0" name="Freeform 2829"/>
          <p:cNvSpPr/>
          <p:nvPr/>
        </p:nvSpPr>
        <p:spPr>
          <a:xfrm>
            <a:off x="28016200" y="-22974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7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1" name="Freeform 2830"/>
          <p:cNvSpPr/>
          <p:nvPr/>
        </p:nvSpPr>
        <p:spPr>
          <a:xfrm>
            <a:off x="28054300" y="-2288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2" name="Freeform 2831"/>
          <p:cNvSpPr/>
          <p:nvPr/>
        </p:nvSpPr>
        <p:spPr>
          <a:xfrm>
            <a:off x="28092400" y="-2286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3" name="Freeform 2832"/>
          <p:cNvSpPr/>
          <p:nvPr/>
        </p:nvSpPr>
        <p:spPr>
          <a:xfrm>
            <a:off x="28117800" y="-22821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4" name="Freeform 2833"/>
          <p:cNvSpPr/>
          <p:nvPr/>
        </p:nvSpPr>
        <p:spPr>
          <a:xfrm>
            <a:off x="28155900" y="-22796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5" name="Freeform 2834"/>
          <p:cNvSpPr/>
          <p:nvPr/>
        </p:nvSpPr>
        <p:spPr>
          <a:xfrm>
            <a:off x="28194000" y="-22809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6" name="Freeform 2835"/>
          <p:cNvSpPr/>
          <p:nvPr/>
        </p:nvSpPr>
        <p:spPr>
          <a:xfrm>
            <a:off x="28219400" y="-22809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7" name="Freeform 2836"/>
          <p:cNvSpPr/>
          <p:nvPr/>
        </p:nvSpPr>
        <p:spPr>
          <a:xfrm>
            <a:off x="28257500" y="-2283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8" name="Freeform 2837"/>
          <p:cNvSpPr/>
          <p:nvPr/>
        </p:nvSpPr>
        <p:spPr>
          <a:xfrm>
            <a:off x="28295600" y="-2287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9" name="Freeform 2838"/>
          <p:cNvSpPr/>
          <p:nvPr/>
        </p:nvSpPr>
        <p:spPr>
          <a:xfrm>
            <a:off x="28333700" y="-22936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0" name="Freeform 2839"/>
          <p:cNvSpPr/>
          <p:nvPr/>
        </p:nvSpPr>
        <p:spPr>
          <a:xfrm>
            <a:off x="28359100" y="-231394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1" name="Freeform 2840"/>
          <p:cNvSpPr/>
          <p:nvPr/>
        </p:nvSpPr>
        <p:spPr>
          <a:xfrm>
            <a:off x="28397200" y="-232283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2" name="Freeform 2841"/>
          <p:cNvSpPr/>
          <p:nvPr/>
        </p:nvSpPr>
        <p:spPr>
          <a:xfrm>
            <a:off x="28435300" y="-23241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3" name="Freeform 2842"/>
          <p:cNvSpPr/>
          <p:nvPr/>
        </p:nvSpPr>
        <p:spPr>
          <a:xfrm>
            <a:off x="28460700" y="-23253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4" name="Freeform 2843"/>
          <p:cNvSpPr/>
          <p:nvPr/>
        </p:nvSpPr>
        <p:spPr>
          <a:xfrm>
            <a:off x="28498800" y="-2327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5" name="Freeform 2844"/>
          <p:cNvSpPr/>
          <p:nvPr/>
        </p:nvSpPr>
        <p:spPr>
          <a:xfrm>
            <a:off x="28536900" y="-23304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6" name="Freeform 2845"/>
          <p:cNvSpPr/>
          <p:nvPr/>
        </p:nvSpPr>
        <p:spPr>
          <a:xfrm>
            <a:off x="28575000" y="-2330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7" name="Freeform 2846"/>
          <p:cNvSpPr/>
          <p:nvPr/>
        </p:nvSpPr>
        <p:spPr>
          <a:xfrm>
            <a:off x="28600400" y="-2331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8" name="Freeform 2847"/>
          <p:cNvSpPr/>
          <p:nvPr/>
        </p:nvSpPr>
        <p:spPr>
          <a:xfrm>
            <a:off x="28638500" y="-23317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9" name="Freeform 2848"/>
          <p:cNvSpPr/>
          <p:nvPr/>
        </p:nvSpPr>
        <p:spPr>
          <a:xfrm>
            <a:off x="28676600" y="-23317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0" name="Rectangle 2849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1" name="Rectangle 2850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52" name="Picture 28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853" name="Picture 28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854" name="TextBox 28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2855" name="TextBox 2854"/>
          <p:cNvSpPr txBox="1"/>
          <p:nvPr/>
        </p:nvSpPr>
        <p:spPr>
          <a:xfrm>
            <a:off x="359993" y="4983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2856" name="TextBox 2855"/>
          <p:cNvSpPr txBox="1"/>
          <p:nvPr/>
        </p:nvSpPr>
        <p:spPr>
          <a:xfrm>
            <a:off x="1754582" y="1777011"/>
            <a:ext cx="4030813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57" name="TextBox 2856"/>
          <p:cNvSpPr txBox="1"/>
          <p:nvPr/>
        </p:nvSpPr>
        <p:spPr>
          <a:xfrm>
            <a:off x="1542190" y="1664992"/>
            <a:ext cx="4243205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858" name="TextBox 2857"/>
          <p:cNvSpPr txBox="1"/>
          <p:nvPr/>
        </p:nvSpPr>
        <p:spPr>
          <a:xfrm>
            <a:off x="1390868" y="1534650"/>
            <a:ext cx="4394527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59" name="TextBox 2858"/>
          <p:cNvSpPr txBox="1"/>
          <p:nvPr/>
        </p:nvSpPr>
        <p:spPr>
          <a:xfrm>
            <a:off x="2809977" y="1690321"/>
            <a:ext cx="2975418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60" name="TextBox 2859"/>
          <p:cNvSpPr txBox="1"/>
          <p:nvPr/>
        </p:nvSpPr>
        <p:spPr>
          <a:xfrm>
            <a:off x="2588978" y="1709832"/>
            <a:ext cx="3196417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61" name="TextBox 2860"/>
          <p:cNvSpPr txBox="1"/>
          <p:nvPr/>
        </p:nvSpPr>
        <p:spPr>
          <a:xfrm>
            <a:off x="2389113" y="1727474"/>
            <a:ext cx="3396282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62" name="TextBox 2861"/>
          <p:cNvSpPr txBox="1"/>
          <p:nvPr/>
        </p:nvSpPr>
        <p:spPr>
          <a:xfrm>
            <a:off x="2189253" y="1745116"/>
            <a:ext cx="3596142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863" name="TextBox 2862"/>
          <p:cNvSpPr txBox="1"/>
          <p:nvPr/>
        </p:nvSpPr>
        <p:spPr>
          <a:xfrm>
            <a:off x="1989394" y="1762758"/>
            <a:ext cx="3796001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864" name="TextBox 2863"/>
          <p:cNvSpPr txBox="1"/>
          <p:nvPr/>
        </p:nvSpPr>
        <p:spPr>
          <a:xfrm>
            <a:off x="1810680" y="1778531"/>
            <a:ext cx="3974715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65" name="TextBox 2864"/>
          <p:cNvSpPr txBox="1"/>
          <p:nvPr/>
        </p:nvSpPr>
        <p:spPr>
          <a:xfrm>
            <a:off x="1347131" y="1224280"/>
            <a:ext cx="443826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66" name="TextBox 2865"/>
          <p:cNvSpPr txBox="1"/>
          <p:nvPr/>
        </p:nvSpPr>
        <p:spPr>
          <a:xfrm>
            <a:off x="1347131" y="962470"/>
            <a:ext cx="443826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867" name="TextBox 2866"/>
          <p:cNvSpPr txBox="1"/>
          <p:nvPr/>
        </p:nvSpPr>
        <p:spPr>
          <a:xfrm>
            <a:off x="1156364" y="1852084"/>
            <a:ext cx="4629031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of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servers,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2868" name="TextBox 2867"/>
          <p:cNvSpPr txBox="1"/>
          <p:nvPr/>
        </p:nvSpPr>
        <p:spPr>
          <a:xfrm>
            <a:off x="2203061" y="1846774"/>
            <a:ext cx="358233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2869" name="TextBox 2868"/>
          <p:cNvSpPr txBox="1"/>
          <p:nvPr/>
        </p:nvSpPr>
        <p:spPr>
          <a:xfrm>
            <a:off x="1246249" y="876885"/>
            <a:ext cx="4539146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of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spares,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870" name="TextBox 2869"/>
          <p:cNvSpPr txBox="1"/>
          <p:nvPr/>
        </p:nvSpPr>
        <p:spPr>
          <a:xfrm>
            <a:off x="3519773" y="1778423"/>
            <a:ext cx="2265622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71" name="TextBox 2870"/>
          <p:cNvSpPr txBox="1"/>
          <p:nvPr/>
        </p:nvSpPr>
        <p:spPr>
          <a:xfrm>
            <a:off x="3307381" y="1666403"/>
            <a:ext cx="247801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872" name="TextBox 2871"/>
          <p:cNvSpPr txBox="1"/>
          <p:nvPr/>
        </p:nvSpPr>
        <p:spPr>
          <a:xfrm>
            <a:off x="3156054" y="1536056"/>
            <a:ext cx="2629341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73" name="TextBox 2872"/>
          <p:cNvSpPr txBox="1"/>
          <p:nvPr/>
        </p:nvSpPr>
        <p:spPr>
          <a:xfrm>
            <a:off x="4575168" y="1691732"/>
            <a:ext cx="1210227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74" name="TextBox 2873"/>
          <p:cNvSpPr txBox="1"/>
          <p:nvPr/>
        </p:nvSpPr>
        <p:spPr>
          <a:xfrm>
            <a:off x="4354164" y="1711237"/>
            <a:ext cx="1431232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75" name="TextBox 2874"/>
          <p:cNvSpPr txBox="1"/>
          <p:nvPr/>
        </p:nvSpPr>
        <p:spPr>
          <a:xfrm>
            <a:off x="4154304" y="1728879"/>
            <a:ext cx="1631091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76" name="TextBox 2875"/>
          <p:cNvSpPr txBox="1"/>
          <p:nvPr/>
        </p:nvSpPr>
        <p:spPr>
          <a:xfrm>
            <a:off x="3954445" y="1746522"/>
            <a:ext cx="1830950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877" name="TextBox 2876"/>
          <p:cNvSpPr txBox="1"/>
          <p:nvPr/>
        </p:nvSpPr>
        <p:spPr>
          <a:xfrm>
            <a:off x="3754586" y="1764164"/>
            <a:ext cx="2030809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878" name="TextBox 2877"/>
          <p:cNvSpPr txBox="1"/>
          <p:nvPr/>
        </p:nvSpPr>
        <p:spPr>
          <a:xfrm>
            <a:off x="3575866" y="1779937"/>
            <a:ext cx="2209529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79" name="TextBox 2878"/>
          <p:cNvSpPr txBox="1"/>
          <p:nvPr/>
        </p:nvSpPr>
        <p:spPr>
          <a:xfrm>
            <a:off x="3112317" y="1283732"/>
            <a:ext cx="2673078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80" name="TextBox 2879"/>
          <p:cNvSpPr txBox="1"/>
          <p:nvPr/>
        </p:nvSpPr>
        <p:spPr>
          <a:xfrm>
            <a:off x="3112317" y="985147"/>
            <a:ext cx="2673078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81" name="TextBox 2880"/>
          <p:cNvSpPr txBox="1"/>
          <p:nvPr/>
        </p:nvSpPr>
        <p:spPr>
          <a:xfrm>
            <a:off x="2950188" y="1843751"/>
            <a:ext cx="2835207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2882" name="TextBox 2881"/>
          <p:cNvSpPr txBox="1"/>
          <p:nvPr/>
        </p:nvSpPr>
        <p:spPr>
          <a:xfrm>
            <a:off x="3968252" y="1848186"/>
            <a:ext cx="1817143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2883" name="TextBox 2882"/>
          <p:cNvSpPr txBox="1"/>
          <p:nvPr/>
        </p:nvSpPr>
        <p:spPr>
          <a:xfrm>
            <a:off x="3011441" y="879868"/>
            <a:ext cx="277395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of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spares,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884" name="TextBox 2883"/>
          <p:cNvSpPr txBox="1"/>
          <p:nvPr/>
        </p:nvSpPr>
        <p:spPr>
          <a:xfrm>
            <a:off x="4889661" y="3150917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885" name="TextBox 2884"/>
          <p:cNvSpPr txBox="1"/>
          <p:nvPr/>
        </p:nvSpPr>
        <p:spPr>
          <a:xfrm>
            <a:off x="5624559" y="3150693"/>
            <a:ext cx="1608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88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3698" y="1676853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621838" y="1555669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439978" y="1434486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2439290" y="1434486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239428" y="1452127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2039565" y="1469769"/>
            <a:ext cx="363721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 flipV="1">
            <a:off x="1839703" y="1487411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1639840" y="1505052"/>
            <a:ext cx="363721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1439978" y="1522694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2778802" y="1676853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596942" y="1555669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415082" y="1434486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803698" y="1762924"/>
            <a:ext cx="24209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621838" y="1641741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439978" y="1520557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 flipV="1">
            <a:off x="2782789" y="1663378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 flipV="1">
            <a:off x="2582927" y="1681020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 flipV="1">
            <a:off x="2383065" y="1698662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 flipV="1">
            <a:off x="2183202" y="1716304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1983340" y="1733945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1783478" y="1751587"/>
            <a:ext cx="20220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439290" y="1434486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239428" y="1452127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039565" y="1469769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839703" y="1487411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639840" y="1505052"/>
            <a:ext cx="20222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439978" y="1522694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2439290" y="1434486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1439978" y="1522694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803698" y="1676853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439978" y="1434486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2778802" y="967129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2596942" y="845946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2415082" y="724762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439290" y="724762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239428" y="742404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039565" y="760045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839703" y="77768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639840" y="795329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439978" y="812970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 flipV="1">
            <a:off x="2439290" y="724762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H="1">
            <a:off x="1439978" y="724762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03010" y="165255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603148" y="1670195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403286" y="1687837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203423" y="170547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003561" y="1723120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803698" y="174076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2778802" y="1418992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2778802" y="1157181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03010" y="967129"/>
            <a:ext cx="0" cy="7097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439290" y="724762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239428" y="742404"/>
            <a:ext cx="0" cy="70972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039565" y="760045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839703" y="777687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639840" y="795329"/>
            <a:ext cx="0" cy="70972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439978" y="812970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439290" y="1410187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239428" y="1427828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039565" y="144547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839703" y="146311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639840" y="1480753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1439978" y="1498395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439290" y="72476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239428" y="74240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039565" y="760045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839703" y="777687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639840" y="79532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439978" y="812970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>
            <a:off x="1439978" y="1176625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>
            <a:off x="1439978" y="914814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2415082" y="1176625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>
            <a:off x="2415082" y="914814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1439978" y="1262696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1439978" y="1000886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439290" y="724762"/>
            <a:ext cx="0" cy="7097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1439978" y="812970"/>
            <a:ext cx="0" cy="7097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803010" y="967129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621150" y="845946"/>
            <a:ext cx="0" cy="70972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439290" y="724762"/>
            <a:ext cx="0" cy="709724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803010" y="1652554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621150" y="1531370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439290" y="1410187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803010" y="96712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621150" y="845946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439290" y="72476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H="1" flipV="1">
            <a:off x="2439290" y="1176625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 flipV="1">
            <a:off x="2439290" y="914814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 flipV="1">
            <a:off x="2782789" y="1405518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H="1" flipV="1">
            <a:off x="2782789" y="114370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2439290" y="1176625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439290" y="914814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803698" y="1740762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621838" y="1619579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439978" y="1498395"/>
            <a:ext cx="0" cy="24299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439978" y="1264833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439978" y="1003022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Freeform 132"/>
          <p:cNvSpPr/>
          <p:nvPr/>
        </p:nvSpPr>
        <p:spPr>
          <a:xfrm>
            <a:off x="17907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828800" y="168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8923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9304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968500" y="167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9939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20320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2070100" y="167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20955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2133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21717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2209800" y="1663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22352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22733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2311400" y="1625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23368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23749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24130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24511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2476500" y="1587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2514600" y="1536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2552700" y="1498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2578100" y="1498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26162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26543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2692400" y="1485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27178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27559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7780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816100" y="1689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8415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8796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9177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955800" y="167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9812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20193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20574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20828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21209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1590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21971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22225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22606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2298700" y="1612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23241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362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24003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24384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2463800" y="1574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2501900" y="1524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2540000" y="1498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25654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2603500" y="1485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2641600" y="1485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2679700" y="147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27051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27432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7653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803400" y="167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8288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8669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9050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9431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9685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20066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20447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Freeform 199"/>
          <p:cNvSpPr/>
          <p:nvPr/>
        </p:nvSpPr>
        <p:spPr>
          <a:xfrm>
            <a:off x="20701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21082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1463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1844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209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2479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286000" y="1600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3114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349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3876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425700" y="1625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451100" y="1574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489200" y="152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5273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552700" y="147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5908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6289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667000" y="1473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26924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27305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752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7907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8288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8542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8923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304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558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939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2032000" y="1651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20574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2095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21336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2171700" y="1638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2197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2352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273300" y="1600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2987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3368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3749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4130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438400" y="1562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476500" y="1511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514600" y="1473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540000" y="147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Freeform 243"/>
          <p:cNvSpPr/>
          <p:nvPr/>
        </p:nvSpPr>
        <p:spPr>
          <a:xfrm>
            <a:off x="25781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26162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2654300" y="1460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26797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2717800" y="1460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17399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1778000" y="1663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18161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18415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18796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1917700" y="1651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19431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19812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20193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20574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2082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21209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21590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2184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2222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22606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22860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2324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23622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2400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2425700" y="1549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2463800" y="149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25019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0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25273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2565400" y="146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2603500" y="1460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26416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26670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27051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17272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17653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18034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1828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18669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19050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19304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1968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20066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20447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2070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2108200" y="162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21463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2171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22098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22479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22860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2311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23495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23876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2413000" y="1549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2451100" y="1498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24892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2527300" y="1447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25527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2590800" y="144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Freeform 303"/>
          <p:cNvSpPr/>
          <p:nvPr/>
        </p:nvSpPr>
        <p:spPr>
          <a:xfrm>
            <a:off x="26289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26543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26924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1714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17526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17907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18161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1854200" y="1638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1892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19177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1955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1993900" y="162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20320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20574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2095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21336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2159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21971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22352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22733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2298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23368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2374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2400300" y="1536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2438400" y="1485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2476500" y="1447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2514600" y="1447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2540000" y="1447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25781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26162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26416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2679700" y="1435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1701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1739900" y="1638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17780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1803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1841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18796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19050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19431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1981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20193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2044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20828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2120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2146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2184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8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22225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00A1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22606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F"/>
          </a:solidFill>
          <a:ln w="3175">
            <a:solidFill>
              <a:srgbClr val="0000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22860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2324100" y="158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23622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2387600" y="1524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A"/>
          </a:solidFill>
          <a:ln w="3175">
            <a:solidFill>
              <a:srgbClr val="000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2425700" y="147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24638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40FF"/>
          </a:solidFill>
          <a:ln w="3175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2501900" y="1435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5D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25273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2565400" y="1435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2603500" y="1422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26289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26670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1689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1727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1765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1790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18288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18669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1892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Freeform 371"/>
          <p:cNvSpPr/>
          <p:nvPr/>
        </p:nvSpPr>
        <p:spPr>
          <a:xfrm>
            <a:off x="1930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19685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20066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2032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2070100" y="160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21082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2133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2171700" y="1549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2209800" y="1511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6"/>
                </a:lnTo>
                <a:close/>
              </a:path>
            </a:pathLst>
          </a:custGeom>
          <a:solidFill>
            <a:srgbClr val="0000BB"/>
          </a:solidFill>
          <a:ln w="3175">
            <a:solidFill>
              <a:srgbClr val="000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2247900" y="1511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4"/>
                </a:moveTo>
                <a:lnTo>
                  <a:pt x="3" y="5"/>
                </a:lnTo>
                <a:lnTo>
                  <a:pt x="2" y="3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9"/>
          </a:solidFill>
          <a:ln w="3175">
            <a:solidFill>
              <a:srgbClr val="0000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2273300" y="1549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B"/>
          </a:solidFill>
          <a:ln w="3175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2311400" y="1549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2349500" y="1549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3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2374900" y="1511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00B9"/>
          </a:solidFill>
          <a:ln w="3175">
            <a:solidFill>
              <a:srgbClr val="0000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2413000" y="1460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8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24511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49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2489200" y="1422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5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25146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2552700" y="140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2590800" y="1409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26162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26543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1676400" y="162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1714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17526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17780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1816100" y="1612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18542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18796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1917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1955800" y="160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1993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20193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2057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2095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21209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2159000" y="1524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5"/>
          </a:solidFill>
          <a:ln w="3175">
            <a:solidFill>
              <a:srgbClr val="0000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2197100" y="1422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7"/>
                </a:lnTo>
                <a:lnTo>
                  <a:pt x="3" y="0"/>
                </a:lnTo>
                <a:lnTo>
                  <a:pt x="0" y="8"/>
                </a:lnTo>
                <a:lnTo>
                  <a:pt x="1" y="10"/>
                </a:lnTo>
                <a:close/>
              </a:path>
            </a:pathLst>
          </a:custGeom>
          <a:solidFill>
            <a:srgbClr val="0001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2235200" y="14224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7"/>
                </a:moveTo>
                <a:lnTo>
                  <a:pt x="3" y="10"/>
                </a:lnTo>
                <a:lnTo>
                  <a:pt x="2" y="4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2260600" y="1473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1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00E3"/>
          </a:solidFill>
          <a:ln w="3175">
            <a:solidFill>
              <a:srgbClr val="0000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2298700" y="1485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2336800" y="1485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2362200" y="1447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5"/>
                </a:lnTo>
                <a:lnTo>
                  <a:pt x="3" y="0"/>
                </a:lnTo>
                <a:lnTo>
                  <a:pt x="0" y="3"/>
                </a:lnTo>
                <a:lnTo>
                  <a:pt x="1" y="8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2400300" y="14097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8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Freeform 415"/>
          <p:cNvSpPr/>
          <p:nvPr/>
        </p:nvSpPr>
        <p:spPr>
          <a:xfrm>
            <a:off x="2438400" y="1384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72FF"/>
          </a:solidFill>
          <a:ln w="3175">
            <a:solidFill>
              <a:srgbClr val="005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Freeform 416"/>
          <p:cNvSpPr/>
          <p:nvPr/>
        </p:nvSpPr>
        <p:spPr>
          <a:xfrm>
            <a:off x="2476500" y="137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Freeform 417"/>
          <p:cNvSpPr/>
          <p:nvPr/>
        </p:nvSpPr>
        <p:spPr>
          <a:xfrm>
            <a:off x="2501900" y="137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Freeform 418"/>
          <p:cNvSpPr/>
          <p:nvPr/>
        </p:nvSpPr>
        <p:spPr>
          <a:xfrm>
            <a:off x="25400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Freeform 419"/>
          <p:cNvSpPr/>
          <p:nvPr/>
        </p:nvSpPr>
        <p:spPr>
          <a:xfrm>
            <a:off x="25781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Freeform 420"/>
          <p:cNvSpPr/>
          <p:nvPr/>
        </p:nvSpPr>
        <p:spPr>
          <a:xfrm>
            <a:off x="2603500" y="135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Freeform 421"/>
          <p:cNvSpPr/>
          <p:nvPr/>
        </p:nvSpPr>
        <p:spPr>
          <a:xfrm>
            <a:off x="2641600" y="135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EFF"/>
          </a:solidFill>
          <a:ln w="3175">
            <a:solidFill>
              <a:srgbClr val="007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Freeform 422"/>
          <p:cNvSpPr/>
          <p:nvPr/>
        </p:nvSpPr>
        <p:spPr>
          <a:xfrm>
            <a:off x="1663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Freeform 423"/>
          <p:cNvSpPr/>
          <p:nvPr/>
        </p:nvSpPr>
        <p:spPr>
          <a:xfrm>
            <a:off x="17018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Freeform 424"/>
          <p:cNvSpPr/>
          <p:nvPr/>
        </p:nvSpPr>
        <p:spPr>
          <a:xfrm>
            <a:off x="1739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Freeform 425"/>
          <p:cNvSpPr/>
          <p:nvPr/>
        </p:nvSpPr>
        <p:spPr>
          <a:xfrm>
            <a:off x="1765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Freeform 426"/>
          <p:cNvSpPr/>
          <p:nvPr/>
        </p:nvSpPr>
        <p:spPr>
          <a:xfrm>
            <a:off x="1803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Freeform 427"/>
          <p:cNvSpPr/>
          <p:nvPr/>
        </p:nvSpPr>
        <p:spPr>
          <a:xfrm>
            <a:off x="18415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Freeform 428"/>
          <p:cNvSpPr/>
          <p:nvPr/>
        </p:nvSpPr>
        <p:spPr>
          <a:xfrm>
            <a:off x="18669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Freeform 429"/>
          <p:cNvSpPr/>
          <p:nvPr/>
        </p:nvSpPr>
        <p:spPr>
          <a:xfrm>
            <a:off x="19050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Freeform 430"/>
          <p:cNvSpPr/>
          <p:nvPr/>
        </p:nvSpPr>
        <p:spPr>
          <a:xfrm>
            <a:off x="19431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Freeform 431"/>
          <p:cNvSpPr/>
          <p:nvPr/>
        </p:nvSpPr>
        <p:spPr>
          <a:xfrm>
            <a:off x="19812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Freeform 432"/>
          <p:cNvSpPr/>
          <p:nvPr/>
        </p:nvSpPr>
        <p:spPr>
          <a:xfrm>
            <a:off x="2006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Freeform 433"/>
          <p:cNvSpPr/>
          <p:nvPr/>
        </p:nvSpPr>
        <p:spPr>
          <a:xfrm>
            <a:off x="2044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Freeform 434"/>
          <p:cNvSpPr/>
          <p:nvPr/>
        </p:nvSpPr>
        <p:spPr>
          <a:xfrm>
            <a:off x="20828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Freeform 435"/>
          <p:cNvSpPr/>
          <p:nvPr/>
        </p:nvSpPr>
        <p:spPr>
          <a:xfrm>
            <a:off x="21082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Freeform 436"/>
          <p:cNvSpPr/>
          <p:nvPr/>
        </p:nvSpPr>
        <p:spPr>
          <a:xfrm>
            <a:off x="2146300" y="152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AD"/>
          </a:solidFill>
          <a:ln w="3175">
            <a:solidFill>
              <a:srgbClr val="00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Freeform 437"/>
          <p:cNvSpPr/>
          <p:nvPr/>
        </p:nvSpPr>
        <p:spPr>
          <a:xfrm>
            <a:off x="2184400" y="1409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0030FF"/>
          </a:solidFill>
          <a:ln w="3175">
            <a:solidFill>
              <a:srgbClr val="002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Freeform 438"/>
          <p:cNvSpPr/>
          <p:nvPr/>
        </p:nvSpPr>
        <p:spPr>
          <a:xfrm>
            <a:off x="2222500" y="140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1"/>
                </a:moveTo>
                <a:lnTo>
                  <a:pt x="3" y="5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Freeform 439"/>
          <p:cNvSpPr/>
          <p:nvPr/>
        </p:nvSpPr>
        <p:spPr>
          <a:xfrm>
            <a:off x="2247900" y="143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Freeform 440"/>
          <p:cNvSpPr/>
          <p:nvPr/>
        </p:nvSpPr>
        <p:spPr>
          <a:xfrm>
            <a:off x="2286000" y="143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Freeform 441"/>
          <p:cNvSpPr/>
          <p:nvPr/>
        </p:nvSpPr>
        <p:spPr>
          <a:xfrm>
            <a:off x="2324100" y="1435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Freeform 442"/>
          <p:cNvSpPr/>
          <p:nvPr/>
        </p:nvSpPr>
        <p:spPr>
          <a:xfrm>
            <a:off x="2349500" y="1397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Freeform 443"/>
          <p:cNvSpPr/>
          <p:nvPr/>
        </p:nvSpPr>
        <p:spPr>
          <a:xfrm>
            <a:off x="2387600" y="1358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Freeform 444"/>
          <p:cNvSpPr/>
          <p:nvPr/>
        </p:nvSpPr>
        <p:spPr>
          <a:xfrm>
            <a:off x="2425700" y="1333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B5FF"/>
          </a:solidFill>
          <a:ln w="3175">
            <a:solidFill>
              <a:srgbClr val="009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Freeform 445"/>
          <p:cNvSpPr/>
          <p:nvPr/>
        </p:nvSpPr>
        <p:spPr>
          <a:xfrm>
            <a:off x="2463800" y="1333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CFF"/>
          </a:solidFill>
          <a:ln w="3175">
            <a:solidFill>
              <a:srgbClr val="00A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Freeform 446"/>
          <p:cNvSpPr/>
          <p:nvPr/>
        </p:nvSpPr>
        <p:spPr>
          <a:xfrm>
            <a:off x="24892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Freeform 447"/>
          <p:cNvSpPr/>
          <p:nvPr/>
        </p:nvSpPr>
        <p:spPr>
          <a:xfrm>
            <a:off x="25273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Freeform 448"/>
          <p:cNvSpPr/>
          <p:nvPr/>
        </p:nvSpPr>
        <p:spPr>
          <a:xfrm>
            <a:off x="2565400" y="1320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Freeform 449"/>
          <p:cNvSpPr/>
          <p:nvPr/>
        </p:nvSpPr>
        <p:spPr>
          <a:xfrm>
            <a:off x="25908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Freeform 450"/>
          <p:cNvSpPr/>
          <p:nvPr/>
        </p:nvSpPr>
        <p:spPr>
          <a:xfrm>
            <a:off x="2628900" y="1308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Freeform 451"/>
          <p:cNvSpPr/>
          <p:nvPr/>
        </p:nvSpPr>
        <p:spPr>
          <a:xfrm>
            <a:off x="1651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Freeform 452"/>
          <p:cNvSpPr/>
          <p:nvPr/>
        </p:nvSpPr>
        <p:spPr>
          <a:xfrm>
            <a:off x="1689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Freeform 453"/>
          <p:cNvSpPr/>
          <p:nvPr/>
        </p:nvSpPr>
        <p:spPr>
          <a:xfrm>
            <a:off x="1727200" y="160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Freeform 454"/>
          <p:cNvSpPr/>
          <p:nvPr/>
        </p:nvSpPr>
        <p:spPr>
          <a:xfrm>
            <a:off x="1752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Freeform 455"/>
          <p:cNvSpPr/>
          <p:nvPr/>
        </p:nvSpPr>
        <p:spPr>
          <a:xfrm>
            <a:off x="1790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Freeform 456"/>
          <p:cNvSpPr/>
          <p:nvPr/>
        </p:nvSpPr>
        <p:spPr>
          <a:xfrm>
            <a:off x="18288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Freeform 457"/>
          <p:cNvSpPr/>
          <p:nvPr/>
        </p:nvSpPr>
        <p:spPr>
          <a:xfrm>
            <a:off x="1854200" y="158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Freeform 458"/>
          <p:cNvSpPr/>
          <p:nvPr/>
        </p:nvSpPr>
        <p:spPr>
          <a:xfrm>
            <a:off x="1892300" y="158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Freeform 459"/>
          <p:cNvSpPr/>
          <p:nvPr/>
        </p:nvSpPr>
        <p:spPr>
          <a:xfrm>
            <a:off x="19304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Freeform 460"/>
          <p:cNvSpPr/>
          <p:nvPr/>
        </p:nvSpPr>
        <p:spPr>
          <a:xfrm>
            <a:off x="19685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Freeform 461"/>
          <p:cNvSpPr/>
          <p:nvPr/>
        </p:nvSpPr>
        <p:spPr>
          <a:xfrm>
            <a:off x="1993900" y="1574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Freeform 462"/>
          <p:cNvSpPr/>
          <p:nvPr/>
        </p:nvSpPr>
        <p:spPr>
          <a:xfrm>
            <a:off x="2032000" y="1574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Freeform 463"/>
          <p:cNvSpPr/>
          <p:nvPr/>
        </p:nvSpPr>
        <p:spPr>
          <a:xfrm>
            <a:off x="2070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Freeform 464"/>
          <p:cNvSpPr/>
          <p:nvPr/>
        </p:nvSpPr>
        <p:spPr>
          <a:xfrm>
            <a:off x="20955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Freeform 465"/>
          <p:cNvSpPr/>
          <p:nvPr/>
        </p:nvSpPr>
        <p:spPr>
          <a:xfrm>
            <a:off x="2133600" y="1511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D"/>
          </a:solidFill>
          <a:ln w="3175">
            <a:solidFill>
              <a:srgbClr val="00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Freeform 466"/>
          <p:cNvSpPr/>
          <p:nvPr/>
        </p:nvSpPr>
        <p:spPr>
          <a:xfrm>
            <a:off x="2171700" y="1397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Freeform 467"/>
          <p:cNvSpPr/>
          <p:nvPr/>
        </p:nvSpPr>
        <p:spPr>
          <a:xfrm>
            <a:off x="22098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E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Freeform 468"/>
          <p:cNvSpPr/>
          <p:nvPr/>
        </p:nvSpPr>
        <p:spPr>
          <a:xfrm>
            <a:off x="22352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Freeform 469"/>
          <p:cNvSpPr/>
          <p:nvPr/>
        </p:nvSpPr>
        <p:spPr>
          <a:xfrm>
            <a:off x="2273300" y="1422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Freeform 470"/>
          <p:cNvSpPr/>
          <p:nvPr/>
        </p:nvSpPr>
        <p:spPr>
          <a:xfrm>
            <a:off x="2311400" y="1409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Freeform 471"/>
          <p:cNvSpPr/>
          <p:nvPr/>
        </p:nvSpPr>
        <p:spPr>
          <a:xfrm>
            <a:off x="2336800" y="138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6FFF"/>
          </a:solidFill>
          <a:ln w="3175">
            <a:solidFill>
              <a:srgbClr val="005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Freeform 472"/>
          <p:cNvSpPr/>
          <p:nvPr/>
        </p:nvSpPr>
        <p:spPr>
          <a:xfrm>
            <a:off x="2374900" y="1346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3FF"/>
          </a:solidFill>
          <a:ln w="3175">
            <a:solidFill>
              <a:srgbClr val="008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Freeform 473"/>
          <p:cNvSpPr/>
          <p:nvPr/>
        </p:nvSpPr>
        <p:spPr>
          <a:xfrm>
            <a:off x="2413000" y="132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Freeform 474"/>
          <p:cNvSpPr/>
          <p:nvPr/>
        </p:nvSpPr>
        <p:spPr>
          <a:xfrm>
            <a:off x="2451100" y="130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Freeform 475"/>
          <p:cNvSpPr/>
          <p:nvPr/>
        </p:nvSpPr>
        <p:spPr>
          <a:xfrm>
            <a:off x="2476500" y="1308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Freeform 476"/>
          <p:cNvSpPr/>
          <p:nvPr/>
        </p:nvSpPr>
        <p:spPr>
          <a:xfrm>
            <a:off x="25146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Freeform 477"/>
          <p:cNvSpPr/>
          <p:nvPr/>
        </p:nvSpPr>
        <p:spPr>
          <a:xfrm>
            <a:off x="2552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Freeform 478"/>
          <p:cNvSpPr/>
          <p:nvPr/>
        </p:nvSpPr>
        <p:spPr>
          <a:xfrm>
            <a:off x="25781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Freeform 479"/>
          <p:cNvSpPr/>
          <p:nvPr/>
        </p:nvSpPr>
        <p:spPr>
          <a:xfrm>
            <a:off x="2616200" y="1295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F3FF"/>
          </a:solidFill>
          <a:ln w="3175">
            <a:solidFill>
              <a:srgbClr val="00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Freeform 480"/>
          <p:cNvSpPr/>
          <p:nvPr/>
        </p:nvSpPr>
        <p:spPr>
          <a:xfrm>
            <a:off x="1638300" y="160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Freeform 481"/>
          <p:cNvSpPr/>
          <p:nvPr/>
        </p:nvSpPr>
        <p:spPr>
          <a:xfrm>
            <a:off x="1676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Freeform 482"/>
          <p:cNvSpPr/>
          <p:nvPr/>
        </p:nvSpPr>
        <p:spPr>
          <a:xfrm>
            <a:off x="1714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Freeform 483"/>
          <p:cNvSpPr/>
          <p:nvPr/>
        </p:nvSpPr>
        <p:spPr>
          <a:xfrm>
            <a:off x="17399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Freeform 484"/>
          <p:cNvSpPr/>
          <p:nvPr/>
        </p:nvSpPr>
        <p:spPr>
          <a:xfrm>
            <a:off x="1778000" y="158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Freeform 485"/>
          <p:cNvSpPr/>
          <p:nvPr/>
        </p:nvSpPr>
        <p:spPr>
          <a:xfrm>
            <a:off x="18161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Freeform 486"/>
          <p:cNvSpPr/>
          <p:nvPr/>
        </p:nvSpPr>
        <p:spPr>
          <a:xfrm>
            <a:off x="18415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Freeform 487"/>
          <p:cNvSpPr/>
          <p:nvPr/>
        </p:nvSpPr>
        <p:spPr>
          <a:xfrm>
            <a:off x="1879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Freeform 488"/>
          <p:cNvSpPr/>
          <p:nvPr/>
        </p:nvSpPr>
        <p:spPr>
          <a:xfrm>
            <a:off x="1917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Freeform 489"/>
          <p:cNvSpPr/>
          <p:nvPr/>
        </p:nvSpPr>
        <p:spPr>
          <a:xfrm>
            <a:off x="1955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Freeform 490"/>
          <p:cNvSpPr/>
          <p:nvPr/>
        </p:nvSpPr>
        <p:spPr>
          <a:xfrm>
            <a:off x="19812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Freeform 491"/>
          <p:cNvSpPr/>
          <p:nvPr/>
        </p:nvSpPr>
        <p:spPr>
          <a:xfrm>
            <a:off x="20193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Freeform 492"/>
          <p:cNvSpPr/>
          <p:nvPr/>
        </p:nvSpPr>
        <p:spPr>
          <a:xfrm>
            <a:off x="20574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Freeform 493"/>
          <p:cNvSpPr/>
          <p:nvPr/>
        </p:nvSpPr>
        <p:spPr>
          <a:xfrm>
            <a:off x="20828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Freeform 494"/>
          <p:cNvSpPr/>
          <p:nvPr/>
        </p:nvSpPr>
        <p:spPr>
          <a:xfrm>
            <a:off x="2120900" y="149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Freeform 495"/>
          <p:cNvSpPr/>
          <p:nvPr/>
        </p:nvSpPr>
        <p:spPr>
          <a:xfrm>
            <a:off x="2159000" y="13843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Freeform 496"/>
          <p:cNvSpPr/>
          <p:nvPr/>
        </p:nvSpPr>
        <p:spPr>
          <a:xfrm>
            <a:off x="21971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Freeform 497"/>
          <p:cNvSpPr/>
          <p:nvPr/>
        </p:nvSpPr>
        <p:spPr>
          <a:xfrm>
            <a:off x="22225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Freeform 498"/>
          <p:cNvSpPr/>
          <p:nvPr/>
        </p:nvSpPr>
        <p:spPr>
          <a:xfrm>
            <a:off x="22606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Freeform 499"/>
          <p:cNvSpPr/>
          <p:nvPr/>
        </p:nvSpPr>
        <p:spPr>
          <a:xfrm>
            <a:off x="22987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Freeform 500"/>
          <p:cNvSpPr/>
          <p:nvPr/>
        </p:nvSpPr>
        <p:spPr>
          <a:xfrm>
            <a:off x="23241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Freeform 501"/>
          <p:cNvSpPr/>
          <p:nvPr/>
        </p:nvSpPr>
        <p:spPr>
          <a:xfrm>
            <a:off x="23622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Freeform 502"/>
          <p:cNvSpPr/>
          <p:nvPr/>
        </p:nvSpPr>
        <p:spPr>
          <a:xfrm>
            <a:off x="2400300" y="130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Freeform 503"/>
          <p:cNvSpPr/>
          <p:nvPr/>
        </p:nvSpPr>
        <p:spPr>
          <a:xfrm>
            <a:off x="2438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Freeform 504"/>
          <p:cNvSpPr/>
          <p:nvPr/>
        </p:nvSpPr>
        <p:spPr>
          <a:xfrm>
            <a:off x="24638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Freeform 505"/>
          <p:cNvSpPr/>
          <p:nvPr/>
        </p:nvSpPr>
        <p:spPr>
          <a:xfrm>
            <a:off x="25019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Freeform 506"/>
          <p:cNvSpPr/>
          <p:nvPr/>
        </p:nvSpPr>
        <p:spPr>
          <a:xfrm>
            <a:off x="2540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Freeform 507"/>
          <p:cNvSpPr/>
          <p:nvPr/>
        </p:nvSpPr>
        <p:spPr>
          <a:xfrm>
            <a:off x="25654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Freeform 508"/>
          <p:cNvSpPr/>
          <p:nvPr/>
        </p:nvSpPr>
        <p:spPr>
          <a:xfrm>
            <a:off x="26035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5FF"/>
          </a:solidFill>
          <a:ln w="3175">
            <a:solidFill>
              <a:srgbClr val="00C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Freeform 509"/>
          <p:cNvSpPr/>
          <p:nvPr/>
        </p:nvSpPr>
        <p:spPr>
          <a:xfrm>
            <a:off x="1625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Freeform 510"/>
          <p:cNvSpPr/>
          <p:nvPr/>
        </p:nvSpPr>
        <p:spPr>
          <a:xfrm>
            <a:off x="1663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Freeform 511"/>
          <p:cNvSpPr/>
          <p:nvPr/>
        </p:nvSpPr>
        <p:spPr>
          <a:xfrm>
            <a:off x="17018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Freeform 512"/>
          <p:cNvSpPr/>
          <p:nvPr/>
        </p:nvSpPr>
        <p:spPr>
          <a:xfrm>
            <a:off x="17272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Freeform 513"/>
          <p:cNvSpPr/>
          <p:nvPr/>
        </p:nvSpPr>
        <p:spPr>
          <a:xfrm>
            <a:off x="1765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Freeform 514"/>
          <p:cNvSpPr/>
          <p:nvPr/>
        </p:nvSpPr>
        <p:spPr>
          <a:xfrm>
            <a:off x="1803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Freeform 515"/>
          <p:cNvSpPr/>
          <p:nvPr/>
        </p:nvSpPr>
        <p:spPr>
          <a:xfrm>
            <a:off x="18288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Freeform 516"/>
          <p:cNvSpPr/>
          <p:nvPr/>
        </p:nvSpPr>
        <p:spPr>
          <a:xfrm>
            <a:off x="18669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Freeform 517"/>
          <p:cNvSpPr/>
          <p:nvPr/>
        </p:nvSpPr>
        <p:spPr>
          <a:xfrm>
            <a:off x="1905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Freeform 518"/>
          <p:cNvSpPr/>
          <p:nvPr/>
        </p:nvSpPr>
        <p:spPr>
          <a:xfrm>
            <a:off x="1943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Freeform 519"/>
          <p:cNvSpPr/>
          <p:nvPr/>
        </p:nvSpPr>
        <p:spPr>
          <a:xfrm>
            <a:off x="19685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Freeform 520"/>
          <p:cNvSpPr/>
          <p:nvPr/>
        </p:nvSpPr>
        <p:spPr>
          <a:xfrm>
            <a:off x="20066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Freeform 521"/>
          <p:cNvSpPr/>
          <p:nvPr/>
        </p:nvSpPr>
        <p:spPr>
          <a:xfrm>
            <a:off x="20447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Freeform 522"/>
          <p:cNvSpPr/>
          <p:nvPr/>
        </p:nvSpPr>
        <p:spPr>
          <a:xfrm>
            <a:off x="20701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Freeform 523"/>
          <p:cNvSpPr/>
          <p:nvPr/>
        </p:nvSpPr>
        <p:spPr>
          <a:xfrm>
            <a:off x="2108200" y="1498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0"/>
                </a:lnTo>
                <a:lnTo>
                  <a:pt x="3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Freeform 524"/>
          <p:cNvSpPr/>
          <p:nvPr/>
        </p:nvSpPr>
        <p:spPr>
          <a:xfrm>
            <a:off x="2146300" y="1384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Freeform 525"/>
          <p:cNvSpPr/>
          <p:nvPr/>
        </p:nvSpPr>
        <p:spPr>
          <a:xfrm>
            <a:off x="2184400" y="138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0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Freeform 526"/>
          <p:cNvSpPr/>
          <p:nvPr/>
        </p:nvSpPr>
        <p:spPr>
          <a:xfrm>
            <a:off x="22098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Freeform 527"/>
          <p:cNvSpPr/>
          <p:nvPr/>
        </p:nvSpPr>
        <p:spPr>
          <a:xfrm>
            <a:off x="22479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Freeform 528"/>
          <p:cNvSpPr/>
          <p:nvPr/>
        </p:nvSpPr>
        <p:spPr>
          <a:xfrm>
            <a:off x="2286000" y="139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Freeform 529"/>
          <p:cNvSpPr/>
          <p:nvPr/>
        </p:nvSpPr>
        <p:spPr>
          <a:xfrm>
            <a:off x="23114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Freeform 530"/>
          <p:cNvSpPr/>
          <p:nvPr/>
        </p:nvSpPr>
        <p:spPr>
          <a:xfrm>
            <a:off x="2349500" y="1333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Freeform 531"/>
          <p:cNvSpPr/>
          <p:nvPr/>
        </p:nvSpPr>
        <p:spPr>
          <a:xfrm>
            <a:off x="2387600" y="129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Freeform 532"/>
          <p:cNvSpPr/>
          <p:nvPr/>
        </p:nvSpPr>
        <p:spPr>
          <a:xfrm>
            <a:off x="24257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Freeform 533"/>
          <p:cNvSpPr/>
          <p:nvPr/>
        </p:nvSpPr>
        <p:spPr>
          <a:xfrm>
            <a:off x="24511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Freeform 534"/>
          <p:cNvSpPr/>
          <p:nvPr/>
        </p:nvSpPr>
        <p:spPr>
          <a:xfrm>
            <a:off x="24892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Freeform 535"/>
          <p:cNvSpPr/>
          <p:nvPr/>
        </p:nvSpPr>
        <p:spPr>
          <a:xfrm>
            <a:off x="25273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25527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25908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16129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16510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Freeform 540"/>
          <p:cNvSpPr/>
          <p:nvPr/>
        </p:nvSpPr>
        <p:spPr>
          <a:xfrm>
            <a:off x="16891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Freeform 541"/>
          <p:cNvSpPr/>
          <p:nvPr/>
        </p:nvSpPr>
        <p:spPr>
          <a:xfrm>
            <a:off x="17145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Freeform 542"/>
          <p:cNvSpPr/>
          <p:nvPr/>
        </p:nvSpPr>
        <p:spPr>
          <a:xfrm>
            <a:off x="17526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Freeform 543"/>
          <p:cNvSpPr/>
          <p:nvPr/>
        </p:nvSpPr>
        <p:spPr>
          <a:xfrm>
            <a:off x="17907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Freeform 544"/>
          <p:cNvSpPr/>
          <p:nvPr/>
        </p:nvSpPr>
        <p:spPr>
          <a:xfrm>
            <a:off x="18161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Freeform 545"/>
          <p:cNvSpPr/>
          <p:nvPr/>
        </p:nvSpPr>
        <p:spPr>
          <a:xfrm>
            <a:off x="1854200" y="156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Freeform 546"/>
          <p:cNvSpPr/>
          <p:nvPr/>
        </p:nvSpPr>
        <p:spPr>
          <a:xfrm>
            <a:off x="18923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Freeform 547"/>
          <p:cNvSpPr/>
          <p:nvPr/>
        </p:nvSpPr>
        <p:spPr>
          <a:xfrm>
            <a:off x="1930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Freeform 548"/>
          <p:cNvSpPr/>
          <p:nvPr/>
        </p:nvSpPr>
        <p:spPr>
          <a:xfrm>
            <a:off x="19558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Freeform 549"/>
          <p:cNvSpPr/>
          <p:nvPr/>
        </p:nvSpPr>
        <p:spPr>
          <a:xfrm>
            <a:off x="19939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Freeform 550"/>
          <p:cNvSpPr/>
          <p:nvPr/>
        </p:nvSpPr>
        <p:spPr>
          <a:xfrm>
            <a:off x="20320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Freeform 551"/>
          <p:cNvSpPr/>
          <p:nvPr/>
        </p:nvSpPr>
        <p:spPr>
          <a:xfrm>
            <a:off x="20574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Freeform 552"/>
          <p:cNvSpPr/>
          <p:nvPr/>
        </p:nvSpPr>
        <p:spPr>
          <a:xfrm>
            <a:off x="2095500" y="1485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B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Freeform 553"/>
          <p:cNvSpPr/>
          <p:nvPr/>
        </p:nvSpPr>
        <p:spPr>
          <a:xfrm>
            <a:off x="2133600" y="13716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Freeform 554"/>
          <p:cNvSpPr/>
          <p:nvPr/>
        </p:nvSpPr>
        <p:spPr>
          <a:xfrm>
            <a:off x="21717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Freeform 555"/>
          <p:cNvSpPr/>
          <p:nvPr/>
        </p:nvSpPr>
        <p:spPr>
          <a:xfrm>
            <a:off x="21971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7FF"/>
          </a:solidFill>
          <a:ln w="3175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Freeform 556"/>
          <p:cNvSpPr/>
          <p:nvPr/>
        </p:nvSpPr>
        <p:spPr>
          <a:xfrm>
            <a:off x="22352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Freeform 557"/>
          <p:cNvSpPr/>
          <p:nvPr/>
        </p:nvSpPr>
        <p:spPr>
          <a:xfrm>
            <a:off x="22733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Freeform 558"/>
          <p:cNvSpPr/>
          <p:nvPr/>
        </p:nvSpPr>
        <p:spPr>
          <a:xfrm>
            <a:off x="2298700" y="135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Freeform 559"/>
          <p:cNvSpPr/>
          <p:nvPr/>
        </p:nvSpPr>
        <p:spPr>
          <a:xfrm>
            <a:off x="23368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A6FF"/>
          </a:solidFill>
          <a:ln w="3175">
            <a:solidFill>
              <a:srgbClr val="008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Freeform 560"/>
          <p:cNvSpPr/>
          <p:nvPr/>
        </p:nvSpPr>
        <p:spPr>
          <a:xfrm>
            <a:off x="2374900" y="129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Freeform 561"/>
          <p:cNvSpPr/>
          <p:nvPr/>
        </p:nvSpPr>
        <p:spPr>
          <a:xfrm>
            <a:off x="24130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FBFF"/>
          </a:solidFill>
          <a:ln w="3175">
            <a:solidFill>
              <a:srgbClr val="00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Freeform 562"/>
          <p:cNvSpPr/>
          <p:nvPr/>
        </p:nvSpPr>
        <p:spPr>
          <a:xfrm>
            <a:off x="24384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8FF"/>
          </a:solidFill>
          <a:ln w="3175">
            <a:solidFill>
              <a:srgbClr val="00C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Freeform 563"/>
          <p:cNvSpPr/>
          <p:nvPr/>
        </p:nvSpPr>
        <p:spPr>
          <a:xfrm>
            <a:off x="24765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Freeform 564"/>
          <p:cNvSpPr/>
          <p:nvPr/>
        </p:nvSpPr>
        <p:spPr>
          <a:xfrm>
            <a:off x="25146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Freeform 565"/>
          <p:cNvSpPr/>
          <p:nvPr/>
        </p:nvSpPr>
        <p:spPr>
          <a:xfrm>
            <a:off x="25400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Freeform 566"/>
          <p:cNvSpPr/>
          <p:nvPr/>
        </p:nvSpPr>
        <p:spPr>
          <a:xfrm>
            <a:off x="2578100" y="1282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F4FF"/>
          </a:solidFill>
          <a:ln w="3175">
            <a:solidFill>
              <a:srgbClr val="00C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Freeform 567"/>
          <p:cNvSpPr/>
          <p:nvPr/>
        </p:nvSpPr>
        <p:spPr>
          <a:xfrm>
            <a:off x="16002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Freeform 568"/>
          <p:cNvSpPr/>
          <p:nvPr/>
        </p:nvSpPr>
        <p:spPr>
          <a:xfrm>
            <a:off x="16383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Freeform 569"/>
          <p:cNvSpPr/>
          <p:nvPr/>
        </p:nvSpPr>
        <p:spPr>
          <a:xfrm>
            <a:off x="16764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Freeform 570"/>
          <p:cNvSpPr/>
          <p:nvPr/>
        </p:nvSpPr>
        <p:spPr>
          <a:xfrm>
            <a:off x="17018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Freeform 571"/>
          <p:cNvSpPr/>
          <p:nvPr/>
        </p:nvSpPr>
        <p:spPr>
          <a:xfrm>
            <a:off x="17399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Freeform 572"/>
          <p:cNvSpPr/>
          <p:nvPr/>
        </p:nvSpPr>
        <p:spPr>
          <a:xfrm>
            <a:off x="17780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Freeform 573"/>
          <p:cNvSpPr/>
          <p:nvPr/>
        </p:nvSpPr>
        <p:spPr>
          <a:xfrm>
            <a:off x="18161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Freeform 574"/>
          <p:cNvSpPr/>
          <p:nvPr/>
        </p:nvSpPr>
        <p:spPr>
          <a:xfrm>
            <a:off x="18415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Freeform 575"/>
          <p:cNvSpPr/>
          <p:nvPr/>
        </p:nvSpPr>
        <p:spPr>
          <a:xfrm>
            <a:off x="18796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Freeform 576"/>
          <p:cNvSpPr/>
          <p:nvPr/>
        </p:nvSpPr>
        <p:spPr>
          <a:xfrm>
            <a:off x="1917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Freeform 577"/>
          <p:cNvSpPr/>
          <p:nvPr/>
        </p:nvSpPr>
        <p:spPr>
          <a:xfrm>
            <a:off x="19431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Freeform 578"/>
          <p:cNvSpPr/>
          <p:nvPr/>
        </p:nvSpPr>
        <p:spPr>
          <a:xfrm>
            <a:off x="1981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Freeform 579"/>
          <p:cNvSpPr/>
          <p:nvPr/>
        </p:nvSpPr>
        <p:spPr>
          <a:xfrm>
            <a:off x="20193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Freeform 580"/>
          <p:cNvSpPr/>
          <p:nvPr/>
        </p:nvSpPr>
        <p:spPr>
          <a:xfrm>
            <a:off x="20447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Freeform 581"/>
          <p:cNvSpPr/>
          <p:nvPr/>
        </p:nvSpPr>
        <p:spPr>
          <a:xfrm>
            <a:off x="2082800" y="147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1"/>
                </a:lnTo>
                <a:lnTo>
                  <a:pt x="3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0000AF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Freeform 582"/>
          <p:cNvSpPr/>
          <p:nvPr/>
        </p:nvSpPr>
        <p:spPr>
          <a:xfrm>
            <a:off x="2120900" y="13589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0038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Freeform 583"/>
          <p:cNvSpPr/>
          <p:nvPr/>
        </p:nvSpPr>
        <p:spPr>
          <a:xfrm>
            <a:off x="2159000" y="1358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Freeform 584"/>
          <p:cNvSpPr/>
          <p:nvPr/>
        </p:nvSpPr>
        <p:spPr>
          <a:xfrm>
            <a:off x="21844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Freeform 585"/>
          <p:cNvSpPr/>
          <p:nvPr/>
        </p:nvSpPr>
        <p:spPr>
          <a:xfrm>
            <a:off x="22225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Freeform 586"/>
          <p:cNvSpPr/>
          <p:nvPr/>
        </p:nvSpPr>
        <p:spPr>
          <a:xfrm>
            <a:off x="22606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2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Freeform 587"/>
          <p:cNvSpPr/>
          <p:nvPr/>
        </p:nvSpPr>
        <p:spPr>
          <a:xfrm>
            <a:off x="22860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C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Freeform 588"/>
          <p:cNvSpPr/>
          <p:nvPr/>
        </p:nvSpPr>
        <p:spPr>
          <a:xfrm>
            <a:off x="2324100" y="1308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B2FF"/>
          </a:solidFill>
          <a:ln w="3175">
            <a:solidFill>
              <a:srgbClr val="008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Freeform 589"/>
          <p:cNvSpPr/>
          <p:nvPr/>
        </p:nvSpPr>
        <p:spPr>
          <a:xfrm>
            <a:off x="2362200" y="127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EAFF"/>
          </a:solidFill>
          <a:ln w="3175">
            <a:solidFill>
              <a:srgbClr val="00B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Freeform 590"/>
          <p:cNvSpPr/>
          <p:nvPr/>
        </p:nvSpPr>
        <p:spPr>
          <a:xfrm>
            <a:off x="2400300" y="127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7FFF8"/>
          </a:solidFill>
          <a:ln w="3175">
            <a:solidFill>
              <a:srgbClr val="06CC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Freeform 591"/>
          <p:cNvSpPr/>
          <p:nvPr/>
        </p:nvSpPr>
        <p:spPr>
          <a:xfrm>
            <a:off x="2425700" y="127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4FFFB"/>
          </a:solidFill>
          <a:ln w="3175">
            <a:solidFill>
              <a:srgbClr val="03CC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Freeform 592"/>
          <p:cNvSpPr/>
          <p:nvPr/>
        </p:nvSpPr>
        <p:spPr>
          <a:xfrm>
            <a:off x="2463800" y="1270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Freeform 593"/>
          <p:cNvSpPr/>
          <p:nvPr/>
        </p:nvSpPr>
        <p:spPr>
          <a:xfrm>
            <a:off x="2501900" y="1257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Freeform 594"/>
          <p:cNvSpPr/>
          <p:nvPr/>
        </p:nvSpPr>
        <p:spPr>
          <a:xfrm>
            <a:off x="2527300" y="125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Freeform 595"/>
          <p:cNvSpPr/>
          <p:nvPr/>
        </p:nvSpPr>
        <p:spPr>
          <a:xfrm>
            <a:off x="2565400" y="1257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1FFFE"/>
          </a:solidFill>
          <a:ln w="3175">
            <a:solidFill>
              <a:srgbClr val="01C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Freeform 596"/>
          <p:cNvSpPr/>
          <p:nvPr/>
        </p:nvSpPr>
        <p:spPr>
          <a:xfrm>
            <a:off x="1587500" y="1473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Freeform 597"/>
          <p:cNvSpPr/>
          <p:nvPr/>
        </p:nvSpPr>
        <p:spPr>
          <a:xfrm>
            <a:off x="1625600" y="1473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Freeform 598"/>
          <p:cNvSpPr/>
          <p:nvPr/>
        </p:nvSpPr>
        <p:spPr>
          <a:xfrm>
            <a:off x="1663700" y="14732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Freeform 599"/>
          <p:cNvSpPr/>
          <p:nvPr/>
        </p:nvSpPr>
        <p:spPr>
          <a:xfrm>
            <a:off x="1689100" y="1473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Freeform 600"/>
          <p:cNvSpPr/>
          <p:nvPr/>
        </p:nvSpPr>
        <p:spPr>
          <a:xfrm>
            <a:off x="1727200" y="1460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Freeform 601"/>
          <p:cNvSpPr/>
          <p:nvPr/>
        </p:nvSpPr>
        <p:spPr>
          <a:xfrm>
            <a:off x="1765300" y="1460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Freeform 602"/>
          <p:cNvSpPr/>
          <p:nvPr/>
        </p:nvSpPr>
        <p:spPr>
          <a:xfrm>
            <a:off x="1803400" y="1460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Freeform 603"/>
          <p:cNvSpPr/>
          <p:nvPr/>
        </p:nvSpPr>
        <p:spPr>
          <a:xfrm>
            <a:off x="1828800" y="1460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Freeform 604"/>
          <p:cNvSpPr/>
          <p:nvPr/>
        </p:nvSpPr>
        <p:spPr>
          <a:xfrm>
            <a:off x="1866900" y="1447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Freeform 605"/>
          <p:cNvSpPr/>
          <p:nvPr/>
        </p:nvSpPr>
        <p:spPr>
          <a:xfrm>
            <a:off x="1905000" y="1447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Freeform 606"/>
          <p:cNvSpPr/>
          <p:nvPr/>
        </p:nvSpPr>
        <p:spPr>
          <a:xfrm>
            <a:off x="1930400" y="1447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Freeform 607"/>
          <p:cNvSpPr/>
          <p:nvPr/>
        </p:nvSpPr>
        <p:spPr>
          <a:xfrm>
            <a:off x="1968500" y="1447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Freeform 608"/>
          <p:cNvSpPr/>
          <p:nvPr/>
        </p:nvSpPr>
        <p:spPr>
          <a:xfrm>
            <a:off x="2006600" y="14351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3" y="0"/>
                </a:lnTo>
                <a:lnTo>
                  <a:pt x="0" y="1"/>
                </a:lnTo>
                <a:lnTo>
                  <a:pt x="1" y="8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Freeform 609"/>
          <p:cNvSpPr/>
          <p:nvPr/>
        </p:nvSpPr>
        <p:spPr>
          <a:xfrm>
            <a:off x="2044700" y="14351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0000CD"/>
          </a:solidFill>
          <a:ln w="3175">
            <a:solidFill>
              <a:srgbClr val="000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Freeform 610"/>
          <p:cNvSpPr/>
          <p:nvPr/>
        </p:nvSpPr>
        <p:spPr>
          <a:xfrm>
            <a:off x="2070100" y="1397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6"/>
                </a:lnTo>
                <a:lnTo>
                  <a:pt x="3" y="0"/>
                </a:lnTo>
                <a:lnTo>
                  <a:pt x="0" y="3"/>
                </a:lnTo>
                <a:lnTo>
                  <a:pt x="1" y="10"/>
                </a:lnTo>
                <a:close/>
              </a:path>
            </a:pathLst>
          </a:custGeom>
          <a:solidFill>
            <a:srgbClr val="0000F4"/>
          </a:solidFill>
          <a:ln w="3175">
            <a:solidFill>
              <a:srgbClr val="0000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Freeform 611"/>
          <p:cNvSpPr/>
          <p:nvPr/>
        </p:nvSpPr>
        <p:spPr>
          <a:xfrm>
            <a:off x="2108200" y="1282700"/>
            <a:ext cx="50800" cy="190500"/>
          </a:xfrm>
          <a:custGeom>
            <a:avLst/>
            <a:gdLst/>
            <a:ahLst/>
            <a:cxnLst/>
            <a:rect l="l" t="t" r="r" b="b"/>
            <a:pathLst>
              <a:path w="4" h="15">
                <a:moveTo>
                  <a:pt x="1" y="15"/>
                </a:moveTo>
                <a:lnTo>
                  <a:pt x="4" y="6"/>
                </a:lnTo>
                <a:lnTo>
                  <a:pt x="3" y="0"/>
                </a:lnTo>
                <a:lnTo>
                  <a:pt x="0" y="9"/>
                </a:lnTo>
                <a:lnTo>
                  <a:pt x="1" y="15"/>
                </a:lnTo>
                <a:close/>
              </a:path>
            </a:pathLst>
          </a:custGeom>
          <a:solidFill>
            <a:srgbClr val="007A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Freeform 612"/>
          <p:cNvSpPr/>
          <p:nvPr/>
        </p:nvSpPr>
        <p:spPr>
          <a:xfrm>
            <a:off x="2146300" y="12827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6"/>
                </a:moveTo>
                <a:lnTo>
                  <a:pt x="3" y="8"/>
                </a:lnTo>
                <a:lnTo>
                  <a:pt x="2" y="3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BAFF"/>
          </a:solidFill>
          <a:ln w="3175">
            <a:solidFill>
              <a:srgbClr val="009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Freeform 613"/>
          <p:cNvSpPr/>
          <p:nvPr/>
        </p:nvSpPr>
        <p:spPr>
          <a:xfrm>
            <a:off x="2171700" y="1320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Freeform 614"/>
          <p:cNvSpPr/>
          <p:nvPr/>
        </p:nvSpPr>
        <p:spPr>
          <a:xfrm>
            <a:off x="2209800" y="1333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Freeform 615"/>
          <p:cNvSpPr/>
          <p:nvPr/>
        </p:nvSpPr>
        <p:spPr>
          <a:xfrm>
            <a:off x="2247900" y="1320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8BFF"/>
          </a:solidFill>
          <a:ln w="3175">
            <a:solidFill>
              <a:srgbClr val="006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Freeform 616"/>
          <p:cNvSpPr/>
          <p:nvPr/>
        </p:nvSpPr>
        <p:spPr>
          <a:xfrm>
            <a:off x="2286000" y="11938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0" y="15"/>
                </a:moveTo>
                <a:lnTo>
                  <a:pt x="3" y="12"/>
                </a:lnTo>
                <a:lnTo>
                  <a:pt x="2" y="0"/>
                </a:lnTo>
                <a:lnTo>
                  <a:pt x="0" y="10"/>
                </a:lnTo>
                <a:lnTo>
                  <a:pt x="0" y="15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Freeform 617"/>
          <p:cNvSpPr/>
          <p:nvPr/>
        </p:nvSpPr>
        <p:spPr>
          <a:xfrm>
            <a:off x="2311400" y="1092200"/>
            <a:ext cx="50800" cy="254000"/>
          </a:xfrm>
          <a:custGeom>
            <a:avLst/>
            <a:gdLst/>
            <a:ahLst/>
            <a:cxnLst/>
            <a:rect l="l" t="t" r="r" b="b"/>
            <a:pathLst>
              <a:path w="4" h="20">
                <a:moveTo>
                  <a:pt x="1" y="20"/>
                </a:moveTo>
                <a:lnTo>
                  <a:pt x="4" y="17"/>
                </a:lnTo>
                <a:lnTo>
                  <a:pt x="3" y="0"/>
                </a:lnTo>
                <a:lnTo>
                  <a:pt x="0" y="8"/>
                </a:lnTo>
                <a:lnTo>
                  <a:pt x="1" y="20"/>
                </a:lnTo>
                <a:close/>
              </a:path>
            </a:pathLst>
          </a:custGeom>
          <a:solidFill>
            <a:srgbClr val="52FFAD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Freeform 618"/>
          <p:cNvSpPr/>
          <p:nvPr/>
        </p:nvSpPr>
        <p:spPr>
          <a:xfrm>
            <a:off x="2349500" y="10795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1" y="18"/>
                </a:moveTo>
                <a:lnTo>
                  <a:pt x="4" y="15"/>
                </a:lnTo>
                <a:lnTo>
                  <a:pt x="3" y="0"/>
                </a:lnTo>
                <a:lnTo>
                  <a:pt x="0" y="1"/>
                </a:lnTo>
                <a:lnTo>
                  <a:pt x="1" y="18"/>
                </a:lnTo>
                <a:close/>
              </a:path>
            </a:pathLst>
          </a:custGeom>
          <a:solidFill>
            <a:srgbClr val="9CFF63"/>
          </a:solidFill>
          <a:ln w="3175">
            <a:solidFill>
              <a:srgbClr val="7DC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Freeform 619"/>
          <p:cNvSpPr/>
          <p:nvPr/>
        </p:nvSpPr>
        <p:spPr>
          <a:xfrm>
            <a:off x="2387600" y="1066800"/>
            <a:ext cx="38100" cy="203200"/>
          </a:xfrm>
          <a:custGeom>
            <a:avLst/>
            <a:gdLst/>
            <a:ahLst/>
            <a:cxnLst/>
            <a:rect l="l" t="t" r="r" b="b"/>
            <a:pathLst>
              <a:path w="3" h="16">
                <a:moveTo>
                  <a:pt x="1" y="16"/>
                </a:moveTo>
                <a:lnTo>
                  <a:pt x="3" y="16"/>
                </a:lnTo>
                <a:lnTo>
                  <a:pt x="2" y="0"/>
                </a:lnTo>
                <a:lnTo>
                  <a:pt x="0" y="1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ECC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Freeform 620"/>
          <p:cNvSpPr/>
          <p:nvPr/>
        </p:nvSpPr>
        <p:spPr>
          <a:xfrm>
            <a:off x="2413000" y="10668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3FF4C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Freeform 621"/>
          <p:cNvSpPr/>
          <p:nvPr/>
        </p:nvSpPr>
        <p:spPr>
          <a:xfrm>
            <a:off x="2451100" y="10668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Freeform 622"/>
          <p:cNvSpPr/>
          <p:nvPr/>
        </p:nvSpPr>
        <p:spPr>
          <a:xfrm>
            <a:off x="2489200" y="1054100"/>
            <a:ext cx="38100" cy="215900"/>
          </a:xfrm>
          <a:custGeom>
            <a:avLst/>
            <a:gdLst/>
            <a:ahLst/>
            <a:cxnLst/>
            <a:rect l="l" t="t" r="r" b="b"/>
            <a:pathLst>
              <a:path w="3" h="17">
                <a:moveTo>
                  <a:pt x="1" y="17"/>
                </a:moveTo>
                <a:lnTo>
                  <a:pt x="3" y="16"/>
                </a:lnTo>
                <a:lnTo>
                  <a:pt x="2" y="0"/>
                </a:lnTo>
                <a:lnTo>
                  <a:pt x="0" y="1"/>
                </a:lnTo>
                <a:lnTo>
                  <a:pt x="1" y="17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Freeform 623"/>
          <p:cNvSpPr/>
          <p:nvPr/>
        </p:nvSpPr>
        <p:spPr>
          <a:xfrm>
            <a:off x="2514600" y="10541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Freeform 624"/>
          <p:cNvSpPr/>
          <p:nvPr/>
        </p:nvSpPr>
        <p:spPr>
          <a:xfrm>
            <a:off x="2552700" y="10541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6"/>
                </a:lnTo>
                <a:lnTo>
                  <a:pt x="3" y="0"/>
                </a:lnTo>
                <a:lnTo>
                  <a:pt x="0" y="0"/>
                </a:lnTo>
                <a:lnTo>
                  <a:pt x="1" y="16"/>
                </a:lnTo>
                <a:close/>
              </a:path>
            </a:pathLst>
          </a:custGeom>
          <a:solidFill>
            <a:srgbClr val="B2FF4D"/>
          </a:solidFill>
          <a:ln w="3175">
            <a:solidFill>
              <a:srgbClr val="8FCC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Freeform 625"/>
          <p:cNvSpPr/>
          <p:nvPr/>
        </p:nvSpPr>
        <p:spPr>
          <a:xfrm>
            <a:off x="1574800" y="142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Freeform 626"/>
          <p:cNvSpPr/>
          <p:nvPr/>
        </p:nvSpPr>
        <p:spPr>
          <a:xfrm>
            <a:off x="16129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Freeform 627"/>
          <p:cNvSpPr/>
          <p:nvPr/>
        </p:nvSpPr>
        <p:spPr>
          <a:xfrm>
            <a:off x="1651000" y="14097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Freeform 628"/>
          <p:cNvSpPr/>
          <p:nvPr/>
        </p:nvSpPr>
        <p:spPr>
          <a:xfrm>
            <a:off x="1676400" y="140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Freeform 629"/>
          <p:cNvSpPr/>
          <p:nvPr/>
        </p:nvSpPr>
        <p:spPr>
          <a:xfrm>
            <a:off x="1714500" y="140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Freeform 630"/>
          <p:cNvSpPr/>
          <p:nvPr/>
        </p:nvSpPr>
        <p:spPr>
          <a:xfrm>
            <a:off x="17526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Freeform 631"/>
          <p:cNvSpPr/>
          <p:nvPr/>
        </p:nvSpPr>
        <p:spPr>
          <a:xfrm>
            <a:off x="1790700" y="1397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Freeform 632"/>
          <p:cNvSpPr/>
          <p:nvPr/>
        </p:nvSpPr>
        <p:spPr>
          <a:xfrm>
            <a:off x="1816100" y="1397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Freeform 633"/>
          <p:cNvSpPr/>
          <p:nvPr/>
        </p:nvSpPr>
        <p:spPr>
          <a:xfrm>
            <a:off x="1854200" y="1397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Freeform 634"/>
          <p:cNvSpPr/>
          <p:nvPr/>
        </p:nvSpPr>
        <p:spPr>
          <a:xfrm>
            <a:off x="1892300" y="139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Freeform 635"/>
          <p:cNvSpPr/>
          <p:nvPr/>
        </p:nvSpPr>
        <p:spPr>
          <a:xfrm>
            <a:off x="19177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Freeform 636"/>
          <p:cNvSpPr/>
          <p:nvPr/>
        </p:nvSpPr>
        <p:spPr>
          <a:xfrm>
            <a:off x="19558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Freeform 637"/>
          <p:cNvSpPr/>
          <p:nvPr/>
        </p:nvSpPr>
        <p:spPr>
          <a:xfrm>
            <a:off x="19939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Freeform 638"/>
          <p:cNvSpPr/>
          <p:nvPr/>
        </p:nvSpPr>
        <p:spPr>
          <a:xfrm>
            <a:off x="20320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CFF"/>
          </a:solidFill>
          <a:ln w="3175">
            <a:solidFill>
              <a:srgbClr val="003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Freeform 639"/>
          <p:cNvSpPr/>
          <p:nvPr/>
        </p:nvSpPr>
        <p:spPr>
          <a:xfrm>
            <a:off x="2057400" y="13462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Freeform 640"/>
          <p:cNvSpPr/>
          <p:nvPr/>
        </p:nvSpPr>
        <p:spPr>
          <a:xfrm>
            <a:off x="2095500" y="1270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10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Freeform 641"/>
          <p:cNvSpPr/>
          <p:nvPr/>
        </p:nvSpPr>
        <p:spPr>
          <a:xfrm>
            <a:off x="2133600" y="1270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1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6FFF8"/>
          </a:solidFill>
          <a:ln w="3175">
            <a:solidFill>
              <a:srgbClr val="05CC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Freeform 642"/>
          <p:cNvSpPr/>
          <p:nvPr/>
        </p:nvSpPr>
        <p:spPr>
          <a:xfrm>
            <a:off x="2159000" y="1257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5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EDFF"/>
          </a:solidFill>
          <a:ln w="3175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Freeform 643"/>
          <p:cNvSpPr/>
          <p:nvPr/>
        </p:nvSpPr>
        <p:spPr>
          <a:xfrm>
            <a:off x="2197100" y="1257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EAFF"/>
          </a:solidFill>
          <a:ln w="3175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Freeform 644"/>
          <p:cNvSpPr/>
          <p:nvPr/>
        </p:nvSpPr>
        <p:spPr>
          <a:xfrm>
            <a:off x="2235200" y="1257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00EAFF"/>
          </a:solidFill>
          <a:ln w="3175">
            <a:solidFill>
              <a:srgbClr val="00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Freeform 645"/>
          <p:cNvSpPr/>
          <p:nvPr/>
        </p:nvSpPr>
        <p:spPr>
          <a:xfrm>
            <a:off x="2273300" y="1130300"/>
            <a:ext cx="38100" cy="190500"/>
          </a:xfrm>
          <a:custGeom>
            <a:avLst/>
            <a:gdLst/>
            <a:ahLst/>
            <a:cxnLst/>
            <a:rect l="l" t="t" r="r" b="b"/>
            <a:pathLst>
              <a:path w="3" h="15">
                <a:moveTo>
                  <a:pt x="1" y="15"/>
                </a:moveTo>
                <a:lnTo>
                  <a:pt x="3" y="5"/>
                </a:lnTo>
                <a:lnTo>
                  <a:pt x="2" y="0"/>
                </a:lnTo>
                <a:lnTo>
                  <a:pt x="0" y="10"/>
                </a:lnTo>
                <a:lnTo>
                  <a:pt x="1" y="15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Freeform 646"/>
          <p:cNvSpPr/>
          <p:nvPr/>
        </p:nvSpPr>
        <p:spPr>
          <a:xfrm>
            <a:off x="2298700" y="10160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6"/>
                </a:lnTo>
                <a:lnTo>
                  <a:pt x="3" y="0"/>
                </a:lnTo>
                <a:lnTo>
                  <a:pt x="0" y="9"/>
                </a:lnTo>
                <a:lnTo>
                  <a:pt x="1" y="14"/>
                </a:lnTo>
                <a:close/>
              </a:path>
            </a:pathLst>
          </a:custGeom>
          <a:solidFill>
            <a:srgbClr val="FFE400"/>
          </a:solidFill>
          <a:ln w="3175">
            <a:solidFill>
              <a:srgbClr val="CCB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Freeform 647"/>
          <p:cNvSpPr/>
          <p:nvPr/>
        </p:nvSpPr>
        <p:spPr>
          <a:xfrm>
            <a:off x="2336800" y="9398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6"/>
                </a:lnTo>
                <a:lnTo>
                  <a:pt x="1" y="12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Freeform 648"/>
          <p:cNvSpPr/>
          <p:nvPr/>
        </p:nvSpPr>
        <p:spPr>
          <a:xfrm>
            <a:off x="2374900" y="939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FF4300"/>
          </a:solidFill>
          <a:ln w="3175">
            <a:solidFill>
              <a:srgbClr val="CC3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Freeform 649"/>
          <p:cNvSpPr/>
          <p:nvPr/>
        </p:nvSpPr>
        <p:spPr>
          <a:xfrm>
            <a:off x="2400300" y="9398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Freeform 650"/>
          <p:cNvSpPr/>
          <p:nvPr/>
        </p:nvSpPr>
        <p:spPr>
          <a:xfrm>
            <a:off x="2438400" y="9398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Freeform 651"/>
          <p:cNvSpPr/>
          <p:nvPr/>
        </p:nvSpPr>
        <p:spPr>
          <a:xfrm>
            <a:off x="2476500" y="9271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0"/>
                </a:lnTo>
                <a:lnTo>
                  <a:pt x="3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Freeform 652"/>
          <p:cNvSpPr/>
          <p:nvPr/>
        </p:nvSpPr>
        <p:spPr>
          <a:xfrm>
            <a:off x="2514600" y="9271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0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0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Freeform 653"/>
          <p:cNvSpPr/>
          <p:nvPr/>
        </p:nvSpPr>
        <p:spPr>
          <a:xfrm>
            <a:off x="2540000" y="927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4000"/>
          </a:solidFill>
          <a:ln w="3175">
            <a:solidFill>
              <a:srgbClr val="CC3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Freeform 654"/>
          <p:cNvSpPr/>
          <p:nvPr/>
        </p:nvSpPr>
        <p:spPr>
          <a:xfrm>
            <a:off x="15621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Freeform 655"/>
          <p:cNvSpPr/>
          <p:nvPr/>
        </p:nvSpPr>
        <p:spPr>
          <a:xfrm>
            <a:off x="16002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Freeform 656"/>
          <p:cNvSpPr/>
          <p:nvPr/>
        </p:nvSpPr>
        <p:spPr>
          <a:xfrm>
            <a:off x="1638300" y="1409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Freeform 657"/>
          <p:cNvSpPr/>
          <p:nvPr/>
        </p:nvSpPr>
        <p:spPr>
          <a:xfrm>
            <a:off x="1663700" y="1409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Freeform 658"/>
          <p:cNvSpPr/>
          <p:nvPr/>
        </p:nvSpPr>
        <p:spPr>
          <a:xfrm>
            <a:off x="17018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Freeform 659"/>
          <p:cNvSpPr/>
          <p:nvPr/>
        </p:nvSpPr>
        <p:spPr>
          <a:xfrm>
            <a:off x="17399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Freeform 660"/>
          <p:cNvSpPr/>
          <p:nvPr/>
        </p:nvSpPr>
        <p:spPr>
          <a:xfrm>
            <a:off x="1778000" y="139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Freeform 661"/>
          <p:cNvSpPr/>
          <p:nvPr/>
        </p:nvSpPr>
        <p:spPr>
          <a:xfrm>
            <a:off x="1803400" y="1397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Freeform 662"/>
          <p:cNvSpPr/>
          <p:nvPr/>
        </p:nvSpPr>
        <p:spPr>
          <a:xfrm>
            <a:off x="18415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Freeform 663"/>
          <p:cNvSpPr/>
          <p:nvPr/>
        </p:nvSpPr>
        <p:spPr>
          <a:xfrm>
            <a:off x="18796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Freeform 664"/>
          <p:cNvSpPr/>
          <p:nvPr/>
        </p:nvSpPr>
        <p:spPr>
          <a:xfrm>
            <a:off x="19050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Freeform 665"/>
          <p:cNvSpPr/>
          <p:nvPr/>
        </p:nvSpPr>
        <p:spPr>
          <a:xfrm>
            <a:off x="1943100" y="1384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Freeform 666"/>
          <p:cNvSpPr/>
          <p:nvPr/>
        </p:nvSpPr>
        <p:spPr>
          <a:xfrm>
            <a:off x="19812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Freeform 667"/>
          <p:cNvSpPr/>
          <p:nvPr/>
        </p:nvSpPr>
        <p:spPr>
          <a:xfrm>
            <a:off x="20193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3FF"/>
          </a:solidFill>
          <a:ln w="3175">
            <a:solidFill>
              <a:srgbClr val="004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Freeform 668"/>
          <p:cNvSpPr/>
          <p:nvPr/>
        </p:nvSpPr>
        <p:spPr>
          <a:xfrm>
            <a:off x="20447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Freeform 669"/>
          <p:cNvSpPr/>
          <p:nvPr/>
        </p:nvSpPr>
        <p:spPr>
          <a:xfrm>
            <a:off x="2082800" y="1257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A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Freeform 670"/>
          <p:cNvSpPr/>
          <p:nvPr/>
        </p:nvSpPr>
        <p:spPr>
          <a:xfrm>
            <a:off x="2120900" y="123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2DFFD2"/>
          </a:solidFill>
          <a:ln w="3175">
            <a:solidFill>
              <a:srgbClr val="24CC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Freeform 671"/>
          <p:cNvSpPr/>
          <p:nvPr/>
        </p:nvSpPr>
        <p:spPr>
          <a:xfrm>
            <a:off x="2146300" y="1219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Freeform 672"/>
          <p:cNvSpPr/>
          <p:nvPr/>
        </p:nvSpPr>
        <p:spPr>
          <a:xfrm>
            <a:off x="2184400" y="121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40FFBF"/>
          </a:solidFill>
          <a:ln w="3175">
            <a:solidFill>
              <a:srgbClr val="34CC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Freeform 673"/>
          <p:cNvSpPr/>
          <p:nvPr/>
        </p:nvSpPr>
        <p:spPr>
          <a:xfrm>
            <a:off x="2222500" y="1206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40FFBF"/>
          </a:solidFill>
          <a:ln w="3175">
            <a:solidFill>
              <a:srgbClr val="34CC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Freeform 674"/>
          <p:cNvSpPr/>
          <p:nvPr/>
        </p:nvSpPr>
        <p:spPr>
          <a:xfrm>
            <a:off x="2260600" y="10922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3"/>
                </a:lnTo>
                <a:lnTo>
                  <a:pt x="2" y="0"/>
                </a:lnTo>
                <a:lnTo>
                  <a:pt x="0" y="9"/>
                </a:lnTo>
                <a:lnTo>
                  <a:pt x="1" y="13"/>
                </a:lnTo>
                <a:close/>
              </a:path>
            </a:pathLst>
          </a:custGeom>
          <a:solidFill>
            <a:srgbClr val="A6FF59"/>
          </a:solidFill>
          <a:ln w="3175">
            <a:solidFill>
              <a:srgbClr val="85C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Freeform 675"/>
          <p:cNvSpPr/>
          <p:nvPr/>
        </p:nvSpPr>
        <p:spPr>
          <a:xfrm>
            <a:off x="2286000" y="9779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3"/>
                </a:lnTo>
                <a:lnTo>
                  <a:pt x="3" y="0"/>
                </a:lnTo>
                <a:lnTo>
                  <a:pt x="0" y="9"/>
                </a:lnTo>
                <a:lnTo>
                  <a:pt x="1" y="12"/>
                </a:lnTo>
                <a:close/>
              </a:path>
            </a:pathLst>
          </a:custGeom>
          <a:solidFill>
            <a:srgbClr val="FF9600"/>
          </a:solidFill>
          <a:ln w="3175">
            <a:solidFill>
              <a:srgbClr val="CC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Freeform 676"/>
          <p:cNvSpPr/>
          <p:nvPr/>
        </p:nvSpPr>
        <p:spPr>
          <a:xfrm>
            <a:off x="2324100" y="914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5"/>
                </a:lnTo>
                <a:lnTo>
                  <a:pt x="1" y="8"/>
                </a:lnTo>
                <a:close/>
              </a:path>
            </a:pathLst>
          </a:custGeom>
          <a:solidFill>
            <a:srgbClr val="FE0000"/>
          </a:solidFill>
          <a:ln w="3175">
            <a:solidFill>
              <a:srgbClr val="C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Freeform 677"/>
          <p:cNvSpPr/>
          <p:nvPr/>
        </p:nvSpPr>
        <p:spPr>
          <a:xfrm>
            <a:off x="2362200" y="90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C10000"/>
          </a:solidFill>
          <a:ln w="3175">
            <a:solidFill>
              <a:srgbClr val="9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Freeform 678"/>
          <p:cNvSpPr/>
          <p:nvPr/>
        </p:nvSpPr>
        <p:spPr>
          <a:xfrm>
            <a:off x="23876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Freeform 679"/>
          <p:cNvSpPr/>
          <p:nvPr/>
        </p:nvSpPr>
        <p:spPr>
          <a:xfrm>
            <a:off x="2425700" y="889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Freeform 680"/>
          <p:cNvSpPr/>
          <p:nvPr/>
        </p:nvSpPr>
        <p:spPr>
          <a:xfrm>
            <a:off x="2463800" y="889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Freeform 681"/>
          <p:cNvSpPr/>
          <p:nvPr/>
        </p:nvSpPr>
        <p:spPr>
          <a:xfrm>
            <a:off x="25019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Freeform 682"/>
          <p:cNvSpPr/>
          <p:nvPr/>
        </p:nvSpPr>
        <p:spPr>
          <a:xfrm>
            <a:off x="2527300" y="88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Freeform 683"/>
          <p:cNvSpPr/>
          <p:nvPr/>
        </p:nvSpPr>
        <p:spPr>
          <a:xfrm>
            <a:off x="1549400" y="1409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Freeform 684"/>
          <p:cNvSpPr/>
          <p:nvPr/>
        </p:nvSpPr>
        <p:spPr>
          <a:xfrm>
            <a:off x="15875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Freeform 685"/>
          <p:cNvSpPr/>
          <p:nvPr/>
        </p:nvSpPr>
        <p:spPr>
          <a:xfrm>
            <a:off x="1625600" y="1397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Freeform 686"/>
          <p:cNvSpPr/>
          <p:nvPr/>
        </p:nvSpPr>
        <p:spPr>
          <a:xfrm>
            <a:off x="16510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Freeform 687"/>
          <p:cNvSpPr/>
          <p:nvPr/>
        </p:nvSpPr>
        <p:spPr>
          <a:xfrm>
            <a:off x="16891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Freeform 688"/>
          <p:cNvSpPr/>
          <p:nvPr/>
        </p:nvSpPr>
        <p:spPr>
          <a:xfrm>
            <a:off x="17272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Freeform 689"/>
          <p:cNvSpPr/>
          <p:nvPr/>
        </p:nvSpPr>
        <p:spPr>
          <a:xfrm>
            <a:off x="17653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Freeform 690"/>
          <p:cNvSpPr/>
          <p:nvPr/>
        </p:nvSpPr>
        <p:spPr>
          <a:xfrm>
            <a:off x="17907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Freeform 691"/>
          <p:cNvSpPr/>
          <p:nvPr/>
        </p:nvSpPr>
        <p:spPr>
          <a:xfrm>
            <a:off x="18288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Freeform 692"/>
          <p:cNvSpPr/>
          <p:nvPr/>
        </p:nvSpPr>
        <p:spPr>
          <a:xfrm>
            <a:off x="1866900" y="138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Freeform 693"/>
          <p:cNvSpPr/>
          <p:nvPr/>
        </p:nvSpPr>
        <p:spPr>
          <a:xfrm>
            <a:off x="18923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Freeform 694"/>
          <p:cNvSpPr/>
          <p:nvPr/>
        </p:nvSpPr>
        <p:spPr>
          <a:xfrm>
            <a:off x="19304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Freeform 695"/>
          <p:cNvSpPr/>
          <p:nvPr/>
        </p:nvSpPr>
        <p:spPr>
          <a:xfrm>
            <a:off x="19685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Freeform 696"/>
          <p:cNvSpPr/>
          <p:nvPr/>
        </p:nvSpPr>
        <p:spPr>
          <a:xfrm>
            <a:off x="20066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Freeform 697"/>
          <p:cNvSpPr/>
          <p:nvPr/>
        </p:nvSpPr>
        <p:spPr>
          <a:xfrm>
            <a:off x="20320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Freeform 698"/>
          <p:cNvSpPr/>
          <p:nvPr/>
        </p:nvSpPr>
        <p:spPr>
          <a:xfrm>
            <a:off x="2070100" y="1244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Freeform 699"/>
          <p:cNvSpPr/>
          <p:nvPr/>
        </p:nvSpPr>
        <p:spPr>
          <a:xfrm>
            <a:off x="2108200" y="1193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44FFBB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Freeform 700"/>
          <p:cNvSpPr/>
          <p:nvPr/>
        </p:nvSpPr>
        <p:spPr>
          <a:xfrm>
            <a:off x="2133600" y="119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67FF98"/>
          </a:solidFill>
          <a:ln w="3175">
            <a:solidFill>
              <a:srgbClr val="52CC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Freeform 701"/>
          <p:cNvSpPr/>
          <p:nvPr/>
        </p:nvSpPr>
        <p:spPr>
          <a:xfrm>
            <a:off x="2171700" y="1193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6CFF93"/>
          </a:solidFill>
          <a:ln w="3175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Freeform 702"/>
          <p:cNvSpPr/>
          <p:nvPr/>
        </p:nvSpPr>
        <p:spPr>
          <a:xfrm>
            <a:off x="2209800" y="1181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6CFF93"/>
          </a:solidFill>
          <a:ln w="3175">
            <a:solidFill>
              <a:srgbClr val="56CC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Freeform 703"/>
          <p:cNvSpPr/>
          <p:nvPr/>
        </p:nvSpPr>
        <p:spPr>
          <a:xfrm>
            <a:off x="2247900" y="10668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2"/>
                </a:lnTo>
                <a:lnTo>
                  <a:pt x="2" y="0"/>
                </a:lnTo>
                <a:lnTo>
                  <a:pt x="0" y="9"/>
                </a:lnTo>
                <a:lnTo>
                  <a:pt x="1" y="11"/>
                </a:lnTo>
                <a:close/>
              </a:path>
            </a:pathLst>
          </a:custGeom>
          <a:solidFill>
            <a:srgbClr val="D0FF2F"/>
          </a:solidFill>
          <a:ln w="3175">
            <a:solidFill>
              <a:srgbClr val="A6C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Freeform 704"/>
          <p:cNvSpPr/>
          <p:nvPr/>
        </p:nvSpPr>
        <p:spPr>
          <a:xfrm>
            <a:off x="2273300" y="9525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2"/>
                </a:lnTo>
                <a:lnTo>
                  <a:pt x="3" y="0"/>
                </a:lnTo>
                <a:lnTo>
                  <a:pt x="0" y="9"/>
                </a:lnTo>
                <a:lnTo>
                  <a:pt x="1" y="11"/>
                </a:lnTo>
                <a:close/>
              </a:path>
            </a:pathLst>
          </a:custGeom>
          <a:solidFill>
            <a:srgbClr val="FF6E00"/>
          </a:solidFill>
          <a:ln w="3175">
            <a:solidFill>
              <a:srgbClr val="CC5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Freeform 705"/>
          <p:cNvSpPr/>
          <p:nvPr/>
        </p:nvSpPr>
        <p:spPr>
          <a:xfrm>
            <a:off x="2311400" y="889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2"/>
                </a:lnTo>
                <a:lnTo>
                  <a:pt x="3" y="0"/>
                </a:lnTo>
                <a:lnTo>
                  <a:pt x="0" y="5"/>
                </a:lnTo>
                <a:lnTo>
                  <a:pt x="1" y="7"/>
                </a:lnTo>
                <a:close/>
              </a:path>
            </a:pathLst>
          </a:custGeom>
          <a:solidFill>
            <a:srgbClr val="DA0000"/>
          </a:solidFill>
          <a:ln w="3175">
            <a:solidFill>
              <a:srgbClr val="A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Freeform 706"/>
          <p:cNvSpPr/>
          <p:nvPr/>
        </p:nvSpPr>
        <p:spPr>
          <a:xfrm>
            <a:off x="2349500" y="876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A0000"/>
          </a:solidFill>
          <a:ln w="3175">
            <a:solidFill>
              <a:srgbClr val="7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Freeform 707"/>
          <p:cNvSpPr/>
          <p:nvPr/>
        </p:nvSpPr>
        <p:spPr>
          <a:xfrm>
            <a:off x="2374900" y="87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Freeform 708"/>
          <p:cNvSpPr/>
          <p:nvPr/>
        </p:nvSpPr>
        <p:spPr>
          <a:xfrm>
            <a:off x="2413000" y="86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Freeform 709"/>
          <p:cNvSpPr/>
          <p:nvPr/>
        </p:nvSpPr>
        <p:spPr>
          <a:xfrm>
            <a:off x="2451100" y="86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Freeform 710"/>
          <p:cNvSpPr/>
          <p:nvPr/>
        </p:nvSpPr>
        <p:spPr>
          <a:xfrm>
            <a:off x="2489200" y="863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Freeform 711"/>
          <p:cNvSpPr/>
          <p:nvPr/>
        </p:nvSpPr>
        <p:spPr>
          <a:xfrm>
            <a:off x="2514600" y="86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Freeform 712"/>
          <p:cNvSpPr/>
          <p:nvPr/>
        </p:nvSpPr>
        <p:spPr>
          <a:xfrm>
            <a:off x="15367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Freeform 713"/>
          <p:cNvSpPr/>
          <p:nvPr/>
        </p:nvSpPr>
        <p:spPr>
          <a:xfrm>
            <a:off x="1574800" y="1397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reeform 714"/>
          <p:cNvSpPr/>
          <p:nvPr/>
        </p:nvSpPr>
        <p:spPr>
          <a:xfrm>
            <a:off x="1612900" y="1397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Freeform 715"/>
          <p:cNvSpPr/>
          <p:nvPr/>
        </p:nvSpPr>
        <p:spPr>
          <a:xfrm>
            <a:off x="16383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Freeform 716"/>
          <p:cNvSpPr/>
          <p:nvPr/>
        </p:nvSpPr>
        <p:spPr>
          <a:xfrm>
            <a:off x="16764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Freeform 717"/>
          <p:cNvSpPr/>
          <p:nvPr/>
        </p:nvSpPr>
        <p:spPr>
          <a:xfrm>
            <a:off x="17145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Freeform 718"/>
          <p:cNvSpPr/>
          <p:nvPr/>
        </p:nvSpPr>
        <p:spPr>
          <a:xfrm>
            <a:off x="1752600" y="13843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Freeform 719"/>
          <p:cNvSpPr/>
          <p:nvPr/>
        </p:nvSpPr>
        <p:spPr>
          <a:xfrm>
            <a:off x="17780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Freeform 720"/>
          <p:cNvSpPr/>
          <p:nvPr/>
        </p:nvSpPr>
        <p:spPr>
          <a:xfrm>
            <a:off x="18161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Freeform 721"/>
          <p:cNvSpPr/>
          <p:nvPr/>
        </p:nvSpPr>
        <p:spPr>
          <a:xfrm>
            <a:off x="18542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Freeform 722"/>
          <p:cNvSpPr/>
          <p:nvPr/>
        </p:nvSpPr>
        <p:spPr>
          <a:xfrm>
            <a:off x="18796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Freeform 723"/>
          <p:cNvSpPr/>
          <p:nvPr/>
        </p:nvSpPr>
        <p:spPr>
          <a:xfrm>
            <a:off x="19177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Freeform 724"/>
          <p:cNvSpPr/>
          <p:nvPr/>
        </p:nvSpPr>
        <p:spPr>
          <a:xfrm>
            <a:off x="19558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Freeform 725"/>
          <p:cNvSpPr/>
          <p:nvPr/>
        </p:nvSpPr>
        <p:spPr>
          <a:xfrm>
            <a:off x="19939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Freeform 726"/>
          <p:cNvSpPr/>
          <p:nvPr/>
        </p:nvSpPr>
        <p:spPr>
          <a:xfrm>
            <a:off x="20193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Freeform 727"/>
          <p:cNvSpPr/>
          <p:nvPr/>
        </p:nvSpPr>
        <p:spPr>
          <a:xfrm>
            <a:off x="2057400" y="1231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Freeform 728"/>
          <p:cNvSpPr/>
          <p:nvPr/>
        </p:nvSpPr>
        <p:spPr>
          <a:xfrm>
            <a:off x="2095500" y="1193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Freeform 729"/>
          <p:cNvSpPr/>
          <p:nvPr/>
        </p:nvSpPr>
        <p:spPr>
          <a:xfrm>
            <a:off x="2120900" y="118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Freeform 730"/>
          <p:cNvSpPr/>
          <p:nvPr/>
        </p:nvSpPr>
        <p:spPr>
          <a:xfrm>
            <a:off x="2159000" y="118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CFF83"/>
          </a:solidFill>
          <a:ln w="3175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Freeform 731"/>
          <p:cNvSpPr/>
          <p:nvPr/>
        </p:nvSpPr>
        <p:spPr>
          <a:xfrm>
            <a:off x="2197100" y="1181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CFF83"/>
          </a:solidFill>
          <a:ln w="3175">
            <a:solidFill>
              <a:srgbClr val="63CC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Freeform 732"/>
          <p:cNvSpPr/>
          <p:nvPr/>
        </p:nvSpPr>
        <p:spPr>
          <a:xfrm>
            <a:off x="2235200" y="10541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0"/>
                </a:lnTo>
                <a:close/>
              </a:path>
            </a:pathLst>
          </a:custGeom>
          <a:solidFill>
            <a:srgbClr val="E1FF1E"/>
          </a:solidFill>
          <a:ln w="3175">
            <a:solidFill>
              <a:srgbClr val="B4C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Freeform 733"/>
          <p:cNvSpPr/>
          <p:nvPr/>
        </p:nvSpPr>
        <p:spPr>
          <a:xfrm>
            <a:off x="2260600" y="9398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FF5D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Freeform 734"/>
          <p:cNvSpPr/>
          <p:nvPr/>
        </p:nvSpPr>
        <p:spPr>
          <a:xfrm>
            <a:off x="2298700" y="876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90000"/>
          </a:solidFill>
          <a:ln w="3175">
            <a:solidFill>
              <a:srgbClr val="A1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Freeform 735"/>
          <p:cNvSpPr/>
          <p:nvPr/>
        </p:nvSpPr>
        <p:spPr>
          <a:xfrm>
            <a:off x="2336800" y="863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A0000"/>
          </a:solidFill>
          <a:ln w="3175">
            <a:solidFill>
              <a:srgbClr val="6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Freeform 736"/>
          <p:cNvSpPr/>
          <p:nvPr/>
        </p:nvSpPr>
        <p:spPr>
          <a:xfrm>
            <a:off x="23622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Freeform 737"/>
          <p:cNvSpPr/>
          <p:nvPr/>
        </p:nvSpPr>
        <p:spPr>
          <a:xfrm>
            <a:off x="2400300" y="863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Freeform 738"/>
          <p:cNvSpPr/>
          <p:nvPr/>
        </p:nvSpPr>
        <p:spPr>
          <a:xfrm>
            <a:off x="24384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Freeform 739"/>
          <p:cNvSpPr/>
          <p:nvPr/>
        </p:nvSpPr>
        <p:spPr>
          <a:xfrm>
            <a:off x="24765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Freeform 740"/>
          <p:cNvSpPr/>
          <p:nvPr/>
        </p:nvSpPr>
        <p:spPr>
          <a:xfrm>
            <a:off x="25019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20000"/>
          </a:solidFill>
          <a:ln w="3175">
            <a:solidFill>
              <a:srgbClr val="6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Freeform 741"/>
          <p:cNvSpPr/>
          <p:nvPr/>
        </p:nvSpPr>
        <p:spPr>
          <a:xfrm>
            <a:off x="15240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Freeform 742"/>
          <p:cNvSpPr/>
          <p:nvPr/>
        </p:nvSpPr>
        <p:spPr>
          <a:xfrm>
            <a:off x="15621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Freeform 743"/>
          <p:cNvSpPr/>
          <p:nvPr/>
        </p:nvSpPr>
        <p:spPr>
          <a:xfrm>
            <a:off x="1600200" y="1384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Freeform 744"/>
          <p:cNvSpPr/>
          <p:nvPr/>
        </p:nvSpPr>
        <p:spPr>
          <a:xfrm>
            <a:off x="16256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Freeform 745"/>
          <p:cNvSpPr/>
          <p:nvPr/>
        </p:nvSpPr>
        <p:spPr>
          <a:xfrm>
            <a:off x="16637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Freeform 746"/>
          <p:cNvSpPr/>
          <p:nvPr/>
        </p:nvSpPr>
        <p:spPr>
          <a:xfrm>
            <a:off x="17018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Freeform 747"/>
          <p:cNvSpPr/>
          <p:nvPr/>
        </p:nvSpPr>
        <p:spPr>
          <a:xfrm>
            <a:off x="17399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Freeform 748"/>
          <p:cNvSpPr/>
          <p:nvPr/>
        </p:nvSpPr>
        <p:spPr>
          <a:xfrm>
            <a:off x="17653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Freeform 749"/>
          <p:cNvSpPr/>
          <p:nvPr/>
        </p:nvSpPr>
        <p:spPr>
          <a:xfrm>
            <a:off x="18034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Freeform 750"/>
          <p:cNvSpPr/>
          <p:nvPr/>
        </p:nvSpPr>
        <p:spPr>
          <a:xfrm>
            <a:off x="18415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Freeform 751"/>
          <p:cNvSpPr/>
          <p:nvPr/>
        </p:nvSpPr>
        <p:spPr>
          <a:xfrm>
            <a:off x="1866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Freeform 752"/>
          <p:cNvSpPr/>
          <p:nvPr/>
        </p:nvSpPr>
        <p:spPr>
          <a:xfrm>
            <a:off x="19050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Freeform 753"/>
          <p:cNvSpPr/>
          <p:nvPr/>
        </p:nvSpPr>
        <p:spPr>
          <a:xfrm>
            <a:off x="1943100" y="1358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Freeform 754"/>
          <p:cNvSpPr/>
          <p:nvPr/>
        </p:nvSpPr>
        <p:spPr>
          <a:xfrm>
            <a:off x="19812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Freeform 755"/>
          <p:cNvSpPr/>
          <p:nvPr/>
        </p:nvSpPr>
        <p:spPr>
          <a:xfrm>
            <a:off x="2006600" y="132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Freeform 756"/>
          <p:cNvSpPr/>
          <p:nvPr/>
        </p:nvSpPr>
        <p:spPr>
          <a:xfrm>
            <a:off x="2044700" y="1231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Freeform 757"/>
          <p:cNvSpPr/>
          <p:nvPr/>
        </p:nvSpPr>
        <p:spPr>
          <a:xfrm>
            <a:off x="2082800" y="1181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Freeform 758"/>
          <p:cNvSpPr/>
          <p:nvPr/>
        </p:nvSpPr>
        <p:spPr>
          <a:xfrm>
            <a:off x="2108200" y="1168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Freeform 759"/>
          <p:cNvSpPr/>
          <p:nvPr/>
        </p:nvSpPr>
        <p:spPr>
          <a:xfrm>
            <a:off x="2146300" y="116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Freeform 760"/>
          <p:cNvSpPr/>
          <p:nvPr/>
        </p:nvSpPr>
        <p:spPr>
          <a:xfrm>
            <a:off x="2184400" y="116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Freeform 761"/>
          <p:cNvSpPr/>
          <p:nvPr/>
        </p:nvSpPr>
        <p:spPr>
          <a:xfrm>
            <a:off x="2222500" y="10414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Freeform 762"/>
          <p:cNvSpPr/>
          <p:nvPr/>
        </p:nvSpPr>
        <p:spPr>
          <a:xfrm>
            <a:off x="2247900" y="9398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Freeform 763"/>
          <p:cNvSpPr/>
          <p:nvPr/>
        </p:nvSpPr>
        <p:spPr>
          <a:xfrm>
            <a:off x="2286000" y="876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Freeform 764"/>
          <p:cNvSpPr/>
          <p:nvPr/>
        </p:nvSpPr>
        <p:spPr>
          <a:xfrm>
            <a:off x="2324100" y="863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Freeform 765"/>
          <p:cNvSpPr/>
          <p:nvPr/>
        </p:nvSpPr>
        <p:spPr>
          <a:xfrm>
            <a:off x="23495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Freeform 766"/>
          <p:cNvSpPr/>
          <p:nvPr/>
        </p:nvSpPr>
        <p:spPr>
          <a:xfrm>
            <a:off x="23876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Freeform 767"/>
          <p:cNvSpPr/>
          <p:nvPr/>
        </p:nvSpPr>
        <p:spPr>
          <a:xfrm>
            <a:off x="24257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Freeform 768"/>
          <p:cNvSpPr/>
          <p:nvPr/>
        </p:nvSpPr>
        <p:spPr>
          <a:xfrm>
            <a:off x="2463800" y="850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Freeform 769"/>
          <p:cNvSpPr/>
          <p:nvPr/>
        </p:nvSpPr>
        <p:spPr>
          <a:xfrm>
            <a:off x="24892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Freeform 770"/>
          <p:cNvSpPr/>
          <p:nvPr/>
        </p:nvSpPr>
        <p:spPr>
          <a:xfrm>
            <a:off x="1511300" y="138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Freeform 771"/>
          <p:cNvSpPr/>
          <p:nvPr/>
        </p:nvSpPr>
        <p:spPr>
          <a:xfrm>
            <a:off x="15494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Freeform 772"/>
          <p:cNvSpPr/>
          <p:nvPr/>
        </p:nvSpPr>
        <p:spPr>
          <a:xfrm>
            <a:off x="15875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Freeform 773"/>
          <p:cNvSpPr/>
          <p:nvPr/>
        </p:nvSpPr>
        <p:spPr>
          <a:xfrm>
            <a:off x="16129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Freeform 774"/>
          <p:cNvSpPr/>
          <p:nvPr/>
        </p:nvSpPr>
        <p:spPr>
          <a:xfrm>
            <a:off x="16510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Freeform 775"/>
          <p:cNvSpPr/>
          <p:nvPr/>
        </p:nvSpPr>
        <p:spPr>
          <a:xfrm>
            <a:off x="1689100" y="1371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Freeform 776"/>
          <p:cNvSpPr/>
          <p:nvPr/>
        </p:nvSpPr>
        <p:spPr>
          <a:xfrm>
            <a:off x="17272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Freeform 777"/>
          <p:cNvSpPr/>
          <p:nvPr/>
        </p:nvSpPr>
        <p:spPr>
          <a:xfrm>
            <a:off x="17526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Freeform 778"/>
          <p:cNvSpPr/>
          <p:nvPr/>
        </p:nvSpPr>
        <p:spPr>
          <a:xfrm>
            <a:off x="17907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Freeform 779"/>
          <p:cNvSpPr/>
          <p:nvPr/>
        </p:nvSpPr>
        <p:spPr>
          <a:xfrm>
            <a:off x="1828800" y="1358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Freeform 780"/>
          <p:cNvSpPr/>
          <p:nvPr/>
        </p:nvSpPr>
        <p:spPr>
          <a:xfrm>
            <a:off x="18542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Freeform 781"/>
          <p:cNvSpPr/>
          <p:nvPr/>
        </p:nvSpPr>
        <p:spPr>
          <a:xfrm>
            <a:off x="18923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Freeform 782"/>
          <p:cNvSpPr/>
          <p:nvPr/>
        </p:nvSpPr>
        <p:spPr>
          <a:xfrm>
            <a:off x="19304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Freeform 783"/>
          <p:cNvSpPr/>
          <p:nvPr/>
        </p:nvSpPr>
        <p:spPr>
          <a:xfrm>
            <a:off x="19685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Freeform 784"/>
          <p:cNvSpPr/>
          <p:nvPr/>
        </p:nvSpPr>
        <p:spPr>
          <a:xfrm>
            <a:off x="1993900" y="130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Freeform 785"/>
          <p:cNvSpPr/>
          <p:nvPr/>
        </p:nvSpPr>
        <p:spPr>
          <a:xfrm>
            <a:off x="2032000" y="1219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Freeform 786"/>
          <p:cNvSpPr/>
          <p:nvPr/>
        </p:nvSpPr>
        <p:spPr>
          <a:xfrm>
            <a:off x="2070100" y="1168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5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Freeform 787"/>
          <p:cNvSpPr/>
          <p:nvPr/>
        </p:nvSpPr>
        <p:spPr>
          <a:xfrm>
            <a:off x="2095500" y="1168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Freeform 788"/>
          <p:cNvSpPr/>
          <p:nvPr/>
        </p:nvSpPr>
        <p:spPr>
          <a:xfrm>
            <a:off x="21336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Freeform 789"/>
          <p:cNvSpPr/>
          <p:nvPr/>
        </p:nvSpPr>
        <p:spPr>
          <a:xfrm>
            <a:off x="21717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Freeform 790"/>
          <p:cNvSpPr/>
          <p:nvPr/>
        </p:nvSpPr>
        <p:spPr>
          <a:xfrm>
            <a:off x="2209800" y="10414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0"/>
                </a:lnTo>
                <a:lnTo>
                  <a:pt x="2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Freeform 791"/>
          <p:cNvSpPr/>
          <p:nvPr/>
        </p:nvSpPr>
        <p:spPr>
          <a:xfrm>
            <a:off x="2235200" y="927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Freeform 792"/>
          <p:cNvSpPr/>
          <p:nvPr/>
        </p:nvSpPr>
        <p:spPr>
          <a:xfrm>
            <a:off x="2273300" y="863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Freeform 793"/>
          <p:cNvSpPr/>
          <p:nvPr/>
        </p:nvSpPr>
        <p:spPr>
          <a:xfrm>
            <a:off x="2311400" y="850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Freeform 794"/>
          <p:cNvSpPr/>
          <p:nvPr/>
        </p:nvSpPr>
        <p:spPr>
          <a:xfrm>
            <a:off x="23368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Freeform 795"/>
          <p:cNvSpPr/>
          <p:nvPr/>
        </p:nvSpPr>
        <p:spPr>
          <a:xfrm>
            <a:off x="23749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Freeform 796"/>
          <p:cNvSpPr/>
          <p:nvPr/>
        </p:nvSpPr>
        <p:spPr>
          <a:xfrm>
            <a:off x="24130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Freeform 797"/>
          <p:cNvSpPr/>
          <p:nvPr/>
        </p:nvSpPr>
        <p:spPr>
          <a:xfrm>
            <a:off x="24511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Freeform 798"/>
          <p:cNvSpPr/>
          <p:nvPr/>
        </p:nvSpPr>
        <p:spPr>
          <a:xfrm>
            <a:off x="24765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Freeform 799"/>
          <p:cNvSpPr/>
          <p:nvPr/>
        </p:nvSpPr>
        <p:spPr>
          <a:xfrm>
            <a:off x="14986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Freeform 800"/>
          <p:cNvSpPr/>
          <p:nvPr/>
        </p:nvSpPr>
        <p:spPr>
          <a:xfrm>
            <a:off x="15367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Freeform 801"/>
          <p:cNvSpPr/>
          <p:nvPr/>
        </p:nvSpPr>
        <p:spPr>
          <a:xfrm>
            <a:off x="1574800" y="1371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Freeform 802"/>
          <p:cNvSpPr/>
          <p:nvPr/>
        </p:nvSpPr>
        <p:spPr>
          <a:xfrm>
            <a:off x="16002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Freeform 803"/>
          <p:cNvSpPr/>
          <p:nvPr/>
        </p:nvSpPr>
        <p:spPr>
          <a:xfrm>
            <a:off x="16383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Freeform 804"/>
          <p:cNvSpPr/>
          <p:nvPr/>
        </p:nvSpPr>
        <p:spPr>
          <a:xfrm>
            <a:off x="16764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Freeform 805"/>
          <p:cNvSpPr/>
          <p:nvPr/>
        </p:nvSpPr>
        <p:spPr>
          <a:xfrm>
            <a:off x="17145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Freeform 806"/>
          <p:cNvSpPr/>
          <p:nvPr/>
        </p:nvSpPr>
        <p:spPr>
          <a:xfrm>
            <a:off x="17399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Freeform 807"/>
          <p:cNvSpPr/>
          <p:nvPr/>
        </p:nvSpPr>
        <p:spPr>
          <a:xfrm>
            <a:off x="17780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Freeform 808"/>
          <p:cNvSpPr/>
          <p:nvPr/>
        </p:nvSpPr>
        <p:spPr>
          <a:xfrm>
            <a:off x="18161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Freeform 809"/>
          <p:cNvSpPr/>
          <p:nvPr/>
        </p:nvSpPr>
        <p:spPr>
          <a:xfrm>
            <a:off x="18415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Freeform 810"/>
          <p:cNvSpPr/>
          <p:nvPr/>
        </p:nvSpPr>
        <p:spPr>
          <a:xfrm>
            <a:off x="18796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Freeform 811"/>
          <p:cNvSpPr/>
          <p:nvPr/>
        </p:nvSpPr>
        <p:spPr>
          <a:xfrm>
            <a:off x="19177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Freeform 812"/>
          <p:cNvSpPr/>
          <p:nvPr/>
        </p:nvSpPr>
        <p:spPr>
          <a:xfrm>
            <a:off x="19558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Freeform 813"/>
          <p:cNvSpPr/>
          <p:nvPr/>
        </p:nvSpPr>
        <p:spPr>
          <a:xfrm>
            <a:off x="1981200" y="129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Freeform 814"/>
          <p:cNvSpPr/>
          <p:nvPr/>
        </p:nvSpPr>
        <p:spPr>
          <a:xfrm>
            <a:off x="2019300" y="1206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Freeform 815"/>
          <p:cNvSpPr/>
          <p:nvPr/>
        </p:nvSpPr>
        <p:spPr>
          <a:xfrm>
            <a:off x="2057400" y="116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Freeform 816"/>
          <p:cNvSpPr/>
          <p:nvPr/>
        </p:nvSpPr>
        <p:spPr>
          <a:xfrm>
            <a:off x="20828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Freeform 817"/>
          <p:cNvSpPr/>
          <p:nvPr/>
        </p:nvSpPr>
        <p:spPr>
          <a:xfrm>
            <a:off x="2120900" y="115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Freeform 818"/>
          <p:cNvSpPr/>
          <p:nvPr/>
        </p:nvSpPr>
        <p:spPr>
          <a:xfrm>
            <a:off x="2159000" y="1155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Freeform 819"/>
          <p:cNvSpPr/>
          <p:nvPr/>
        </p:nvSpPr>
        <p:spPr>
          <a:xfrm>
            <a:off x="2197100" y="10287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Freeform 820"/>
          <p:cNvSpPr/>
          <p:nvPr/>
        </p:nvSpPr>
        <p:spPr>
          <a:xfrm>
            <a:off x="2222500" y="9271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Freeform 821"/>
          <p:cNvSpPr/>
          <p:nvPr/>
        </p:nvSpPr>
        <p:spPr>
          <a:xfrm>
            <a:off x="2260600" y="850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Freeform 822"/>
          <p:cNvSpPr/>
          <p:nvPr/>
        </p:nvSpPr>
        <p:spPr>
          <a:xfrm>
            <a:off x="2298700" y="838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Freeform 823"/>
          <p:cNvSpPr/>
          <p:nvPr/>
        </p:nvSpPr>
        <p:spPr>
          <a:xfrm>
            <a:off x="23241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Freeform 824"/>
          <p:cNvSpPr/>
          <p:nvPr/>
        </p:nvSpPr>
        <p:spPr>
          <a:xfrm>
            <a:off x="23622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Freeform 825"/>
          <p:cNvSpPr/>
          <p:nvPr/>
        </p:nvSpPr>
        <p:spPr>
          <a:xfrm>
            <a:off x="24003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Freeform 826"/>
          <p:cNvSpPr/>
          <p:nvPr/>
        </p:nvSpPr>
        <p:spPr>
          <a:xfrm>
            <a:off x="2438400" y="82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Freeform 827"/>
          <p:cNvSpPr/>
          <p:nvPr/>
        </p:nvSpPr>
        <p:spPr>
          <a:xfrm>
            <a:off x="24638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Freeform 828"/>
          <p:cNvSpPr/>
          <p:nvPr/>
        </p:nvSpPr>
        <p:spPr>
          <a:xfrm>
            <a:off x="1485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Freeform 829"/>
          <p:cNvSpPr/>
          <p:nvPr/>
        </p:nvSpPr>
        <p:spPr>
          <a:xfrm>
            <a:off x="15240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Freeform 830"/>
          <p:cNvSpPr/>
          <p:nvPr/>
        </p:nvSpPr>
        <p:spPr>
          <a:xfrm>
            <a:off x="15621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Freeform 831"/>
          <p:cNvSpPr/>
          <p:nvPr/>
        </p:nvSpPr>
        <p:spPr>
          <a:xfrm>
            <a:off x="15875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Freeform 832"/>
          <p:cNvSpPr/>
          <p:nvPr/>
        </p:nvSpPr>
        <p:spPr>
          <a:xfrm>
            <a:off x="16256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Freeform 833"/>
          <p:cNvSpPr/>
          <p:nvPr/>
        </p:nvSpPr>
        <p:spPr>
          <a:xfrm>
            <a:off x="16637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Freeform 834"/>
          <p:cNvSpPr/>
          <p:nvPr/>
        </p:nvSpPr>
        <p:spPr>
          <a:xfrm>
            <a:off x="17018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Freeform 835"/>
          <p:cNvSpPr/>
          <p:nvPr/>
        </p:nvSpPr>
        <p:spPr>
          <a:xfrm>
            <a:off x="17272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Freeform 836"/>
          <p:cNvSpPr/>
          <p:nvPr/>
        </p:nvSpPr>
        <p:spPr>
          <a:xfrm>
            <a:off x="17653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Freeform 837"/>
          <p:cNvSpPr/>
          <p:nvPr/>
        </p:nvSpPr>
        <p:spPr>
          <a:xfrm>
            <a:off x="18034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Freeform 838"/>
          <p:cNvSpPr/>
          <p:nvPr/>
        </p:nvSpPr>
        <p:spPr>
          <a:xfrm>
            <a:off x="1828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Freeform 839"/>
          <p:cNvSpPr/>
          <p:nvPr/>
        </p:nvSpPr>
        <p:spPr>
          <a:xfrm>
            <a:off x="18669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Freeform 840"/>
          <p:cNvSpPr/>
          <p:nvPr/>
        </p:nvSpPr>
        <p:spPr>
          <a:xfrm>
            <a:off x="1905000" y="133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Freeform 841"/>
          <p:cNvSpPr/>
          <p:nvPr/>
        </p:nvSpPr>
        <p:spPr>
          <a:xfrm>
            <a:off x="19431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Freeform 842"/>
          <p:cNvSpPr/>
          <p:nvPr/>
        </p:nvSpPr>
        <p:spPr>
          <a:xfrm>
            <a:off x="1968500" y="129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Freeform 843"/>
          <p:cNvSpPr/>
          <p:nvPr/>
        </p:nvSpPr>
        <p:spPr>
          <a:xfrm>
            <a:off x="2006600" y="1206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Freeform 844"/>
          <p:cNvSpPr/>
          <p:nvPr/>
        </p:nvSpPr>
        <p:spPr>
          <a:xfrm>
            <a:off x="2044700" y="115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Freeform 845"/>
          <p:cNvSpPr/>
          <p:nvPr/>
        </p:nvSpPr>
        <p:spPr>
          <a:xfrm>
            <a:off x="2070100" y="1143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Freeform 846"/>
          <p:cNvSpPr/>
          <p:nvPr/>
        </p:nvSpPr>
        <p:spPr>
          <a:xfrm>
            <a:off x="2108200" y="114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Freeform 847"/>
          <p:cNvSpPr/>
          <p:nvPr/>
        </p:nvSpPr>
        <p:spPr>
          <a:xfrm>
            <a:off x="2146300" y="114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Freeform 848"/>
          <p:cNvSpPr/>
          <p:nvPr/>
        </p:nvSpPr>
        <p:spPr>
          <a:xfrm>
            <a:off x="2184400" y="10160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Freeform 849"/>
          <p:cNvSpPr/>
          <p:nvPr/>
        </p:nvSpPr>
        <p:spPr>
          <a:xfrm>
            <a:off x="2209800" y="914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Freeform 850"/>
          <p:cNvSpPr/>
          <p:nvPr/>
        </p:nvSpPr>
        <p:spPr>
          <a:xfrm>
            <a:off x="2247900" y="850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Freeform 851"/>
          <p:cNvSpPr/>
          <p:nvPr/>
        </p:nvSpPr>
        <p:spPr>
          <a:xfrm>
            <a:off x="22860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Freeform 852"/>
          <p:cNvSpPr/>
          <p:nvPr/>
        </p:nvSpPr>
        <p:spPr>
          <a:xfrm>
            <a:off x="23114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Freeform 853"/>
          <p:cNvSpPr/>
          <p:nvPr/>
        </p:nvSpPr>
        <p:spPr>
          <a:xfrm>
            <a:off x="23495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Freeform 854"/>
          <p:cNvSpPr/>
          <p:nvPr/>
        </p:nvSpPr>
        <p:spPr>
          <a:xfrm>
            <a:off x="23876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Freeform 855"/>
          <p:cNvSpPr/>
          <p:nvPr/>
        </p:nvSpPr>
        <p:spPr>
          <a:xfrm>
            <a:off x="2425700" y="825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Freeform 856"/>
          <p:cNvSpPr/>
          <p:nvPr/>
        </p:nvSpPr>
        <p:spPr>
          <a:xfrm>
            <a:off x="24511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Freeform 857"/>
          <p:cNvSpPr/>
          <p:nvPr/>
        </p:nvSpPr>
        <p:spPr>
          <a:xfrm>
            <a:off x="14732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Freeform 858"/>
          <p:cNvSpPr/>
          <p:nvPr/>
        </p:nvSpPr>
        <p:spPr>
          <a:xfrm>
            <a:off x="1511300" y="1358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reeform 859"/>
          <p:cNvSpPr/>
          <p:nvPr/>
        </p:nvSpPr>
        <p:spPr>
          <a:xfrm>
            <a:off x="15494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Freeform 860"/>
          <p:cNvSpPr/>
          <p:nvPr/>
        </p:nvSpPr>
        <p:spPr>
          <a:xfrm>
            <a:off x="15748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Freeform 861"/>
          <p:cNvSpPr/>
          <p:nvPr/>
        </p:nvSpPr>
        <p:spPr>
          <a:xfrm>
            <a:off x="16129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Freeform 862"/>
          <p:cNvSpPr/>
          <p:nvPr/>
        </p:nvSpPr>
        <p:spPr>
          <a:xfrm>
            <a:off x="1651000" y="1346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Freeform 863"/>
          <p:cNvSpPr/>
          <p:nvPr/>
        </p:nvSpPr>
        <p:spPr>
          <a:xfrm>
            <a:off x="16891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Freeform 864"/>
          <p:cNvSpPr/>
          <p:nvPr/>
        </p:nvSpPr>
        <p:spPr>
          <a:xfrm>
            <a:off x="17145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Freeform 865"/>
          <p:cNvSpPr/>
          <p:nvPr/>
        </p:nvSpPr>
        <p:spPr>
          <a:xfrm>
            <a:off x="17526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Freeform 866"/>
          <p:cNvSpPr/>
          <p:nvPr/>
        </p:nvSpPr>
        <p:spPr>
          <a:xfrm>
            <a:off x="17907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Freeform 867"/>
          <p:cNvSpPr/>
          <p:nvPr/>
        </p:nvSpPr>
        <p:spPr>
          <a:xfrm>
            <a:off x="1816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Freeform 868"/>
          <p:cNvSpPr/>
          <p:nvPr/>
        </p:nvSpPr>
        <p:spPr>
          <a:xfrm>
            <a:off x="18542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Freeform 869"/>
          <p:cNvSpPr/>
          <p:nvPr/>
        </p:nvSpPr>
        <p:spPr>
          <a:xfrm>
            <a:off x="18923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Freeform 870"/>
          <p:cNvSpPr/>
          <p:nvPr/>
        </p:nvSpPr>
        <p:spPr>
          <a:xfrm>
            <a:off x="1930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Freeform 871"/>
          <p:cNvSpPr/>
          <p:nvPr/>
        </p:nvSpPr>
        <p:spPr>
          <a:xfrm>
            <a:off x="1955800" y="128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Freeform 872"/>
          <p:cNvSpPr/>
          <p:nvPr/>
        </p:nvSpPr>
        <p:spPr>
          <a:xfrm>
            <a:off x="1993900" y="1193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Freeform 873"/>
          <p:cNvSpPr/>
          <p:nvPr/>
        </p:nvSpPr>
        <p:spPr>
          <a:xfrm>
            <a:off x="2032000" y="115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Freeform 874"/>
          <p:cNvSpPr/>
          <p:nvPr/>
        </p:nvSpPr>
        <p:spPr>
          <a:xfrm>
            <a:off x="2057400" y="114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Freeform 875"/>
          <p:cNvSpPr/>
          <p:nvPr/>
        </p:nvSpPr>
        <p:spPr>
          <a:xfrm>
            <a:off x="2095500" y="113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Freeform 876"/>
          <p:cNvSpPr/>
          <p:nvPr/>
        </p:nvSpPr>
        <p:spPr>
          <a:xfrm>
            <a:off x="2133600" y="113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Freeform 877"/>
          <p:cNvSpPr/>
          <p:nvPr/>
        </p:nvSpPr>
        <p:spPr>
          <a:xfrm>
            <a:off x="2171700" y="10160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0"/>
                </a:lnTo>
                <a:lnTo>
                  <a:pt x="2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Freeform 878"/>
          <p:cNvSpPr/>
          <p:nvPr/>
        </p:nvSpPr>
        <p:spPr>
          <a:xfrm>
            <a:off x="2197100" y="901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Freeform 879"/>
          <p:cNvSpPr/>
          <p:nvPr/>
        </p:nvSpPr>
        <p:spPr>
          <a:xfrm>
            <a:off x="2235200" y="838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Freeform 880"/>
          <p:cNvSpPr/>
          <p:nvPr/>
        </p:nvSpPr>
        <p:spPr>
          <a:xfrm>
            <a:off x="2273300" y="825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Freeform 881"/>
          <p:cNvSpPr/>
          <p:nvPr/>
        </p:nvSpPr>
        <p:spPr>
          <a:xfrm>
            <a:off x="22987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Freeform 882"/>
          <p:cNvSpPr/>
          <p:nvPr/>
        </p:nvSpPr>
        <p:spPr>
          <a:xfrm>
            <a:off x="23368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Freeform 883"/>
          <p:cNvSpPr/>
          <p:nvPr/>
        </p:nvSpPr>
        <p:spPr>
          <a:xfrm>
            <a:off x="23749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Freeform 884"/>
          <p:cNvSpPr/>
          <p:nvPr/>
        </p:nvSpPr>
        <p:spPr>
          <a:xfrm>
            <a:off x="2413000" y="81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Freeform 885"/>
          <p:cNvSpPr/>
          <p:nvPr/>
        </p:nvSpPr>
        <p:spPr>
          <a:xfrm>
            <a:off x="24384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Freeform 886"/>
          <p:cNvSpPr/>
          <p:nvPr/>
        </p:nvSpPr>
        <p:spPr>
          <a:xfrm>
            <a:off x="14605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Freeform 887"/>
          <p:cNvSpPr/>
          <p:nvPr/>
        </p:nvSpPr>
        <p:spPr>
          <a:xfrm>
            <a:off x="14986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Freeform 888"/>
          <p:cNvSpPr/>
          <p:nvPr/>
        </p:nvSpPr>
        <p:spPr>
          <a:xfrm>
            <a:off x="15367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Freeform 889"/>
          <p:cNvSpPr/>
          <p:nvPr/>
        </p:nvSpPr>
        <p:spPr>
          <a:xfrm>
            <a:off x="1562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Freeform 890"/>
          <p:cNvSpPr/>
          <p:nvPr/>
        </p:nvSpPr>
        <p:spPr>
          <a:xfrm>
            <a:off x="16002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Freeform 891"/>
          <p:cNvSpPr/>
          <p:nvPr/>
        </p:nvSpPr>
        <p:spPr>
          <a:xfrm>
            <a:off x="16383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Freeform 892"/>
          <p:cNvSpPr/>
          <p:nvPr/>
        </p:nvSpPr>
        <p:spPr>
          <a:xfrm>
            <a:off x="16764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Freeform 893"/>
          <p:cNvSpPr/>
          <p:nvPr/>
        </p:nvSpPr>
        <p:spPr>
          <a:xfrm>
            <a:off x="17018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Freeform 894"/>
          <p:cNvSpPr/>
          <p:nvPr/>
        </p:nvSpPr>
        <p:spPr>
          <a:xfrm>
            <a:off x="17399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Freeform 895"/>
          <p:cNvSpPr/>
          <p:nvPr/>
        </p:nvSpPr>
        <p:spPr>
          <a:xfrm>
            <a:off x="1778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Freeform 896"/>
          <p:cNvSpPr/>
          <p:nvPr/>
        </p:nvSpPr>
        <p:spPr>
          <a:xfrm>
            <a:off x="18034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Freeform 897"/>
          <p:cNvSpPr/>
          <p:nvPr/>
        </p:nvSpPr>
        <p:spPr>
          <a:xfrm>
            <a:off x="1841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Freeform 898"/>
          <p:cNvSpPr/>
          <p:nvPr/>
        </p:nvSpPr>
        <p:spPr>
          <a:xfrm>
            <a:off x="18796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Freeform 899"/>
          <p:cNvSpPr/>
          <p:nvPr/>
        </p:nvSpPr>
        <p:spPr>
          <a:xfrm>
            <a:off x="1917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Freeform 900"/>
          <p:cNvSpPr/>
          <p:nvPr/>
        </p:nvSpPr>
        <p:spPr>
          <a:xfrm>
            <a:off x="1943100" y="127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Freeform 901"/>
          <p:cNvSpPr/>
          <p:nvPr/>
        </p:nvSpPr>
        <p:spPr>
          <a:xfrm>
            <a:off x="1981200" y="1181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Freeform 902"/>
          <p:cNvSpPr/>
          <p:nvPr/>
        </p:nvSpPr>
        <p:spPr>
          <a:xfrm>
            <a:off x="2019300" y="1143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Freeform 903"/>
          <p:cNvSpPr/>
          <p:nvPr/>
        </p:nvSpPr>
        <p:spPr>
          <a:xfrm>
            <a:off x="2044700" y="1130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Freeform 904"/>
          <p:cNvSpPr/>
          <p:nvPr/>
        </p:nvSpPr>
        <p:spPr>
          <a:xfrm>
            <a:off x="2082800" y="113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Freeform 905"/>
          <p:cNvSpPr/>
          <p:nvPr/>
        </p:nvSpPr>
        <p:spPr>
          <a:xfrm>
            <a:off x="2120900" y="1130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Freeform 906"/>
          <p:cNvSpPr/>
          <p:nvPr/>
        </p:nvSpPr>
        <p:spPr>
          <a:xfrm>
            <a:off x="2159000" y="1003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Freeform 907"/>
          <p:cNvSpPr/>
          <p:nvPr/>
        </p:nvSpPr>
        <p:spPr>
          <a:xfrm>
            <a:off x="2184400" y="901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0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Freeform 908"/>
          <p:cNvSpPr/>
          <p:nvPr/>
        </p:nvSpPr>
        <p:spPr>
          <a:xfrm>
            <a:off x="2222500" y="825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Freeform 909"/>
          <p:cNvSpPr/>
          <p:nvPr/>
        </p:nvSpPr>
        <p:spPr>
          <a:xfrm>
            <a:off x="2260600" y="812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Freeform 910"/>
          <p:cNvSpPr/>
          <p:nvPr/>
        </p:nvSpPr>
        <p:spPr>
          <a:xfrm>
            <a:off x="22860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Freeform 911"/>
          <p:cNvSpPr/>
          <p:nvPr/>
        </p:nvSpPr>
        <p:spPr>
          <a:xfrm>
            <a:off x="23241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Freeform 912"/>
          <p:cNvSpPr/>
          <p:nvPr/>
        </p:nvSpPr>
        <p:spPr>
          <a:xfrm>
            <a:off x="2362200" y="812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Freeform 913"/>
          <p:cNvSpPr/>
          <p:nvPr/>
        </p:nvSpPr>
        <p:spPr>
          <a:xfrm>
            <a:off x="2400300" y="800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Freeform 914"/>
          <p:cNvSpPr/>
          <p:nvPr/>
        </p:nvSpPr>
        <p:spPr>
          <a:xfrm>
            <a:off x="24257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Freeform 915"/>
          <p:cNvSpPr/>
          <p:nvPr/>
        </p:nvSpPr>
        <p:spPr>
          <a:xfrm>
            <a:off x="1447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Freeform 916"/>
          <p:cNvSpPr/>
          <p:nvPr/>
        </p:nvSpPr>
        <p:spPr>
          <a:xfrm>
            <a:off x="14859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Freeform 917"/>
          <p:cNvSpPr/>
          <p:nvPr/>
        </p:nvSpPr>
        <p:spPr>
          <a:xfrm>
            <a:off x="15240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Freeform 918"/>
          <p:cNvSpPr/>
          <p:nvPr/>
        </p:nvSpPr>
        <p:spPr>
          <a:xfrm>
            <a:off x="15621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Freeform 919"/>
          <p:cNvSpPr/>
          <p:nvPr/>
        </p:nvSpPr>
        <p:spPr>
          <a:xfrm>
            <a:off x="15875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Freeform 920"/>
          <p:cNvSpPr/>
          <p:nvPr/>
        </p:nvSpPr>
        <p:spPr>
          <a:xfrm>
            <a:off x="16256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Freeform 921"/>
          <p:cNvSpPr/>
          <p:nvPr/>
        </p:nvSpPr>
        <p:spPr>
          <a:xfrm>
            <a:off x="16637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Freeform 922"/>
          <p:cNvSpPr/>
          <p:nvPr/>
        </p:nvSpPr>
        <p:spPr>
          <a:xfrm>
            <a:off x="1689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Freeform 923"/>
          <p:cNvSpPr/>
          <p:nvPr/>
        </p:nvSpPr>
        <p:spPr>
          <a:xfrm>
            <a:off x="17272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Freeform 924"/>
          <p:cNvSpPr/>
          <p:nvPr/>
        </p:nvSpPr>
        <p:spPr>
          <a:xfrm>
            <a:off x="17653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Freeform 925"/>
          <p:cNvSpPr/>
          <p:nvPr/>
        </p:nvSpPr>
        <p:spPr>
          <a:xfrm>
            <a:off x="18034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Freeform 926"/>
          <p:cNvSpPr/>
          <p:nvPr/>
        </p:nvSpPr>
        <p:spPr>
          <a:xfrm>
            <a:off x="18288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Freeform 927"/>
          <p:cNvSpPr/>
          <p:nvPr/>
        </p:nvSpPr>
        <p:spPr>
          <a:xfrm>
            <a:off x="1866900" y="1308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Freeform 928"/>
          <p:cNvSpPr/>
          <p:nvPr/>
        </p:nvSpPr>
        <p:spPr>
          <a:xfrm>
            <a:off x="1905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Freeform 929"/>
          <p:cNvSpPr/>
          <p:nvPr/>
        </p:nvSpPr>
        <p:spPr>
          <a:xfrm>
            <a:off x="1930400" y="127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Freeform 930"/>
          <p:cNvSpPr/>
          <p:nvPr/>
        </p:nvSpPr>
        <p:spPr>
          <a:xfrm>
            <a:off x="1968500" y="1181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Freeform 931"/>
          <p:cNvSpPr/>
          <p:nvPr/>
        </p:nvSpPr>
        <p:spPr>
          <a:xfrm>
            <a:off x="2006600" y="1130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1"/>
                </a:lnTo>
                <a:lnTo>
                  <a:pt x="2" y="0"/>
                </a:lnTo>
                <a:lnTo>
                  <a:pt x="0" y="4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Freeform 932"/>
          <p:cNvSpPr/>
          <p:nvPr/>
        </p:nvSpPr>
        <p:spPr>
          <a:xfrm>
            <a:off x="2032000" y="1117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Freeform 933"/>
          <p:cNvSpPr/>
          <p:nvPr/>
        </p:nvSpPr>
        <p:spPr>
          <a:xfrm>
            <a:off x="2070100" y="111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Freeform 934"/>
          <p:cNvSpPr/>
          <p:nvPr/>
        </p:nvSpPr>
        <p:spPr>
          <a:xfrm>
            <a:off x="2108200" y="111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Freeform 935"/>
          <p:cNvSpPr/>
          <p:nvPr/>
        </p:nvSpPr>
        <p:spPr>
          <a:xfrm>
            <a:off x="2146300" y="9906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"/>
                </a:lnTo>
                <a:lnTo>
                  <a:pt x="2" y="0"/>
                </a:lnTo>
                <a:lnTo>
                  <a:pt x="0" y="10"/>
                </a:lnTo>
                <a:lnTo>
                  <a:pt x="1" y="11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Freeform 936"/>
          <p:cNvSpPr/>
          <p:nvPr/>
        </p:nvSpPr>
        <p:spPr>
          <a:xfrm>
            <a:off x="2171700" y="889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Freeform 937"/>
          <p:cNvSpPr/>
          <p:nvPr/>
        </p:nvSpPr>
        <p:spPr>
          <a:xfrm>
            <a:off x="2209800" y="8255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Freeform 938"/>
          <p:cNvSpPr/>
          <p:nvPr/>
        </p:nvSpPr>
        <p:spPr>
          <a:xfrm>
            <a:off x="2247900" y="81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Freeform 939"/>
          <p:cNvSpPr/>
          <p:nvPr/>
        </p:nvSpPr>
        <p:spPr>
          <a:xfrm>
            <a:off x="22733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Freeform 940"/>
          <p:cNvSpPr/>
          <p:nvPr/>
        </p:nvSpPr>
        <p:spPr>
          <a:xfrm>
            <a:off x="23114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Freeform 941"/>
          <p:cNvSpPr/>
          <p:nvPr/>
        </p:nvSpPr>
        <p:spPr>
          <a:xfrm>
            <a:off x="23495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Freeform 942"/>
          <p:cNvSpPr/>
          <p:nvPr/>
        </p:nvSpPr>
        <p:spPr>
          <a:xfrm>
            <a:off x="2387600" y="800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Freeform 943"/>
          <p:cNvSpPr/>
          <p:nvPr/>
        </p:nvSpPr>
        <p:spPr>
          <a:xfrm>
            <a:off x="2413000" y="78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Freeform 944"/>
          <p:cNvSpPr/>
          <p:nvPr/>
        </p:nvSpPr>
        <p:spPr>
          <a:xfrm>
            <a:off x="1435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Freeform 945"/>
          <p:cNvSpPr/>
          <p:nvPr/>
        </p:nvSpPr>
        <p:spPr>
          <a:xfrm>
            <a:off x="1473200" y="133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Freeform 946"/>
          <p:cNvSpPr/>
          <p:nvPr/>
        </p:nvSpPr>
        <p:spPr>
          <a:xfrm>
            <a:off x="15113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Freeform 947"/>
          <p:cNvSpPr/>
          <p:nvPr/>
        </p:nvSpPr>
        <p:spPr>
          <a:xfrm>
            <a:off x="15494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Freeform 948"/>
          <p:cNvSpPr/>
          <p:nvPr/>
        </p:nvSpPr>
        <p:spPr>
          <a:xfrm>
            <a:off x="15748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Freeform 949"/>
          <p:cNvSpPr/>
          <p:nvPr/>
        </p:nvSpPr>
        <p:spPr>
          <a:xfrm>
            <a:off x="1612900" y="1320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Freeform 950"/>
          <p:cNvSpPr/>
          <p:nvPr/>
        </p:nvSpPr>
        <p:spPr>
          <a:xfrm>
            <a:off x="16510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Freeform 951"/>
          <p:cNvSpPr/>
          <p:nvPr/>
        </p:nvSpPr>
        <p:spPr>
          <a:xfrm>
            <a:off x="16764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Freeform 952"/>
          <p:cNvSpPr/>
          <p:nvPr/>
        </p:nvSpPr>
        <p:spPr>
          <a:xfrm>
            <a:off x="1714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Freeform 953"/>
          <p:cNvSpPr/>
          <p:nvPr/>
        </p:nvSpPr>
        <p:spPr>
          <a:xfrm>
            <a:off x="17526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Freeform 954"/>
          <p:cNvSpPr/>
          <p:nvPr/>
        </p:nvSpPr>
        <p:spPr>
          <a:xfrm>
            <a:off x="17907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Freeform 955"/>
          <p:cNvSpPr/>
          <p:nvPr/>
        </p:nvSpPr>
        <p:spPr>
          <a:xfrm>
            <a:off x="18161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Freeform 956"/>
          <p:cNvSpPr/>
          <p:nvPr/>
        </p:nvSpPr>
        <p:spPr>
          <a:xfrm>
            <a:off x="18542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Freeform 957"/>
          <p:cNvSpPr/>
          <p:nvPr/>
        </p:nvSpPr>
        <p:spPr>
          <a:xfrm>
            <a:off x="18923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Freeform 958"/>
          <p:cNvSpPr/>
          <p:nvPr/>
        </p:nvSpPr>
        <p:spPr>
          <a:xfrm>
            <a:off x="1917700" y="125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79FF"/>
          </a:solidFill>
          <a:ln w="3175">
            <a:solidFill>
              <a:srgbClr val="006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Freeform 959"/>
          <p:cNvSpPr/>
          <p:nvPr/>
        </p:nvSpPr>
        <p:spPr>
          <a:xfrm>
            <a:off x="1955800" y="1168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DCFF"/>
          </a:solidFill>
          <a:ln w="3175">
            <a:solidFill>
              <a:srgbClr val="00B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Freeform 960"/>
          <p:cNvSpPr/>
          <p:nvPr/>
        </p:nvSpPr>
        <p:spPr>
          <a:xfrm>
            <a:off x="1993900" y="1130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0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4CFFB3"/>
          </a:solidFill>
          <a:ln w="3175">
            <a:solidFill>
              <a:srgbClr val="3DC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Freeform 961"/>
          <p:cNvSpPr/>
          <p:nvPr/>
        </p:nvSpPr>
        <p:spPr>
          <a:xfrm>
            <a:off x="2032000" y="111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77FF88"/>
          </a:solidFill>
          <a:ln w="3175">
            <a:solidFill>
              <a:srgbClr val="5FCC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Freeform 962"/>
          <p:cNvSpPr/>
          <p:nvPr/>
        </p:nvSpPr>
        <p:spPr>
          <a:xfrm>
            <a:off x="2057400" y="110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Freeform 963"/>
          <p:cNvSpPr/>
          <p:nvPr/>
        </p:nvSpPr>
        <p:spPr>
          <a:xfrm>
            <a:off x="2095500" y="1104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7EFF81"/>
          </a:solidFill>
          <a:ln w="3175">
            <a:solidFill>
              <a:srgbClr val="65C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Freeform 964"/>
          <p:cNvSpPr/>
          <p:nvPr/>
        </p:nvSpPr>
        <p:spPr>
          <a:xfrm>
            <a:off x="2133600" y="9906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0"/>
                </a:lnTo>
                <a:lnTo>
                  <a:pt x="2" y="0"/>
                </a:lnTo>
                <a:lnTo>
                  <a:pt x="0" y="9"/>
                </a:lnTo>
                <a:lnTo>
                  <a:pt x="1" y="10"/>
                </a:lnTo>
                <a:close/>
              </a:path>
            </a:pathLst>
          </a:custGeom>
          <a:solidFill>
            <a:srgbClr val="E2FF1D"/>
          </a:solidFill>
          <a:ln w="3175">
            <a:solidFill>
              <a:srgbClr val="B5C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Freeform 965"/>
          <p:cNvSpPr/>
          <p:nvPr/>
        </p:nvSpPr>
        <p:spPr>
          <a:xfrm>
            <a:off x="2159000" y="876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9"/>
                </a:lnTo>
                <a:lnTo>
                  <a:pt x="1" y="9"/>
                </a:lnTo>
                <a:close/>
              </a:path>
            </a:pathLst>
          </a:custGeom>
          <a:solidFill>
            <a:srgbClr val="FF5C00"/>
          </a:solidFill>
          <a:ln w="3175">
            <a:solidFill>
              <a:srgbClr val="CC4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Freeform 966"/>
          <p:cNvSpPr/>
          <p:nvPr/>
        </p:nvSpPr>
        <p:spPr>
          <a:xfrm>
            <a:off x="2197100" y="812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Freeform 967"/>
          <p:cNvSpPr/>
          <p:nvPr/>
        </p:nvSpPr>
        <p:spPr>
          <a:xfrm>
            <a:off x="2235200" y="800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89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Freeform 968"/>
          <p:cNvSpPr/>
          <p:nvPr/>
        </p:nvSpPr>
        <p:spPr>
          <a:xfrm>
            <a:off x="2273300" y="800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Freeform 969"/>
          <p:cNvSpPr/>
          <p:nvPr/>
        </p:nvSpPr>
        <p:spPr>
          <a:xfrm>
            <a:off x="2298700" y="78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Freeform 970"/>
          <p:cNvSpPr/>
          <p:nvPr/>
        </p:nvSpPr>
        <p:spPr>
          <a:xfrm>
            <a:off x="2336800" y="78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Freeform 971"/>
          <p:cNvSpPr/>
          <p:nvPr/>
        </p:nvSpPr>
        <p:spPr>
          <a:xfrm>
            <a:off x="2374900" y="787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Freeform 972"/>
          <p:cNvSpPr/>
          <p:nvPr/>
        </p:nvSpPr>
        <p:spPr>
          <a:xfrm>
            <a:off x="2400300" y="78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4" name="Connector 973"/>
          <p:cNvCxnSpPr/>
          <p:nvPr/>
        </p:nvCxnSpPr>
        <p:spPr>
          <a:xfrm flipH="1">
            <a:off x="3568884" y="1678260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 flipH="1">
            <a:off x="3387024" y="1557076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6" name="Connector 975"/>
          <p:cNvCxnSpPr/>
          <p:nvPr/>
        </p:nvCxnSpPr>
        <p:spPr>
          <a:xfrm flipH="1">
            <a:off x="3205164" y="1435892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7" name="Connector 976"/>
          <p:cNvCxnSpPr/>
          <p:nvPr/>
        </p:nvCxnSpPr>
        <p:spPr>
          <a:xfrm flipH="1" flipV="1">
            <a:off x="4204476" y="1435892"/>
            <a:ext cx="363720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8" name="Connector 977"/>
          <p:cNvCxnSpPr/>
          <p:nvPr/>
        </p:nvCxnSpPr>
        <p:spPr>
          <a:xfrm flipH="1" flipV="1">
            <a:off x="4004613" y="1453534"/>
            <a:ext cx="363721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9" name="Connector 978"/>
          <p:cNvCxnSpPr/>
          <p:nvPr/>
        </p:nvCxnSpPr>
        <p:spPr>
          <a:xfrm flipH="1" flipV="1">
            <a:off x="3804751" y="1471176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0" name="Connector 979"/>
          <p:cNvCxnSpPr/>
          <p:nvPr/>
        </p:nvCxnSpPr>
        <p:spPr>
          <a:xfrm flipH="1" flipV="1">
            <a:off x="3604889" y="1488818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1" name="Connector 980"/>
          <p:cNvCxnSpPr/>
          <p:nvPr/>
        </p:nvCxnSpPr>
        <p:spPr>
          <a:xfrm flipH="1" flipV="1">
            <a:off x="3405026" y="1506459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2" name="Connector 981"/>
          <p:cNvCxnSpPr/>
          <p:nvPr/>
        </p:nvCxnSpPr>
        <p:spPr>
          <a:xfrm flipH="1" flipV="1">
            <a:off x="3205164" y="1524101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3" name="Connector 982"/>
          <p:cNvCxnSpPr/>
          <p:nvPr/>
        </p:nvCxnSpPr>
        <p:spPr>
          <a:xfrm flipH="1">
            <a:off x="4543988" y="1678260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4" name="Connector 983"/>
          <p:cNvCxnSpPr/>
          <p:nvPr/>
        </p:nvCxnSpPr>
        <p:spPr>
          <a:xfrm flipH="1">
            <a:off x="4362128" y="1557076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5" name="Connector 984"/>
          <p:cNvCxnSpPr/>
          <p:nvPr/>
        </p:nvCxnSpPr>
        <p:spPr>
          <a:xfrm flipH="1">
            <a:off x="4180268" y="1435892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6" name="Connector 985"/>
          <p:cNvCxnSpPr/>
          <p:nvPr/>
        </p:nvCxnSpPr>
        <p:spPr>
          <a:xfrm flipV="1">
            <a:off x="3568884" y="1764332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 flipV="1">
            <a:off x="3387024" y="1643148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 flipV="1">
            <a:off x="3205164" y="1521964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 flipH="1" flipV="1">
            <a:off x="4547975" y="1664785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 flipH="1" flipV="1">
            <a:off x="4348113" y="168242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 flipH="1" flipV="1">
            <a:off x="4148250" y="1700069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 flipH="1" flipV="1">
            <a:off x="3948388" y="1717711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 flipH="1" flipV="1">
            <a:off x="3748526" y="1735352"/>
            <a:ext cx="20220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 flipH="1" flipV="1">
            <a:off x="3548664" y="1752994"/>
            <a:ext cx="20220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4204476" y="1435892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4004613" y="1453534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804751" y="1471176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604889" y="1488818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3405026" y="1506459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3205164" y="1524101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 flipH="1" flipV="1">
            <a:off x="4204476" y="1435892"/>
            <a:ext cx="363720" cy="24236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 flipH="1" flipV="1">
            <a:off x="3205164" y="1524101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 flipH="1">
            <a:off x="3568884" y="1678260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 flipH="1">
            <a:off x="3205164" y="1435892"/>
            <a:ext cx="999312" cy="882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 flipH="1">
            <a:off x="4543988" y="971677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6" name="Connector 1005"/>
          <p:cNvCxnSpPr/>
          <p:nvPr/>
        </p:nvCxnSpPr>
        <p:spPr>
          <a:xfrm flipH="1">
            <a:off x="4362128" y="850493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7" name="Connector 1006"/>
          <p:cNvCxnSpPr/>
          <p:nvPr/>
        </p:nvCxnSpPr>
        <p:spPr>
          <a:xfrm flipH="1">
            <a:off x="4180268" y="729310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8" name="Connector 1007"/>
          <p:cNvCxnSpPr/>
          <p:nvPr/>
        </p:nvCxnSpPr>
        <p:spPr>
          <a:xfrm>
            <a:off x="4204476" y="729310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9" name="Connector 1008"/>
          <p:cNvCxnSpPr/>
          <p:nvPr/>
        </p:nvCxnSpPr>
        <p:spPr>
          <a:xfrm>
            <a:off x="4004613" y="746951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0" name="Connector 1009"/>
          <p:cNvCxnSpPr/>
          <p:nvPr/>
        </p:nvCxnSpPr>
        <p:spPr>
          <a:xfrm>
            <a:off x="3804751" y="764593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1" name="Connector 1010"/>
          <p:cNvCxnSpPr/>
          <p:nvPr/>
        </p:nvCxnSpPr>
        <p:spPr>
          <a:xfrm>
            <a:off x="3604889" y="782235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2" name="Connector 1011"/>
          <p:cNvCxnSpPr/>
          <p:nvPr/>
        </p:nvCxnSpPr>
        <p:spPr>
          <a:xfrm>
            <a:off x="3405026" y="79987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3" name="Connector 1012"/>
          <p:cNvCxnSpPr/>
          <p:nvPr/>
        </p:nvCxnSpPr>
        <p:spPr>
          <a:xfrm>
            <a:off x="3205164" y="817518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4" name="Connector 1013"/>
          <p:cNvCxnSpPr/>
          <p:nvPr/>
        </p:nvCxnSpPr>
        <p:spPr>
          <a:xfrm flipH="1" flipV="1">
            <a:off x="4204476" y="729310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5" name="Connector 1014"/>
          <p:cNvCxnSpPr/>
          <p:nvPr/>
        </p:nvCxnSpPr>
        <p:spPr>
          <a:xfrm flipH="1">
            <a:off x="3205164" y="729310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6" name="Connector 1015"/>
          <p:cNvCxnSpPr/>
          <p:nvPr/>
        </p:nvCxnSpPr>
        <p:spPr>
          <a:xfrm flipV="1">
            <a:off x="4568196" y="165395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7" name="Connector 1016"/>
          <p:cNvCxnSpPr/>
          <p:nvPr/>
        </p:nvCxnSpPr>
        <p:spPr>
          <a:xfrm flipV="1">
            <a:off x="4368334" y="1671601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8" name="Connector 1017"/>
          <p:cNvCxnSpPr/>
          <p:nvPr/>
        </p:nvCxnSpPr>
        <p:spPr>
          <a:xfrm flipV="1">
            <a:off x="4168471" y="1689243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9" name="Connector 1018"/>
          <p:cNvCxnSpPr/>
          <p:nvPr/>
        </p:nvCxnSpPr>
        <p:spPr>
          <a:xfrm flipV="1">
            <a:off x="3968609" y="170688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0" name="Connector 1019"/>
          <p:cNvCxnSpPr/>
          <p:nvPr/>
        </p:nvCxnSpPr>
        <p:spPr>
          <a:xfrm flipV="1">
            <a:off x="3768746" y="1724526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1" name="Connector 1020"/>
          <p:cNvCxnSpPr/>
          <p:nvPr/>
        </p:nvCxnSpPr>
        <p:spPr>
          <a:xfrm flipV="1">
            <a:off x="3568884" y="1742168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2" name="Connector 1021"/>
          <p:cNvCxnSpPr/>
          <p:nvPr/>
        </p:nvCxnSpPr>
        <p:spPr>
          <a:xfrm flipH="1">
            <a:off x="4543988" y="1478442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3" name="Connector 1022"/>
          <p:cNvCxnSpPr/>
          <p:nvPr/>
        </p:nvCxnSpPr>
        <p:spPr>
          <a:xfrm flipH="1">
            <a:off x="4543988" y="1179855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4" name="Connector 1023"/>
          <p:cNvCxnSpPr/>
          <p:nvPr/>
        </p:nvCxnSpPr>
        <p:spPr>
          <a:xfrm flipV="1">
            <a:off x="4568196" y="971677"/>
            <a:ext cx="0" cy="7065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Connector 1024"/>
          <p:cNvCxnSpPr/>
          <p:nvPr/>
        </p:nvCxnSpPr>
        <p:spPr>
          <a:xfrm flipV="1">
            <a:off x="4204476" y="729310"/>
            <a:ext cx="0" cy="70658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6" name="Connector 1025"/>
          <p:cNvCxnSpPr/>
          <p:nvPr/>
        </p:nvCxnSpPr>
        <p:spPr>
          <a:xfrm flipV="1">
            <a:off x="4004613" y="746951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Connector 1026"/>
          <p:cNvCxnSpPr/>
          <p:nvPr/>
        </p:nvCxnSpPr>
        <p:spPr>
          <a:xfrm flipV="1">
            <a:off x="3804751" y="764593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Connector 1027"/>
          <p:cNvCxnSpPr/>
          <p:nvPr/>
        </p:nvCxnSpPr>
        <p:spPr>
          <a:xfrm flipV="1">
            <a:off x="3604889" y="782235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Connector 1028"/>
          <p:cNvCxnSpPr/>
          <p:nvPr/>
        </p:nvCxnSpPr>
        <p:spPr>
          <a:xfrm flipV="1">
            <a:off x="3405026" y="799877"/>
            <a:ext cx="0" cy="70658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0" name="Connector 1029"/>
          <p:cNvCxnSpPr/>
          <p:nvPr/>
        </p:nvCxnSpPr>
        <p:spPr>
          <a:xfrm flipV="1">
            <a:off x="3205164" y="817518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 flipV="1">
            <a:off x="4204476" y="1411592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 flipV="1">
            <a:off x="4004613" y="1429234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 flipV="1">
            <a:off x="3804751" y="1446875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4" name="Connector 1033"/>
          <p:cNvCxnSpPr/>
          <p:nvPr/>
        </p:nvCxnSpPr>
        <p:spPr>
          <a:xfrm flipV="1">
            <a:off x="3604889" y="146451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 1034"/>
          <p:cNvCxnSpPr/>
          <p:nvPr/>
        </p:nvCxnSpPr>
        <p:spPr>
          <a:xfrm flipV="1">
            <a:off x="3405026" y="1482159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6" name="Connector 1035"/>
          <p:cNvCxnSpPr/>
          <p:nvPr/>
        </p:nvCxnSpPr>
        <p:spPr>
          <a:xfrm flipV="1">
            <a:off x="3205164" y="149980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7" name="Connector 1036"/>
          <p:cNvCxnSpPr/>
          <p:nvPr/>
        </p:nvCxnSpPr>
        <p:spPr>
          <a:xfrm>
            <a:off x="4204476" y="729310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8" name="Connector 1037"/>
          <p:cNvCxnSpPr/>
          <p:nvPr/>
        </p:nvCxnSpPr>
        <p:spPr>
          <a:xfrm>
            <a:off x="4004613" y="746951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Connector 1038"/>
          <p:cNvCxnSpPr/>
          <p:nvPr/>
        </p:nvCxnSpPr>
        <p:spPr>
          <a:xfrm>
            <a:off x="3804751" y="76459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Connector 1039"/>
          <p:cNvCxnSpPr/>
          <p:nvPr/>
        </p:nvCxnSpPr>
        <p:spPr>
          <a:xfrm>
            <a:off x="3604889" y="782235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1" name="Connector 1040"/>
          <p:cNvCxnSpPr/>
          <p:nvPr/>
        </p:nvCxnSpPr>
        <p:spPr>
          <a:xfrm>
            <a:off x="3405026" y="799877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2" name="Connector 1041"/>
          <p:cNvCxnSpPr/>
          <p:nvPr/>
        </p:nvCxnSpPr>
        <p:spPr>
          <a:xfrm>
            <a:off x="3205164" y="817518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 flipH="1">
            <a:off x="3205164" y="1236075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 flipH="1">
            <a:off x="3205164" y="937488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 flipH="1">
            <a:off x="4180268" y="1236075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Connector 1045"/>
          <p:cNvCxnSpPr/>
          <p:nvPr/>
        </p:nvCxnSpPr>
        <p:spPr>
          <a:xfrm flipH="1">
            <a:off x="4180268" y="937488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Connector 1046"/>
          <p:cNvCxnSpPr/>
          <p:nvPr/>
        </p:nvCxnSpPr>
        <p:spPr>
          <a:xfrm flipV="1">
            <a:off x="3205164" y="1322147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 flipV="1">
            <a:off x="3205164" y="1023560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V="1">
            <a:off x="4204476" y="729310"/>
            <a:ext cx="0" cy="70658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3205164" y="817518"/>
            <a:ext cx="0" cy="70658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Connector 1050"/>
          <p:cNvCxnSpPr/>
          <p:nvPr/>
        </p:nvCxnSpPr>
        <p:spPr>
          <a:xfrm flipV="1">
            <a:off x="4568196" y="971677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 1051"/>
          <p:cNvCxnSpPr/>
          <p:nvPr/>
        </p:nvCxnSpPr>
        <p:spPr>
          <a:xfrm flipV="1">
            <a:off x="4386336" y="850493"/>
            <a:ext cx="0" cy="70658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Connector 1052"/>
          <p:cNvCxnSpPr/>
          <p:nvPr/>
        </p:nvCxnSpPr>
        <p:spPr>
          <a:xfrm flipV="1">
            <a:off x="4204476" y="729310"/>
            <a:ext cx="0" cy="70658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4" name="Connector 1053"/>
          <p:cNvCxnSpPr/>
          <p:nvPr/>
        </p:nvCxnSpPr>
        <p:spPr>
          <a:xfrm flipV="1">
            <a:off x="4568196" y="165395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5" name="Connector 1054"/>
          <p:cNvCxnSpPr/>
          <p:nvPr/>
        </p:nvCxnSpPr>
        <p:spPr>
          <a:xfrm flipV="1">
            <a:off x="4386336" y="1532776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6" name="Connector 1055"/>
          <p:cNvCxnSpPr/>
          <p:nvPr/>
        </p:nvCxnSpPr>
        <p:spPr>
          <a:xfrm flipV="1">
            <a:off x="4204476" y="1411592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7" name="Connector 1056"/>
          <p:cNvCxnSpPr/>
          <p:nvPr/>
        </p:nvCxnSpPr>
        <p:spPr>
          <a:xfrm>
            <a:off x="4568196" y="971677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Connector 1057"/>
          <p:cNvCxnSpPr/>
          <p:nvPr/>
        </p:nvCxnSpPr>
        <p:spPr>
          <a:xfrm>
            <a:off x="4386336" y="85049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9" name="Connector 1058"/>
          <p:cNvCxnSpPr/>
          <p:nvPr/>
        </p:nvCxnSpPr>
        <p:spPr>
          <a:xfrm>
            <a:off x="4204476" y="729310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0" name="Connector 1059"/>
          <p:cNvCxnSpPr/>
          <p:nvPr/>
        </p:nvCxnSpPr>
        <p:spPr>
          <a:xfrm flipH="1" flipV="1">
            <a:off x="4204476" y="1236075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nector 1060"/>
          <p:cNvCxnSpPr/>
          <p:nvPr/>
        </p:nvCxnSpPr>
        <p:spPr>
          <a:xfrm flipH="1" flipV="1">
            <a:off x="4204476" y="937488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2" name="Connector 1061"/>
          <p:cNvCxnSpPr/>
          <p:nvPr/>
        </p:nvCxnSpPr>
        <p:spPr>
          <a:xfrm flipH="1" flipV="1">
            <a:off x="4547975" y="1464968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3" name="Connector 1062"/>
          <p:cNvCxnSpPr/>
          <p:nvPr/>
        </p:nvCxnSpPr>
        <p:spPr>
          <a:xfrm flipH="1" flipV="1">
            <a:off x="4547975" y="1166381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4" name="Connector 1063"/>
          <p:cNvCxnSpPr/>
          <p:nvPr/>
        </p:nvCxnSpPr>
        <p:spPr>
          <a:xfrm>
            <a:off x="4204476" y="1236075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5" name="Connector 1064"/>
          <p:cNvCxnSpPr/>
          <p:nvPr/>
        </p:nvCxnSpPr>
        <p:spPr>
          <a:xfrm>
            <a:off x="4204476" y="937488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Connector 1065"/>
          <p:cNvCxnSpPr/>
          <p:nvPr/>
        </p:nvCxnSpPr>
        <p:spPr>
          <a:xfrm flipV="1">
            <a:off x="3568884" y="1742168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Connector 1066"/>
          <p:cNvCxnSpPr/>
          <p:nvPr/>
        </p:nvCxnSpPr>
        <p:spPr>
          <a:xfrm flipV="1">
            <a:off x="3387024" y="162098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Connector 1067"/>
          <p:cNvCxnSpPr/>
          <p:nvPr/>
        </p:nvCxnSpPr>
        <p:spPr>
          <a:xfrm flipV="1">
            <a:off x="3205164" y="149980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9" name="Connector 1068"/>
          <p:cNvCxnSpPr/>
          <p:nvPr/>
        </p:nvCxnSpPr>
        <p:spPr>
          <a:xfrm>
            <a:off x="3205164" y="1324283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Connector 1069"/>
          <p:cNvCxnSpPr/>
          <p:nvPr/>
        </p:nvCxnSpPr>
        <p:spPr>
          <a:xfrm>
            <a:off x="3205164" y="102569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1" name="Freeform 1070"/>
          <p:cNvSpPr/>
          <p:nvPr/>
        </p:nvSpPr>
        <p:spPr>
          <a:xfrm>
            <a:off x="3556000" y="1701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Freeform 1071"/>
          <p:cNvSpPr/>
          <p:nvPr/>
        </p:nvSpPr>
        <p:spPr>
          <a:xfrm>
            <a:off x="3594100" y="168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Freeform 1072"/>
          <p:cNvSpPr/>
          <p:nvPr/>
        </p:nvSpPr>
        <p:spPr>
          <a:xfrm>
            <a:off x="36195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Freeform 1073"/>
          <p:cNvSpPr/>
          <p:nvPr/>
        </p:nvSpPr>
        <p:spPr>
          <a:xfrm>
            <a:off x="36576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Freeform 1074"/>
          <p:cNvSpPr/>
          <p:nvPr/>
        </p:nvSpPr>
        <p:spPr>
          <a:xfrm>
            <a:off x="3695700" y="1689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Freeform 1075"/>
          <p:cNvSpPr/>
          <p:nvPr/>
        </p:nvSpPr>
        <p:spPr>
          <a:xfrm>
            <a:off x="3733800" y="167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Freeform 1076"/>
          <p:cNvSpPr/>
          <p:nvPr/>
        </p:nvSpPr>
        <p:spPr>
          <a:xfrm>
            <a:off x="37592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Freeform 1077"/>
          <p:cNvSpPr/>
          <p:nvPr/>
        </p:nvSpPr>
        <p:spPr>
          <a:xfrm>
            <a:off x="37973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Freeform 1078"/>
          <p:cNvSpPr/>
          <p:nvPr/>
        </p:nvSpPr>
        <p:spPr>
          <a:xfrm>
            <a:off x="3835400" y="167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Freeform 1079"/>
          <p:cNvSpPr/>
          <p:nvPr/>
        </p:nvSpPr>
        <p:spPr>
          <a:xfrm>
            <a:off x="38608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Freeform 1080"/>
          <p:cNvSpPr/>
          <p:nvPr/>
        </p:nvSpPr>
        <p:spPr>
          <a:xfrm>
            <a:off x="38989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Freeform 1081"/>
          <p:cNvSpPr/>
          <p:nvPr/>
        </p:nvSpPr>
        <p:spPr>
          <a:xfrm>
            <a:off x="39370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Freeform 1082"/>
          <p:cNvSpPr/>
          <p:nvPr/>
        </p:nvSpPr>
        <p:spPr>
          <a:xfrm>
            <a:off x="39751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Freeform 1083"/>
          <p:cNvSpPr/>
          <p:nvPr/>
        </p:nvSpPr>
        <p:spPr>
          <a:xfrm>
            <a:off x="4000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Freeform 1084"/>
          <p:cNvSpPr/>
          <p:nvPr/>
        </p:nvSpPr>
        <p:spPr>
          <a:xfrm>
            <a:off x="40386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Freeform 1085"/>
          <p:cNvSpPr/>
          <p:nvPr/>
        </p:nvSpPr>
        <p:spPr>
          <a:xfrm>
            <a:off x="40767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Freeform 1086"/>
          <p:cNvSpPr/>
          <p:nvPr/>
        </p:nvSpPr>
        <p:spPr>
          <a:xfrm>
            <a:off x="41021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Freeform 1087"/>
          <p:cNvSpPr/>
          <p:nvPr/>
        </p:nvSpPr>
        <p:spPr>
          <a:xfrm>
            <a:off x="4140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Freeform 1088"/>
          <p:cNvSpPr/>
          <p:nvPr/>
        </p:nvSpPr>
        <p:spPr>
          <a:xfrm>
            <a:off x="41783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Freeform 1089"/>
          <p:cNvSpPr/>
          <p:nvPr/>
        </p:nvSpPr>
        <p:spPr>
          <a:xfrm>
            <a:off x="42164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Freeform 1090"/>
          <p:cNvSpPr/>
          <p:nvPr/>
        </p:nvSpPr>
        <p:spPr>
          <a:xfrm>
            <a:off x="4241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Freeform 1091"/>
          <p:cNvSpPr/>
          <p:nvPr/>
        </p:nvSpPr>
        <p:spPr>
          <a:xfrm>
            <a:off x="42799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Freeform 1092"/>
          <p:cNvSpPr/>
          <p:nvPr/>
        </p:nvSpPr>
        <p:spPr>
          <a:xfrm>
            <a:off x="4318000" y="1600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Freeform 1093"/>
          <p:cNvSpPr/>
          <p:nvPr/>
        </p:nvSpPr>
        <p:spPr>
          <a:xfrm>
            <a:off x="4343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Freeform 1094"/>
          <p:cNvSpPr/>
          <p:nvPr/>
        </p:nvSpPr>
        <p:spPr>
          <a:xfrm>
            <a:off x="4381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Freeform 1095"/>
          <p:cNvSpPr/>
          <p:nvPr/>
        </p:nvSpPr>
        <p:spPr>
          <a:xfrm>
            <a:off x="44196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Freeform 1096"/>
          <p:cNvSpPr/>
          <p:nvPr/>
        </p:nvSpPr>
        <p:spPr>
          <a:xfrm>
            <a:off x="44577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Freeform 1097"/>
          <p:cNvSpPr/>
          <p:nvPr/>
        </p:nvSpPr>
        <p:spPr>
          <a:xfrm>
            <a:off x="44831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Freeform 1098"/>
          <p:cNvSpPr/>
          <p:nvPr/>
        </p:nvSpPr>
        <p:spPr>
          <a:xfrm>
            <a:off x="4521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Freeform 1099"/>
          <p:cNvSpPr/>
          <p:nvPr/>
        </p:nvSpPr>
        <p:spPr>
          <a:xfrm>
            <a:off x="3543300" y="168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Freeform 1100"/>
          <p:cNvSpPr/>
          <p:nvPr/>
        </p:nvSpPr>
        <p:spPr>
          <a:xfrm>
            <a:off x="3581400" y="168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Freeform 1101"/>
          <p:cNvSpPr/>
          <p:nvPr/>
        </p:nvSpPr>
        <p:spPr>
          <a:xfrm>
            <a:off x="36068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Freeform 1102"/>
          <p:cNvSpPr/>
          <p:nvPr/>
        </p:nvSpPr>
        <p:spPr>
          <a:xfrm>
            <a:off x="36449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Freeform 1103"/>
          <p:cNvSpPr/>
          <p:nvPr/>
        </p:nvSpPr>
        <p:spPr>
          <a:xfrm>
            <a:off x="36830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Freeform 1104"/>
          <p:cNvSpPr/>
          <p:nvPr/>
        </p:nvSpPr>
        <p:spPr>
          <a:xfrm>
            <a:off x="3721100" y="167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Freeform 1105"/>
          <p:cNvSpPr/>
          <p:nvPr/>
        </p:nvSpPr>
        <p:spPr>
          <a:xfrm>
            <a:off x="37465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Freeform 1106"/>
          <p:cNvSpPr/>
          <p:nvPr/>
        </p:nvSpPr>
        <p:spPr>
          <a:xfrm>
            <a:off x="3784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Freeform 1107"/>
          <p:cNvSpPr/>
          <p:nvPr/>
        </p:nvSpPr>
        <p:spPr>
          <a:xfrm>
            <a:off x="38227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Freeform 1108"/>
          <p:cNvSpPr/>
          <p:nvPr/>
        </p:nvSpPr>
        <p:spPr>
          <a:xfrm>
            <a:off x="38481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Freeform 1109"/>
          <p:cNvSpPr/>
          <p:nvPr/>
        </p:nvSpPr>
        <p:spPr>
          <a:xfrm>
            <a:off x="3886200" y="1663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Freeform 1110"/>
          <p:cNvSpPr/>
          <p:nvPr/>
        </p:nvSpPr>
        <p:spPr>
          <a:xfrm>
            <a:off x="39243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Freeform 1111"/>
          <p:cNvSpPr/>
          <p:nvPr/>
        </p:nvSpPr>
        <p:spPr>
          <a:xfrm>
            <a:off x="3962400" y="1638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Freeform 1112"/>
          <p:cNvSpPr/>
          <p:nvPr/>
        </p:nvSpPr>
        <p:spPr>
          <a:xfrm>
            <a:off x="3987800" y="1625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Freeform 1113"/>
          <p:cNvSpPr/>
          <p:nvPr/>
        </p:nvSpPr>
        <p:spPr>
          <a:xfrm>
            <a:off x="40259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Freeform 1114"/>
          <p:cNvSpPr/>
          <p:nvPr/>
        </p:nvSpPr>
        <p:spPr>
          <a:xfrm>
            <a:off x="4064000" y="1600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Freeform 1115"/>
          <p:cNvSpPr/>
          <p:nvPr/>
        </p:nvSpPr>
        <p:spPr>
          <a:xfrm>
            <a:off x="4089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Freeform 1116"/>
          <p:cNvSpPr/>
          <p:nvPr/>
        </p:nvSpPr>
        <p:spPr>
          <a:xfrm>
            <a:off x="4127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Freeform 1117"/>
          <p:cNvSpPr/>
          <p:nvPr/>
        </p:nvSpPr>
        <p:spPr>
          <a:xfrm>
            <a:off x="41656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Freeform 1118"/>
          <p:cNvSpPr/>
          <p:nvPr/>
        </p:nvSpPr>
        <p:spPr>
          <a:xfrm>
            <a:off x="42037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Freeform 1119"/>
          <p:cNvSpPr/>
          <p:nvPr/>
        </p:nvSpPr>
        <p:spPr>
          <a:xfrm>
            <a:off x="4229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Freeform 1120"/>
          <p:cNvSpPr/>
          <p:nvPr/>
        </p:nvSpPr>
        <p:spPr>
          <a:xfrm>
            <a:off x="42672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Freeform 1121"/>
          <p:cNvSpPr/>
          <p:nvPr/>
        </p:nvSpPr>
        <p:spPr>
          <a:xfrm>
            <a:off x="4305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Freeform 1122"/>
          <p:cNvSpPr/>
          <p:nvPr/>
        </p:nvSpPr>
        <p:spPr>
          <a:xfrm>
            <a:off x="4330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Freeform 1123"/>
          <p:cNvSpPr/>
          <p:nvPr/>
        </p:nvSpPr>
        <p:spPr>
          <a:xfrm>
            <a:off x="43688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Freeform 1124"/>
          <p:cNvSpPr/>
          <p:nvPr/>
        </p:nvSpPr>
        <p:spPr>
          <a:xfrm>
            <a:off x="44069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Freeform 1125"/>
          <p:cNvSpPr/>
          <p:nvPr/>
        </p:nvSpPr>
        <p:spPr>
          <a:xfrm>
            <a:off x="44450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Freeform 1126"/>
          <p:cNvSpPr/>
          <p:nvPr/>
        </p:nvSpPr>
        <p:spPr>
          <a:xfrm>
            <a:off x="4470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Freeform 1127"/>
          <p:cNvSpPr/>
          <p:nvPr/>
        </p:nvSpPr>
        <p:spPr>
          <a:xfrm>
            <a:off x="45085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Freeform 1128"/>
          <p:cNvSpPr/>
          <p:nvPr/>
        </p:nvSpPr>
        <p:spPr>
          <a:xfrm>
            <a:off x="35306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Freeform 1129"/>
          <p:cNvSpPr/>
          <p:nvPr/>
        </p:nvSpPr>
        <p:spPr>
          <a:xfrm>
            <a:off x="3568700" y="167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Freeform 1130"/>
          <p:cNvSpPr/>
          <p:nvPr/>
        </p:nvSpPr>
        <p:spPr>
          <a:xfrm>
            <a:off x="3594100" y="167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Freeform 1131"/>
          <p:cNvSpPr/>
          <p:nvPr/>
        </p:nvSpPr>
        <p:spPr>
          <a:xfrm>
            <a:off x="3632200" y="1676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Freeform 1132"/>
          <p:cNvSpPr/>
          <p:nvPr/>
        </p:nvSpPr>
        <p:spPr>
          <a:xfrm>
            <a:off x="36703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Freeform 1133"/>
          <p:cNvSpPr/>
          <p:nvPr/>
        </p:nvSpPr>
        <p:spPr>
          <a:xfrm>
            <a:off x="37084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Freeform 1134"/>
          <p:cNvSpPr/>
          <p:nvPr/>
        </p:nvSpPr>
        <p:spPr>
          <a:xfrm>
            <a:off x="37338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Freeform 1135"/>
          <p:cNvSpPr/>
          <p:nvPr/>
        </p:nvSpPr>
        <p:spPr>
          <a:xfrm>
            <a:off x="3771900" y="1663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Freeform 1136"/>
          <p:cNvSpPr/>
          <p:nvPr/>
        </p:nvSpPr>
        <p:spPr>
          <a:xfrm>
            <a:off x="38100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Freeform 1137"/>
          <p:cNvSpPr/>
          <p:nvPr/>
        </p:nvSpPr>
        <p:spPr>
          <a:xfrm>
            <a:off x="38354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Freeform 1138"/>
          <p:cNvSpPr/>
          <p:nvPr/>
        </p:nvSpPr>
        <p:spPr>
          <a:xfrm>
            <a:off x="38735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Freeform 1139"/>
          <p:cNvSpPr/>
          <p:nvPr/>
        </p:nvSpPr>
        <p:spPr>
          <a:xfrm>
            <a:off x="3911600" y="1638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Freeform 1140"/>
          <p:cNvSpPr/>
          <p:nvPr/>
        </p:nvSpPr>
        <p:spPr>
          <a:xfrm>
            <a:off x="3949700" y="1625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Freeform 1141"/>
          <p:cNvSpPr/>
          <p:nvPr/>
        </p:nvSpPr>
        <p:spPr>
          <a:xfrm>
            <a:off x="39751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Freeform 1142"/>
          <p:cNvSpPr/>
          <p:nvPr/>
        </p:nvSpPr>
        <p:spPr>
          <a:xfrm>
            <a:off x="40132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Freeform 1143"/>
          <p:cNvSpPr/>
          <p:nvPr/>
        </p:nvSpPr>
        <p:spPr>
          <a:xfrm>
            <a:off x="40513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Freeform 1144"/>
          <p:cNvSpPr/>
          <p:nvPr/>
        </p:nvSpPr>
        <p:spPr>
          <a:xfrm>
            <a:off x="40767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Freeform 1145"/>
          <p:cNvSpPr/>
          <p:nvPr/>
        </p:nvSpPr>
        <p:spPr>
          <a:xfrm>
            <a:off x="41148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Freeform 1146"/>
          <p:cNvSpPr/>
          <p:nvPr/>
        </p:nvSpPr>
        <p:spPr>
          <a:xfrm>
            <a:off x="41529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Freeform 1147"/>
          <p:cNvSpPr/>
          <p:nvPr/>
        </p:nvSpPr>
        <p:spPr>
          <a:xfrm>
            <a:off x="41910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Freeform 1148"/>
          <p:cNvSpPr/>
          <p:nvPr/>
        </p:nvSpPr>
        <p:spPr>
          <a:xfrm>
            <a:off x="42164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Freeform 1149"/>
          <p:cNvSpPr/>
          <p:nvPr/>
        </p:nvSpPr>
        <p:spPr>
          <a:xfrm>
            <a:off x="42545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Freeform 1150"/>
          <p:cNvSpPr/>
          <p:nvPr/>
        </p:nvSpPr>
        <p:spPr>
          <a:xfrm>
            <a:off x="42926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Freeform 1151"/>
          <p:cNvSpPr/>
          <p:nvPr/>
        </p:nvSpPr>
        <p:spPr>
          <a:xfrm>
            <a:off x="43180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Freeform 1152"/>
          <p:cNvSpPr/>
          <p:nvPr/>
        </p:nvSpPr>
        <p:spPr>
          <a:xfrm>
            <a:off x="43561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Freeform 1153"/>
          <p:cNvSpPr/>
          <p:nvPr/>
        </p:nvSpPr>
        <p:spPr>
          <a:xfrm>
            <a:off x="43942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Freeform 1154"/>
          <p:cNvSpPr/>
          <p:nvPr/>
        </p:nvSpPr>
        <p:spPr>
          <a:xfrm>
            <a:off x="44323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Freeform 1155"/>
          <p:cNvSpPr/>
          <p:nvPr/>
        </p:nvSpPr>
        <p:spPr>
          <a:xfrm>
            <a:off x="4457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Freeform 1156"/>
          <p:cNvSpPr/>
          <p:nvPr/>
        </p:nvSpPr>
        <p:spPr>
          <a:xfrm>
            <a:off x="4495800" y="160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Freeform 1157"/>
          <p:cNvSpPr/>
          <p:nvPr/>
        </p:nvSpPr>
        <p:spPr>
          <a:xfrm>
            <a:off x="3517900" y="1676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Freeform 1158"/>
          <p:cNvSpPr/>
          <p:nvPr/>
        </p:nvSpPr>
        <p:spPr>
          <a:xfrm>
            <a:off x="35560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Freeform 1159"/>
          <p:cNvSpPr/>
          <p:nvPr/>
        </p:nvSpPr>
        <p:spPr>
          <a:xfrm>
            <a:off x="35814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Freeform 1160"/>
          <p:cNvSpPr/>
          <p:nvPr/>
        </p:nvSpPr>
        <p:spPr>
          <a:xfrm>
            <a:off x="36195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Freeform 1161"/>
          <p:cNvSpPr/>
          <p:nvPr/>
        </p:nvSpPr>
        <p:spPr>
          <a:xfrm>
            <a:off x="36576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Freeform 1162"/>
          <p:cNvSpPr/>
          <p:nvPr/>
        </p:nvSpPr>
        <p:spPr>
          <a:xfrm>
            <a:off x="36957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Freeform 1163"/>
          <p:cNvSpPr/>
          <p:nvPr/>
        </p:nvSpPr>
        <p:spPr>
          <a:xfrm>
            <a:off x="37211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Freeform 1164"/>
          <p:cNvSpPr/>
          <p:nvPr/>
        </p:nvSpPr>
        <p:spPr>
          <a:xfrm>
            <a:off x="37592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Freeform 1165"/>
          <p:cNvSpPr/>
          <p:nvPr/>
        </p:nvSpPr>
        <p:spPr>
          <a:xfrm>
            <a:off x="37973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Freeform 1166"/>
          <p:cNvSpPr/>
          <p:nvPr/>
        </p:nvSpPr>
        <p:spPr>
          <a:xfrm>
            <a:off x="38227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Freeform 1167"/>
          <p:cNvSpPr/>
          <p:nvPr/>
        </p:nvSpPr>
        <p:spPr>
          <a:xfrm>
            <a:off x="38608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Freeform 1168"/>
          <p:cNvSpPr/>
          <p:nvPr/>
        </p:nvSpPr>
        <p:spPr>
          <a:xfrm>
            <a:off x="38989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Freeform 1169"/>
          <p:cNvSpPr/>
          <p:nvPr/>
        </p:nvSpPr>
        <p:spPr>
          <a:xfrm>
            <a:off x="39370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Freeform 1170"/>
          <p:cNvSpPr/>
          <p:nvPr/>
        </p:nvSpPr>
        <p:spPr>
          <a:xfrm>
            <a:off x="39624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Freeform 1171"/>
          <p:cNvSpPr/>
          <p:nvPr/>
        </p:nvSpPr>
        <p:spPr>
          <a:xfrm>
            <a:off x="40005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Freeform 1172"/>
          <p:cNvSpPr/>
          <p:nvPr/>
        </p:nvSpPr>
        <p:spPr>
          <a:xfrm>
            <a:off x="40386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Freeform 1173"/>
          <p:cNvSpPr/>
          <p:nvPr/>
        </p:nvSpPr>
        <p:spPr>
          <a:xfrm>
            <a:off x="40640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Freeform 1174"/>
          <p:cNvSpPr/>
          <p:nvPr/>
        </p:nvSpPr>
        <p:spPr>
          <a:xfrm>
            <a:off x="41021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Freeform 1175"/>
          <p:cNvSpPr/>
          <p:nvPr/>
        </p:nvSpPr>
        <p:spPr>
          <a:xfrm>
            <a:off x="41402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Freeform 1176"/>
          <p:cNvSpPr/>
          <p:nvPr/>
        </p:nvSpPr>
        <p:spPr>
          <a:xfrm>
            <a:off x="4178300" y="1600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Freeform 1177"/>
          <p:cNvSpPr/>
          <p:nvPr/>
        </p:nvSpPr>
        <p:spPr>
          <a:xfrm>
            <a:off x="42037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Freeform 1178"/>
          <p:cNvSpPr/>
          <p:nvPr/>
        </p:nvSpPr>
        <p:spPr>
          <a:xfrm>
            <a:off x="42418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Freeform 1179"/>
          <p:cNvSpPr/>
          <p:nvPr/>
        </p:nvSpPr>
        <p:spPr>
          <a:xfrm>
            <a:off x="42799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Freeform 1180"/>
          <p:cNvSpPr/>
          <p:nvPr/>
        </p:nvSpPr>
        <p:spPr>
          <a:xfrm>
            <a:off x="4305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Freeform 1181"/>
          <p:cNvSpPr/>
          <p:nvPr/>
        </p:nvSpPr>
        <p:spPr>
          <a:xfrm>
            <a:off x="4343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Freeform 1182"/>
          <p:cNvSpPr/>
          <p:nvPr/>
        </p:nvSpPr>
        <p:spPr>
          <a:xfrm>
            <a:off x="4381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Freeform 1183"/>
          <p:cNvSpPr/>
          <p:nvPr/>
        </p:nvSpPr>
        <p:spPr>
          <a:xfrm>
            <a:off x="44196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Freeform 1184"/>
          <p:cNvSpPr/>
          <p:nvPr/>
        </p:nvSpPr>
        <p:spPr>
          <a:xfrm>
            <a:off x="44450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Freeform 1185"/>
          <p:cNvSpPr/>
          <p:nvPr/>
        </p:nvSpPr>
        <p:spPr>
          <a:xfrm>
            <a:off x="44831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Freeform 1186"/>
          <p:cNvSpPr/>
          <p:nvPr/>
        </p:nvSpPr>
        <p:spPr>
          <a:xfrm>
            <a:off x="3505200" y="166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Freeform 1187"/>
          <p:cNvSpPr/>
          <p:nvPr/>
        </p:nvSpPr>
        <p:spPr>
          <a:xfrm>
            <a:off x="3543300" y="166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Freeform 1188"/>
          <p:cNvSpPr/>
          <p:nvPr/>
        </p:nvSpPr>
        <p:spPr>
          <a:xfrm>
            <a:off x="35814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Freeform 1189"/>
          <p:cNvSpPr/>
          <p:nvPr/>
        </p:nvSpPr>
        <p:spPr>
          <a:xfrm>
            <a:off x="36068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Freeform 1190"/>
          <p:cNvSpPr/>
          <p:nvPr/>
        </p:nvSpPr>
        <p:spPr>
          <a:xfrm>
            <a:off x="36449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Freeform 1191"/>
          <p:cNvSpPr/>
          <p:nvPr/>
        </p:nvSpPr>
        <p:spPr>
          <a:xfrm>
            <a:off x="36830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Freeform 1192"/>
          <p:cNvSpPr/>
          <p:nvPr/>
        </p:nvSpPr>
        <p:spPr>
          <a:xfrm>
            <a:off x="37084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Freeform 1193"/>
          <p:cNvSpPr/>
          <p:nvPr/>
        </p:nvSpPr>
        <p:spPr>
          <a:xfrm>
            <a:off x="3746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Freeform 1194"/>
          <p:cNvSpPr/>
          <p:nvPr/>
        </p:nvSpPr>
        <p:spPr>
          <a:xfrm>
            <a:off x="37846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Freeform 1195"/>
          <p:cNvSpPr/>
          <p:nvPr/>
        </p:nvSpPr>
        <p:spPr>
          <a:xfrm>
            <a:off x="38100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Freeform 1196"/>
          <p:cNvSpPr/>
          <p:nvPr/>
        </p:nvSpPr>
        <p:spPr>
          <a:xfrm>
            <a:off x="3848100" y="1638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Freeform 1197"/>
          <p:cNvSpPr/>
          <p:nvPr/>
        </p:nvSpPr>
        <p:spPr>
          <a:xfrm>
            <a:off x="3886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Freeform 1198"/>
          <p:cNvSpPr/>
          <p:nvPr/>
        </p:nvSpPr>
        <p:spPr>
          <a:xfrm>
            <a:off x="3924300" y="1612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Freeform 1199"/>
          <p:cNvSpPr/>
          <p:nvPr/>
        </p:nvSpPr>
        <p:spPr>
          <a:xfrm>
            <a:off x="3949700" y="160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Freeform 1200"/>
          <p:cNvSpPr/>
          <p:nvPr/>
        </p:nvSpPr>
        <p:spPr>
          <a:xfrm>
            <a:off x="39878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Freeform 1201"/>
          <p:cNvSpPr/>
          <p:nvPr/>
        </p:nvSpPr>
        <p:spPr>
          <a:xfrm>
            <a:off x="40259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Freeform 1202"/>
          <p:cNvSpPr/>
          <p:nvPr/>
        </p:nvSpPr>
        <p:spPr>
          <a:xfrm>
            <a:off x="4051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Freeform 1203"/>
          <p:cNvSpPr/>
          <p:nvPr/>
        </p:nvSpPr>
        <p:spPr>
          <a:xfrm>
            <a:off x="4089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Freeform 1204"/>
          <p:cNvSpPr/>
          <p:nvPr/>
        </p:nvSpPr>
        <p:spPr>
          <a:xfrm>
            <a:off x="4127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Freeform 1205"/>
          <p:cNvSpPr/>
          <p:nvPr/>
        </p:nvSpPr>
        <p:spPr>
          <a:xfrm>
            <a:off x="41656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Freeform 1206"/>
          <p:cNvSpPr/>
          <p:nvPr/>
        </p:nvSpPr>
        <p:spPr>
          <a:xfrm>
            <a:off x="4191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Freeform 1207"/>
          <p:cNvSpPr/>
          <p:nvPr/>
        </p:nvSpPr>
        <p:spPr>
          <a:xfrm>
            <a:off x="42291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Freeform 1208"/>
          <p:cNvSpPr/>
          <p:nvPr/>
        </p:nvSpPr>
        <p:spPr>
          <a:xfrm>
            <a:off x="42672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Freeform 1209"/>
          <p:cNvSpPr/>
          <p:nvPr/>
        </p:nvSpPr>
        <p:spPr>
          <a:xfrm>
            <a:off x="4292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Freeform 1210"/>
          <p:cNvSpPr/>
          <p:nvPr/>
        </p:nvSpPr>
        <p:spPr>
          <a:xfrm>
            <a:off x="4330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Freeform 1211"/>
          <p:cNvSpPr/>
          <p:nvPr/>
        </p:nvSpPr>
        <p:spPr>
          <a:xfrm>
            <a:off x="43688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Freeform 1212"/>
          <p:cNvSpPr/>
          <p:nvPr/>
        </p:nvSpPr>
        <p:spPr>
          <a:xfrm>
            <a:off x="4406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Freeform 1213"/>
          <p:cNvSpPr/>
          <p:nvPr/>
        </p:nvSpPr>
        <p:spPr>
          <a:xfrm>
            <a:off x="4432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Freeform 1214"/>
          <p:cNvSpPr/>
          <p:nvPr/>
        </p:nvSpPr>
        <p:spPr>
          <a:xfrm>
            <a:off x="44704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Freeform 1215"/>
          <p:cNvSpPr/>
          <p:nvPr/>
        </p:nvSpPr>
        <p:spPr>
          <a:xfrm>
            <a:off x="34925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Freeform 1216"/>
          <p:cNvSpPr/>
          <p:nvPr/>
        </p:nvSpPr>
        <p:spPr>
          <a:xfrm>
            <a:off x="35306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Freeform 1217"/>
          <p:cNvSpPr/>
          <p:nvPr/>
        </p:nvSpPr>
        <p:spPr>
          <a:xfrm>
            <a:off x="3568700" y="165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Freeform 1218"/>
          <p:cNvSpPr/>
          <p:nvPr/>
        </p:nvSpPr>
        <p:spPr>
          <a:xfrm>
            <a:off x="3594100" y="1651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Freeform 1219"/>
          <p:cNvSpPr/>
          <p:nvPr/>
        </p:nvSpPr>
        <p:spPr>
          <a:xfrm>
            <a:off x="36322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Freeform 1220"/>
          <p:cNvSpPr/>
          <p:nvPr/>
        </p:nvSpPr>
        <p:spPr>
          <a:xfrm>
            <a:off x="36703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Freeform 1221"/>
          <p:cNvSpPr/>
          <p:nvPr/>
        </p:nvSpPr>
        <p:spPr>
          <a:xfrm>
            <a:off x="36957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Freeform 1222"/>
          <p:cNvSpPr/>
          <p:nvPr/>
        </p:nvSpPr>
        <p:spPr>
          <a:xfrm>
            <a:off x="3733800" y="1638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Freeform 1223"/>
          <p:cNvSpPr/>
          <p:nvPr/>
        </p:nvSpPr>
        <p:spPr>
          <a:xfrm>
            <a:off x="37719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Freeform 1224"/>
          <p:cNvSpPr/>
          <p:nvPr/>
        </p:nvSpPr>
        <p:spPr>
          <a:xfrm>
            <a:off x="38100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Freeform 1225"/>
          <p:cNvSpPr/>
          <p:nvPr/>
        </p:nvSpPr>
        <p:spPr>
          <a:xfrm>
            <a:off x="3835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Freeform 1226"/>
          <p:cNvSpPr/>
          <p:nvPr/>
        </p:nvSpPr>
        <p:spPr>
          <a:xfrm>
            <a:off x="3873500" y="161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Freeform 1227"/>
          <p:cNvSpPr/>
          <p:nvPr/>
        </p:nvSpPr>
        <p:spPr>
          <a:xfrm>
            <a:off x="3911600" y="1600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Freeform 1228"/>
          <p:cNvSpPr/>
          <p:nvPr/>
        </p:nvSpPr>
        <p:spPr>
          <a:xfrm>
            <a:off x="39370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Freeform 1229"/>
          <p:cNvSpPr/>
          <p:nvPr/>
        </p:nvSpPr>
        <p:spPr>
          <a:xfrm>
            <a:off x="39751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Freeform 1230"/>
          <p:cNvSpPr/>
          <p:nvPr/>
        </p:nvSpPr>
        <p:spPr>
          <a:xfrm>
            <a:off x="40132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Freeform 1231"/>
          <p:cNvSpPr/>
          <p:nvPr/>
        </p:nvSpPr>
        <p:spPr>
          <a:xfrm>
            <a:off x="40513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Freeform 1232"/>
          <p:cNvSpPr/>
          <p:nvPr/>
        </p:nvSpPr>
        <p:spPr>
          <a:xfrm>
            <a:off x="4076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Freeform 1233"/>
          <p:cNvSpPr/>
          <p:nvPr/>
        </p:nvSpPr>
        <p:spPr>
          <a:xfrm>
            <a:off x="41148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Freeform 1234"/>
          <p:cNvSpPr/>
          <p:nvPr/>
        </p:nvSpPr>
        <p:spPr>
          <a:xfrm>
            <a:off x="41529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Freeform 1235"/>
          <p:cNvSpPr/>
          <p:nvPr/>
        </p:nvSpPr>
        <p:spPr>
          <a:xfrm>
            <a:off x="41783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Freeform 1236"/>
          <p:cNvSpPr/>
          <p:nvPr/>
        </p:nvSpPr>
        <p:spPr>
          <a:xfrm>
            <a:off x="42164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Freeform 1237"/>
          <p:cNvSpPr/>
          <p:nvPr/>
        </p:nvSpPr>
        <p:spPr>
          <a:xfrm>
            <a:off x="42545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Freeform 1238"/>
          <p:cNvSpPr/>
          <p:nvPr/>
        </p:nvSpPr>
        <p:spPr>
          <a:xfrm>
            <a:off x="42799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Freeform 1239"/>
          <p:cNvSpPr/>
          <p:nvPr/>
        </p:nvSpPr>
        <p:spPr>
          <a:xfrm>
            <a:off x="4318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Freeform 1240"/>
          <p:cNvSpPr/>
          <p:nvPr/>
        </p:nvSpPr>
        <p:spPr>
          <a:xfrm>
            <a:off x="43561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Freeform 1241"/>
          <p:cNvSpPr/>
          <p:nvPr/>
        </p:nvSpPr>
        <p:spPr>
          <a:xfrm>
            <a:off x="43942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Freeform 1242"/>
          <p:cNvSpPr/>
          <p:nvPr/>
        </p:nvSpPr>
        <p:spPr>
          <a:xfrm>
            <a:off x="44196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Freeform 1243"/>
          <p:cNvSpPr/>
          <p:nvPr/>
        </p:nvSpPr>
        <p:spPr>
          <a:xfrm>
            <a:off x="4457700" y="1574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Freeform 1244"/>
          <p:cNvSpPr/>
          <p:nvPr/>
        </p:nvSpPr>
        <p:spPr>
          <a:xfrm>
            <a:off x="3479800" y="165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Freeform 1245"/>
          <p:cNvSpPr/>
          <p:nvPr/>
        </p:nvSpPr>
        <p:spPr>
          <a:xfrm>
            <a:off x="35179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Freeform 1246"/>
          <p:cNvSpPr/>
          <p:nvPr/>
        </p:nvSpPr>
        <p:spPr>
          <a:xfrm>
            <a:off x="3556000" y="163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Freeform 1247"/>
          <p:cNvSpPr/>
          <p:nvPr/>
        </p:nvSpPr>
        <p:spPr>
          <a:xfrm>
            <a:off x="35814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Freeform 1248"/>
          <p:cNvSpPr/>
          <p:nvPr/>
        </p:nvSpPr>
        <p:spPr>
          <a:xfrm>
            <a:off x="36195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Freeform 1249"/>
          <p:cNvSpPr/>
          <p:nvPr/>
        </p:nvSpPr>
        <p:spPr>
          <a:xfrm>
            <a:off x="36576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Freeform 1250"/>
          <p:cNvSpPr/>
          <p:nvPr/>
        </p:nvSpPr>
        <p:spPr>
          <a:xfrm>
            <a:off x="36830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Freeform 1251"/>
          <p:cNvSpPr/>
          <p:nvPr/>
        </p:nvSpPr>
        <p:spPr>
          <a:xfrm>
            <a:off x="37211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Freeform 1252"/>
          <p:cNvSpPr/>
          <p:nvPr/>
        </p:nvSpPr>
        <p:spPr>
          <a:xfrm>
            <a:off x="37592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Freeform 1253"/>
          <p:cNvSpPr/>
          <p:nvPr/>
        </p:nvSpPr>
        <p:spPr>
          <a:xfrm>
            <a:off x="37973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Freeform 1254"/>
          <p:cNvSpPr/>
          <p:nvPr/>
        </p:nvSpPr>
        <p:spPr>
          <a:xfrm>
            <a:off x="3822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Freeform 1255"/>
          <p:cNvSpPr/>
          <p:nvPr/>
        </p:nvSpPr>
        <p:spPr>
          <a:xfrm>
            <a:off x="38608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Freeform 1256"/>
          <p:cNvSpPr/>
          <p:nvPr/>
        </p:nvSpPr>
        <p:spPr>
          <a:xfrm>
            <a:off x="3898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Freeform 1257"/>
          <p:cNvSpPr/>
          <p:nvPr/>
        </p:nvSpPr>
        <p:spPr>
          <a:xfrm>
            <a:off x="39243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Freeform 1258"/>
          <p:cNvSpPr/>
          <p:nvPr/>
        </p:nvSpPr>
        <p:spPr>
          <a:xfrm>
            <a:off x="39624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Freeform 1259"/>
          <p:cNvSpPr/>
          <p:nvPr/>
        </p:nvSpPr>
        <p:spPr>
          <a:xfrm>
            <a:off x="40005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Freeform 1260"/>
          <p:cNvSpPr/>
          <p:nvPr/>
        </p:nvSpPr>
        <p:spPr>
          <a:xfrm>
            <a:off x="40386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Freeform 1261"/>
          <p:cNvSpPr/>
          <p:nvPr/>
        </p:nvSpPr>
        <p:spPr>
          <a:xfrm>
            <a:off x="40640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Freeform 1262"/>
          <p:cNvSpPr/>
          <p:nvPr/>
        </p:nvSpPr>
        <p:spPr>
          <a:xfrm>
            <a:off x="41021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Freeform 1263"/>
          <p:cNvSpPr/>
          <p:nvPr/>
        </p:nvSpPr>
        <p:spPr>
          <a:xfrm>
            <a:off x="41402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Freeform 1264"/>
          <p:cNvSpPr/>
          <p:nvPr/>
        </p:nvSpPr>
        <p:spPr>
          <a:xfrm>
            <a:off x="41656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Freeform 1265"/>
          <p:cNvSpPr/>
          <p:nvPr/>
        </p:nvSpPr>
        <p:spPr>
          <a:xfrm>
            <a:off x="42037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Freeform 1266"/>
          <p:cNvSpPr/>
          <p:nvPr/>
        </p:nvSpPr>
        <p:spPr>
          <a:xfrm>
            <a:off x="42418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Freeform 1267"/>
          <p:cNvSpPr/>
          <p:nvPr/>
        </p:nvSpPr>
        <p:spPr>
          <a:xfrm>
            <a:off x="4279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Freeform 1268"/>
          <p:cNvSpPr/>
          <p:nvPr/>
        </p:nvSpPr>
        <p:spPr>
          <a:xfrm>
            <a:off x="43053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Freeform 1269"/>
          <p:cNvSpPr/>
          <p:nvPr/>
        </p:nvSpPr>
        <p:spPr>
          <a:xfrm>
            <a:off x="43434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Freeform 1270"/>
          <p:cNvSpPr/>
          <p:nvPr/>
        </p:nvSpPr>
        <p:spPr>
          <a:xfrm>
            <a:off x="43815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Freeform 1271"/>
          <p:cNvSpPr/>
          <p:nvPr/>
        </p:nvSpPr>
        <p:spPr>
          <a:xfrm>
            <a:off x="44069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Freeform 1272"/>
          <p:cNvSpPr/>
          <p:nvPr/>
        </p:nvSpPr>
        <p:spPr>
          <a:xfrm>
            <a:off x="4445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Freeform 1273"/>
          <p:cNvSpPr/>
          <p:nvPr/>
        </p:nvSpPr>
        <p:spPr>
          <a:xfrm>
            <a:off x="34671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Freeform 1274"/>
          <p:cNvSpPr/>
          <p:nvPr/>
        </p:nvSpPr>
        <p:spPr>
          <a:xfrm>
            <a:off x="3505200" y="163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Freeform 1275"/>
          <p:cNvSpPr/>
          <p:nvPr/>
        </p:nvSpPr>
        <p:spPr>
          <a:xfrm>
            <a:off x="35433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Freeform 1276"/>
          <p:cNvSpPr/>
          <p:nvPr/>
        </p:nvSpPr>
        <p:spPr>
          <a:xfrm>
            <a:off x="35687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Freeform 1277"/>
          <p:cNvSpPr/>
          <p:nvPr/>
        </p:nvSpPr>
        <p:spPr>
          <a:xfrm>
            <a:off x="36068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Freeform 1278"/>
          <p:cNvSpPr/>
          <p:nvPr/>
        </p:nvSpPr>
        <p:spPr>
          <a:xfrm>
            <a:off x="36449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Freeform 1279"/>
          <p:cNvSpPr/>
          <p:nvPr/>
        </p:nvSpPr>
        <p:spPr>
          <a:xfrm>
            <a:off x="3670300" y="162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Freeform 1280"/>
          <p:cNvSpPr/>
          <p:nvPr/>
        </p:nvSpPr>
        <p:spPr>
          <a:xfrm>
            <a:off x="37084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Freeform 1281"/>
          <p:cNvSpPr/>
          <p:nvPr/>
        </p:nvSpPr>
        <p:spPr>
          <a:xfrm>
            <a:off x="37465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Freeform 1282"/>
          <p:cNvSpPr/>
          <p:nvPr/>
        </p:nvSpPr>
        <p:spPr>
          <a:xfrm>
            <a:off x="37846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Freeform 1283"/>
          <p:cNvSpPr/>
          <p:nvPr/>
        </p:nvSpPr>
        <p:spPr>
          <a:xfrm>
            <a:off x="3810000" y="1612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Freeform 1284"/>
          <p:cNvSpPr/>
          <p:nvPr/>
        </p:nvSpPr>
        <p:spPr>
          <a:xfrm>
            <a:off x="3848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Freeform 1285"/>
          <p:cNvSpPr/>
          <p:nvPr/>
        </p:nvSpPr>
        <p:spPr>
          <a:xfrm>
            <a:off x="3886200" y="158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Freeform 1286"/>
          <p:cNvSpPr/>
          <p:nvPr/>
        </p:nvSpPr>
        <p:spPr>
          <a:xfrm>
            <a:off x="39116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Freeform 1287"/>
          <p:cNvSpPr/>
          <p:nvPr/>
        </p:nvSpPr>
        <p:spPr>
          <a:xfrm>
            <a:off x="39497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Freeform 1288"/>
          <p:cNvSpPr/>
          <p:nvPr/>
        </p:nvSpPr>
        <p:spPr>
          <a:xfrm>
            <a:off x="39878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Freeform 1289"/>
          <p:cNvSpPr/>
          <p:nvPr/>
        </p:nvSpPr>
        <p:spPr>
          <a:xfrm>
            <a:off x="40259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Freeform 1290"/>
          <p:cNvSpPr/>
          <p:nvPr/>
        </p:nvSpPr>
        <p:spPr>
          <a:xfrm>
            <a:off x="40513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Freeform 1291"/>
          <p:cNvSpPr/>
          <p:nvPr/>
        </p:nvSpPr>
        <p:spPr>
          <a:xfrm>
            <a:off x="40894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Freeform 1292"/>
          <p:cNvSpPr/>
          <p:nvPr/>
        </p:nvSpPr>
        <p:spPr>
          <a:xfrm>
            <a:off x="41275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Freeform 1293"/>
          <p:cNvSpPr/>
          <p:nvPr/>
        </p:nvSpPr>
        <p:spPr>
          <a:xfrm>
            <a:off x="41529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Freeform 1294"/>
          <p:cNvSpPr/>
          <p:nvPr/>
        </p:nvSpPr>
        <p:spPr>
          <a:xfrm>
            <a:off x="4191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Freeform 1295"/>
          <p:cNvSpPr/>
          <p:nvPr/>
        </p:nvSpPr>
        <p:spPr>
          <a:xfrm>
            <a:off x="42291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Freeform 1296"/>
          <p:cNvSpPr/>
          <p:nvPr/>
        </p:nvSpPr>
        <p:spPr>
          <a:xfrm>
            <a:off x="42672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Freeform 1297"/>
          <p:cNvSpPr/>
          <p:nvPr/>
        </p:nvSpPr>
        <p:spPr>
          <a:xfrm>
            <a:off x="42926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Freeform 1298"/>
          <p:cNvSpPr/>
          <p:nvPr/>
        </p:nvSpPr>
        <p:spPr>
          <a:xfrm>
            <a:off x="43307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Freeform 1299"/>
          <p:cNvSpPr/>
          <p:nvPr/>
        </p:nvSpPr>
        <p:spPr>
          <a:xfrm>
            <a:off x="4368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Freeform 1300"/>
          <p:cNvSpPr/>
          <p:nvPr/>
        </p:nvSpPr>
        <p:spPr>
          <a:xfrm>
            <a:off x="43942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Freeform 1301"/>
          <p:cNvSpPr/>
          <p:nvPr/>
        </p:nvSpPr>
        <p:spPr>
          <a:xfrm>
            <a:off x="44323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Freeform 1302"/>
          <p:cNvSpPr/>
          <p:nvPr/>
        </p:nvSpPr>
        <p:spPr>
          <a:xfrm>
            <a:off x="34544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Freeform 1303"/>
          <p:cNvSpPr/>
          <p:nvPr/>
        </p:nvSpPr>
        <p:spPr>
          <a:xfrm>
            <a:off x="34925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Freeform 1304"/>
          <p:cNvSpPr/>
          <p:nvPr/>
        </p:nvSpPr>
        <p:spPr>
          <a:xfrm>
            <a:off x="3530600" y="162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Freeform 1305"/>
          <p:cNvSpPr/>
          <p:nvPr/>
        </p:nvSpPr>
        <p:spPr>
          <a:xfrm>
            <a:off x="3556000" y="162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Freeform 1306"/>
          <p:cNvSpPr/>
          <p:nvPr/>
        </p:nvSpPr>
        <p:spPr>
          <a:xfrm>
            <a:off x="35941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Freeform 1307"/>
          <p:cNvSpPr/>
          <p:nvPr/>
        </p:nvSpPr>
        <p:spPr>
          <a:xfrm>
            <a:off x="36322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Freeform 1308"/>
          <p:cNvSpPr/>
          <p:nvPr/>
        </p:nvSpPr>
        <p:spPr>
          <a:xfrm>
            <a:off x="36576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Freeform 1309"/>
          <p:cNvSpPr/>
          <p:nvPr/>
        </p:nvSpPr>
        <p:spPr>
          <a:xfrm>
            <a:off x="36957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Freeform 1310"/>
          <p:cNvSpPr/>
          <p:nvPr/>
        </p:nvSpPr>
        <p:spPr>
          <a:xfrm>
            <a:off x="37338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Freeform 1311"/>
          <p:cNvSpPr/>
          <p:nvPr/>
        </p:nvSpPr>
        <p:spPr>
          <a:xfrm>
            <a:off x="37719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Freeform 1312"/>
          <p:cNvSpPr/>
          <p:nvPr/>
        </p:nvSpPr>
        <p:spPr>
          <a:xfrm>
            <a:off x="3797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Freeform 1313"/>
          <p:cNvSpPr/>
          <p:nvPr/>
        </p:nvSpPr>
        <p:spPr>
          <a:xfrm>
            <a:off x="3835400" y="158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Freeform 1314"/>
          <p:cNvSpPr/>
          <p:nvPr/>
        </p:nvSpPr>
        <p:spPr>
          <a:xfrm>
            <a:off x="38735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Freeform 1315"/>
          <p:cNvSpPr/>
          <p:nvPr/>
        </p:nvSpPr>
        <p:spPr>
          <a:xfrm>
            <a:off x="3898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Freeform 1316"/>
          <p:cNvSpPr/>
          <p:nvPr/>
        </p:nvSpPr>
        <p:spPr>
          <a:xfrm>
            <a:off x="39370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Freeform 1317"/>
          <p:cNvSpPr/>
          <p:nvPr/>
        </p:nvSpPr>
        <p:spPr>
          <a:xfrm>
            <a:off x="39751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Freeform 1318"/>
          <p:cNvSpPr/>
          <p:nvPr/>
        </p:nvSpPr>
        <p:spPr>
          <a:xfrm>
            <a:off x="40132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Freeform 1319"/>
          <p:cNvSpPr/>
          <p:nvPr/>
        </p:nvSpPr>
        <p:spPr>
          <a:xfrm>
            <a:off x="40386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Freeform 1320"/>
          <p:cNvSpPr/>
          <p:nvPr/>
        </p:nvSpPr>
        <p:spPr>
          <a:xfrm>
            <a:off x="40767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Freeform 1321"/>
          <p:cNvSpPr/>
          <p:nvPr/>
        </p:nvSpPr>
        <p:spPr>
          <a:xfrm>
            <a:off x="41148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Freeform 1322"/>
          <p:cNvSpPr/>
          <p:nvPr/>
        </p:nvSpPr>
        <p:spPr>
          <a:xfrm>
            <a:off x="41402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Freeform 1323"/>
          <p:cNvSpPr/>
          <p:nvPr/>
        </p:nvSpPr>
        <p:spPr>
          <a:xfrm>
            <a:off x="41783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Freeform 1324"/>
          <p:cNvSpPr/>
          <p:nvPr/>
        </p:nvSpPr>
        <p:spPr>
          <a:xfrm>
            <a:off x="42164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Freeform 1325"/>
          <p:cNvSpPr/>
          <p:nvPr/>
        </p:nvSpPr>
        <p:spPr>
          <a:xfrm>
            <a:off x="42545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Freeform 1326"/>
          <p:cNvSpPr/>
          <p:nvPr/>
        </p:nvSpPr>
        <p:spPr>
          <a:xfrm>
            <a:off x="42799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Freeform 1327"/>
          <p:cNvSpPr/>
          <p:nvPr/>
        </p:nvSpPr>
        <p:spPr>
          <a:xfrm>
            <a:off x="43180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Freeform 1328"/>
          <p:cNvSpPr/>
          <p:nvPr/>
        </p:nvSpPr>
        <p:spPr>
          <a:xfrm>
            <a:off x="43561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Freeform 1329"/>
          <p:cNvSpPr/>
          <p:nvPr/>
        </p:nvSpPr>
        <p:spPr>
          <a:xfrm>
            <a:off x="43815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Freeform 1330"/>
          <p:cNvSpPr/>
          <p:nvPr/>
        </p:nvSpPr>
        <p:spPr>
          <a:xfrm>
            <a:off x="44196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Freeform 1331"/>
          <p:cNvSpPr/>
          <p:nvPr/>
        </p:nvSpPr>
        <p:spPr>
          <a:xfrm>
            <a:off x="3441700" y="162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Freeform 1332"/>
          <p:cNvSpPr/>
          <p:nvPr/>
        </p:nvSpPr>
        <p:spPr>
          <a:xfrm>
            <a:off x="34798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Freeform 1333"/>
          <p:cNvSpPr/>
          <p:nvPr/>
        </p:nvSpPr>
        <p:spPr>
          <a:xfrm>
            <a:off x="3517900" y="161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Freeform 1334"/>
          <p:cNvSpPr/>
          <p:nvPr/>
        </p:nvSpPr>
        <p:spPr>
          <a:xfrm>
            <a:off x="35433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Freeform 1335"/>
          <p:cNvSpPr/>
          <p:nvPr/>
        </p:nvSpPr>
        <p:spPr>
          <a:xfrm>
            <a:off x="35814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Freeform 1336"/>
          <p:cNvSpPr/>
          <p:nvPr/>
        </p:nvSpPr>
        <p:spPr>
          <a:xfrm>
            <a:off x="3619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Freeform 1337"/>
          <p:cNvSpPr/>
          <p:nvPr/>
        </p:nvSpPr>
        <p:spPr>
          <a:xfrm>
            <a:off x="36449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Freeform 1338"/>
          <p:cNvSpPr/>
          <p:nvPr/>
        </p:nvSpPr>
        <p:spPr>
          <a:xfrm>
            <a:off x="36830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Freeform 1339"/>
          <p:cNvSpPr/>
          <p:nvPr/>
        </p:nvSpPr>
        <p:spPr>
          <a:xfrm>
            <a:off x="37211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Freeform 1340"/>
          <p:cNvSpPr/>
          <p:nvPr/>
        </p:nvSpPr>
        <p:spPr>
          <a:xfrm>
            <a:off x="37592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Freeform 1341"/>
          <p:cNvSpPr/>
          <p:nvPr/>
        </p:nvSpPr>
        <p:spPr>
          <a:xfrm>
            <a:off x="3784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Freeform 1342"/>
          <p:cNvSpPr/>
          <p:nvPr/>
        </p:nvSpPr>
        <p:spPr>
          <a:xfrm>
            <a:off x="38227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Freeform 1343"/>
          <p:cNvSpPr/>
          <p:nvPr/>
        </p:nvSpPr>
        <p:spPr>
          <a:xfrm>
            <a:off x="38608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Freeform 1344"/>
          <p:cNvSpPr/>
          <p:nvPr/>
        </p:nvSpPr>
        <p:spPr>
          <a:xfrm>
            <a:off x="38862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Freeform 1345"/>
          <p:cNvSpPr/>
          <p:nvPr/>
        </p:nvSpPr>
        <p:spPr>
          <a:xfrm>
            <a:off x="39243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Freeform 1346"/>
          <p:cNvSpPr/>
          <p:nvPr/>
        </p:nvSpPr>
        <p:spPr>
          <a:xfrm>
            <a:off x="39624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Freeform 1347"/>
          <p:cNvSpPr/>
          <p:nvPr/>
        </p:nvSpPr>
        <p:spPr>
          <a:xfrm>
            <a:off x="40005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Freeform 1348"/>
          <p:cNvSpPr/>
          <p:nvPr/>
        </p:nvSpPr>
        <p:spPr>
          <a:xfrm>
            <a:off x="40259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1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Freeform 1349"/>
          <p:cNvSpPr/>
          <p:nvPr/>
        </p:nvSpPr>
        <p:spPr>
          <a:xfrm>
            <a:off x="40640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Freeform 1350"/>
          <p:cNvSpPr/>
          <p:nvPr/>
        </p:nvSpPr>
        <p:spPr>
          <a:xfrm>
            <a:off x="41021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Freeform 1351"/>
          <p:cNvSpPr/>
          <p:nvPr/>
        </p:nvSpPr>
        <p:spPr>
          <a:xfrm>
            <a:off x="41275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Freeform 1352"/>
          <p:cNvSpPr/>
          <p:nvPr/>
        </p:nvSpPr>
        <p:spPr>
          <a:xfrm>
            <a:off x="41656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Freeform 1353"/>
          <p:cNvSpPr/>
          <p:nvPr/>
        </p:nvSpPr>
        <p:spPr>
          <a:xfrm>
            <a:off x="42037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Freeform 1354"/>
          <p:cNvSpPr/>
          <p:nvPr/>
        </p:nvSpPr>
        <p:spPr>
          <a:xfrm>
            <a:off x="42418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Freeform 1355"/>
          <p:cNvSpPr/>
          <p:nvPr/>
        </p:nvSpPr>
        <p:spPr>
          <a:xfrm>
            <a:off x="4267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Freeform 1356"/>
          <p:cNvSpPr/>
          <p:nvPr/>
        </p:nvSpPr>
        <p:spPr>
          <a:xfrm>
            <a:off x="43053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Freeform 1357"/>
          <p:cNvSpPr/>
          <p:nvPr/>
        </p:nvSpPr>
        <p:spPr>
          <a:xfrm>
            <a:off x="43434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Freeform 1358"/>
          <p:cNvSpPr/>
          <p:nvPr/>
        </p:nvSpPr>
        <p:spPr>
          <a:xfrm>
            <a:off x="43688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Freeform 1359"/>
          <p:cNvSpPr/>
          <p:nvPr/>
        </p:nvSpPr>
        <p:spPr>
          <a:xfrm>
            <a:off x="44069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Freeform 1360"/>
          <p:cNvSpPr/>
          <p:nvPr/>
        </p:nvSpPr>
        <p:spPr>
          <a:xfrm>
            <a:off x="34290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Freeform 1361"/>
          <p:cNvSpPr/>
          <p:nvPr/>
        </p:nvSpPr>
        <p:spPr>
          <a:xfrm>
            <a:off x="3467100" y="161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Freeform 1362"/>
          <p:cNvSpPr/>
          <p:nvPr/>
        </p:nvSpPr>
        <p:spPr>
          <a:xfrm>
            <a:off x="35052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Freeform 1363"/>
          <p:cNvSpPr/>
          <p:nvPr/>
        </p:nvSpPr>
        <p:spPr>
          <a:xfrm>
            <a:off x="35306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Freeform 1364"/>
          <p:cNvSpPr/>
          <p:nvPr/>
        </p:nvSpPr>
        <p:spPr>
          <a:xfrm>
            <a:off x="35687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Freeform 1365"/>
          <p:cNvSpPr/>
          <p:nvPr/>
        </p:nvSpPr>
        <p:spPr>
          <a:xfrm>
            <a:off x="36068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Freeform 1366"/>
          <p:cNvSpPr/>
          <p:nvPr/>
        </p:nvSpPr>
        <p:spPr>
          <a:xfrm>
            <a:off x="3632200" y="160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Freeform 1367"/>
          <p:cNvSpPr/>
          <p:nvPr/>
        </p:nvSpPr>
        <p:spPr>
          <a:xfrm>
            <a:off x="36703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Freeform 1368"/>
          <p:cNvSpPr/>
          <p:nvPr/>
        </p:nvSpPr>
        <p:spPr>
          <a:xfrm>
            <a:off x="37084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Freeform 1369"/>
          <p:cNvSpPr/>
          <p:nvPr/>
        </p:nvSpPr>
        <p:spPr>
          <a:xfrm>
            <a:off x="37465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Freeform 1370"/>
          <p:cNvSpPr/>
          <p:nvPr/>
        </p:nvSpPr>
        <p:spPr>
          <a:xfrm>
            <a:off x="3771900" y="158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Freeform 1371"/>
          <p:cNvSpPr/>
          <p:nvPr/>
        </p:nvSpPr>
        <p:spPr>
          <a:xfrm>
            <a:off x="38100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Freeform 1372"/>
          <p:cNvSpPr/>
          <p:nvPr/>
        </p:nvSpPr>
        <p:spPr>
          <a:xfrm>
            <a:off x="3848100" y="1562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Freeform 1373"/>
          <p:cNvSpPr/>
          <p:nvPr/>
        </p:nvSpPr>
        <p:spPr>
          <a:xfrm>
            <a:off x="38735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Freeform 1374"/>
          <p:cNvSpPr/>
          <p:nvPr/>
        </p:nvSpPr>
        <p:spPr>
          <a:xfrm>
            <a:off x="39116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B0"/>
          </a:solidFill>
          <a:ln w="3175">
            <a:solidFill>
              <a:srgbClr val="000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Freeform 1375"/>
          <p:cNvSpPr/>
          <p:nvPr/>
        </p:nvSpPr>
        <p:spPr>
          <a:xfrm>
            <a:off x="39497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Freeform 1376"/>
          <p:cNvSpPr/>
          <p:nvPr/>
        </p:nvSpPr>
        <p:spPr>
          <a:xfrm>
            <a:off x="39878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C1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Freeform 1377"/>
          <p:cNvSpPr/>
          <p:nvPr/>
        </p:nvSpPr>
        <p:spPr>
          <a:xfrm>
            <a:off x="40132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Freeform 1378"/>
          <p:cNvSpPr/>
          <p:nvPr/>
        </p:nvSpPr>
        <p:spPr>
          <a:xfrm>
            <a:off x="40513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C"/>
          </a:solidFill>
          <a:ln w="3175">
            <a:solidFill>
              <a:srgbClr val="0000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Freeform 1379"/>
          <p:cNvSpPr/>
          <p:nvPr/>
        </p:nvSpPr>
        <p:spPr>
          <a:xfrm>
            <a:off x="4089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C"/>
          </a:solidFill>
          <a:ln w="3175">
            <a:solidFill>
              <a:srgbClr val="000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Freeform 1380"/>
          <p:cNvSpPr/>
          <p:nvPr/>
        </p:nvSpPr>
        <p:spPr>
          <a:xfrm>
            <a:off x="41148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7"/>
          </a:solidFill>
          <a:ln w="3175">
            <a:solidFill>
              <a:srgbClr val="000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Freeform 1381"/>
          <p:cNvSpPr/>
          <p:nvPr/>
        </p:nvSpPr>
        <p:spPr>
          <a:xfrm>
            <a:off x="41529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2"/>
          </a:solidFill>
          <a:ln w="3175">
            <a:solidFill>
              <a:srgbClr val="0000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Freeform 1382"/>
          <p:cNvSpPr/>
          <p:nvPr/>
        </p:nvSpPr>
        <p:spPr>
          <a:xfrm>
            <a:off x="41910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3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Freeform 1383"/>
          <p:cNvSpPr/>
          <p:nvPr/>
        </p:nvSpPr>
        <p:spPr>
          <a:xfrm>
            <a:off x="42291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Freeform 1384"/>
          <p:cNvSpPr/>
          <p:nvPr/>
        </p:nvSpPr>
        <p:spPr>
          <a:xfrm>
            <a:off x="42545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Freeform 1385"/>
          <p:cNvSpPr/>
          <p:nvPr/>
        </p:nvSpPr>
        <p:spPr>
          <a:xfrm>
            <a:off x="42926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Freeform 1386"/>
          <p:cNvSpPr/>
          <p:nvPr/>
        </p:nvSpPr>
        <p:spPr>
          <a:xfrm>
            <a:off x="4330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Freeform 1387"/>
          <p:cNvSpPr/>
          <p:nvPr/>
        </p:nvSpPr>
        <p:spPr>
          <a:xfrm>
            <a:off x="43561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Freeform 1388"/>
          <p:cNvSpPr/>
          <p:nvPr/>
        </p:nvSpPr>
        <p:spPr>
          <a:xfrm>
            <a:off x="43942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Freeform 1389"/>
          <p:cNvSpPr/>
          <p:nvPr/>
        </p:nvSpPr>
        <p:spPr>
          <a:xfrm>
            <a:off x="34163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Freeform 1390"/>
          <p:cNvSpPr/>
          <p:nvPr/>
        </p:nvSpPr>
        <p:spPr>
          <a:xfrm>
            <a:off x="3454400" y="160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Freeform 1391"/>
          <p:cNvSpPr/>
          <p:nvPr/>
        </p:nvSpPr>
        <p:spPr>
          <a:xfrm>
            <a:off x="3492500" y="160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Freeform 1392"/>
          <p:cNvSpPr/>
          <p:nvPr/>
        </p:nvSpPr>
        <p:spPr>
          <a:xfrm>
            <a:off x="35179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Freeform 1393"/>
          <p:cNvSpPr/>
          <p:nvPr/>
        </p:nvSpPr>
        <p:spPr>
          <a:xfrm>
            <a:off x="35560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Freeform 1394"/>
          <p:cNvSpPr/>
          <p:nvPr/>
        </p:nvSpPr>
        <p:spPr>
          <a:xfrm>
            <a:off x="3594100" y="158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Freeform 1395"/>
          <p:cNvSpPr/>
          <p:nvPr/>
        </p:nvSpPr>
        <p:spPr>
          <a:xfrm>
            <a:off x="36195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Freeform 1396"/>
          <p:cNvSpPr/>
          <p:nvPr/>
        </p:nvSpPr>
        <p:spPr>
          <a:xfrm>
            <a:off x="36576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Freeform 1397"/>
          <p:cNvSpPr/>
          <p:nvPr/>
        </p:nvSpPr>
        <p:spPr>
          <a:xfrm>
            <a:off x="36957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Freeform 1398"/>
          <p:cNvSpPr/>
          <p:nvPr/>
        </p:nvSpPr>
        <p:spPr>
          <a:xfrm>
            <a:off x="37338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Freeform 1399"/>
          <p:cNvSpPr/>
          <p:nvPr/>
        </p:nvSpPr>
        <p:spPr>
          <a:xfrm>
            <a:off x="37592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Freeform 1400"/>
          <p:cNvSpPr/>
          <p:nvPr/>
        </p:nvSpPr>
        <p:spPr>
          <a:xfrm>
            <a:off x="37973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4"/>
          </a:solidFill>
          <a:ln w="3175">
            <a:solidFill>
              <a:srgbClr val="000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Freeform 1401"/>
          <p:cNvSpPr/>
          <p:nvPr/>
        </p:nvSpPr>
        <p:spPr>
          <a:xfrm>
            <a:off x="38354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Freeform 1402"/>
          <p:cNvSpPr/>
          <p:nvPr/>
        </p:nvSpPr>
        <p:spPr>
          <a:xfrm>
            <a:off x="38608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Freeform 1403"/>
          <p:cNvSpPr/>
          <p:nvPr/>
        </p:nvSpPr>
        <p:spPr>
          <a:xfrm>
            <a:off x="3898900" y="151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Freeform 1404"/>
          <p:cNvSpPr/>
          <p:nvPr/>
        </p:nvSpPr>
        <p:spPr>
          <a:xfrm>
            <a:off x="39370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00D6"/>
          </a:solidFill>
          <a:ln w="3175">
            <a:solidFill>
              <a:srgbClr val="0000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Freeform 1405"/>
          <p:cNvSpPr/>
          <p:nvPr/>
        </p:nvSpPr>
        <p:spPr>
          <a:xfrm>
            <a:off x="3975100" y="1485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D5"/>
          </a:solidFill>
          <a:ln w="3175">
            <a:solidFill>
              <a:srgbClr val="000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Freeform 1406"/>
          <p:cNvSpPr/>
          <p:nvPr/>
        </p:nvSpPr>
        <p:spPr>
          <a:xfrm>
            <a:off x="40005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Freeform 1407"/>
          <p:cNvSpPr/>
          <p:nvPr/>
        </p:nvSpPr>
        <p:spPr>
          <a:xfrm>
            <a:off x="4038600" y="151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8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Freeform 1408"/>
          <p:cNvSpPr/>
          <p:nvPr/>
        </p:nvSpPr>
        <p:spPr>
          <a:xfrm>
            <a:off x="40767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Freeform 1409"/>
          <p:cNvSpPr/>
          <p:nvPr/>
        </p:nvSpPr>
        <p:spPr>
          <a:xfrm>
            <a:off x="4102100" y="151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95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Freeform 1410"/>
          <p:cNvSpPr/>
          <p:nvPr/>
        </p:nvSpPr>
        <p:spPr>
          <a:xfrm>
            <a:off x="4140200" y="1498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A4"/>
          </a:solidFill>
          <a:ln w="3175">
            <a:solidFill>
              <a:srgbClr val="0000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Freeform 1411"/>
          <p:cNvSpPr/>
          <p:nvPr/>
        </p:nvSpPr>
        <p:spPr>
          <a:xfrm>
            <a:off x="41783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8"/>
          </a:solidFill>
          <a:ln w="3175">
            <a:solidFill>
              <a:srgbClr val="000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Freeform 1412"/>
          <p:cNvSpPr/>
          <p:nvPr/>
        </p:nvSpPr>
        <p:spPr>
          <a:xfrm>
            <a:off x="42164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C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Freeform 1413"/>
          <p:cNvSpPr/>
          <p:nvPr/>
        </p:nvSpPr>
        <p:spPr>
          <a:xfrm>
            <a:off x="42418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AC"/>
          </a:solidFill>
          <a:ln w="3175">
            <a:solidFill>
              <a:srgbClr val="0000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Freeform 1414"/>
          <p:cNvSpPr/>
          <p:nvPr/>
        </p:nvSpPr>
        <p:spPr>
          <a:xfrm>
            <a:off x="42799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1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B"/>
          </a:solidFill>
          <a:ln w="3175">
            <a:solidFill>
              <a:srgbClr val="0000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Freeform 1415"/>
          <p:cNvSpPr/>
          <p:nvPr/>
        </p:nvSpPr>
        <p:spPr>
          <a:xfrm>
            <a:off x="4318000" y="1498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Freeform 1416"/>
          <p:cNvSpPr/>
          <p:nvPr/>
        </p:nvSpPr>
        <p:spPr>
          <a:xfrm>
            <a:off x="43434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Freeform 1417"/>
          <p:cNvSpPr/>
          <p:nvPr/>
        </p:nvSpPr>
        <p:spPr>
          <a:xfrm>
            <a:off x="43815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4"/>
          </a:solidFill>
          <a:ln w="3175">
            <a:solidFill>
              <a:srgbClr val="000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Freeform 1418"/>
          <p:cNvSpPr/>
          <p:nvPr/>
        </p:nvSpPr>
        <p:spPr>
          <a:xfrm>
            <a:off x="3403600" y="158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Freeform 1419"/>
          <p:cNvSpPr/>
          <p:nvPr/>
        </p:nvSpPr>
        <p:spPr>
          <a:xfrm>
            <a:off x="34417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Freeform 1420"/>
          <p:cNvSpPr/>
          <p:nvPr/>
        </p:nvSpPr>
        <p:spPr>
          <a:xfrm>
            <a:off x="3479800" y="1574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Freeform 1421"/>
          <p:cNvSpPr/>
          <p:nvPr/>
        </p:nvSpPr>
        <p:spPr>
          <a:xfrm>
            <a:off x="3505200" y="157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Freeform 1422"/>
          <p:cNvSpPr/>
          <p:nvPr/>
        </p:nvSpPr>
        <p:spPr>
          <a:xfrm>
            <a:off x="3543300" y="157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Freeform 1423"/>
          <p:cNvSpPr/>
          <p:nvPr/>
        </p:nvSpPr>
        <p:spPr>
          <a:xfrm>
            <a:off x="3581400" y="157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Freeform 1424"/>
          <p:cNvSpPr/>
          <p:nvPr/>
        </p:nvSpPr>
        <p:spPr>
          <a:xfrm>
            <a:off x="36068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Freeform 1425"/>
          <p:cNvSpPr/>
          <p:nvPr/>
        </p:nvSpPr>
        <p:spPr>
          <a:xfrm>
            <a:off x="3644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Freeform 1426"/>
          <p:cNvSpPr/>
          <p:nvPr/>
        </p:nvSpPr>
        <p:spPr>
          <a:xfrm>
            <a:off x="36830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Freeform 1427"/>
          <p:cNvSpPr/>
          <p:nvPr/>
        </p:nvSpPr>
        <p:spPr>
          <a:xfrm>
            <a:off x="3721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Freeform 1428"/>
          <p:cNvSpPr/>
          <p:nvPr/>
        </p:nvSpPr>
        <p:spPr>
          <a:xfrm>
            <a:off x="37465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Freeform 1429"/>
          <p:cNvSpPr/>
          <p:nvPr/>
        </p:nvSpPr>
        <p:spPr>
          <a:xfrm>
            <a:off x="37846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Freeform 1430"/>
          <p:cNvSpPr/>
          <p:nvPr/>
        </p:nvSpPr>
        <p:spPr>
          <a:xfrm>
            <a:off x="38227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Freeform 1431"/>
          <p:cNvSpPr/>
          <p:nvPr/>
        </p:nvSpPr>
        <p:spPr>
          <a:xfrm>
            <a:off x="38481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Freeform 1432"/>
          <p:cNvSpPr/>
          <p:nvPr/>
        </p:nvSpPr>
        <p:spPr>
          <a:xfrm>
            <a:off x="38862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2"/>
          </a:solidFill>
          <a:ln w="3175">
            <a:solidFill>
              <a:srgbClr val="0000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Freeform 1433"/>
          <p:cNvSpPr/>
          <p:nvPr/>
        </p:nvSpPr>
        <p:spPr>
          <a:xfrm>
            <a:off x="3924300" y="1435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00FF"/>
          </a:solidFill>
          <a:ln w="3175">
            <a:solidFill>
              <a:srgbClr val="000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Freeform 1434"/>
          <p:cNvSpPr/>
          <p:nvPr/>
        </p:nvSpPr>
        <p:spPr>
          <a:xfrm>
            <a:off x="3962400" y="1435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4"/>
                </a:moveTo>
                <a:lnTo>
                  <a:pt x="3" y="6"/>
                </a:lnTo>
                <a:lnTo>
                  <a:pt x="2" y="2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Freeform 1435"/>
          <p:cNvSpPr/>
          <p:nvPr/>
        </p:nvSpPr>
        <p:spPr>
          <a:xfrm>
            <a:off x="3987800" y="1460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E5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Freeform 1436"/>
          <p:cNvSpPr/>
          <p:nvPr/>
        </p:nvSpPr>
        <p:spPr>
          <a:xfrm>
            <a:off x="4025900" y="1485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CB"/>
          </a:solidFill>
          <a:ln w="3175">
            <a:solidFill>
              <a:srgbClr val="0000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Freeform 1437"/>
          <p:cNvSpPr/>
          <p:nvPr/>
        </p:nvSpPr>
        <p:spPr>
          <a:xfrm>
            <a:off x="4064000" y="1485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Freeform 1438"/>
          <p:cNvSpPr/>
          <p:nvPr/>
        </p:nvSpPr>
        <p:spPr>
          <a:xfrm>
            <a:off x="4089400" y="1473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C3"/>
          </a:solidFill>
          <a:ln w="3175">
            <a:solidFill>
              <a:srgbClr val="0000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Freeform 1439"/>
          <p:cNvSpPr/>
          <p:nvPr/>
        </p:nvSpPr>
        <p:spPr>
          <a:xfrm>
            <a:off x="4127500" y="1447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Freeform 1440"/>
          <p:cNvSpPr/>
          <p:nvPr/>
        </p:nvSpPr>
        <p:spPr>
          <a:xfrm>
            <a:off x="4165600" y="1422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6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Freeform 1441"/>
          <p:cNvSpPr/>
          <p:nvPr/>
        </p:nvSpPr>
        <p:spPr>
          <a:xfrm>
            <a:off x="4203700" y="1422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1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FD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Freeform 1442"/>
          <p:cNvSpPr/>
          <p:nvPr/>
        </p:nvSpPr>
        <p:spPr>
          <a:xfrm>
            <a:off x="4229100" y="1435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Freeform 1443"/>
          <p:cNvSpPr/>
          <p:nvPr/>
        </p:nvSpPr>
        <p:spPr>
          <a:xfrm>
            <a:off x="4267200" y="1447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DA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Freeform 1444"/>
          <p:cNvSpPr/>
          <p:nvPr/>
        </p:nvSpPr>
        <p:spPr>
          <a:xfrm>
            <a:off x="4305300" y="14351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Freeform 1445"/>
          <p:cNvSpPr/>
          <p:nvPr/>
        </p:nvSpPr>
        <p:spPr>
          <a:xfrm>
            <a:off x="4330700" y="1435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Freeform 1446"/>
          <p:cNvSpPr/>
          <p:nvPr/>
        </p:nvSpPr>
        <p:spPr>
          <a:xfrm>
            <a:off x="4368800" y="1435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00D7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Freeform 1447"/>
          <p:cNvSpPr/>
          <p:nvPr/>
        </p:nvSpPr>
        <p:spPr>
          <a:xfrm>
            <a:off x="33909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Freeform 1448"/>
          <p:cNvSpPr/>
          <p:nvPr/>
        </p:nvSpPr>
        <p:spPr>
          <a:xfrm>
            <a:off x="3429000" y="1562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Freeform 1449"/>
          <p:cNvSpPr/>
          <p:nvPr/>
        </p:nvSpPr>
        <p:spPr>
          <a:xfrm>
            <a:off x="3467100" y="156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Freeform 1450"/>
          <p:cNvSpPr/>
          <p:nvPr/>
        </p:nvSpPr>
        <p:spPr>
          <a:xfrm>
            <a:off x="3492500" y="156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Freeform 1451"/>
          <p:cNvSpPr/>
          <p:nvPr/>
        </p:nvSpPr>
        <p:spPr>
          <a:xfrm>
            <a:off x="35306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Freeform 1452"/>
          <p:cNvSpPr/>
          <p:nvPr/>
        </p:nvSpPr>
        <p:spPr>
          <a:xfrm>
            <a:off x="35687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Freeform 1453"/>
          <p:cNvSpPr/>
          <p:nvPr/>
        </p:nvSpPr>
        <p:spPr>
          <a:xfrm>
            <a:off x="3594100" y="1549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Freeform 1454"/>
          <p:cNvSpPr/>
          <p:nvPr/>
        </p:nvSpPr>
        <p:spPr>
          <a:xfrm>
            <a:off x="36322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Freeform 1455"/>
          <p:cNvSpPr/>
          <p:nvPr/>
        </p:nvSpPr>
        <p:spPr>
          <a:xfrm>
            <a:off x="36703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Freeform 1456"/>
          <p:cNvSpPr/>
          <p:nvPr/>
        </p:nvSpPr>
        <p:spPr>
          <a:xfrm>
            <a:off x="3708400" y="153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Freeform 1457"/>
          <p:cNvSpPr/>
          <p:nvPr/>
        </p:nvSpPr>
        <p:spPr>
          <a:xfrm>
            <a:off x="37338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Freeform 1458"/>
          <p:cNvSpPr/>
          <p:nvPr/>
        </p:nvSpPr>
        <p:spPr>
          <a:xfrm>
            <a:off x="37719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Freeform 1459"/>
          <p:cNvSpPr/>
          <p:nvPr/>
        </p:nvSpPr>
        <p:spPr>
          <a:xfrm>
            <a:off x="3810000" y="152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Freeform 1460"/>
          <p:cNvSpPr/>
          <p:nvPr/>
        </p:nvSpPr>
        <p:spPr>
          <a:xfrm>
            <a:off x="38354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Freeform 1461"/>
          <p:cNvSpPr/>
          <p:nvPr/>
        </p:nvSpPr>
        <p:spPr>
          <a:xfrm>
            <a:off x="38735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Freeform 1462"/>
          <p:cNvSpPr/>
          <p:nvPr/>
        </p:nvSpPr>
        <p:spPr>
          <a:xfrm>
            <a:off x="3911600" y="1422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6FF"/>
          </a:solidFill>
          <a:ln w="3175">
            <a:solidFill>
              <a:srgbClr val="001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Freeform 1463"/>
          <p:cNvSpPr/>
          <p:nvPr/>
        </p:nvSpPr>
        <p:spPr>
          <a:xfrm>
            <a:off x="39497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Freeform 1464"/>
          <p:cNvSpPr/>
          <p:nvPr/>
        </p:nvSpPr>
        <p:spPr>
          <a:xfrm>
            <a:off x="3975100" y="143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3FF"/>
          </a:solidFill>
          <a:ln w="3175">
            <a:solidFill>
              <a:srgbClr val="000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Freeform 1465"/>
          <p:cNvSpPr/>
          <p:nvPr/>
        </p:nvSpPr>
        <p:spPr>
          <a:xfrm>
            <a:off x="40132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FB"/>
          </a:solidFill>
          <a:ln w="3175">
            <a:solidFill>
              <a:srgbClr val="000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Freeform 1466"/>
          <p:cNvSpPr/>
          <p:nvPr/>
        </p:nvSpPr>
        <p:spPr>
          <a:xfrm>
            <a:off x="40513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F5"/>
          </a:solidFill>
          <a:ln w="3175">
            <a:solidFill>
              <a:srgbClr val="0000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Freeform 1467"/>
          <p:cNvSpPr/>
          <p:nvPr/>
        </p:nvSpPr>
        <p:spPr>
          <a:xfrm>
            <a:off x="4076700" y="143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1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Freeform 1468"/>
          <p:cNvSpPr/>
          <p:nvPr/>
        </p:nvSpPr>
        <p:spPr>
          <a:xfrm>
            <a:off x="4114800" y="140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1EFF"/>
          </a:solidFill>
          <a:ln w="3175">
            <a:solidFill>
              <a:srgbClr val="001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Freeform 1469"/>
          <p:cNvSpPr/>
          <p:nvPr/>
        </p:nvSpPr>
        <p:spPr>
          <a:xfrm>
            <a:off x="41529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Freeform 1470"/>
          <p:cNvSpPr/>
          <p:nvPr/>
        </p:nvSpPr>
        <p:spPr>
          <a:xfrm>
            <a:off x="41910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49FF"/>
          </a:solidFill>
          <a:ln w="3175">
            <a:solidFill>
              <a:srgbClr val="003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Freeform 1471"/>
          <p:cNvSpPr/>
          <p:nvPr/>
        </p:nvSpPr>
        <p:spPr>
          <a:xfrm>
            <a:off x="42164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9FF"/>
          </a:solidFill>
          <a:ln w="3175">
            <a:solidFill>
              <a:srgbClr val="002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Freeform 1472"/>
          <p:cNvSpPr/>
          <p:nvPr/>
        </p:nvSpPr>
        <p:spPr>
          <a:xfrm>
            <a:off x="4254500" y="138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Freeform 1473"/>
          <p:cNvSpPr/>
          <p:nvPr/>
        </p:nvSpPr>
        <p:spPr>
          <a:xfrm>
            <a:off x="4292600" y="1384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Freeform 1474"/>
          <p:cNvSpPr/>
          <p:nvPr/>
        </p:nvSpPr>
        <p:spPr>
          <a:xfrm>
            <a:off x="4318000" y="1384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Freeform 1475"/>
          <p:cNvSpPr/>
          <p:nvPr/>
        </p:nvSpPr>
        <p:spPr>
          <a:xfrm>
            <a:off x="4356100" y="1371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32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Freeform 1476"/>
          <p:cNvSpPr/>
          <p:nvPr/>
        </p:nvSpPr>
        <p:spPr>
          <a:xfrm>
            <a:off x="3378200" y="156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Freeform 1477"/>
          <p:cNvSpPr/>
          <p:nvPr/>
        </p:nvSpPr>
        <p:spPr>
          <a:xfrm>
            <a:off x="34163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Freeform 1478"/>
          <p:cNvSpPr/>
          <p:nvPr/>
        </p:nvSpPr>
        <p:spPr>
          <a:xfrm>
            <a:off x="34544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Freeform 1479"/>
          <p:cNvSpPr/>
          <p:nvPr/>
        </p:nvSpPr>
        <p:spPr>
          <a:xfrm>
            <a:off x="34798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Freeform 1480"/>
          <p:cNvSpPr/>
          <p:nvPr/>
        </p:nvSpPr>
        <p:spPr>
          <a:xfrm>
            <a:off x="35179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Freeform 1481"/>
          <p:cNvSpPr/>
          <p:nvPr/>
        </p:nvSpPr>
        <p:spPr>
          <a:xfrm>
            <a:off x="35560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Freeform 1482"/>
          <p:cNvSpPr/>
          <p:nvPr/>
        </p:nvSpPr>
        <p:spPr>
          <a:xfrm>
            <a:off x="35814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Freeform 1483"/>
          <p:cNvSpPr/>
          <p:nvPr/>
        </p:nvSpPr>
        <p:spPr>
          <a:xfrm>
            <a:off x="36195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Freeform 1484"/>
          <p:cNvSpPr/>
          <p:nvPr/>
        </p:nvSpPr>
        <p:spPr>
          <a:xfrm>
            <a:off x="36576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Freeform 1485"/>
          <p:cNvSpPr/>
          <p:nvPr/>
        </p:nvSpPr>
        <p:spPr>
          <a:xfrm>
            <a:off x="36957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Freeform 1486"/>
          <p:cNvSpPr/>
          <p:nvPr/>
        </p:nvSpPr>
        <p:spPr>
          <a:xfrm>
            <a:off x="37211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Freeform 1487"/>
          <p:cNvSpPr/>
          <p:nvPr/>
        </p:nvSpPr>
        <p:spPr>
          <a:xfrm>
            <a:off x="37592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Freeform 1488"/>
          <p:cNvSpPr/>
          <p:nvPr/>
        </p:nvSpPr>
        <p:spPr>
          <a:xfrm>
            <a:off x="37973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Freeform 1489"/>
          <p:cNvSpPr/>
          <p:nvPr/>
        </p:nvSpPr>
        <p:spPr>
          <a:xfrm>
            <a:off x="38227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6"/>
          </a:solidFill>
          <a:ln w="3175">
            <a:solidFill>
              <a:srgbClr val="000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Freeform 1490"/>
          <p:cNvSpPr/>
          <p:nvPr/>
        </p:nvSpPr>
        <p:spPr>
          <a:xfrm>
            <a:off x="3860800" y="1485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Freeform 1491"/>
          <p:cNvSpPr/>
          <p:nvPr/>
        </p:nvSpPr>
        <p:spPr>
          <a:xfrm>
            <a:off x="3898900" y="1409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0018FF"/>
          </a:solidFill>
          <a:ln w="3175">
            <a:solidFill>
              <a:srgbClr val="001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Freeform 1492"/>
          <p:cNvSpPr/>
          <p:nvPr/>
        </p:nvSpPr>
        <p:spPr>
          <a:xfrm>
            <a:off x="3937000" y="1409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3FF"/>
          </a:solidFill>
          <a:ln w="3175">
            <a:solidFill>
              <a:srgbClr val="003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Freeform 1493"/>
          <p:cNvSpPr/>
          <p:nvPr/>
        </p:nvSpPr>
        <p:spPr>
          <a:xfrm>
            <a:off x="39624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33FF"/>
          </a:solidFill>
          <a:ln w="3175">
            <a:solidFill>
              <a:srgbClr val="002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Freeform 1494"/>
          <p:cNvSpPr/>
          <p:nvPr/>
        </p:nvSpPr>
        <p:spPr>
          <a:xfrm>
            <a:off x="40005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Freeform 1495"/>
          <p:cNvSpPr/>
          <p:nvPr/>
        </p:nvSpPr>
        <p:spPr>
          <a:xfrm>
            <a:off x="40386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2CFF"/>
          </a:solidFill>
          <a:ln w="3175">
            <a:solidFill>
              <a:srgbClr val="002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Freeform 1496"/>
          <p:cNvSpPr/>
          <p:nvPr/>
        </p:nvSpPr>
        <p:spPr>
          <a:xfrm>
            <a:off x="4064000" y="1397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Freeform 1497"/>
          <p:cNvSpPr/>
          <p:nvPr/>
        </p:nvSpPr>
        <p:spPr>
          <a:xfrm>
            <a:off x="4102100" y="1371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Freeform 1498"/>
          <p:cNvSpPr/>
          <p:nvPr/>
        </p:nvSpPr>
        <p:spPr>
          <a:xfrm>
            <a:off x="4140200" y="13462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Freeform 1499"/>
          <p:cNvSpPr/>
          <p:nvPr/>
        </p:nvSpPr>
        <p:spPr>
          <a:xfrm>
            <a:off x="4178300" y="1333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87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Freeform 1500"/>
          <p:cNvSpPr/>
          <p:nvPr/>
        </p:nvSpPr>
        <p:spPr>
          <a:xfrm>
            <a:off x="4203700" y="1333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8FF"/>
          </a:solidFill>
          <a:ln w="3175">
            <a:solidFill>
              <a:srgbClr val="006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Freeform 1501"/>
          <p:cNvSpPr/>
          <p:nvPr/>
        </p:nvSpPr>
        <p:spPr>
          <a:xfrm>
            <a:off x="4241800" y="1333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Freeform 1502"/>
          <p:cNvSpPr/>
          <p:nvPr/>
        </p:nvSpPr>
        <p:spPr>
          <a:xfrm>
            <a:off x="4279900" y="1320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Freeform 1503"/>
          <p:cNvSpPr/>
          <p:nvPr/>
        </p:nvSpPr>
        <p:spPr>
          <a:xfrm>
            <a:off x="4305300" y="1320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Freeform 1504"/>
          <p:cNvSpPr/>
          <p:nvPr/>
        </p:nvSpPr>
        <p:spPr>
          <a:xfrm>
            <a:off x="4343400" y="1320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86FF"/>
          </a:solidFill>
          <a:ln w="3175">
            <a:solidFill>
              <a:srgbClr val="006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Freeform 1505"/>
          <p:cNvSpPr/>
          <p:nvPr/>
        </p:nvSpPr>
        <p:spPr>
          <a:xfrm>
            <a:off x="3365500" y="156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Freeform 1506"/>
          <p:cNvSpPr/>
          <p:nvPr/>
        </p:nvSpPr>
        <p:spPr>
          <a:xfrm>
            <a:off x="34036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Freeform 1507"/>
          <p:cNvSpPr/>
          <p:nvPr/>
        </p:nvSpPr>
        <p:spPr>
          <a:xfrm>
            <a:off x="34417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Freeform 1508"/>
          <p:cNvSpPr/>
          <p:nvPr/>
        </p:nvSpPr>
        <p:spPr>
          <a:xfrm>
            <a:off x="34671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Freeform 1509"/>
          <p:cNvSpPr/>
          <p:nvPr/>
        </p:nvSpPr>
        <p:spPr>
          <a:xfrm>
            <a:off x="35052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Freeform 1510"/>
          <p:cNvSpPr/>
          <p:nvPr/>
        </p:nvSpPr>
        <p:spPr>
          <a:xfrm>
            <a:off x="35433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Freeform 1511"/>
          <p:cNvSpPr/>
          <p:nvPr/>
        </p:nvSpPr>
        <p:spPr>
          <a:xfrm>
            <a:off x="3568700" y="153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Freeform 1512"/>
          <p:cNvSpPr/>
          <p:nvPr/>
        </p:nvSpPr>
        <p:spPr>
          <a:xfrm>
            <a:off x="36068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Freeform 1513"/>
          <p:cNvSpPr/>
          <p:nvPr/>
        </p:nvSpPr>
        <p:spPr>
          <a:xfrm>
            <a:off x="36449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Freeform 1514"/>
          <p:cNvSpPr/>
          <p:nvPr/>
        </p:nvSpPr>
        <p:spPr>
          <a:xfrm>
            <a:off x="3683000" y="152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Freeform 1515"/>
          <p:cNvSpPr/>
          <p:nvPr/>
        </p:nvSpPr>
        <p:spPr>
          <a:xfrm>
            <a:off x="37084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Freeform 1516"/>
          <p:cNvSpPr/>
          <p:nvPr/>
        </p:nvSpPr>
        <p:spPr>
          <a:xfrm>
            <a:off x="37465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Freeform 1517"/>
          <p:cNvSpPr/>
          <p:nvPr/>
        </p:nvSpPr>
        <p:spPr>
          <a:xfrm>
            <a:off x="3784600" y="152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Freeform 1518"/>
          <p:cNvSpPr/>
          <p:nvPr/>
        </p:nvSpPr>
        <p:spPr>
          <a:xfrm>
            <a:off x="3810000" y="151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A2"/>
          </a:solidFill>
          <a:ln w="3175">
            <a:solidFill>
              <a:srgbClr val="000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Freeform 1519"/>
          <p:cNvSpPr/>
          <p:nvPr/>
        </p:nvSpPr>
        <p:spPr>
          <a:xfrm>
            <a:off x="3848100" y="147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Freeform 1520"/>
          <p:cNvSpPr/>
          <p:nvPr/>
        </p:nvSpPr>
        <p:spPr>
          <a:xfrm>
            <a:off x="3886200" y="14097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9FF"/>
          </a:solidFill>
          <a:ln w="3175">
            <a:solidFill>
              <a:srgbClr val="001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Freeform 1521"/>
          <p:cNvSpPr/>
          <p:nvPr/>
        </p:nvSpPr>
        <p:spPr>
          <a:xfrm>
            <a:off x="3924300" y="139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Freeform 1522"/>
          <p:cNvSpPr/>
          <p:nvPr/>
        </p:nvSpPr>
        <p:spPr>
          <a:xfrm>
            <a:off x="3949700" y="138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50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Freeform 1523"/>
          <p:cNvSpPr/>
          <p:nvPr/>
        </p:nvSpPr>
        <p:spPr>
          <a:xfrm>
            <a:off x="39878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Freeform 1524"/>
          <p:cNvSpPr/>
          <p:nvPr/>
        </p:nvSpPr>
        <p:spPr>
          <a:xfrm>
            <a:off x="4025900" y="138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4FF"/>
          </a:solidFill>
          <a:ln w="3175">
            <a:solidFill>
              <a:srgbClr val="004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Freeform 1525"/>
          <p:cNvSpPr/>
          <p:nvPr/>
        </p:nvSpPr>
        <p:spPr>
          <a:xfrm>
            <a:off x="40513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5EFF"/>
          </a:solidFill>
          <a:ln w="3175">
            <a:solidFill>
              <a:srgbClr val="004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Freeform 1526"/>
          <p:cNvSpPr/>
          <p:nvPr/>
        </p:nvSpPr>
        <p:spPr>
          <a:xfrm>
            <a:off x="4089400" y="1346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77FF"/>
          </a:solidFill>
          <a:ln w="3175">
            <a:solidFill>
              <a:srgbClr val="006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Freeform 1527"/>
          <p:cNvSpPr/>
          <p:nvPr/>
        </p:nvSpPr>
        <p:spPr>
          <a:xfrm>
            <a:off x="4127500" y="132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Freeform 1528"/>
          <p:cNvSpPr/>
          <p:nvPr/>
        </p:nvSpPr>
        <p:spPr>
          <a:xfrm>
            <a:off x="4165600" y="129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B9FF"/>
          </a:solidFill>
          <a:ln w="3175">
            <a:solidFill>
              <a:srgbClr val="009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Freeform 1529"/>
          <p:cNvSpPr/>
          <p:nvPr/>
        </p:nvSpPr>
        <p:spPr>
          <a:xfrm>
            <a:off x="4191000" y="1270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Freeform 1530"/>
          <p:cNvSpPr/>
          <p:nvPr/>
        </p:nvSpPr>
        <p:spPr>
          <a:xfrm>
            <a:off x="4229100" y="1270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Freeform 1531"/>
          <p:cNvSpPr/>
          <p:nvPr/>
        </p:nvSpPr>
        <p:spPr>
          <a:xfrm>
            <a:off x="4267200" y="12573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Freeform 1532"/>
          <p:cNvSpPr/>
          <p:nvPr/>
        </p:nvSpPr>
        <p:spPr>
          <a:xfrm>
            <a:off x="4292600" y="1257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Freeform 1533"/>
          <p:cNvSpPr/>
          <p:nvPr/>
        </p:nvSpPr>
        <p:spPr>
          <a:xfrm>
            <a:off x="4330700" y="1257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00DFFF"/>
          </a:solidFill>
          <a:ln w="3175">
            <a:solidFill>
              <a:srgbClr val="00B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Freeform 1534"/>
          <p:cNvSpPr/>
          <p:nvPr/>
        </p:nvSpPr>
        <p:spPr>
          <a:xfrm>
            <a:off x="3352800" y="156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Freeform 1535"/>
          <p:cNvSpPr/>
          <p:nvPr/>
        </p:nvSpPr>
        <p:spPr>
          <a:xfrm>
            <a:off x="3390900" y="154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1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Freeform 1536"/>
          <p:cNvSpPr/>
          <p:nvPr/>
        </p:nvSpPr>
        <p:spPr>
          <a:xfrm>
            <a:off x="3429000" y="154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Freeform 1537"/>
          <p:cNvSpPr/>
          <p:nvPr/>
        </p:nvSpPr>
        <p:spPr>
          <a:xfrm>
            <a:off x="34544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Freeform 1538"/>
          <p:cNvSpPr/>
          <p:nvPr/>
        </p:nvSpPr>
        <p:spPr>
          <a:xfrm>
            <a:off x="3492500" y="154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Freeform 1539"/>
          <p:cNvSpPr/>
          <p:nvPr/>
        </p:nvSpPr>
        <p:spPr>
          <a:xfrm>
            <a:off x="3530600" y="154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Freeform 1540"/>
          <p:cNvSpPr/>
          <p:nvPr/>
        </p:nvSpPr>
        <p:spPr>
          <a:xfrm>
            <a:off x="3568700" y="153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Freeform 1541"/>
          <p:cNvSpPr/>
          <p:nvPr/>
        </p:nvSpPr>
        <p:spPr>
          <a:xfrm>
            <a:off x="35941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Freeform 1542"/>
          <p:cNvSpPr/>
          <p:nvPr/>
        </p:nvSpPr>
        <p:spPr>
          <a:xfrm>
            <a:off x="3632200" y="153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Freeform 1543"/>
          <p:cNvSpPr/>
          <p:nvPr/>
        </p:nvSpPr>
        <p:spPr>
          <a:xfrm>
            <a:off x="3670300" y="153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Freeform 1544"/>
          <p:cNvSpPr/>
          <p:nvPr/>
        </p:nvSpPr>
        <p:spPr>
          <a:xfrm>
            <a:off x="3695700" y="152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Freeform 1545"/>
          <p:cNvSpPr/>
          <p:nvPr/>
        </p:nvSpPr>
        <p:spPr>
          <a:xfrm>
            <a:off x="3733800" y="1524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D"/>
          </a:solidFill>
          <a:ln w="3175">
            <a:solidFill>
              <a:srgbClr val="0000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Freeform 1546"/>
          <p:cNvSpPr/>
          <p:nvPr/>
        </p:nvSpPr>
        <p:spPr>
          <a:xfrm>
            <a:off x="3771900" y="151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Freeform 1547"/>
          <p:cNvSpPr/>
          <p:nvPr/>
        </p:nvSpPr>
        <p:spPr>
          <a:xfrm>
            <a:off x="38100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Freeform 1548"/>
          <p:cNvSpPr/>
          <p:nvPr/>
        </p:nvSpPr>
        <p:spPr>
          <a:xfrm>
            <a:off x="3835400" y="1460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00C4"/>
          </a:solidFill>
          <a:ln w="3175">
            <a:solidFill>
              <a:srgbClr val="0000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Freeform 1549"/>
          <p:cNvSpPr/>
          <p:nvPr/>
        </p:nvSpPr>
        <p:spPr>
          <a:xfrm>
            <a:off x="3873500" y="13970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1AFF"/>
          </a:solidFill>
          <a:ln w="3175">
            <a:solidFill>
              <a:srgbClr val="001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Freeform 1550"/>
          <p:cNvSpPr/>
          <p:nvPr/>
        </p:nvSpPr>
        <p:spPr>
          <a:xfrm>
            <a:off x="39116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5CFF"/>
          </a:solidFill>
          <a:ln w="3175">
            <a:solidFill>
              <a:srgbClr val="004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Freeform 1551"/>
          <p:cNvSpPr/>
          <p:nvPr/>
        </p:nvSpPr>
        <p:spPr>
          <a:xfrm>
            <a:off x="39370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Freeform 1552"/>
          <p:cNvSpPr/>
          <p:nvPr/>
        </p:nvSpPr>
        <p:spPr>
          <a:xfrm>
            <a:off x="39751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A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Freeform 1553"/>
          <p:cNvSpPr/>
          <p:nvPr/>
        </p:nvSpPr>
        <p:spPr>
          <a:xfrm>
            <a:off x="40132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Freeform 1554"/>
          <p:cNvSpPr/>
          <p:nvPr/>
        </p:nvSpPr>
        <p:spPr>
          <a:xfrm>
            <a:off x="4038600" y="134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Freeform 1555"/>
          <p:cNvSpPr/>
          <p:nvPr/>
        </p:nvSpPr>
        <p:spPr>
          <a:xfrm>
            <a:off x="4076700" y="133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8CFF"/>
          </a:solidFill>
          <a:ln w="3175">
            <a:solidFill>
              <a:srgbClr val="007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Freeform 1556"/>
          <p:cNvSpPr/>
          <p:nvPr/>
        </p:nvSpPr>
        <p:spPr>
          <a:xfrm>
            <a:off x="4114800" y="130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ADFF"/>
          </a:solidFill>
          <a:ln w="3175">
            <a:solidFill>
              <a:srgbClr val="008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Freeform 1557"/>
          <p:cNvSpPr/>
          <p:nvPr/>
        </p:nvSpPr>
        <p:spPr>
          <a:xfrm>
            <a:off x="4152900" y="1270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2"/>
                </a:lnTo>
                <a:lnTo>
                  <a:pt x="2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D6FF"/>
          </a:solidFill>
          <a:ln w="3175">
            <a:solidFill>
              <a:srgbClr val="00A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Freeform 1558"/>
          <p:cNvSpPr/>
          <p:nvPr/>
        </p:nvSpPr>
        <p:spPr>
          <a:xfrm>
            <a:off x="4178300" y="1231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DFFF2"/>
          </a:solidFill>
          <a:ln w="3175">
            <a:solidFill>
              <a:srgbClr val="0ACC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Freeform 1559"/>
          <p:cNvSpPr/>
          <p:nvPr/>
        </p:nvSpPr>
        <p:spPr>
          <a:xfrm>
            <a:off x="4216400" y="1168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5"/>
                </a:lnTo>
                <a:lnTo>
                  <a:pt x="1" y="8"/>
                </a:lnTo>
                <a:close/>
              </a:path>
            </a:pathLst>
          </a:custGeom>
          <a:solidFill>
            <a:srgbClr val="42FFBD"/>
          </a:solidFill>
          <a:ln w="3175">
            <a:solidFill>
              <a:srgbClr val="35C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Freeform 1560"/>
          <p:cNvSpPr/>
          <p:nvPr/>
        </p:nvSpPr>
        <p:spPr>
          <a:xfrm>
            <a:off x="4254500" y="11684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Freeform 1561"/>
          <p:cNvSpPr/>
          <p:nvPr/>
        </p:nvSpPr>
        <p:spPr>
          <a:xfrm>
            <a:off x="4279900" y="11684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Freeform 1562"/>
          <p:cNvSpPr/>
          <p:nvPr/>
        </p:nvSpPr>
        <p:spPr>
          <a:xfrm>
            <a:off x="4318000" y="11684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7C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Freeform 1563"/>
          <p:cNvSpPr/>
          <p:nvPr/>
        </p:nvSpPr>
        <p:spPr>
          <a:xfrm>
            <a:off x="3340100" y="153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Freeform 1564"/>
          <p:cNvSpPr/>
          <p:nvPr/>
        </p:nvSpPr>
        <p:spPr>
          <a:xfrm>
            <a:off x="3378200" y="1524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Freeform 1565"/>
          <p:cNvSpPr/>
          <p:nvPr/>
        </p:nvSpPr>
        <p:spPr>
          <a:xfrm>
            <a:off x="3416300" y="152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Freeform 1566"/>
          <p:cNvSpPr/>
          <p:nvPr/>
        </p:nvSpPr>
        <p:spPr>
          <a:xfrm>
            <a:off x="34417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Freeform 1567"/>
          <p:cNvSpPr/>
          <p:nvPr/>
        </p:nvSpPr>
        <p:spPr>
          <a:xfrm>
            <a:off x="3479800" y="152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Freeform 1568"/>
          <p:cNvSpPr/>
          <p:nvPr/>
        </p:nvSpPr>
        <p:spPr>
          <a:xfrm>
            <a:off x="3517900" y="151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Freeform 1569"/>
          <p:cNvSpPr/>
          <p:nvPr/>
        </p:nvSpPr>
        <p:spPr>
          <a:xfrm>
            <a:off x="3556000" y="151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Freeform 1570"/>
          <p:cNvSpPr/>
          <p:nvPr/>
        </p:nvSpPr>
        <p:spPr>
          <a:xfrm>
            <a:off x="35814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Freeform 1571"/>
          <p:cNvSpPr/>
          <p:nvPr/>
        </p:nvSpPr>
        <p:spPr>
          <a:xfrm>
            <a:off x="3619500" y="151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Freeform 1572"/>
          <p:cNvSpPr/>
          <p:nvPr/>
        </p:nvSpPr>
        <p:spPr>
          <a:xfrm>
            <a:off x="3657600" y="1498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Freeform 1573"/>
          <p:cNvSpPr/>
          <p:nvPr/>
        </p:nvSpPr>
        <p:spPr>
          <a:xfrm>
            <a:off x="36830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Freeform 1574"/>
          <p:cNvSpPr/>
          <p:nvPr/>
        </p:nvSpPr>
        <p:spPr>
          <a:xfrm>
            <a:off x="3721100" y="149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Freeform 1575"/>
          <p:cNvSpPr/>
          <p:nvPr/>
        </p:nvSpPr>
        <p:spPr>
          <a:xfrm>
            <a:off x="3759200" y="1485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Freeform 1576"/>
          <p:cNvSpPr/>
          <p:nvPr/>
        </p:nvSpPr>
        <p:spPr>
          <a:xfrm>
            <a:off x="37973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AF"/>
          </a:solidFill>
          <a:ln w="3175">
            <a:solidFill>
              <a:srgbClr val="0000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Freeform 1577"/>
          <p:cNvSpPr/>
          <p:nvPr/>
        </p:nvSpPr>
        <p:spPr>
          <a:xfrm>
            <a:off x="3822700" y="13462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9"/>
                </a:lnTo>
                <a:lnTo>
                  <a:pt x="3" y="0"/>
                </a:lnTo>
                <a:lnTo>
                  <a:pt x="0" y="10"/>
                </a:lnTo>
                <a:lnTo>
                  <a:pt x="1" y="12"/>
                </a:lnTo>
                <a:close/>
              </a:path>
            </a:pathLst>
          </a:custGeom>
          <a:solidFill>
            <a:srgbClr val="0000FC"/>
          </a:solidFill>
          <a:ln w="3175">
            <a:solidFill>
              <a:srgbClr val="0000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Freeform 1578"/>
          <p:cNvSpPr/>
          <p:nvPr/>
        </p:nvSpPr>
        <p:spPr>
          <a:xfrm>
            <a:off x="3860800" y="12573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1"/>
                </a:lnTo>
                <a:lnTo>
                  <a:pt x="3" y="0"/>
                </a:lnTo>
                <a:lnTo>
                  <a:pt x="0" y="7"/>
                </a:lnTo>
                <a:lnTo>
                  <a:pt x="1" y="16"/>
                </a:lnTo>
                <a:close/>
              </a:path>
            </a:pathLst>
          </a:custGeom>
          <a:solidFill>
            <a:srgbClr val="0080FF"/>
          </a:solidFill>
          <a:ln w="3175">
            <a:solidFill>
              <a:srgbClr val="006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Freeform 1579"/>
          <p:cNvSpPr/>
          <p:nvPr/>
        </p:nvSpPr>
        <p:spPr>
          <a:xfrm>
            <a:off x="3898900" y="12573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9"/>
                </a:lnTo>
                <a:lnTo>
                  <a:pt x="2" y="1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C1FF"/>
          </a:solidFill>
          <a:ln w="3175">
            <a:solidFill>
              <a:srgbClr val="009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Freeform 1580"/>
          <p:cNvSpPr/>
          <p:nvPr/>
        </p:nvSpPr>
        <p:spPr>
          <a:xfrm>
            <a:off x="3924300" y="12700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1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Freeform 1581"/>
          <p:cNvSpPr/>
          <p:nvPr/>
        </p:nvSpPr>
        <p:spPr>
          <a:xfrm>
            <a:off x="3962400" y="12827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Freeform 1582"/>
          <p:cNvSpPr/>
          <p:nvPr/>
        </p:nvSpPr>
        <p:spPr>
          <a:xfrm>
            <a:off x="4000500" y="12827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6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00B0FF"/>
          </a:solidFill>
          <a:ln w="3175">
            <a:solidFill>
              <a:srgbClr val="008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Freeform 1583"/>
          <p:cNvSpPr/>
          <p:nvPr/>
        </p:nvSpPr>
        <p:spPr>
          <a:xfrm>
            <a:off x="4038600" y="12827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6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Freeform 1584"/>
          <p:cNvSpPr/>
          <p:nvPr/>
        </p:nvSpPr>
        <p:spPr>
          <a:xfrm>
            <a:off x="4064000" y="12573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6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C8FF"/>
          </a:solidFill>
          <a:ln w="3175">
            <a:solidFill>
              <a:srgbClr val="00A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Freeform 1585"/>
          <p:cNvSpPr/>
          <p:nvPr/>
        </p:nvSpPr>
        <p:spPr>
          <a:xfrm>
            <a:off x="4102100" y="1231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6"/>
                </a:lnTo>
                <a:lnTo>
                  <a:pt x="3" y="0"/>
                </a:lnTo>
                <a:lnTo>
                  <a:pt x="0" y="2"/>
                </a:lnTo>
                <a:lnTo>
                  <a:pt x="1" y="8"/>
                </a:lnTo>
                <a:close/>
              </a:path>
            </a:pathLst>
          </a:custGeom>
          <a:solidFill>
            <a:srgbClr val="00E9FF"/>
          </a:solidFill>
          <a:ln w="3175">
            <a:solidFill>
              <a:srgbClr val="00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Freeform 1586"/>
          <p:cNvSpPr/>
          <p:nvPr/>
        </p:nvSpPr>
        <p:spPr>
          <a:xfrm>
            <a:off x="4140200" y="1206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5"/>
                </a:lnTo>
                <a:lnTo>
                  <a:pt x="2" y="0"/>
                </a:lnTo>
                <a:lnTo>
                  <a:pt x="0" y="2"/>
                </a:lnTo>
                <a:lnTo>
                  <a:pt x="1" y="8"/>
                </a:lnTo>
                <a:close/>
              </a:path>
            </a:pathLst>
          </a:custGeom>
          <a:solidFill>
            <a:srgbClr val="16FFE9"/>
          </a:solidFill>
          <a:ln w="3175">
            <a:solidFill>
              <a:srgbClr val="12CC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Freeform 1587"/>
          <p:cNvSpPr/>
          <p:nvPr/>
        </p:nvSpPr>
        <p:spPr>
          <a:xfrm>
            <a:off x="4165600" y="11557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6"/>
                </a:lnTo>
                <a:lnTo>
                  <a:pt x="3" y="0"/>
                </a:lnTo>
                <a:lnTo>
                  <a:pt x="0" y="4"/>
                </a:lnTo>
                <a:lnTo>
                  <a:pt x="1" y="9"/>
                </a:lnTo>
                <a:close/>
              </a:path>
            </a:pathLst>
          </a:custGeom>
          <a:solidFill>
            <a:srgbClr val="58FFA7"/>
          </a:solidFill>
          <a:ln w="3175">
            <a:solidFill>
              <a:srgbClr val="46C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Freeform 1588"/>
          <p:cNvSpPr/>
          <p:nvPr/>
        </p:nvSpPr>
        <p:spPr>
          <a:xfrm>
            <a:off x="4203700" y="10541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9"/>
                </a:lnTo>
                <a:lnTo>
                  <a:pt x="3" y="0"/>
                </a:lnTo>
                <a:lnTo>
                  <a:pt x="0" y="8"/>
                </a:lnTo>
                <a:lnTo>
                  <a:pt x="1" y="14"/>
                </a:lnTo>
                <a:close/>
              </a:path>
            </a:pathLst>
          </a:custGeom>
          <a:solidFill>
            <a:srgbClr val="BDFF42"/>
          </a:solidFill>
          <a:ln w="3175">
            <a:solidFill>
              <a:srgbClr val="97CC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Freeform 1589"/>
          <p:cNvSpPr/>
          <p:nvPr/>
        </p:nvSpPr>
        <p:spPr>
          <a:xfrm>
            <a:off x="4241800" y="10414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FE00"/>
          </a:solidFill>
          <a:ln w="3175">
            <a:solidFill>
              <a:srgbClr val="CC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Freeform 1590"/>
          <p:cNvSpPr/>
          <p:nvPr/>
        </p:nvSpPr>
        <p:spPr>
          <a:xfrm>
            <a:off x="4267200" y="1041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Freeform 1591"/>
          <p:cNvSpPr/>
          <p:nvPr/>
        </p:nvSpPr>
        <p:spPr>
          <a:xfrm>
            <a:off x="4305300" y="10414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F800"/>
          </a:solidFill>
          <a:ln w="3175">
            <a:solidFill>
              <a:srgbClr val="CCC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Freeform 1592"/>
          <p:cNvSpPr/>
          <p:nvPr/>
        </p:nvSpPr>
        <p:spPr>
          <a:xfrm>
            <a:off x="33274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Freeform 1593"/>
          <p:cNvSpPr/>
          <p:nvPr/>
        </p:nvSpPr>
        <p:spPr>
          <a:xfrm>
            <a:off x="3365500" y="148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Freeform 1594"/>
          <p:cNvSpPr/>
          <p:nvPr/>
        </p:nvSpPr>
        <p:spPr>
          <a:xfrm>
            <a:off x="3403600" y="148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Freeform 1595"/>
          <p:cNvSpPr/>
          <p:nvPr/>
        </p:nvSpPr>
        <p:spPr>
          <a:xfrm>
            <a:off x="3429000" y="1473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Freeform 1596"/>
          <p:cNvSpPr/>
          <p:nvPr/>
        </p:nvSpPr>
        <p:spPr>
          <a:xfrm>
            <a:off x="3467100" y="1473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Freeform 1597"/>
          <p:cNvSpPr/>
          <p:nvPr/>
        </p:nvSpPr>
        <p:spPr>
          <a:xfrm>
            <a:off x="3505200" y="1473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Freeform 1598"/>
          <p:cNvSpPr/>
          <p:nvPr/>
        </p:nvSpPr>
        <p:spPr>
          <a:xfrm>
            <a:off x="35433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Freeform 1599"/>
          <p:cNvSpPr/>
          <p:nvPr/>
        </p:nvSpPr>
        <p:spPr>
          <a:xfrm>
            <a:off x="3568700" y="1460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Freeform 1600"/>
          <p:cNvSpPr/>
          <p:nvPr/>
        </p:nvSpPr>
        <p:spPr>
          <a:xfrm>
            <a:off x="3606800" y="14605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Freeform 1601"/>
          <p:cNvSpPr/>
          <p:nvPr/>
        </p:nvSpPr>
        <p:spPr>
          <a:xfrm>
            <a:off x="3644900" y="1460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Freeform 1602"/>
          <p:cNvSpPr/>
          <p:nvPr/>
        </p:nvSpPr>
        <p:spPr>
          <a:xfrm>
            <a:off x="36703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Freeform 1603"/>
          <p:cNvSpPr/>
          <p:nvPr/>
        </p:nvSpPr>
        <p:spPr>
          <a:xfrm>
            <a:off x="3708400" y="146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Freeform 1604"/>
          <p:cNvSpPr/>
          <p:nvPr/>
        </p:nvSpPr>
        <p:spPr>
          <a:xfrm>
            <a:off x="3746500" y="1447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C9"/>
          </a:solidFill>
          <a:ln w="3175">
            <a:solidFill>
              <a:srgbClr val="0000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Freeform 1605"/>
          <p:cNvSpPr/>
          <p:nvPr/>
        </p:nvSpPr>
        <p:spPr>
          <a:xfrm>
            <a:off x="3784600" y="1435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D8"/>
          </a:solidFill>
          <a:ln w="3175">
            <a:solidFill>
              <a:srgbClr val="0000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Freeform 1606"/>
          <p:cNvSpPr/>
          <p:nvPr/>
        </p:nvSpPr>
        <p:spPr>
          <a:xfrm>
            <a:off x="3810000" y="13208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2"/>
                </a:lnTo>
                <a:lnTo>
                  <a:pt x="3" y="0"/>
                </a:lnTo>
                <a:lnTo>
                  <a:pt x="0" y="9"/>
                </a:lnTo>
                <a:lnTo>
                  <a:pt x="1" y="12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Freeform 1607"/>
          <p:cNvSpPr/>
          <p:nvPr/>
        </p:nvSpPr>
        <p:spPr>
          <a:xfrm>
            <a:off x="3848100" y="1155700"/>
            <a:ext cx="50800" cy="190500"/>
          </a:xfrm>
          <a:custGeom>
            <a:avLst/>
            <a:gdLst/>
            <a:ahLst/>
            <a:cxnLst/>
            <a:rect l="l" t="t" r="r" b="b"/>
            <a:pathLst>
              <a:path w="4" h="15">
                <a:moveTo>
                  <a:pt x="1" y="15"/>
                </a:moveTo>
                <a:lnTo>
                  <a:pt x="4" y="8"/>
                </a:lnTo>
                <a:lnTo>
                  <a:pt x="3" y="0"/>
                </a:lnTo>
                <a:lnTo>
                  <a:pt x="0" y="13"/>
                </a:lnTo>
                <a:lnTo>
                  <a:pt x="1" y="15"/>
                </a:lnTo>
                <a:close/>
              </a:path>
            </a:pathLst>
          </a:custGeom>
          <a:solidFill>
            <a:srgbClr val="18FFE7"/>
          </a:solidFill>
          <a:ln w="3175">
            <a:solidFill>
              <a:srgbClr val="13CC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Freeform 1608"/>
          <p:cNvSpPr/>
          <p:nvPr/>
        </p:nvSpPr>
        <p:spPr>
          <a:xfrm>
            <a:off x="3886200" y="11557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8"/>
                </a:moveTo>
                <a:lnTo>
                  <a:pt x="3" y="9"/>
                </a:lnTo>
                <a:lnTo>
                  <a:pt x="2" y="2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72FF8D"/>
          </a:solidFill>
          <a:ln w="3175">
            <a:solidFill>
              <a:srgbClr val="5CC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Freeform 1609"/>
          <p:cNvSpPr/>
          <p:nvPr/>
        </p:nvSpPr>
        <p:spPr>
          <a:xfrm>
            <a:off x="3911600" y="1181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7"/>
                </a:moveTo>
                <a:lnTo>
                  <a:pt x="4" y="8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52FFAD"/>
          </a:solidFill>
          <a:ln w="3175">
            <a:solidFill>
              <a:srgbClr val="42C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Freeform 1610"/>
          <p:cNvSpPr/>
          <p:nvPr/>
        </p:nvSpPr>
        <p:spPr>
          <a:xfrm>
            <a:off x="3949700" y="1193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1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30C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Freeform 1611"/>
          <p:cNvSpPr/>
          <p:nvPr/>
        </p:nvSpPr>
        <p:spPr>
          <a:xfrm>
            <a:off x="3987800" y="1193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33FFCC"/>
          </a:solidFill>
          <a:ln w="3175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Freeform 1612"/>
          <p:cNvSpPr/>
          <p:nvPr/>
        </p:nvSpPr>
        <p:spPr>
          <a:xfrm>
            <a:off x="4025900" y="11938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2FFCD"/>
          </a:solidFill>
          <a:ln w="3175">
            <a:solidFill>
              <a:srgbClr val="28CC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Freeform 1613"/>
          <p:cNvSpPr/>
          <p:nvPr/>
        </p:nvSpPr>
        <p:spPr>
          <a:xfrm>
            <a:off x="4051300" y="1193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3BFFC4"/>
          </a:solidFill>
          <a:ln w="3175">
            <a:solidFill>
              <a:srgbClr val="2FCC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Freeform 1614"/>
          <p:cNvSpPr/>
          <p:nvPr/>
        </p:nvSpPr>
        <p:spPr>
          <a:xfrm>
            <a:off x="4089400" y="11684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55FFAA"/>
          </a:solidFill>
          <a:ln w="3175">
            <a:solidFill>
              <a:srgbClr val="44C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Freeform 1615"/>
          <p:cNvSpPr/>
          <p:nvPr/>
        </p:nvSpPr>
        <p:spPr>
          <a:xfrm>
            <a:off x="4127500" y="11303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6"/>
                </a:lnTo>
                <a:lnTo>
                  <a:pt x="2" y="0"/>
                </a:lnTo>
                <a:lnTo>
                  <a:pt x="0" y="3"/>
                </a:lnTo>
                <a:lnTo>
                  <a:pt x="1" y="8"/>
                </a:lnTo>
                <a:close/>
              </a:path>
            </a:pathLst>
          </a:custGeom>
          <a:solidFill>
            <a:srgbClr val="83FF7C"/>
          </a:solidFill>
          <a:ln w="3175">
            <a:solidFill>
              <a:srgbClr val="68C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Freeform 1616"/>
          <p:cNvSpPr/>
          <p:nvPr/>
        </p:nvSpPr>
        <p:spPr>
          <a:xfrm>
            <a:off x="4152900" y="10795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6"/>
                </a:lnTo>
                <a:lnTo>
                  <a:pt x="3" y="0"/>
                </a:lnTo>
                <a:lnTo>
                  <a:pt x="0" y="4"/>
                </a:lnTo>
                <a:lnTo>
                  <a:pt x="1" y="10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9FC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Freeform 1617"/>
          <p:cNvSpPr/>
          <p:nvPr/>
        </p:nvSpPr>
        <p:spPr>
          <a:xfrm>
            <a:off x="4191000" y="9906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5"/>
                </a:lnTo>
                <a:lnTo>
                  <a:pt x="3" y="0"/>
                </a:lnTo>
                <a:lnTo>
                  <a:pt x="0" y="7"/>
                </a:lnTo>
                <a:lnTo>
                  <a:pt x="1" y="13"/>
                </a:lnTo>
                <a:close/>
              </a:path>
            </a:pathLst>
          </a:custGeom>
          <a:solidFill>
            <a:srgbClr val="FFC000"/>
          </a:solidFill>
          <a:ln w="3175">
            <a:solidFill>
              <a:srgbClr val="CC9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Freeform 1618"/>
          <p:cNvSpPr/>
          <p:nvPr/>
        </p:nvSpPr>
        <p:spPr>
          <a:xfrm>
            <a:off x="4229100" y="977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6900"/>
          </a:solidFill>
          <a:ln w="3175">
            <a:solidFill>
              <a:srgbClr val="CC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Freeform 1619"/>
          <p:cNvSpPr/>
          <p:nvPr/>
        </p:nvSpPr>
        <p:spPr>
          <a:xfrm>
            <a:off x="4267200" y="9779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0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0" y="5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Freeform 1620"/>
          <p:cNvSpPr/>
          <p:nvPr/>
        </p:nvSpPr>
        <p:spPr>
          <a:xfrm>
            <a:off x="4292600" y="965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5E00"/>
          </a:solidFill>
          <a:ln w="3175">
            <a:solidFill>
              <a:srgbClr val="CC4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Freeform 1621"/>
          <p:cNvSpPr/>
          <p:nvPr/>
        </p:nvSpPr>
        <p:spPr>
          <a:xfrm>
            <a:off x="33147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Freeform 1622"/>
          <p:cNvSpPr/>
          <p:nvPr/>
        </p:nvSpPr>
        <p:spPr>
          <a:xfrm>
            <a:off x="3352800" y="1447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Freeform 1623"/>
          <p:cNvSpPr/>
          <p:nvPr/>
        </p:nvSpPr>
        <p:spPr>
          <a:xfrm>
            <a:off x="3390900" y="1435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Freeform 1624"/>
          <p:cNvSpPr/>
          <p:nvPr/>
        </p:nvSpPr>
        <p:spPr>
          <a:xfrm>
            <a:off x="3416300" y="1435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Freeform 1625"/>
          <p:cNvSpPr/>
          <p:nvPr/>
        </p:nvSpPr>
        <p:spPr>
          <a:xfrm>
            <a:off x="3454400" y="143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Freeform 1626"/>
          <p:cNvSpPr/>
          <p:nvPr/>
        </p:nvSpPr>
        <p:spPr>
          <a:xfrm>
            <a:off x="3492500" y="143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Freeform 1627"/>
          <p:cNvSpPr/>
          <p:nvPr/>
        </p:nvSpPr>
        <p:spPr>
          <a:xfrm>
            <a:off x="3530600" y="1422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Freeform 1628"/>
          <p:cNvSpPr/>
          <p:nvPr/>
        </p:nvSpPr>
        <p:spPr>
          <a:xfrm>
            <a:off x="3556000" y="142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Freeform 1629"/>
          <p:cNvSpPr/>
          <p:nvPr/>
        </p:nvSpPr>
        <p:spPr>
          <a:xfrm>
            <a:off x="3594100" y="1422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Freeform 1630"/>
          <p:cNvSpPr/>
          <p:nvPr/>
        </p:nvSpPr>
        <p:spPr>
          <a:xfrm>
            <a:off x="3632200" y="1422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Freeform 1631"/>
          <p:cNvSpPr/>
          <p:nvPr/>
        </p:nvSpPr>
        <p:spPr>
          <a:xfrm>
            <a:off x="36576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Freeform 1632"/>
          <p:cNvSpPr/>
          <p:nvPr/>
        </p:nvSpPr>
        <p:spPr>
          <a:xfrm>
            <a:off x="36957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Freeform 1633"/>
          <p:cNvSpPr/>
          <p:nvPr/>
        </p:nvSpPr>
        <p:spPr>
          <a:xfrm>
            <a:off x="3733800" y="1409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2FF"/>
          </a:solidFill>
          <a:ln w="3175">
            <a:solidFill>
              <a:srgbClr val="000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Freeform 1634"/>
          <p:cNvSpPr/>
          <p:nvPr/>
        </p:nvSpPr>
        <p:spPr>
          <a:xfrm>
            <a:off x="37719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7FF"/>
          </a:solidFill>
          <a:ln w="3175">
            <a:solidFill>
              <a:srgbClr val="000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Freeform 1635"/>
          <p:cNvSpPr/>
          <p:nvPr/>
        </p:nvSpPr>
        <p:spPr>
          <a:xfrm>
            <a:off x="3797300" y="13081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"/>
                </a:lnTo>
                <a:lnTo>
                  <a:pt x="3" y="0"/>
                </a:lnTo>
                <a:lnTo>
                  <a:pt x="0" y="8"/>
                </a:lnTo>
                <a:lnTo>
                  <a:pt x="1" y="10"/>
                </a:lnTo>
                <a:close/>
              </a:path>
            </a:pathLst>
          </a:custGeom>
          <a:solidFill>
            <a:srgbClr val="0066FF"/>
          </a:solidFill>
          <a:ln w="3175">
            <a:solidFill>
              <a:srgbClr val="005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Freeform 1636"/>
          <p:cNvSpPr/>
          <p:nvPr/>
        </p:nvSpPr>
        <p:spPr>
          <a:xfrm>
            <a:off x="3835400" y="11430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1"/>
                </a:lnTo>
                <a:lnTo>
                  <a:pt x="3" y="0"/>
                </a:lnTo>
                <a:lnTo>
                  <a:pt x="0" y="13"/>
                </a:lnTo>
                <a:lnTo>
                  <a:pt x="1" y="14"/>
                </a:lnTo>
                <a:close/>
              </a:path>
            </a:pathLst>
          </a:custGeom>
          <a:solidFill>
            <a:srgbClr val="4BFFB4"/>
          </a:solidFill>
          <a:ln w="3175">
            <a:solidFill>
              <a:srgbClr val="3CC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Freeform 1637"/>
          <p:cNvSpPr/>
          <p:nvPr/>
        </p:nvSpPr>
        <p:spPr>
          <a:xfrm>
            <a:off x="3873500" y="1130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4FF2B"/>
          </a:solidFill>
          <a:ln w="3175">
            <a:solidFill>
              <a:srgbClr val="AACC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Freeform 1638"/>
          <p:cNvSpPr/>
          <p:nvPr/>
        </p:nvSpPr>
        <p:spPr>
          <a:xfrm>
            <a:off x="3898900" y="113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1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2FF3D"/>
          </a:solidFill>
          <a:ln w="3175">
            <a:solidFill>
              <a:srgbClr val="9BCC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Freeform 1639"/>
          <p:cNvSpPr/>
          <p:nvPr/>
        </p:nvSpPr>
        <p:spPr>
          <a:xfrm>
            <a:off x="3937000" y="1130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5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AEFF51"/>
          </a:solidFill>
          <a:ln w="3175">
            <a:solidFill>
              <a:srgbClr val="8CCC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Freeform 1640"/>
          <p:cNvSpPr/>
          <p:nvPr/>
        </p:nvSpPr>
        <p:spPr>
          <a:xfrm>
            <a:off x="3975100" y="1130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Freeform 1641"/>
          <p:cNvSpPr/>
          <p:nvPr/>
        </p:nvSpPr>
        <p:spPr>
          <a:xfrm>
            <a:off x="4013200" y="11303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Freeform 1642"/>
          <p:cNvSpPr/>
          <p:nvPr/>
        </p:nvSpPr>
        <p:spPr>
          <a:xfrm>
            <a:off x="4038600" y="113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ABFF54"/>
          </a:solidFill>
          <a:ln w="3175">
            <a:solidFill>
              <a:srgbClr val="89CC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Freeform 1643"/>
          <p:cNvSpPr/>
          <p:nvPr/>
        </p:nvSpPr>
        <p:spPr>
          <a:xfrm>
            <a:off x="4076700" y="1117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B6FF49"/>
          </a:solidFill>
          <a:ln w="3175">
            <a:solidFill>
              <a:srgbClr val="92C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Freeform 1644"/>
          <p:cNvSpPr/>
          <p:nvPr/>
        </p:nvSpPr>
        <p:spPr>
          <a:xfrm>
            <a:off x="4114800" y="10795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4"/>
                </a:lnTo>
                <a:lnTo>
                  <a:pt x="2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DBFF24"/>
          </a:solidFill>
          <a:ln w="3175">
            <a:solidFill>
              <a:srgbClr val="AFCC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Freeform 1645"/>
          <p:cNvSpPr/>
          <p:nvPr/>
        </p:nvSpPr>
        <p:spPr>
          <a:xfrm>
            <a:off x="4140200" y="10287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4"/>
                </a:lnTo>
                <a:lnTo>
                  <a:pt x="3" y="0"/>
                </a:lnTo>
                <a:lnTo>
                  <a:pt x="0" y="4"/>
                </a:lnTo>
                <a:lnTo>
                  <a:pt x="1" y="8"/>
                </a:lnTo>
                <a:close/>
              </a:path>
            </a:pathLst>
          </a:custGeom>
          <a:solidFill>
            <a:srgbClr val="FFDE00"/>
          </a:solidFill>
          <a:ln w="3175">
            <a:solidFill>
              <a:srgbClr val="CCB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Freeform 1646"/>
          <p:cNvSpPr/>
          <p:nvPr/>
        </p:nvSpPr>
        <p:spPr>
          <a:xfrm>
            <a:off x="4178300" y="9525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3"/>
                </a:lnTo>
                <a:lnTo>
                  <a:pt x="3" y="0"/>
                </a:lnTo>
                <a:lnTo>
                  <a:pt x="0" y="6"/>
                </a:lnTo>
                <a:lnTo>
                  <a:pt x="1" y="10"/>
                </a:lnTo>
                <a:close/>
              </a:path>
            </a:pathLst>
          </a:custGeom>
          <a:solidFill>
            <a:srgbClr val="FF6A00"/>
          </a:solidFill>
          <a:ln w="3175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Freeform 1647"/>
          <p:cNvSpPr/>
          <p:nvPr/>
        </p:nvSpPr>
        <p:spPr>
          <a:xfrm>
            <a:off x="4216400" y="927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FF1600"/>
          </a:solidFill>
          <a:ln w="3175">
            <a:solidFill>
              <a:srgbClr val="CC1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Freeform 1648"/>
          <p:cNvSpPr/>
          <p:nvPr/>
        </p:nvSpPr>
        <p:spPr>
          <a:xfrm>
            <a:off x="4254500" y="927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Freeform 1649"/>
          <p:cNvSpPr/>
          <p:nvPr/>
        </p:nvSpPr>
        <p:spPr>
          <a:xfrm>
            <a:off x="4279900" y="927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FF0C00"/>
          </a:solidFill>
          <a:ln w="3175">
            <a:solidFill>
              <a:srgbClr val="CC0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Freeform 1650"/>
          <p:cNvSpPr/>
          <p:nvPr/>
        </p:nvSpPr>
        <p:spPr>
          <a:xfrm>
            <a:off x="33020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Freeform 1651"/>
          <p:cNvSpPr/>
          <p:nvPr/>
        </p:nvSpPr>
        <p:spPr>
          <a:xfrm>
            <a:off x="3340100" y="140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Freeform 1652"/>
          <p:cNvSpPr/>
          <p:nvPr/>
        </p:nvSpPr>
        <p:spPr>
          <a:xfrm>
            <a:off x="33782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Freeform 1653"/>
          <p:cNvSpPr/>
          <p:nvPr/>
        </p:nvSpPr>
        <p:spPr>
          <a:xfrm>
            <a:off x="3403600" y="139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Freeform 1654"/>
          <p:cNvSpPr/>
          <p:nvPr/>
        </p:nvSpPr>
        <p:spPr>
          <a:xfrm>
            <a:off x="3441700" y="139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Freeform 1655"/>
          <p:cNvSpPr/>
          <p:nvPr/>
        </p:nvSpPr>
        <p:spPr>
          <a:xfrm>
            <a:off x="3479800" y="139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Freeform 1656"/>
          <p:cNvSpPr/>
          <p:nvPr/>
        </p:nvSpPr>
        <p:spPr>
          <a:xfrm>
            <a:off x="35179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Freeform 1657"/>
          <p:cNvSpPr/>
          <p:nvPr/>
        </p:nvSpPr>
        <p:spPr>
          <a:xfrm>
            <a:off x="3543300" y="138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Freeform 1658"/>
          <p:cNvSpPr/>
          <p:nvPr/>
        </p:nvSpPr>
        <p:spPr>
          <a:xfrm>
            <a:off x="3581400" y="138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Freeform 1659"/>
          <p:cNvSpPr/>
          <p:nvPr/>
        </p:nvSpPr>
        <p:spPr>
          <a:xfrm>
            <a:off x="3619500" y="1384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Freeform 1660"/>
          <p:cNvSpPr/>
          <p:nvPr/>
        </p:nvSpPr>
        <p:spPr>
          <a:xfrm>
            <a:off x="3644900" y="138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Freeform 1661"/>
          <p:cNvSpPr/>
          <p:nvPr/>
        </p:nvSpPr>
        <p:spPr>
          <a:xfrm>
            <a:off x="36830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Freeform 1662"/>
          <p:cNvSpPr/>
          <p:nvPr/>
        </p:nvSpPr>
        <p:spPr>
          <a:xfrm>
            <a:off x="3721100" y="137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6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Freeform 1663"/>
          <p:cNvSpPr/>
          <p:nvPr/>
        </p:nvSpPr>
        <p:spPr>
          <a:xfrm>
            <a:off x="37592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Freeform 1664"/>
          <p:cNvSpPr/>
          <p:nvPr/>
        </p:nvSpPr>
        <p:spPr>
          <a:xfrm>
            <a:off x="3784600" y="1295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9"/>
                </a:lnTo>
                <a:close/>
              </a:path>
            </a:pathLst>
          </a:custGeom>
          <a:solidFill>
            <a:srgbClr val="007FFF"/>
          </a:solidFill>
          <a:ln w="3175">
            <a:solidFill>
              <a:srgbClr val="006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Freeform 1665"/>
          <p:cNvSpPr/>
          <p:nvPr/>
        </p:nvSpPr>
        <p:spPr>
          <a:xfrm>
            <a:off x="3822700" y="11430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0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50FFAF"/>
          </a:solidFill>
          <a:ln w="3175">
            <a:solidFill>
              <a:srgbClr val="40C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Freeform 1666"/>
          <p:cNvSpPr/>
          <p:nvPr/>
        </p:nvSpPr>
        <p:spPr>
          <a:xfrm>
            <a:off x="3860800" y="1104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EBFF14"/>
          </a:solidFill>
          <a:ln w="3175">
            <a:solidFill>
              <a:srgbClr val="BCC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Freeform 1667"/>
          <p:cNvSpPr/>
          <p:nvPr/>
        </p:nvSpPr>
        <p:spPr>
          <a:xfrm>
            <a:off x="3886200" y="10795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4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FFF900"/>
          </a:solidFill>
          <a:ln w="3175">
            <a:solidFill>
              <a:srgbClr val="CCC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Freeform 1668"/>
          <p:cNvSpPr/>
          <p:nvPr/>
        </p:nvSpPr>
        <p:spPr>
          <a:xfrm>
            <a:off x="3924300" y="1066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F200"/>
          </a:solidFill>
          <a:ln w="3175">
            <a:solidFill>
              <a:srgbClr val="CC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Freeform 1669"/>
          <p:cNvSpPr/>
          <p:nvPr/>
        </p:nvSpPr>
        <p:spPr>
          <a:xfrm>
            <a:off x="3962400" y="1066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Freeform 1670"/>
          <p:cNvSpPr/>
          <p:nvPr/>
        </p:nvSpPr>
        <p:spPr>
          <a:xfrm>
            <a:off x="4000500" y="1066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Freeform 1671"/>
          <p:cNvSpPr/>
          <p:nvPr/>
        </p:nvSpPr>
        <p:spPr>
          <a:xfrm>
            <a:off x="4025900" y="1066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Freeform 1672"/>
          <p:cNvSpPr/>
          <p:nvPr/>
        </p:nvSpPr>
        <p:spPr>
          <a:xfrm>
            <a:off x="4064000" y="1066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FFF500"/>
          </a:solidFill>
          <a:ln w="3175">
            <a:solidFill>
              <a:srgbClr val="CCC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Freeform 1673"/>
          <p:cNvSpPr/>
          <p:nvPr/>
        </p:nvSpPr>
        <p:spPr>
          <a:xfrm>
            <a:off x="4102100" y="1054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FFE500"/>
          </a:solidFill>
          <a:ln w="3175">
            <a:solidFill>
              <a:srgbClr val="CC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Freeform 1674"/>
          <p:cNvSpPr/>
          <p:nvPr/>
        </p:nvSpPr>
        <p:spPr>
          <a:xfrm>
            <a:off x="4127500" y="1003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2"/>
                </a:lnTo>
                <a:lnTo>
                  <a:pt x="3" y="0"/>
                </a:lnTo>
                <a:lnTo>
                  <a:pt x="0" y="4"/>
                </a:lnTo>
                <a:lnTo>
                  <a:pt x="1" y="6"/>
                </a:lnTo>
                <a:close/>
              </a:path>
            </a:pathLst>
          </a:custGeom>
          <a:solidFill>
            <a:srgbClr val="FFA700"/>
          </a:solidFill>
          <a:ln w="3175">
            <a:solidFill>
              <a:srgbClr val="CC8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Freeform 1675"/>
          <p:cNvSpPr/>
          <p:nvPr/>
        </p:nvSpPr>
        <p:spPr>
          <a:xfrm>
            <a:off x="4165600" y="9144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3"/>
                </a:lnTo>
                <a:lnTo>
                  <a:pt x="3" y="0"/>
                </a:lnTo>
                <a:lnTo>
                  <a:pt x="0" y="7"/>
                </a:lnTo>
                <a:lnTo>
                  <a:pt x="1" y="9"/>
                </a:lnTo>
                <a:close/>
              </a:path>
            </a:pathLst>
          </a:custGeom>
          <a:solidFill>
            <a:srgbClr val="FF3400"/>
          </a:solidFill>
          <a:ln w="3175">
            <a:solidFill>
              <a:srgbClr val="CC2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Freeform 1676"/>
          <p:cNvSpPr/>
          <p:nvPr/>
        </p:nvSpPr>
        <p:spPr>
          <a:xfrm>
            <a:off x="4203700" y="901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E10000"/>
          </a:solidFill>
          <a:ln w="3175">
            <a:solidFill>
              <a:srgbClr val="B4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Freeform 1677"/>
          <p:cNvSpPr/>
          <p:nvPr/>
        </p:nvSpPr>
        <p:spPr>
          <a:xfrm>
            <a:off x="4241800" y="90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Freeform 1678"/>
          <p:cNvSpPr/>
          <p:nvPr/>
        </p:nvSpPr>
        <p:spPr>
          <a:xfrm>
            <a:off x="4267200" y="889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D8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Freeform 1679"/>
          <p:cNvSpPr/>
          <p:nvPr/>
        </p:nvSpPr>
        <p:spPr>
          <a:xfrm>
            <a:off x="32893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Freeform 1680"/>
          <p:cNvSpPr/>
          <p:nvPr/>
        </p:nvSpPr>
        <p:spPr>
          <a:xfrm>
            <a:off x="33274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Freeform 1681"/>
          <p:cNvSpPr/>
          <p:nvPr/>
        </p:nvSpPr>
        <p:spPr>
          <a:xfrm>
            <a:off x="3365500" y="138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Freeform 1682"/>
          <p:cNvSpPr/>
          <p:nvPr/>
        </p:nvSpPr>
        <p:spPr>
          <a:xfrm>
            <a:off x="3390900" y="138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Freeform 1683"/>
          <p:cNvSpPr/>
          <p:nvPr/>
        </p:nvSpPr>
        <p:spPr>
          <a:xfrm>
            <a:off x="34290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Freeform 1684"/>
          <p:cNvSpPr/>
          <p:nvPr/>
        </p:nvSpPr>
        <p:spPr>
          <a:xfrm>
            <a:off x="34671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Freeform 1685"/>
          <p:cNvSpPr/>
          <p:nvPr/>
        </p:nvSpPr>
        <p:spPr>
          <a:xfrm>
            <a:off x="35052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Freeform 1686"/>
          <p:cNvSpPr/>
          <p:nvPr/>
        </p:nvSpPr>
        <p:spPr>
          <a:xfrm>
            <a:off x="3530600" y="137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Freeform 1687"/>
          <p:cNvSpPr/>
          <p:nvPr/>
        </p:nvSpPr>
        <p:spPr>
          <a:xfrm>
            <a:off x="35687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Freeform 1688"/>
          <p:cNvSpPr/>
          <p:nvPr/>
        </p:nvSpPr>
        <p:spPr>
          <a:xfrm>
            <a:off x="3606800" y="135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Freeform 1689"/>
          <p:cNvSpPr/>
          <p:nvPr/>
        </p:nvSpPr>
        <p:spPr>
          <a:xfrm>
            <a:off x="36322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Freeform 1690"/>
          <p:cNvSpPr/>
          <p:nvPr/>
        </p:nvSpPr>
        <p:spPr>
          <a:xfrm>
            <a:off x="36703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Freeform 1691"/>
          <p:cNvSpPr/>
          <p:nvPr/>
        </p:nvSpPr>
        <p:spPr>
          <a:xfrm>
            <a:off x="3708400" y="134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AFF"/>
          </a:solidFill>
          <a:ln w="3175">
            <a:solidFill>
              <a:srgbClr val="004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Freeform 1692"/>
          <p:cNvSpPr/>
          <p:nvPr/>
        </p:nvSpPr>
        <p:spPr>
          <a:xfrm>
            <a:off x="3746500" y="134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9FF"/>
          </a:solidFill>
          <a:ln w="3175">
            <a:solidFill>
              <a:srgbClr val="004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Freeform 1693"/>
          <p:cNvSpPr/>
          <p:nvPr/>
        </p:nvSpPr>
        <p:spPr>
          <a:xfrm>
            <a:off x="3771900" y="12700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009BFF"/>
          </a:solidFill>
          <a:ln w="3175">
            <a:solidFill>
              <a:srgbClr val="007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Freeform 1694"/>
          <p:cNvSpPr/>
          <p:nvPr/>
        </p:nvSpPr>
        <p:spPr>
          <a:xfrm>
            <a:off x="3810000" y="11176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2"/>
                </a:lnTo>
                <a:lnTo>
                  <a:pt x="3" y="0"/>
                </a:lnTo>
                <a:lnTo>
                  <a:pt x="0" y="12"/>
                </a:lnTo>
                <a:lnTo>
                  <a:pt x="1" y="14"/>
                </a:lnTo>
                <a:close/>
              </a:path>
            </a:pathLst>
          </a:custGeom>
          <a:solidFill>
            <a:srgbClr val="60FF9F"/>
          </a:solidFill>
          <a:ln w="3175">
            <a:solidFill>
              <a:srgbClr val="4DC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Freeform 1695"/>
          <p:cNvSpPr/>
          <p:nvPr/>
        </p:nvSpPr>
        <p:spPr>
          <a:xfrm>
            <a:off x="3848100" y="10414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5"/>
                </a:lnTo>
                <a:lnTo>
                  <a:pt x="2" y="0"/>
                </a:lnTo>
                <a:lnTo>
                  <a:pt x="0" y="6"/>
                </a:lnTo>
                <a:lnTo>
                  <a:pt x="1" y="8"/>
                </a:lnTo>
                <a:close/>
              </a:path>
            </a:pathLst>
          </a:custGeom>
          <a:solidFill>
            <a:srgbClr val="FFF100"/>
          </a:solidFill>
          <a:ln w="3175">
            <a:solidFill>
              <a:srgbClr val="CCC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Freeform 1696"/>
          <p:cNvSpPr/>
          <p:nvPr/>
        </p:nvSpPr>
        <p:spPr>
          <a:xfrm>
            <a:off x="3873500" y="1016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5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FFAC00"/>
          </a:solidFill>
          <a:ln w="3175">
            <a:solidFill>
              <a:srgbClr val="CC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Freeform 1697"/>
          <p:cNvSpPr/>
          <p:nvPr/>
        </p:nvSpPr>
        <p:spPr>
          <a:xfrm>
            <a:off x="3911600" y="10033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9000"/>
          </a:solidFill>
          <a:ln w="3175">
            <a:solidFill>
              <a:srgbClr val="CC7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Freeform 1698"/>
          <p:cNvSpPr/>
          <p:nvPr/>
        </p:nvSpPr>
        <p:spPr>
          <a:xfrm>
            <a:off x="3949700" y="990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Freeform 1699"/>
          <p:cNvSpPr/>
          <p:nvPr/>
        </p:nvSpPr>
        <p:spPr>
          <a:xfrm>
            <a:off x="3987800" y="990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8A00"/>
          </a:solidFill>
          <a:ln w="3175">
            <a:solidFill>
              <a:srgbClr val="CC6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Freeform 1700"/>
          <p:cNvSpPr/>
          <p:nvPr/>
        </p:nvSpPr>
        <p:spPr>
          <a:xfrm>
            <a:off x="4013200" y="990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8C00"/>
          </a:solidFill>
          <a:ln w="3175">
            <a:solidFill>
              <a:srgbClr val="CC7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Freeform 1701"/>
          <p:cNvSpPr/>
          <p:nvPr/>
        </p:nvSpPr>
        <p:spPr>
          <a:xfrm>
            <a:off x="4051300" y="990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1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Freeform 1702"/>
          <p:cNvSpPr/>
          <p:nvPr/>
        </p:nvSpPr>
        <p:spPr>
          <a:xfrm>
            <a:off x="4089400" y="990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9900"/>
          </a:solidFill>
          <a:ln w="3175">
            <a:solidFill>
              <a:srgbClr val="CC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Freeform 1703"/>
          <p:cNvSpPr/>
          <p:nvPr/>
        </p:nvSpPr>
        <p:spPr>
          <a:xfrm>
            <a:off x="4114800" y="977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7300"/>
          </a:solidFill>
          <a:ln w="3175">
            <a:solidFill>
              <a:srgbClr val="CC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Freeform 1704"/>
          <p:cNvSpPr/>
          <p:nvPr/>
        </p:nvSpPr>
        <p:spPr>
          <a:xfrm>
            <a:off x="4152900" y="889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2"/>
                </a:lnTo>
                <a:lnTo>
                  <a:pt x="3" y="0"/>
                </a:lnTo>
                <a:lnTo>
                  <a:pt x="0" y="7"/>
                </a:lnTo>
                <a:lnTo>
                  <a:pt x="1" y="9"/>
                </a:lnTo>
                <a:close/>
              </a:path>
            </a:pathLst>
          </a:custGeom>
          <a:solidFill>
            <a:srgbClr val="FF0E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Freeform 1705"/>
          <p:cNvSpPr/>
          <p:nvPr/>
        </p:nvSpPr>
        <p:spPr>
          <a:xfrm>
            <a:off x="4191000" y="87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BC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Freeform 1706"/>
          <p:cNvSpPr/>
          <p:nvPr/>
        </p:nvSpPr>
        <p:spPr>
          <a:xfrm>
            <a:off x="4229100" y="863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Freeform 1707"/>
          <p:cNvSpPr/>
          <p:nvPr/>
        </p:nvSpPr>
        <p:spPr>
          <a:xfrm>
            <a:off x="4254500" y="86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B20000"/>
          </a:solidFill>
          <a:ln w="3175">
            <a:solidFill>
              <a:srgbClr val="8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Freeform 1708"/>
          <p:cNvSpPr/>
          <p:nvPr/>
        </p:nvSpPr>
        <p:spPr>
          <a:xfrm>
            <a:off x="32766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Freeform 1709"/>
          <p:cNvSpPr/>
          <p:nvPr/>
        </p:nvSpPr>
        <p:spPr>
          <a:xfrm>
            <a:off x="3314700" y="137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Freeform 1710"/>
          <p:cNvSpPr/>
          <p:nvPr/>
        </p:nvSpPr>
        <p:spPr>
          <a:xfrm>
            <a:off x="3352800" y="137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Freeform 1711"/>
          <p:cNvSpPr/>
          <p:nvPr/>
        </p:nvSpPr>
        <p:spPr>
          <a:xfrm>
            <a:off x="33782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Freeform 1712"/>
          <p:cNvSpPr/>
          <p:nvPr/>
        </p:nvSpPr>
        <p:spPr>
          <a:xfrm>
            <a:off x="3416300" y="135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Freeform 1713"/>
          <p:cNvSpPr/>
          <p:nvPr/>
        </p:nvSpPr>
        <p:spPr>
          <a:xfrm>
            <a:off x="34544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Freeform 1714"/>
          <p:cNvSpPr/>
          <p:nvPr/>
        </p:nvSpPr>
        <p:spPr>
          <a:xfrm>
            <a:off x="34925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Freeform 1715"/>
          <p:cNvSpPr/>
          <p:nvPr/>
        </p:nvSpPr>
        <p:spPr>
          <a:xfrm>
            <a:off x="3517900" y="134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Freeform 1716"/>
          <p:cNvSpPr/>
          <p:nvPr/>
        </p:nvSpPr>
        <p:spPr>
          <a:xfrm>
            <a:off x="3556000" y="134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Freeform 1717"/>
          <p:cNvSpPr/>
          <p:nvPr/>
        </p:nvSpPr>
        <p:spPr>
          <a:xfrm>
            <a:off x="35941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Freeform 1718"/>
          <p:cNvSpPr/>
          <p:nvPr/>
        </p:nvSpPr>
        <p:spPr>
          <a:xfrm>
            <a:off x="36195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Freeform 1719"/>
          <p:cNvSpPr/>
          <p:nvPr/>
        </p:nvSpPr>
        <p:spPr>
          <a:xfrm>
            <a:off x="3657600" y="1333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6E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Freeform 1720"/>
          <p:cNvSpPr/>
          <p:nvPr/>
        </p:nvSpPr>
        <p:spPr>
          <a:xfrm>
            <a:off x="3695700" y="1333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Freeform 1721"/>
          <p:cNvSpPr/>
          <p:nvPr/>
        </p:nvSpPr>
        <p:spPr>
          <a:xfrm>
            <a:off x="37338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Freeform 1722"/>
          <p:cNvSpPr/>
          <p:nvPr/>
        </p:nvSpPr>
        <p:spPr>
          <a:xfrm>
            <a:off x="3759200" y="12446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2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3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Freeform 1723"/>
          <p:cNvSpPr/>
          <p:nvPr/>
        </p:nvSpPr>
        <p:spPr>
          <a:xfrm>
            <a:off x="3797300" y="10922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2"/>
                </a:lnTo>
                <a:lnTo>
                  <a:pt x="3" y="0"/>
                </a:lnTo>
                <a:lnTo>
                  <a:pt x="0" y="12"/>
                </a:lnTo>
                <a:lnTo>
                  <a:pt x="1" y="14"/>
                </a:lnTo>
                <a:close/>
              </a:path>
            </a:pathLst>
          </a:custGeom>
          <a:solidFill>
            <a:srgbClr val="79FF86"/>
          </a:solidFill>
          <a:ln w="3175">
            <a:solidFill>
              <a:srgbClr val="61CC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Freeform 1724"/>
          <p:cNvSpPr/>
          <p:nvPr/>
        </p:nvSpPr>
        <p:spPr>
          <a:xfrm>
            <a:off x="3835400" y="939800"/>
            <a:ext cx="38100" cy="177800"/>
          </a:xfrm>
          <a:custGeom>
            <a:avLst/>
            <a:gdLst/>
            <a:ahLst/>
            <a:cxnLst/>
            <a:rect l="l" t="t" r="r" b="b"/>
            <a:pathLst>
              <a:path w="3" h="14">
                <a:moveTo>
                  <a:pt x="1" y="14"/>
                </a:moveTo>
                <a:lnTo>
                  <a:pt x="3" y="8"/>
                </a:lnTo>
                <a:lnTo>
                  <a:pt x="2" y="0"/>
                </a:lnTo>
                <a:lnTo>
                  <a:pt x="0" y="12"/>
                </a:lnTo>
                <a:lnTo>
                  <a:pt x="1" y="14"/>
                </a:lnTo>
                <a:close/>
              </a:path>
            </a:pathLst>
          </a:custGeom>
          <a:solidFill>
            <a:srgbClr val="FFA600"/>
          </a:solidFill>
          <a:ln w="3175">
            <a:solidFill>
              <a:srgbClr val="CC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Freeform 1725"/>
          <p:cNvSpPr/>
          <p:nvPr/>
        </p:nvSpPr>
        <p:spPr>
          <a:xfrm>
            <a:off x="3860800" y="9017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9"/>
                </a:lnTo>
                <a:lnTo>
                  <a:pt x="3" y="0"/>
                </a:lnTo>
                <a:lnTo>
                  <a:pt x="0" y="3"/>
                </a:lnTo>
                <a:lnTo>
                  <a:pt x="1" y="11"/>
                </a:lnTo>
                <a:close/>
              </a:path>
            </a:pathLst>
          </a:custGeom>
          <a:solidFill>
            <a:srgbClr val="FF2900"/>
          </a:solidFill>
          <a:ln w="3175">
            <a:solidFill>
              <a:srgbClr val="CC2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Freeform 1726"/>
          <p:cNvSpPr/>
          <p:nvPr/>
        </p:nvSpPr>
        <p:spPr>
          <a:xfrm>
            <a:off x="3898900" y="889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0700"/>
          </a:solidFill>
          <a:ln w="3175">
            <a:solidFill>
              <a:srgbClr val="CC0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Freeform 1727"/>
          <p:cNvSpPr/>
          <p:nvPr/>
        </p:nvSpPr>
        <p:spPr>
          <a:xfrm>
            <a:off x="3937000" y="889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0000"/>
          </a:solidFill>
          <a:ln w="3175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Freeform 1728"/>
          <p:cNvSpPr/>
          <p:nvPr/>
        </p:nvSpPr>
        <p:spPr>
          <a:xfrm>
            <a:off x="3975100" y="8890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E0000"/>
          </a:solidFill>
          <a:ln w="3175">
            <a:solidFill>
              <a:srgbClr val="C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Freeform 1729"/>
          <p:cNvSpPr/>
          <p:nvPr/>
        </p:nvSpPr>
        <p:spPr>
          <a:xfrm>
            <a:off x="4000500" y="8890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Freeform 1730"/>
          <p:cNvSpPr/>
          <p:nvPr/>
        </p:nvSpPr>
        <p:spPr>
          <a:xfrm>
            <a:off x="4038600" y="8890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8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FF0D00"/>
          </a:solidFill>
          <a:ln w="3175">
            <a:solidFill>
              <a:srgbClr val="CC0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Freeform 1731"/>
          <p:cNvSpPr/>
          <p:nvPr/>
        </p:nvSpPr>
        <p:spPr>
          <a:xfrm>
            <a:off x="4076700" y="8763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9"/>
                </a:lnTo>
                <a:lnTo>
                  <a:pt x="2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1000"/>
          </a:solidFill>
          <a:ln w="3175">
            <a:solidFill>
              <a:srgbClr val="CC0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Freeform 1732"/>
          <p:cNvSpPr/>
          <p:nvPr/>
        </p:nvSpPr>
        <p:spPr>
          <a:xfrm>
            <a:off x="4102100" y="8763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FF0200"/>
          </a:solidFill>
          <a:ln w="3175">
            <a:solidFill>
              <a:srgbClr val="CC0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Freeform 1733"/>
          <p:cNvSpPr/>
          <p:nvPr/>
        </p:nvSpPr>
        <p:spPr>
          <a:xfrm>
            <a:off x="4140200" y="863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D00000"/>
          </a:solidFill>
          <a:ln w="3175">
            <a:solidFill>
              <a:srgbClr val="A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Freeform 1734"/>
          <p:cNvSpPr/>
          <p:nvPr/>
        </p:nvSpPr>
        <p:spPr>
          <a:xfrm>
            <a:off x="4178300" y="85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D0000"/>
          </a:solidFill>
          <a:ln w="3175">
            <a:solidFill>
              <a:srgbClr val="7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Freeform 1735"/>
          <p:cNvSpPr/>
          <p:nvPr/>
        </p:nvSpPr>
        <p:spPr>
          <a:xfrm>
            <a:off x="4216400" y="838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Freeform 1736"/>
          <p:cNvSpPr/>
          <p:nvPr/>
        </p:nvSpPr>
        <p:spPr>
          <a:xfrm>
            <a:off x="4241800" y="83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30000"/>
          </a:solidFill>
          <a:ln w="3175">
            <a:solidFill>
              <a:srgbClr val="7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Freeform 1737"/>
          <p:cNvSpPr/>
          <p:nvPr/>
        </p:nvSpPr>
        <p:spPr>
          <a:xfrm>
            <a:off x="32639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Freeform 1738"/>
          <p:cNvSpPr/>
          <p:nvPr/>
        </p:nvSpPr>
        <p:spPr>
          <a:xfrm>
            <a:off x="33020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Freeform 1739"/>
          <p:cNvSpPr/>
          <p:nvPr/>
        </p:nvSpPr>
        <p:spPr>
          <a:xfrm>
            <a:off x="3340100" y="135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Freeform 1740"/>
          <p:cNvSpPr/>
          <p:nvPr/>
        </p:nvSpPr>
        <p:spPr>
          <a:xfrm>
            <a:off x="33655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Freeform 1741"/>
          <p:cNvSpPr/>
          <p:nvPr/>
        </p:nvSpPr>
        <p:spPr>
          <a:xfrm>
            <a:off x="34036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Freeform 1742"/>
          <p:cNvSpPr/>
          <p:nvPr/>
        </p:nvSpPr>
        <p:spPr>
          <a:xfrm>
            <a:off x="34417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Freeform 1743"/>
          <p:cNvSpPr/>
          <p:nvPr/>
        </p:nvSpPr>
        <p:spPr>
          <a:xfrm>
            <a:off x="34798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Freeform 1744"/>
          <p:cNvSpPr/>
          <p:nvPr/>
        </p:nvSpPr>
        <p:spPr>
          <a:xfrm>
            <a:off x="35052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Freeform 1745"/>
          <p:cNvSpPr/>
          <p:nvPr/>
        </p:nvSpPr>
        <p:spPr>
          <a:xfrm>
            <a:off x="35433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Freeform 1746"/>
          <p:cNvSpPr/>
          <p:nvPr/>
        </p:nvSpPr>
        <p:spPr>
          <a:xfrm>
            <a:off x="35814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Freeform 1747"/>
          <p:cNvSpPr/>
          <p:nvPr/>
        </p:nvSpPr>
        <p:spPr>
          <a:xfrm>
            <a:off x="3606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Freeform 1748"/>
          <p:cNvSpPr/>
          <p:nvPr/>
        </p:nvSpPr>
        <p:spPr>
          <a:xfrm>
            <a:off x="36449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Freeform 1749"/>
          <p:cNvSpPr/>
          <p:nvPr/>
        </p:nvSpPr>
        <p:spPr>
          <a:xfrm>
            <a:off x="36830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Freeform 1750"/>
          <p:cNvSpPr/>
          <p:nvPr/>
        </p:nvSpPr>
        <p:spPr>
          <a:xfrm>
            <a:off x="37211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4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Freeform 1751"/>
          <p:cNvSpPr/>
          <p:nvPr/>
        </p:nvSpPr>
        <p:spPr>
          <a:xfrm>
            <a:off x="3746500" y="12319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C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Freeform 1752"/>
          <p:cNvSpPr/>
          <p:nvPr/>
        </p:nvSpPr>
        <p:spPr>
          <a:xfrm>
            <a:off x="3784600" y="10922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0"/>
                </a:lnTo>
                <a:lnTo>
                  <a:pt x="3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85FF7A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Freeform 1753"/>
          <p:cNvSpPr/>
          <p:nvPr/>
        </p:nvSpPr>
        <p:spPr>
          <a:xfrm>
            <a:off x="3822700" y="9398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0"/>
                </a:lnTo>
                <a:lnTo>
                  <a:pt x="2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FF7900"/>
          </a:solidFill>
          <a:ln w="3175">
            <a:solidFill>
              <a:srgbClr val="CC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Freeform 1754"/>
          <p:cNvSpPr/>
          <p:nvPr/>
        </p:nvSpPr>
        <p:spPr>
          <a:xfrm>
            <a:off x="3848100" y="8636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3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C80000"/>
          </a:solidFill>
          <a:ln w="3175">
            <a:solidFill>
              <a:srgbClr val="A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Freeform 1755"/>
          <p:cNvSpPr/>
          <p:nvPr/>
        </p:nvSpPr>
        <p:spPr>
          <a:xfrm>
            <a:off x="3886200" y="86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9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Freeform 1756"/>
          <p:cNvSpPr/>
          <p:nvPr/>
        </p:nvSpPr>
        <p:spPr>
          <a:xfrm>
            <a:off x="3924300" y="86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Freeform 1757"/>
          <p:cNvSpPr/>
          <p:nvPr/>
        </p:nvSpPr>
        <p:spPr>
          <a:xfrm>
            <a:off x="3962400" y="850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70000"/>
          </a:solidFill>
          <a:ln w="3175">
            <a:solidFill>
              <a:srgbClr val="78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Freeform 1758"/>
          <p:cNvSpPr/>
          <p:nvPr/>
        </p:nvSpPr>
        <p:spPr>
          <a:xfrm>
            <a:off x="3987800" y="85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Freeform 1759"/>
          <p:cNvSpPr/>
          <p:nvPr/>
        </p:nvSpPr>
        <p:spPr>
          <a:xfrm>
            <a:off x="4025900" y="85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A0000"/>
          </a:solidFill>
          <a:ln w="3175">
            <a:solidFill>
              <a:srgbClr val="7B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Freeform 1760"/>
          <p:cNvSpPr/>
          <p:nvPr/>
        </p:nvSpPr>
        <p:spPr>
          <a:xfrm>
            <a:off x="4064000" y="850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B0000"/>
          </a:solidFill>
          <a:ln w="3175">
            <a:solidFill>
              <a:srgbClr val="7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Freeform 1761"/>
          <p:cNvSpPr/>
          <p:nvPr/>
        </p:nvSpPr>
        <p:spPr>
          <a:xfrm>
            <a:off x="4089400" y="83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980000"/>
          </a:solidFill>
          <a:ln w="3175">
            <a:solidFill>
              <a:srgbClr val="7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Freeform 1762"/>
          <p:cNvSpPr/>
          <p:nvPr/>
        </p:nvSpPr>
        <p:spPr>
          <a:xfrm>
            <a:off x="4127500" y="83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20000"/>
          </a:solidFill>
          <a:ln w="3175">
            <a:solidFill>
              <a:srgbClr val="75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Freeform 1763"/>
          <p:cNvSpPr/>
          <p:nvPr/>
        </p:nvSpPr>
        <p:spPr>
          <a:xfrm>
            <a:off x="4165600" y="83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880000"/>
          </a:solidFill>
          <a:ln w="3175">
            <a:solidFill>
              <a:srgbClr val="6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Freeform 1764"/>
          <p:cNvSpPr/>
          <p:nvPr/>
        </p:nvSpPr>
        <p:spPr>
          <a:xfrm>
            <a:off x="42037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Freeform 1765"/>
          <p:cNvSpPr/>
          <p:nvPr/>
        </p:nvSpPr>
        <p:spPr>
          <a:xfrm>
            <a:off x="42291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30000"/>
          </a:solidFill>
          <a:ln w="3175">
            <a:solidFill>
              <a:srgbClr val="6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Freeform 1766"/>
          <p:cNvSpPr/>
          <p:nvPr/>
        </p:nvSpPr>
        <p:spPr>
          <a:xfrm>
            <a:off x="3251200" y="135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Freeform 1767"/>
          <p:cNvSpPr/>
          <p:nvPr/>
        </p:nvSpPr>
        <p:spPr>
          <a:xfrm>
            <a:off x="32893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Freeform 1768"/>
          <p:cNvSpPr/>
          <p:nvPr/>
        </p:nvSpPr>
        <p:spPr>
          <a:xfrm>
            <a:off x="3327400" y="134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Freeform 1769"/>
          <p:cNvSpPr/>
          <p:nvPr/>
        </p:nvSpPr>
        <p:spPr>
          <a:xfrm>
            <a:off x="33528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Freeform 1770"/>
          <p:cNvSpPr/>
          <p:nvPr/>
        </p:nvSpPr>
        <p:spPr>
          <a:xfrm>
            <a:off x="33909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Freeform 1771"/>
          <p:cNvSpPr/>
          <p:nvPr/>
        </p:nvSpPr>
        <p:spPr>
          <a:xfrm>
            <a:off x="34290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Freeform 1772"/>
          <p:cNvSpPr/>
          <p:nvPr/>
        </p:nvSpPr>
        <p:spPr>
          <a:xfrm>
            <a:off x="34671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Freeform 1773"/>
          <p:cNvSpPr/>
          <p:nvPr/>
        </p:nvSpPr>
        <p:spPr>
          <a:xfrm>
            <a:off x="34925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Freeform 1774"/>
          <p:cNvSpPr/>
          <p:nvPr/>
        </p:nvSpPr>
        <p:spPr>
          <a:xfrm>
            <a:off x="35306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Freeform 1775"/>
          <p:cNvSpPr/>
          <p:nvPr/>
        </p:nvSpPr>
        <p:spPr>
          <a:xfrm>
            <a:off x="35687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Freeform 1776"/>
          <p:cNvSpPr/>
          <p:nvPr/>
        </p:nvSpPr>
        <p:spPr>
          <a:xfrm>
            <a:off x="3594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Freeform 1777"/>
          <p:cNvSpPr/>
          <p:nvPr/>
        </p:nvSpPr>
        <p:spPr>
          <a:xfrm>
            <a:off x="36322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Freeform 1778"/>
          <p:cNvSpPr/>
          <p:nvPr/>
        </p:nvSpPr>
        <p:spPr>
          <a:xfrm>
            <a:off x="36703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Freeform 1779"/>
          <p:cNvSpPr/>
          <p:nvPr/>
        </p:nvSpPr>
        <p:spPr>
          <a:xfrm>
            <a:off x="37084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Freeform 1780"/>
          <p:cNvSpPr/>
          <p:nvPr/>
        </p:nvSpPr>
        <p:spPr>
          <a:xfrm>
            <a:off x="3733800" y="1231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Freeform 1781"/>
          <p:cNvSpPr/>
          <p:nvPr/>
        </p:nvSpPr>
        <p:spPr>
          <a:xfrm>
            <a:off x="3771900" y="10795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Freeform 1782"/>
          <p:cNvSpPr/>
          <p:nvPr/>
        </p:nvSpPr>
        <p:spPr>
          <a:xfrm>
            <a:off x="3810000" y="9271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1"/>
                </a:lnTo>
                <a:lnTo>
                  <a:pt x="2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Freeform 1783"/>
          <p:cNvSpPr/>
          <p:nvPr/>
        </p:nvSpPr>
        <p:spPr>
          <a:xfrm>
            <a:off x="3835400" y="8509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Freeform 1784"/>
          <p:cNvSpPr/>
          <p:nvPr/>
        </p:nvSpPr>
        <p:spPr>
          <a:xfrm>
            <a:off x="38735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Freeform 1785"/>
          <p:cNvSpPr/>
          <p:nvPr/>
        </p:nvSpPr>
        <p:spPr>
          <a:xfrm>
            <a:off x="3911600" y="85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Freeform 1786"/>
          <p:cNvSpPr/>
          <p:nvPr/>
        </p:nvSpPr>
        <p:spPr>
          <a:xfrm>
            <a:off x="3949700" y="85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Freeform 1787"/>
          <p:cNvSpPr/>
          <p:nvPr/>
        </p:nvSpPr>
        <p:spPr>
          <a:xfrm>
            <a:off x="39751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Freeform 1788"/>
          <p:cNvSpPr/>
          <p:nvPr/>
        </p:nvSpPr>
        <p:spPr>
          <a:xfrm>
            <a:off x="40132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Freeform 1789"/>
          <p:cNvSpPr/>
          <p:nvPr/>
        </p:nvSpPr>
        <p:spPr>
          <a:xfrm>
            <a:off x="40513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Freeform 1790"/>
          <p:cNvSpPr/>
          <p:nvPr/>
        </p:nvSpPr>
        <p:spPr>
          <a:xfrm>
            <a:off x="40767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Freeform 1791"/>
          <p:cNvSpPr/>
          <p:nvPr/>
        </p:nvSpPr>
        <p:spPr>
          <a:xfrm>
            <a:off x="41148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Freeform 1792"/>
          <p:cNvSpPr/>
          <p:nvPr/>
        </p:nvSpPr>
        <p:spPr>
          <a:xfrm>
            <a:off x="41529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Freeform 1793"/>
          <p:cNvSpPr/>
          <p:nvPr/>
        </p:nvSpPr>
        <p:spPr>
          <a:xfrm>
            <a:off x="4191000" y="82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Freeform 1794"/>
          <p:cNvSpPr/>
          <p:nvPr/>
        </p:nvSpPr>
        <p:spPr>
          <a:xfrm>
            <a:off x="42164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Freeform 1795"/>
          <p:cNvSpPr/>
          <p:nvPr/>
        </p:nvSpPr>
        <p:spPr>
          <a:xfrm>
            <a:off x="32385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Freeform 1796"/>
          <p:cNvSpPr/>
          <p:nvPr/>
        </p:nvSpPr>
        <p:spPr>
          <a:xfrm>
            <a:off x="3276600" y="134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Freeform 1797"/>
          <p:cNvSpPr/>
          <p:nvPr/>
        </p:nvSpPr>
        <p:spPr>
          <a:xfrm>
            <a:off x="3314700" y="1346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Freeform 1798"/>
          <p:cNvSpPr/>
          <p:nvPr/>
        </p:nvSpPr>
        <p:spPr>
          <a:xfrm>
            <a:off x="3340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Freeform 1799"/>
          <p:cNvSpPr/>
          <p:nvPr/>
        </p:nvSpPr>
        <p:spPr>
          <a:xfrm>
            <a:off x="33782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Freeform 1800"/>
          <p:cNvSpPr/>
          <p:nvPr/>
        </p:nvSpPr>
        <p:spPr>
          <a:xfrm>
            <a:off x="34163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Freeform 1801"/>
          <p:cNvSpPr/>
          <p:nvPr/>
        </p:nvSpPr>
        <p:spPr>
          <a:xfrm>
            <a:off x="3454400" y="1333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Freeform 1802"/>
          <p:cNvSpPr/>
          <p:nvPr/>
        </p:nvSpPr>
        <p:spPr>
          <a:xfrm>
            <a:off x="34798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Freeform 1803"/>
          <p:cNvSpPr/>
          <p:nvPr/>
        </p:nvSpPr>
        <p:spPr>
          <a:xfrm>
            <a:off x="35179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Freeform 1804"/>
          <p:cNvSpPr/>
          <p:nvPr/>
        </p:nvSpPr>
        <p:spPr>
          <a:xfrm>
            <a:off x="35560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Freeform 1805"/>
          <p:cNvSpPr/>
          <p:nvPr/>
        </p:nvSpPr>
        <p:spPr>
          <a:xfrm>
            <a:off x="35814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Freeform 1806"/>
          <p:cNvSpPr/>
          <p:nvPr/>
        </p:nvSpPr>
        <p:spPr>
          <a:xfrm>
            <a:off x="3619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8" name="Freeform 1807"/>
          <p:cNvSpPr/>
          <p:nvPr/>
        </p:nvSpPr>
        <p:spPr>
          <a:xfrm>
            <a:off x="36576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Freeform 1808"/>
          <p:cNvSpPr/>
          <p:nvPr/>
        </p:nvSpPr>
        <p:spPr>
          <a:xfrm>
            <a:off x="3695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Freeform 1809"/>
          <p:cNvSpPr/>
          <p:nvPr/>
        </p:nvSpPr>
        <p:spPr>
          <a:xfrm>
            <a:off x="3721100" y="1219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1" name="Freeform 1810"/>
          <p:cNvSpPr/>
          <p:nvPr/>
        </p:nvSpPr>
        <p:spPr>
          <a:xfrm>
            <a:off x="3759200" y="10668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Freeform 1811"/>
          <p:cNvSpPr/>
          <p:nvPr/>
        </p:nvSpPr>
        <p:spPr>
          <a:xfrm>
            <a:off x="3797300" y="9144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1"/>
                </a:lnTo>
                <a:lnTo>
                  <a:pt x="2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Freeform 1812"/>
          <p:cNvSpPr/>
          <p:nvPr/>
        </p:nvSpPr>
        <p:spPr>
          <a:xfrm>
            <a:off x="3822700" y="8509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0"/>
                </a:lnTo>
                <a:lnTo>
                  <a:pt x="3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4" name="Freeform 1813"/>
          <p:cNvSpPr/>
          <p:nvPr/>
        </p:nvSpPr>
        <p:spPr>
          <a:xfrm>
            <a:off x="38608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Freeform 1814"/>
          <p:cNvSpPr/>
          <p:nvPr/>
        </p:nvSpPr>
        <p:spPr>
          <a:xfrm>
            <a:off x="38989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Freeform 1815"/>
          <p:cNvSpPr/>
          <p:nvPr/>
        </p:nvSpPr>
        <p:spPr>
          <a:xfrm>
            <a:off x="3937000" y="83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7" name="Freeform 1816"/>
          <p:cNvSpPr/>
          <p:nvPr/>
        </p:nvSpPr>
        <p:spPr>
          <a:xfrm>
            <a:off x="39624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Freeform 1817"/>
          <p:cNvSpPr/>
          <p:nvPr/>
        </p:nvSpPr>
        <p:spPr>
          <a:xfrm>
            <a:off x="40005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Freeform 1818"/>
          <p:cNvSpPr/>
          <p:nvPr/>
        </p:nvSpPr>
        <p:spPr>
          <a:xfrm>
            <a:off x="4038600" y="82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0" name="Freeform 1819"/>
          <p:cNvSpPr/>
          <p:nvPr/>
        </p:nvSpPr>
        <p:spPr>
          <a:xfrm>
            <a:off x="40640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Freeform 1820"/>
          <p:cNvSpPr/>
          <p:nvPr/>
        </p:nvSpPr>
        <p:spPr>
          <a:xfrm>
            <a:off x="41021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Freeform 1821"/>
          <p:cNvSpPr/>
          <p:nvPr/>
        </p:nvSpPr>
        <p:spPr>
          <a:xfrm>
            <a:off x="4140200" y="825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3" name="Freeform 1822"/>
          <p:cNvSpPr/>
          <p:nvPr/>
        </p:nvSpPr>
        <p:spPr>
          <a:xfrm>
            <a:off x="4178300" y="81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Freeform 1823"/>
          <p:cNvSpPr/>
          <p:nvPr/>
        </p:nvSpPr>
        <p:spPr>
          <a:xfrm>
            <a:off x="42037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Freeform 1824"/>
          <p:cNvSpPr/>
          <p:nvPr/>
        </p:nvSpPr>
        <p:spPr>
          <a:xfrm>
            <a:off x="32258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6" name="Freeform 1825"/>
          <p:cNvSpPr/>
          <p:nvPr/>
        </p:nvSpPr>
        <p:spPr>
          <a:xfrm>
            <a:off x="32639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Freeform 1826"/>
          <p:cNvSpPr/>
          <p:nvPr/>
        </p:nvSpPr>
        <p:spPr>
          <a:xfrm>
            <a:off x="3302000" y="133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Freeform 1827"/>
          <p:cNvSpPr/>
          <p:nvPr/>
        </p:nvSpPr>
        <p:spPr>
          <a:xfrm>
            <a:off x="33274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9" name="Freeform 1828"/>
          <p:cNvSpPr/>
          <p:nvPr/>
        </p:nvSpPr>
        <p:spPr>
          <a:xfrm>
            <a:off x="33655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Freeform 1829"/>
          <p:cNvSpPr/>
          <p:nvPr/>
        </p:nvSpPr>
        <p:spPr>
          <a:xfrm>
            <a:off x="34036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Freeform 1830"/>
          <p:cNvSpPr/>
          <p:nvPr/>
        </p:nvSpPr>
        <p:spPr>
          <a:xfrm>
            <a:off x="34417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2" name="Freeform 1831"/>
          <p:cNvSpPr/>
          <p:nvPr/>
        </p:nvSpPr>
        <p:spPr>
          <a:xfrm>
            <a:off x="34671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Freeform 1832"/>
          <p:cNvSpPr/>
          <p:nvPr/>
        </p:nvSpPr>
        <p:spPr>
          <a:xfrm>
            <a:off x="35052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Freeform 1833"/>
          <p:cNvSpPr/>
          <p:nvPr/>
        </p:nvSpPr>
        <p:spPr>
          <a:xfrm>
            <a:off x="35433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5" name="Freeform 1834"/>
          <p:cNvSpPr/>
          <p:nvPr/>
        </p:nvSpPr>
        <p:spPr>
          <a:xfrm>
            <a:off x="35687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Freeform 1835"/>
          <p:cNvSpPr/>
          <p:nvPr/>
        </p:nvSpPr>
        <p:spPr>
          <a:xfrm>
            <a:off x="36068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Freeform 1836"/>
          <p:cNvSpPr/>
          <p:nvPr/>
        </p:nvSpPr>
        <p:spPr>
          <a:xfrm>
            <a:off x="36449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8" name="Freeform 1837"/>
          <p:cNvSpPr/>
          <p:nvPr/>
        </p:nvSpPr>
        <p:spPr>
          <a:xfrm>
            <a:off x="3683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Freeform 1838"/>
          <p:cNvSpPr/>
          <p:nvPr/>
        </p:nvSpPr>
        <p:spPr>
          <a:xfrm>
            <a:off x="3708400" y="1206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Freeform 1839"/>
          <p:cNvSpPr/>
          <p:nvPr/>
        </p:nvSpPr>
        <p:spPr>
          <a:xfrm>
            <a:off x="3746500" y="10668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0"/>
                </a:lnTo>
                <a:lnTo>
                  <a:pt x="3" y="0"/>
                </a:lnTo>
                <a:lnTo>
                  <a:pt x="0" y="11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1" name="Freeform 1840"/>
          <p:cNvSpPr/>
          <p:nvPr/>
        </p:nvSpPr>
        <p:spPr>
          <a:xfrm>
            <a:off x="3784600" y="9144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0"/>
                </a:lnTo>
                <a:lnTo>
                  <a:pt x="2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2" name="Freeform 1841"/>
          <p:cNvSpPr/>
          <p:nvPr/>
        </p:nvSpPr>
        <p:spPr>
          <a:xfrm>
            <a:off x="3810000" y="8382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Freeform 1842"/>
          <p:cNvSpPr/>
          <p:nvPr/>
        </p:nvSpPr>
        <p:spPr>
          <a:xfrm>
            <a:off x="3848100" y="83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4" name="Freeform 1843"/>
          <p:cNvSpPr/>
          <p:nvPr/>
        </p:nvSpPr>
        <p:spPr>
          <a:xfrm>
            <a:off x="3886200" y="838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5" name="Freeform 1844"/>
          <p:cNvSpPr/>
          <p:nvPr/>
        </p:nvSpPr>
        <p:spPr>
          <a:xfrm>
            <a:off x="3924300" y="82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Freeform 1845"/>
          <p:cNvSpPr/>
          <p:nvPr/>
        </p:nvSpPr>
        <p:spPr>
          <a:xfrm>
            <a:off x="39497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7" name="Freeform 1846"/>
          <p:cNvSpPr/>
          <p:nvPr/>
        </p:nvSpPr>
        <p:spPr>
          <a:xfrm>
            <a:off x="39878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8" name="Freeform 1847"/>
          <p:cNvSpPr/>
          <p:nvPr/>
        </p:nvSpPr>
        <p:spPr>
          <a:xfrm>
            <a:off x="4025900" y="825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Freeform 1848"/>
          <p:cNvSpPr/>
          <p:nvPr/>
        </p:nvSpPr>
        <p:spPr>
          <a:xfrm>
            <a:off x="40513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0" name="Freeform 1849"/>
          <p:cNvSpPr/>
          <p:nvPr/>
        </p:nvSpPr>
        <p:spPr>
          <a:xfrm>
            <a:off x="40894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1" name="Freeform 1850"/>
          <p:cNvSpPr/>
          <p:nvPr/>
        </p:nvSpPr>
        <p:spPr>
          <a:xfrm>
            <a:off x="41275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Freeform 1851"/>
          <p:cNvSpPr/>
          <p:nvPr/>
        </p:nvSpPr>
        <p:spPr>
          <a:xfrm>
            <a:off x="4165600" y="81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3" name="Freeform 1852"/>
          <p:cNvSpPr/>
          <p:nvPr/>
        </p:nvSpPr>
        <p:spPr>
          <a:xfrm>
            <a:off x="41910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Freeform 1853"/>
          <p:cNvSpPr/>
          <p:nvPr/>
        </p:nvSpPr>
        <p:spPr>
          <a:xfrm>
            <a:off x="3213100" y="133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Freeform 1854"/>
          <p:cNvSpPr/>
          <p:nvPr/>
        </p:nvSpPr>
        <p:spPr>
          <a:xfrm>
            <a:off x="32512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6" name="Freeform 1855"/>
          <p:cNvSpPr/>
          <p:nvPr/>
        </p:nvSpPr>
        <p:spPr>
          <a:xfrm>
            <a:off x="3289300" y="132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7" name="Freeform 1856"/>
          <p:cNvSpPr/>
          <p:nvPr/>
        </p:nvSpPr>
        <p:spPr>
          <a:xfrm>
            <a:off x="33147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Freeform 1857"/>
          <p:cNvSpPr/>
          <p:nvPr/>
        </p:nvSpPr>
        <p:spPr>
          <a:xfrm>
            <a:off x="33528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Freeform 1858"/>
          <p:cNvSpPr/>
          <p:nvPr/>
        </p:nvSpPr>
        <p:spPr>
          <a:xfrm>
            <a:off x="33909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Freeform 1859"/>
          <p:cNvSpPr/>
          <p:nvPr/>
        </p:nvSpPr>
        <p:spPr>
          <a:xfrm>
            <a:off x="34290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Freeform 1860"/>
          <p:cNvSpPr/>
          <p:nvPr/>
        </p:nvSpPr>
        <p:spPr>
          <a:xfrm>
            <a:off x="34544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2" name="Freeform 1861"/>
          <p:cNvSpPr/>
          <p:nvPr/>
        </p:nvSpPr>
        <p:spPr>
          <a:xfrm>
            <a:off x="34925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3" name="Freeform 1862"/>
          <p:cNvSpPr/>
          <p:nvPr/>
        </p:nvSpPr>
        <p:spPr>
          <a:xfrm>
            <a:off x="35306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4" name="Freeform 1863"/>
          <p:cNvSpPr/>
          <p:nvPr/>
        </p:nvSpPr>
        <p:spPr>
          <a:xfrm>
            <a:off x="35560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Freeform 1864"/>
          <p:cNvSpPr/>
          <p:nvPr/>
        </p:nvSpPr>
        <p:spPr>
          <a:xfrm>
            <a:off x="35941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6" name="Freeform 1865"/>
          <p:cNvSpPr/>
          <p:nvPr/>
        </p:nvSpPr>
        <p:spPr>
          <a:xfrm>
            <a:off x="36322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7" name="Freeform 1866"/>
          <p:cNvSpPr/>
          <p:nvPr/>
        </p:nvSpPr>
        <p:spPr>
          <a:xfrm>
            <a:off x="3670300" y="1295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Freeform 1867"/>
          <p:cNvSpPr/>
          <p:nvPr/>
        </p:nvSpPr>
        <p:spPr>
          <a:xfrm>
            <a:off x="3695700" y="1206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9" name="Freeform 1868"/>
          <p:cNvSpPr/>
          <p:nvPr/>
        </p:nvSpPr>
        <p:spPr>
          <a:xfrm>
            <a:off x="3733800" y="10541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2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0" name="Freeform 1869"/>
          <p:cNvSpPr/>
          <p:nvPr/>
        </p:nvSpPr>
        <p:spPr>
          <a:xfrm>
            <a:off x="3771900" y="9017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1"/>
                </a:lnTo>
                <a:lnTo>
                  <a:pt x="2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Freeform 1870"/>
          <p:cNvSpPr/>
          <p:nvPr/>
        </p:nvSpPr>
        <p:spPr>
          <a:xfrm>
            <a:off x="3797300" y="825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Freeform 1871"/>
          <p:cNvSpPr/>
          <p:nvPr/>
        </p:nvSpPr>
        <p:spPr>
          <a:xfrm>
            <a:off x="38354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3" name="Freeform 1872"/>
          <p:cNvSpPr/>
          <p:nvPr/>
        </p:nvSpPr>
        <p:spPr>
          <a:xfrm>
            <a:off x="3873500" y="82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Freeform 1873"/>
          <p:cNvSpPr/>
          <p:nvPr/>
        </p:nvSpPr>
        <p:spPr>
          <a:xfrm>
            <a:off x="3911600" y="82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5" name="Freeform 1874"/>
          <p:cNvSpPr/>
          <p:nvPr/>
        </p:nvSpPr>
        <p:spPr>
          <a:xfrm>
            <a:off x="39370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6" name="Freeform 1875"/>
          <p:cNvSpPr/>
          <p:nvPr/>
        </p:nvSpPr>
        <p:spPr>
          <a:xfrm>
            <a:off x="39751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7" name="Freeform 1876"/>
          <p:cNvSpPr/>
          <p:nvPr/>
        </p:nvSpPr>
        <p:spPr>
          <a:xfrm>
            <a:off x="4013200" y="81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Freeform 1877"/>
          <p:cNvSpPr/>
          <p:nvPr/>
        </p:nvSpPr>
        <p:spPr>
          <a:xfrm>
            <a:off x="40386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9" name="Freeform 1878"/>
          <p:cNvSpPr/>
          <p:nvPr/>
        </p:nvSpPr>
        <p:spPr>
          <a:xfrm>
            <a:off x="40767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Freeform 1879"/>
          <p:cNvSpPr/>
          <p:nvPr/>
        </p:nvSpPr>
        <p:spPr>
          <a:xfrm>
            <a:off x="41148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1" name="Freeform 1880"/>
          <p:cNvSpPr/>
          <p:nvPr/>
        </p:nvSpPr>
        <p:spPr>
          <a:xfrm>
            <a:off x="4152900" y="800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2" name="Freeform 1881"/>
          <p:cNvSpPr/>
          <p:nvPr/>
        </p:nvSpPr>
        <p:spPr>
          <a:xfrm>
            <a:off x="41783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3" name="Freeform 1882"/>
          <p:cNvSpPr/>
          <p:nvPr/>
        </p:nvSpPr>
        <p:spPr>
          <a:xfrm>
            <a:off x="32004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Freeform 1883"/>
          <p:cNvSpPr/>
          <p:nvPr/>
        </p:nvSpPr>
        <p:spPr>
          <a:xfrm>
            <a:off x="3238500" y="132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5" name="Freeform 1884"/>
          <p:cNvSpPr/>
          <p:nvPr/>
        </p:nvSpPr>
        <p:spPr>
          <a:xfrm>
            <a:off x="3276600" y="13208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Freeform 1885"/>
          <p:cNvSpPr/>
          <p:nvPr/>
        </p:nvSpPr>
        <p:spPr>
          <a:xfrm>
            <a:off x="3314700" y="1308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7" name="Freeform 1886"/>
          <p:cNvSpPr/>
          <p:nvPr/>
        </p:nvSpPr>
        <p:spPr>
          <a:xfrm>
            <a:off x="33401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8" name="Freeform 1887"/>
          <p:cNvSpPr/>
          <p:nvPr/>
        </p:nvSpPr>
        <p:spPr>
          <a:xfrm>
            <a:off x="3378200" y="1308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Freeform 1888"/>
          <p:cNvSpPr/>
          <p:nvPr/>
        </p:nvSpPr>
        <p:spPr>
          <a:xfrm>
            <a:off x="3416300" y="1308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0" name="Freeform 1889"/>
          <p:cNvSpPr/>
          <p:nvPr/>
        </p:nvSpPr>
        <p:spPr>
          <a:xfrm>
            <a:off x="34417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1" name="Freeform 1890"/>
          <p:cNvSpPr/>
          <p:nvPr/>
        </p:nvSpPr>
        <p:spPr>
          <a:xfrm>
            <a:off x="3479800" y="1295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Freeform 1891"/>
          <p:cNvSpPr/>
          <p:nvPr/>
        </p:nvSpPr>
        <p:spPr>
          <a:xfrm>
            <a:off x="35179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3" name="Freeform 1892"/>
          <p:cNvSpPr/>
          <p:nvPr/>
        </p:nvSpPr>
        <p:spPr>
          <a:xfrm>
            <a:off x="3556000" y="1295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4" name="Freeform 1893"/>
          <p:cNvSpPr/>
          <p:nvPr/>
        </p:nvSpPr>
        <p:spPr>
          <a:xfrm>
            <a:off x="35814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5" name="Freeform 1894"/>
          <p:cNvSpPr/>
          <p:nvPr/>
        </p:nvSpPr>
        <p:spPr>
          <a:xfrm>
            <a:off x="3619500" y="1282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Freeform 1895"/>
          <p:cNvSpPr/>
          <p:nvPr/>
        </p:nvSpPr>
        <p:spPr>
          <a:xfrm>
            <a:off x="3657600" y="1282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7" name="Freeform 1896"/>
          <p:cNvSpPr/>
          <p:nvPr/>
        </p:nvSpPr>
        <p:spPr>
          <a:xfrm>
            <a:off x="3683000" y="1193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00BDFF"/>
          </a:solidFill>
          <a:ln w="3175">
            <a:solidFill>
              <a:srgbClr val="009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Freeform 1897"/>
          <p:cNvSpPr/>
          <p:nvPr/>
        </p:nvSpPr>
        <p:spPr>
          <a:xfrm>
            <a:off x="3721100" y="10414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1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86FF79"/>
          </a:solidFill>
          <a:ln w="3175">
            <a:solidFill>
              <a:srgbClr val="6BC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9" name="Freeform 1898"/>
          <p:cNvSpPr/>
          <p:nvPr/>
        </p:nvSpPr>
        <p:spPr>
          <a:xfrm>
            <a:off x="3759200" y="889000"/>
            <a:ext cx="38100" cy="165100"/>
          </a:xfrm>
          <a:custGeom>
            <a:avLst/>
            <a:gdLst/>
            <a:ahLst/>
            <a:cxnLst/>
            <a:rect l="l" t="t" r="r" b="b"/>
            <a:pathLst>
              <a:path w="3" h="13">
                <a:moveTo>
                  <a:pt x="1" y="13"/>
                </a:moveTo>
                <a:lnTo>
                  <a:pt x="3" y="1"/>
                </a:lnTo>
                <a:lnTo>
                  <a:pt x="3" y="0"/>
                </a:lnTo>
                <a:lnTo>
                  <a:pt x="0" y="12"/>
                </a:lnTo>
                <a:lnTo>
                  <a:pt x="1" y="13"/>
                </a:lnTo>
                <a:close/>
              </a:path>
            </a:pathLst>
          </a:custGeom>
          <a:solidFill>
            <a:srgbClr val="FF7700"/>
          </a:solidFill>
          <a:ln w="3175">
            <a:solidFill>
              <a:srgbClr val="CC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0" name="Freeform 1899"/>
          <p:cNvSpPr/>
          <p:nvPr/>
        </p:nvSpPr>
        <p:spPr>
          <a:xfrm>
            <a:off x="3797300" y="8255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0" y="6"/>
                </a:lnTo>
                <a:close/>
              </a:path>
            </a:pathLst>
          </a:custGeom>
          <a:solidFill>
            <a:srgbClr val="BB0000"/>
          </a:solidFill>
          <a:ln w="3175">
            <a:solidFill>
              <a:srgbClr val="9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1" name="Freeform 1900"/>
          <p:cNvSpPr/>
          <p:nvPr/>
        </p:nvSpPr>
        <p:spPr>
          <a:xfrm>
            <a:off x="38227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Freeform 1901"/>
          <p:cNvSpPr/>
          <p:nvPr/>
        </p:nvSpPr>
        <p:spPr>
          <a:xfrm>
            <a:off x="38608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3" name="Freeform 1902"/>
          <p:cNvSpPr/>
          <p:nvPr/>
        </p:nvSpPr>
        <p:spPr>
          <a:xfrm>
            <a:off x="3898900" y="81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4" name="Freeform 1903"/>
          <p:cNvSpPr/>
          <p:nvPr/>
        </p:nvSpPr>
        <p:spPr>
          <a:xfrm>
            <a:off x="3924300" y="81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Freeform 1904"/>
          <p:cNvSpPr/>
          <p:nvPr/>
        </p:nvSpPr>
        <p:spPr>
          <a:xfrm>
            <a:off x="39624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6" name="Freeform 1905"/>
          <p:cNvSpPr/>
          <p:nvPr/>
        </p:nvSpPr>
        <p:spPr>
          <a:xfrm>
            <a:off x="4000500" y="800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7" name="Freeform 1906"/>
          <p:cNvSpPr/>
          <p:nvPr/>
        </p:nvSpPr>
        <p:spPr>
          <a:xfrm>
            <a:off x="40259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Freeform 1907"/>
          <p:cNvSpPr/>
          <p:nvPr/>
        </p:nvSpPr>
        <p:spPr>
          <a:xfrm>
            <a:off x="4064000" y="800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9" name="Freeform 1908"/>
          <p:cNvSpPr/>
          <p:nvPr/>
        </p:nvSpPr>
        <p:spPr>
          <a:xfrm>
            <a:off x="4102100" y="800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0" name="Freeform 1909"/>
          <p:cNvSpPr/>
          <p:nvPr/>
        </p:nvSpPr>
        <p:spPr>
          <a:xfrm>
            <a:off x="4140200" y="787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Freeform 1910"/>
          <p:cNvSpPr/>
          <p:nvPr/>
        </p:nvSpPr>
        <p:spPr>
          <a:xfrm>
            <a:off x="4165600" y="787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12" name="Connector 1911"/>
          <p:cNvCxnSpPr/>
          <p:nvPr/>
        </p:nvCxnSpPr>
        <p:spPr>
          <a:xfrm flipH="1">
            <a:off x="2671971" y="2973187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3" name="Connector 1912"/>
          <p:cNvCxnSpPr/>
          <p:nvPr/>
        </p:nvCxnSpPr>
        <p:spPr>
          <a:xfrm flipH="1">
            <a:off x="2490111" y="2852003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4" name="Connector 1913"/>
          <p:cNvCxnSpPr/>
          <p:nvPr/>
        </p:nvCxnSpPr>
        <p:spPr>
          <a:xfrm flipH="1">
            <a:off x="2308251" y="2730820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5" name="Connector 1914"/>
          <p:cNvCxnSpPr/>
          <p:nvPr/>
        </p:nvCxnSpPr>
        <p:spPr>
          <a:xfrm flipH="1" flipV="1">
            <a:off x="3307563" y="2730820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6" name="Connector 1915"/>
          <p:cNvCxnSpPr/>
          <p:nvPr/>
        </p:nvCxnSpPr>
        <p:spPr>
          <a:xfrm flipH="1" flipV="1">
            <a:off x="3107700" y="2748461"/>
            <a:ext cx="363721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7" name="Connector 1916"/>
          <p:cNvCxnSpPr/>
          <p:nvPr/>
        </p:nvCxnSpPr>
        <p:spPr>
          <a:xfrm flipH="1" flipV="1">
            <a:off x="2907838" y="2766103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8" name="Connector 1917"/>
          <p:cNvCxnSpPr/>
          <p:nvPr/>
        </p:nvCxnSpPr>
        <p:spPr>
          <a:xfrm flipH="1" flipV="1">
            <a:off x="2707975" y="2783745"/>
            <a:ext cx="363721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9" name="Connector 1918"/>
          <p:cNvCxnSpPr/>
          <p:nvPr/>
        </p:nvCxnSpPr>
        <p:spPr>
          <a:xfrm flipH="1" flipV="1">
            <a:off x="2508113" y="2801387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0" name="Connector 1919"/>
          <p:cNvCxnSpPr/>
          <p:nvPr/>
        </p:nvCxnSpPr>
        <p:spPr>
          <a:xfrm flipH="1" flipV="1">
            <a:off x="2308251" y="2819028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1" name="Connector 1920"/>
          <p:cNvCxnSpPr/>
          <p:nvPr/>
        </p:nvCxnSpPr>
        <p:spPr>
          <a:xfrm flipH="1">
            <a:off x="3647075" y="2973187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2" name="Connector 1921"/>
          <p:cNvCxnSpPr/>
          <p:nvPr/>
        </p:nvCxnSpPr>
        <p:spPr>
          <a:xfrm flipH="1">
            <a:off x="3465215" y="2852003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3" name="Connector 1922"/>
          <p:cNvCxnSpPr/>
          <p:nvPr/>
        </p:nvCxnSpPr>
        <p:spPr>
          <a:xfrm flipH="1">
            <a:off x="3283355" y="2730820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4" name="Connector 1923"/>
          <p:cNvCxnSpPr/>
          <p:nvPr/>
        </p:nvCxnSpPr>
        <p:spPr>
          <a:xfrm flipV="1">
            <a:off x="2671971" y="3059259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5" name="Connector 1924"/>
          <p:cNvCxnSpPr/>
          <p:nvPr/>
        </p:nvCxnSpPr>
        <p:spPr>
          <a:xfrm flipV="1">
            <a:off x="2490111" y="2938075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6" name="Connector 1925"/>
          <p:cNvCxnSpPr/>
          <p:nvPr/>
        </p:nvCxnSpPr>
        <p:spPr>
          <a:xfrm flipV="1">
            <a:off x="2308251" y="2816891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7" name="Connector 1926"/>
          <p:cNvCxnSpPr/>
          <p:nvPr/>
        </p:nvCxnSpPr>
        <p:spPr>
          <a:xfrm flipH="1" flipV="1">
            <a:off x="3651062" y="2959713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8" name="Connector 1927"/>
          <p:cNvCxnSpPr/>
          <p:nvPr/>
        </p:nvCxnSpPr>
        <p:spPr>
          <a:xfrm flipH="1" flipV="1">
            <a:off x="3451200" y="2977354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9" name="Connector 1928"/>
          <p:cNvCxnSpPr/>
          <p:nvPr/>
        </p:nvCxnSpPr>
        <p:spPr>
          <a:xfrm flipH="1" flipV="1">
            <a:off x="3251337" y="2994996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0" name="Connector 1929"/>
          <p:cNvCxnSpPr/>
          <p:nvPr/>
        </p:nvCxnSpPr>
        <p:spPr>
          <a:xfrm flipH="1" flipV="1">
            <a:off x="3051475" y="3012638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1" name="Connector 1930"/>
          <p:cNvCxnSpPr/>
          <p:nvPr/>
        </p:nvCxnSpPr>
        <p:spPr>
          <a:xfrm flipH="1" flipV="1">
            <a:off x="2851613" y="3030280"/>
            <a:ext cx="20220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2" name="Connector 1931"/>
          <p:cNvCxnSpPr/>
          <p:nvPr/>
        </p:nvCxnSpPr>
        <p:spPr>
          <a:xfrm flipH="1" flipV="1">
            <a:off x="2651750" y="3047921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3" name="Connector 1932"/>
          <p:cNvCxnSpPr/>
          <p:nvPr/>
        </p:nvCxnSpPr>
        <p:spPr>
          <a:xfrm>
            <a:off x="3307563" y="2730820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4" name="Connector 1933"/>
          <p:cNvCxnSpPr/>
          <p:nvPr/>
        </p:nvCxnSpPr>
        <p:spPr>
          <a:xfrm>
            <a:off x="3107700" y="2748461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5" name="Connector 1934"/>
          <p:cNvCxnSpPr/>
          <p:nvPr/>
        </p:nvCxnSpPr>
        <p:spPr>
          <a:xfrm>
            <a:off x="2907838" y="2766103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6" name="Connector 1935"/>
          <p:cNvCxnSpPr/>
          <p:nvPr/>
        </p:nvCxnSpPr>
        <p:spPr>
          <a:xfrm>
            <a:off x="2707975" y="2783745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7" name="Connector 1936"/>
          <p:cNvCxnSpPr/>
          <p:nvPr/>
        </p:nvCxnSpPr>
        <p:spPr>
          <a:xfrm>
            <a:off x="2508113" y="280138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8" name="Connector 1937"/>
          <p:cNvCxnSpPr/>
          <p:nvPr/>
        </p:nvCxnSpPr>
        <p:spPr>
          <a:xfrm>
            <a:off x="2308251" y="2819028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9" name="Connector 1938"/>
          <p:cNvCxnSpPr/>
          <p:nvPr/>
        </p:nvCxnSpPr>
        <p:spPr>
          <a:xfrm flipH="1" flipV="1">
            <a:off x="3307563" y="2730820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0" name="Connector 1939"/>
          <p:cNvCxnSpPr/>
          <p:nvPr/>
        </p:nvCxnSpPr>
        <p:spPr>
          <a:xfrm flipH="1" flipV="1">
            <a:off x="2308251" y="2819028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1" name="Connector 1940"/>
          <p:cNvCxnSpPr/>
          <p:nvPr/>
        </p:nvCxnSpPr>
        <p:spPr>
          <a:xfrm flipH="1">
            <a:off x="2671971" y="2973187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2" name="Connector 1941"/>
          <p:cNvCxnSpPr/>
          <p:nvPr/>
        </p:nvCxnSpPr>
        <p:spPr>
          <a:xfrm flipH="1">
            <a:off x="2308251" y="2730820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3" name="Connector 1942"/>
          <p:cNvCxnSpPr/>
          <p:nvPr/>
        </p:nvCxnSpPr>
        <p:spPr>
          <a:xfrm flipH="1">
            <a:off x="3647075" y="2265574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4" name="Connector 1943"/>
          <p:cNvCxnSpPr/>
          <p:nvPr/>
        </p:nvCxnSpPr>
        <p:spPr>
          <a:xfrm flipH="1">
            <a:off x="3465215" y="2144390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5" name="Connector 1944"/>
          <p:cNvCxnSpPr/>
          <p:nvPr/>
        </p:nvCxnSpPr>
        <p:spPr>
          <a:xfrm flipH="1">
            <a:off x="3283355" y="2023207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6" name="Connector 1945"/>
          <p:cNvCxnSpPr/>
          <p:nvPr/>
        </p:nvCxnSpPr>
        <p:spPr>
          <a:xfrm>
            <a:off x="3307563" y="202320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7" name="Connector 1946"/>
          <p:cNvCxnSpPr/>
          <p:nvPr/>
        </p:nvCxnSpPr>
        <p:spPr>
          <a:xfrm>
            <a:off x="3107700" y="2040849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8" name="Connector 1947"/>
          <p:cNvCxnSpPr/>
          <p:nvPr/>
        </p:nvCxnSpPr>
        <p:spPr>
          <a:xfrm>
            <a:off x="2907838" y="2058490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9" name="Connector 1948"/>
          <p:cNvCxnSpPr/>
          <p:nvPr/>
        </p:nvCxnSpPr>
        <p:spPr>
          <a:xfrm>
            <a:off x="2707975" y="2076132"/>
            <a:ext cx="20222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0" name="Connector 1949"/>
          <p:cNvCxnSpPr/>
          <p:nvPr/>
        </p:nvCxnSpPr>
        <p:spPr>
          <a:xfrm>
            <a:off x="2508113" y="2093774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1" name="Connector 1950"/>
          <p:cNvCxnSpPr/>
          <p:nvPr/>
        </p:nvCxnSpPr>
        <p:spPr>
          <a:xfrm>
            <a:off x="2308251" y="2111415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2" name="Connector 1951"/>
          <p:cNvCxnSpPr/>
          <p:nvPr/>
        </p:nvCxnSpPr>
        <p:spPr>
          <a:xfrm flipH="1" flipV="1">
            <a:off x="3307563" y="2023207"/>
            <a:ext cx="363720" cy="24236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3" name="Connector 1952"/>
          <p:cNvCxnSpPr/>
          <p:nvPr/>
        </p:nvCxnSpPr>
        <p:spPr>
          <a:xfrm flipH="1">
            <a:off x="2308251" y="2023207"/>
            <a:ext cx="999312" cy="8820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4" name="Connector 1953"/>
          <p:cNvCxnSpPr/>
          <p:nvPr/>
        </p:nvCxnSpPr>
        <p:spPr>
          <a:xfrm flipV="1">
            <a:off x="3671283" y="2948887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5" name="Connector 1954"/>
          <p:cNvCxnSpPr/>
          <p:nvPr/>
        </p:nvCxnSpPr>
        <p:spPr>
          <a:xfrm flipV="1">
            <a:off x="3471421" y="2966528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6" name="Connector 1955"/>
          <p:cNvCxnSpPr/>
          <p:nvPr/>
        </p:nvCxnSpPr>
        <p:spPr>
          <a:xfrm flipV="1">
            <a:off x="3271558" y="2984170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7" name="Connector 1956"/>
          <p:cNvCxnSpPr/>
          <p:nvPr/>
        </p:nvCxnSpPr>
        <p:spPr>
          <a:xfrm flipV="1">
            <a:off x="3071696" y="3001812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8" name="Connector 1957"/>
          <p:cNvCxnSpPr/>
          <p:nvPr/>
        </p:nvCxnSpPr>
        <p:spPr>
          <a:xfrm flipV="1">
            <a:off x="2871833" y="3019453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9" name="Connector 1958"/>
          <p:cNvCxnSpPr/>
          <p:nvPr/>
        </p:nvCxnSpPr>
        <p:spPr>
          <a:xfrm flipV="1">
            <a:off x="2671971" y="3037095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0" name="Connector 1959"/>
          <p:cNvCxnSpPr/>
          <p:nvPr/>
        </p:nvCxnSpPr>
        <p:spPr>
          <a:xfrm flipH="1">
            <a:off x="3647075" y="2795153"/>
            <a:ext cx="24208" cy="2136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1" name="Connector 1960"/>
          <p:cNvCxnSpPr/>
          <p:nvPr/>
        </p:nvCxnSpPr>
        <p:spPr>
          <a:xfrm flipH="1">
            <a:off x="3647075" y="2481414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2" name="Connector 1961"/>
          <p:cNvCxnSpPr/>
          <p:nvPr/>
        </p:nvCxnSpPr>
        <p:spPr>
          <a:xfrm flipV="1">
            <a:off x="3671283" y="2265574"/>
            <a:ext cx="0" cy="7076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3" name="Connector 1962"/>
          <p:cNvCxnSpPr/>
          <p:nvPr/>
        </p:nvCxnSpPr>
        <p:spPr>
          <a:xfrm flipV="1">
            <a:off x="3307563" y="2023207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4" name="Connector 1963"/>
          <p:cNvCxnSpPr/>
          <p:nvPr/>
        </p:nvCxnSpPr>
        <p:spPr>
          <a:xfrm flipV="1">
            <a:off x="3107700" y="2040849"/>
            <a:ext cx="0" cy="707612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5" name="Connector 1964"/>
          <p:cNvCxnSpPr/>
          <p:nvPr/>
        </p:nvCxnSpPr>
        <p:spPr>
          <a:xfrm flipV="1">
            <a:off x="2907838" y="2058490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6" name="Connector 1965"/>
          <p:cNvCxnSpPr/>
          <p:nvPr/>
        </p:nvCxnSpPr>
        <p:spPr>
          <a:xfrm flipV="1">
            <a:off x="2707975" y="2076132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7" name="Connector 1966"/>
          <p:cNvCxnSpPr/>
          <p:nvPr/>
        </p:nvCxnSpPr>
        <p:spPr>
          <a:xfrm flipV="1">
            <a:off x="2508113" y="2093774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8" name="Connector 1967"/>
          <p:cNvCxnSpPr/>
          <p:nvPr/>
        </p:nvCxnSpPr>
        <p:spPr>
          <a:xfrm flipV="1">
            <a:off x="2308251" y="2111415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9" name="Connector 1968"/>
          <p:cNvCxnSpPr/>
          <p:nvPr/>
        </p:nvCxnSpPr>
        <p:spPr>
          <a:xfrm flipV="1">
            <a:off x="3307563" y="270651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0" name="Connector 1969"/>
          <p:cNvCxnSpPr/>
          <p:nvPr/>
        </p:nvCxnSpPr>
        <p:spPr>
          <a:xfrm flipV="1">
            <a:off x="3107700" y="2724161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1" name="Connector 1970"/>
          <p:cNvCxnSpPr/>
          <p:nvPr/>
        </p:nvCxnSpPr>
        <p:spPr>
          <a:xfrm flipV="1">
            <a:off x="2907838" y="2741803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2" name="Connector 1971"/>
          <p:cNvCxnSpPr/>
          <p:nvPr/>
        </p:nvCxnSpPr>
        <p:spPr>
          <a:xfrm flipV="1">
            <a:off x="2707975" y="2759445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3" name="Connector 1972"/>
          <p:cNvCxnSpPr/>
          <p:nvPr/>
        </p:nvCxnSpPr>
        <p:spPr>
          <a:xfrm flipV="1">
            <a:off x="2508113" y="2777086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4" name="Connector 1973"/>
          <p:cNvCxnSpPr/>
          <p:nvPr/>
        </p:nvCxnSpPr>
        <p:spPr>
          <a:xfrm flipV="1">
            <a:off x="2308251" y="2794728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5" name="Connector 1974"/>
          <p:cNvCxnSpPr/>
          <p:nvPr/>
        </p:nvCxnSpPr>
        <p:spPr>
          <a:xfrm>
            <a:off x="3307563" y="2023207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6" name="Connector 1975"/>
          <p:cNvCxnSpPr/>
          <p:nvPr/>
        </p:nvCxnSpPr>
        <p:spPr>
          <a:xfrm>
            <a:off x="3107700" y="2040849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7" name="Connector 1976"/>
          <p:cNvCxnSpPr/>
          <p:nvPr/>
        </p:nvCxnSpPr>
        <p:spPr>
          <a:xfrm>
            <a:off x="2907838" y="205849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8" name="Connector 1977"/>
          <p:cNvCxnSpPr/>
          <p:nvPr/>
        </p:nvCxnSpPr>
        <p:spPr>
          <a:xfrm>
            <a:off x="2707975" y="2076132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9" name="Connector 1978"/>
          <p:cNvCxnSpPr/>
          <p:nvPr/>
        </p:nvCxnSpPr>
        <p:spPr>
          <a:xfrm>
            <a:off x="2508113" y="2093774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0" name="Connector 1979"/>
          <p:cNvCxnSpPr/>
          <p:nvPr/>
        </p:nvCxnSpPr>
        <p:spPr>
          <a:xfrm>
            <a:off x="2308251" y="2111415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1" name="Connector 1980"/>
          <p:cNvCxnSpPr/>
          <p:nvPr/>
        </p:nvCxnSpPr>
        <p:spPr>
          <a:xfrm flipH="1">
            <a:off x="2308251" y="2552785"/>
            <a:ext cx="999312" cy="88209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2" name="Connector 1981"/>
          <p:cNvCxnSpPr/>
          <p:nvPr/>
        </p:nvCxnSpPr>
        <p:spPr>
          <a:xfrm flipH="1">
            <a:off x="2308251" y="2239047"/>
            <a:ext cx="999312" cy="8820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3" name="Connector 1982"/>
          <p:cNvCxnSpPr/>
          <p:nvPr/>
        </p:nvCxnSpPr>
        <p:spPr>
          <a:xfrm flipH="1">
            <a:off x="3283355" y="2552785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4" name="Connector 1983"/>
          <p:cNvCxnSpPr/>
          <p:nvPr/>
        </p:nvCxnSpPr>
        <p:spPr>
          <a:xfrm flipH="1">
            <a:off x="3283355" y="2239047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5" name="Connector 1984"/>
          <p:cNvCxnSpPr/>
          <p:nvPr/>
        </p:nvCxnSpPr>
        <p:spPr>
          <a:xfrm flipV="1">
            <a:off x="2308251" y="2638857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6" name="Connector 1985"/>
          <p:cNvCxnSpPr/>
          <p:nvPr/>
        </p:nvCxnSpPr>
        <p:spPr>
          <a:xfrm flipV="1">
            <a:off x="2308251" y="2325118"/>
            <a:ext cx="24208" cy="213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7" name="Connector 1986"/>
          <p:cNvCxnSpPr/>
          <p:nvPr/>
        </p:nvCxnSpPr>
        <p:spPr>
          <a:xfrm flipV="1">
            <a:off x="3307563" y="2023207"/>
            <a:ext cx="0" cy="7076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8" name="Connector 1987"/>
          <p:cNvCxnSpPr/>
          <p:nvPr/>
        </p:nvCxnSpPr>
        <p:spPr>
          <a:xfrm flipV="1">
            <a:off x="2308251" y="2111415"/>
            <a:ext cx="0" cy="7076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9" name="Connector 1988"/>
          <p:cNvCxnSpPr/>
          <p:nvPr/>
        </p:nvCxnSpPr>
        <p:spPr>
          <a:xfrm flipV="1">
            <a:off x="3671283" y="2265574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0" name="Connector 1989"/>
          <p:cNvCxnSpPr/>
          <p:nvPr/>
        </p:nvCxnSpPr>
        <p:spPr>
          <a:xfrm flipV="1">
            <a:off x="3489423" y="2144390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1" name="Connector 1990"/>
          <p:cNvCxnSpPr/>
          <p:nvPr/>
        </p:nvCxnSpPr>
        <p:spPr>
          <a:xfrm flipV="1">
            <a:off x="3307563" y="2023207"/>
            <a:ext cx="0" cy="707613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2" name="Connector 1991"/>
          <p:cNvCxnSpPr/>
          <p:nvPr/>
        </p:nvCxnSpPr>
        <p:spPr>
          <a:xfrm flipV="1">
            <a:off x="3671283" y="2948887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3" name="Connector 1992"/>
          <p:cNvCxnSpPr/>
          <p:nvPr/>
        </p:nvCxnSpPr>
        <p:spPr>
          <a:xfrm flipV="1">
            <a:off x="3489423" y="2827703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4" name="Connector 1993"/>
          <p:cNvCxnSpPr/>
          <p:nvPr/>
        </p:nvCxnSpPr>
        <p:spPr>
          <a:xfrm flipV="1">
            <a:off x="3307563" y="2706519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5" name="Connector 1994"/>
          <p:cNvCxnSpPr/>
          <p:nvPr/>
        </p:nvCxnSpPr>
        <p:spPr>
          <a:xfrm>
            <a:off x="3671283" y="2265574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6" name="Connector 1995"/>
          <p:cNvCxnSpPr/>
          <p:nvPr/>
        </p:nvCxnSpPr>
        <p:spPr>
          <a:xfrm>
            <a:off x="3489423" y="2144390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7" name="Connector 1996"/>
          <p:cNvCxnSpPr/>
          <p:nvPr/>
        </p:nvCxnSpPr>
        <p:spPr>
          <a:xfrm>
            <a:off x="3307563" y="2023207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8" name="Connector 1997"/>
          <p:cNvCxnSpPr/>
          <p:nvPr/>
        </p:nvCxnSpPr>
        <p:spPr>
          <a:xfrm flipH="1" flipV="1">
            <a:off x="3307563" y="2552785"/>
            <a:ext cx="363720" cy="242368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9" name="Connector 1998"/>
          <p:cNvCxnSpPr/>
          <p:nvPr/>
        </p:nvCxnSpPr>
        <p:spPr>
          <a:xfrm flipH="1" flipV="1">
            <a:off x="3307563" y="2239047"/>
            <a:ext cx="363720" cy="242367"/>
          </a:xfrm>
          <a:prstGeom prst="line">
            <a:avLst/>
          </a:prstGeom>
          <a:ln w="31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0" name="Connector 1999"/>
          <p:cNvCxnSpPr/>
          <p:nvPr/>
        </p:nvCxnSpPr>
        <p:spPr>
          <a:xfrm flipH="1" flipV="1">
            <a:off x="3651062" y="2781678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1" name="Connector 2000"/>
          <p:cNvCxnSpPr/>
          <p:nvPr/>
        </p:nvCxnSpPr>
        <p:spPr>
          <a:xfrm flipH="1" flipV="1">
            <a:off x="3651062" y="2467940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2" name="Connector 2001"/>
          <p:cNvCxnSpPr/>
          <p:nvPr/>
        </p:nvCxnSpPr>
        <p:spPr>
          <a:xfrm>
            <a:off x="3307563" y="2552785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3" name="Connector 2002"/>
          <p:cNvCxnSpPr/>
          <p:nvPr/>
        </p:nvCxnSpPr>
        <p:spPr>
          <a:xfrm>
            <a:off x="3307563" y="2239047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4" name="Connector 2003"/>
          <p:cNvCxnSpPr/>
          <p:nvPr/>
        </p:nvCxnSpPr>
        <p:spPr>
          <a:xfrm flipV="1">
            <a:off x="2671971" y="3037095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5" name="Connector 2004"/>
          <p:cNvCxnSpPr/>
          <p:nvPr/>
        </p:nvCxnSpPr>
        <p:spPr>
          <a:xfrm flipV="1">
            <a:off x="2490111" y="2915912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6" name="Connector 2005"/>
          <p:cNvCxnSpPr/>
          <p:nvPr/>
        </p:nvCxnSpPr>
        <p:spPr>
          <a:xfrm flipV="1">
            <a:off x="2308251" y="2794728"/>
            <a:ext cx="0" cy="2430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7" name="Connector 2006"/>
          <p:cNvCxnSpPr/>
          <p:nvPr/>
        </p:nvCxnSpPr>
        <p:spPr>
          <a:xfrm>
            <a:off x="2308251" y="2640994"/>
            <a:ext cx="20221" cy="1347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8" name="Connector 2007"/>
          <p:cNvCxnSpPr/>
          <p:nvPr/>
        </p:nvCxnSpPr>
        <p:spPr>
          <a:xfrm>
            <a:off x="2308251" y="2327255"/>
            <a:ext cx="20221" cy="1347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9" name="Freeform 2008"/>
          <p:cNvSpPr/>
          <p:nvPr/>
        </p:nvSpPr>
        <p:spPr>
          <a:xfrm>
            <a:off x="2654300" y="2997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0" name="Freeform 2009"/>
          <p:cNvSpPr/>
          <p:nvPr/>
        </p:nvSpPr>
        <p:spPr>
          <a:xfrm>
            <a:off x="2692400" y="298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1" name="Freeform 2010"/>
          <p:cNvSpPr/>
          <p:nvPr/>
        </p:nvSpPr>
        <p:spPr>
          <a:xfrm>
            <a:off x="2730500" y="298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Freeform 2011"/>
          <p:cNvSpPr/>
          <p:nvPr/>
        </p:nvSpPr>
        <p:spPr>
          <a:xfrm>
            <a:off x="2768600" y="2984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3" name="Freeform 2012"/>
          <p:cNvSpPr/>
          <p:nvPr/>
        </p:nvSpPr>
        <p:spPr>
          <a:xfrm>
            <a:off x="2794000" y="2984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4" name="Freeform 2013"/>
          <p:cNvSpPr/>
          <p:nvPr/>
        </p:nvSpPr>
        <p:spPr>
          <a:xfrm>
            <a:off x="2832100" y="297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5" name="Freeform 2014"/>
          <p:cNvSpPr/>
          <p:nvPr/>
        </p:nvSpPr>
        <p:spPr>
          <a:xfrm>
            <a:off x="2870200" y="297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6" name="Freeform 2015"/>
          <p:cNvSpPr/>
          <p:nvPr/>
        </p:nvSpPr>
        <p:spPr>
          <a:xfrm>
            <a:off x="2895600" y="297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7" name="Freeform 2016"/>
          <p:cNvSpPr/>
          <p:nvPr/>
        </p:nvSpPr>
        <p:spPr>
          <a:xfrm>
            <a:off x="2933700" y="2971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8" name="Freeform 2017"/>
          <p:cNvSpPr/>
          <p:nvPr/>
        </p:nvSpPr>
        <p:spPr>
          <a:xfrm>
            <a:off x="2971800" y="295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9" name="Freeform 2018"/>
          <p:cNvSpPr/>
          <p:nvPr/>
        </p:nvSpPr>
        <p:spPr>
          <a:xfrm>
            <a:off x="3009900" y="295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0" name="Freeform 2019"/>
          <p:cNvSpPr/>
          <p:nvPr/>
        </p:nvSpPr>
        <p:spPr>
          <a:xfrm>
            <a:off x="3035300" y="295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1" name="Freeform 2020"/>
          <p:cNvSpPr/>
          <p:nvPr/>
        </p:nvSpPr>
        <p:spPr>
          <a:xfrm>
            <a:off x="3073400" y="295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2" name="Freeform 2021"/>
          <p:cNvSpPr/>
          <p:nvPr/>
        </p:nvSpPr>
        <p:spPr>
          <a:xfrm>
            <a:off x="3111500" y="294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3" name="Freeform 2022"/>
          <p:cNvSpPr/>
          <p:nvPr/>
        </p:nvSpPr>
        <p:spPr>
          <a:xfrm>
            <a:off x="31369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4" name="Freeform 2023"/>
          <p:cNvSpPr/>
          <p:nvPr/>
        </p:nvSpPr>
        <p:spPr>
          <a:xfrm>
            <a:off x="31750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5" name="Freeform 2024"/>
          <p:cNvSpPr/>
          <p:nvPr/>
        </p:nvSpPr>
        <p:spPr>
          <a:xfrm>
            <a:off x="32131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6" name="Freeform 2025"/>
          <p:cNvSpPr/>
          <p:nvPr/>
        </p:nvSpPr>
        <p:spPr>
          <a:xfrm>
            <a:off x="3251200" y="293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7" name="Freeform 2026"/>
          <p:cNvSpPr/>
          <p:nvPr/>
        </p:nvSpPr>
        <p:spPr>
          <a:xfrm>
            <a:off x="32766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8" name="Freeform 2027"/>
          <p:cNvSpPr/>
          <p:nvPr/>
        </p:nvSpPr>
        <p:spPr>
          <a:xfrm>
            <a:off x="33147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9" name="Freeform 2028"/>
          <p:cNvSpPr/>
          <p:nvPr/>
        </p:nvSpPr>
        <p:spPr>
          <a:xfrm>
            <a:off x="3352800" y="293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0" name="Freeform 2029"/>
          <p:cNvSpPr/>
          <p:nvPr/>
        </p:nvSpPr>
        <p:spPr>
          <a:xfrm>
            <a:off x="33782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1" name="Freeform 2030"/>
          <p:cNvSpPr/>
          <p:nvPr/>
        </p:nvSpPr>
        <p:spPr>
          <a:xfrm>
            <a:off x="34163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2" name="Freeform 2031"/>
          <p:cNvSpPr/>
          <p:nvPr/>
        </p:nvSpPr>
        <p:spPr>
          <a:xfrm>
            <a:off x="34544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3" name="Freeform 2032"/>
          <p:cNvSpPr/>
          <p:nvPr/>
        </p:nvSpPr>
        <p:spPr>
          <a:xfrm>
            <a:off x="3492500" y="292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4" name="Freeform 2033"/>
          <p:cNvSpPr/>
          <p:nvPr/>
        </p:nvSpPr>
        <p:spPr>
          <a:xfrm>
            <a:off x="3517900" y="2921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5" name="Freeform 2034"/>
          <p:cNvSpPr/>
          <p:nvPr/>
        </p:nvSpPr>
        <p:spPr>
          <a:xfrm>
            <a:off x="35560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6" name="Freeform 2035"/>
          <p:cNvSpPr/>
          <p:nvPr/>
        </p:nvSpPr>
        <p:spPr>
          <a:xfrm>
            <a:off x="3594100" y="290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7" name="Freeform 2036"/>
          <p:cNvSpPr/>
          <p:nvPr/>
        </p:nvSpPr>
        <p:spPr>
          <a:xfrm>
            <a:off x="36195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8" name="Freeform 2037"/>
          <p:cNvSpPr/>
          <p:nvPr/>
        </p:nvSpPr>
        <p:spPr>
          <a:xfrm>
            <a:off x="2641600" y="298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9" name="Freeform 2038"/>
          <p:cNvSpPr/>
          <p:nvPr/>
        </p:nvSpPr>
        <p:spPr>
          <a:xfrm>
            <a:off x="2679700" y="2984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0" name="Freeform 2039"/>
          <p:cNvSpPr/>
          <p:nvPr/>
        </p:nvSpPr>
        <p:spPr>
          <a:xfrm>
            <a:off x="2717800" y="297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1" name="Freeform 2040"/>
          <p:cNvSpPr/>
          <p:nvPr/>
        </p:nvSpPr>
        <p:spPr>
          <a:xfrm>
            <a:off x="2755900" y="2971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2" name="Freeform 2041"/>
          <p:cNvSpPr/>
          <p:nvPr/>
        </p:nvSpPr>
        <p:spPr>
          <a:xfrm>
            <a:off x="2781300" y="297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3" name="Freeform 2042"/>
          <p:cNvSpPr/>
          <p:nvPr/>
        </p:nvSpPr>
        <p:spPr>
          <a:xfrm>
            <a:off x="2819400" y="297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" name="Freeform 2043"/>
          <p:cNvSpPr/>
          <p:nvPr/>
        </p:nvSpPr>
        <p:spPr>
          <a:xfrm>
            <a:off x="2857500" y="295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5" name="Freeform 2044"/>
          <p:cNvSpPr/>
          <p:nvPr/>
        </p:nvSpPr>
        <p:spPr>
          <a:xfrm>
            <a:off x="2882900" y="295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6" name="Freeform 2045"/>
          <p:cNvSpPr/>
          <p:nvPr/>
        </p:nvSpPr>
        <p:spPr>
          <a:xfrm>
            <a:off x="2921000" y="295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7" name="Freeform 2046"/>
          <p:cNvSpPr/>
          <p:nvPr/>
        </p:nvSpPr>
        <p:spPr>
          <a:xfrm>
            <a:off x="2959100" y="295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8" name="Freeform 2047"/>
          <p:cNvSpPr/>
          <p:nvPr/>
        </p:nvSpPr>
        <p:spPr>
          <a:xfrm>
            <a:off x="2997200" y="294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9" name="Freeform 2048"/>
          <p:cNvSpPr/>
          <p:nvPr/>
        </p:nvSpPr>
        <p:spPr>
          <a:xfrm>
            <a:off x="30226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0" name="Freeform 2049"/>
          <p:cNvSpPr/>
          <p:nvPr/>
        </p:nvSpPr>
        <p:spPr>
          <a:xfrm>
            <a:off x="30607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1" name="Freeform 2050"/>
          <p:cNvSpPr/>
          <p:nvPr/>
        </p:nvSpPr>
        <p:spPr>
          <a:xfrm>
            <a:off x="3098800" y="294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2" name="Freeform 2051"/>
          <p:cNvSpPr/>
          <p:nvPr/>
        </p:nvSpPr>
        <p:spPr>
          <a:xfrm>
            <a:off x="3124200" y="2946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3" name="Freeform 2052"/>
          <p:cNvSpPr/>
          <p:nvPr/>
        </p:nvSpPr>
        <p:spPr>
          <a:xfrm>
            <a:off x="31623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4" name="Freeform 2053"/>
          <p:cNvSpPr/>
          <p:nvPr/>
        </p:nvSpPr>
        <p:spPr>
          <a:xfrm>
            <a:off x="32004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5" name="Freeform 2054"/>
          <p:cNvSpPr/>
          <p:nvPr/>
        </p:nvSpPr>
        <p:spPr>
          <a:xfrm>
            <a:off x="3238500" y="293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6" name="Freeform 2055"/>
          <p:cNvSpPr/>
          <p:nvPr/>
        </p:nvSpPr>
        <p:spPr>
          <a:xfrm>
            <a:off x="3263900" y="2933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7" name="Freeform 2056"/>
          <p:cNvSpPr/>
          <p:nvPr/>
        </p:nvSpPr>
        <p:spPr>
          <a:xfrm>
            <a:off x="33020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8" name="Freeform 2057"/>
          <p:cNvSpPr/>
          <p:nvPr/>
        </p:nvSpPr>
        <p:spPr>
          <a:xfrm>
            <a:off x="3340100" y="292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Freeform 2058"/>
          <p:cNvSpPr/>
          <p:nvPr/>
        </p:nvSpPr>
        <p:spPr>
          <a:xfrm>
            <a:off x="33655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0" name="Freeform 2059"/>
          <p:cNvSpPr/>
          <p:nvPr/>
        </p:nvSpPr>
        <p:spPr>
          <a:xfrm>
            <a:off x="3403600" y="2921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1" name="Freeform 2060"/>
          <p:cNvSpPr/>
          <p:nvPr/>
        </p:nvSpPr>
        <p:spPr>
          <a:xfrm>
            <a:off x="34417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Freeform 2061"/>
          <p:cNvSpPr/>
          <p:nvPr/>
        </p:nvSpPr>
        <p:spPr>
          <a:xfrm>
            <a:off x="3479800" y="290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3" name="Freeform 2062"/>
          <p:cNvSpPr/>
          <p:nvPr/>
        </p:nvSpPr>
        <p:spPr>
          <a:xfrm>
            <a:off x="35052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4" name="Freeform 2063"/>
          <p:cNvSpPr/>
          <p:nvPr/>
        </p:nvSpPr>
        <p:spPr>
          <a:xfrm>
            <a:off x="35433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Freeform 2064"/>
          <p:cNvSpPr/>
          <p:nvPr/>
        </p:nvSpPr>
        <p:spPr>
          <a:xfrm>
            <a:off x="3581400" y="289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6" name="Freeform 2065"/>
          <p:cNvSpPr/>
          <p:nvPr/>
        </p:nvSpPr>
        <p:spPr>
          <a:xfrm>
            <a:off x="36068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7" name="Freeform 2066"/>
          <p:cNvSpPr/>
          <p:nvPr/>
        </p:nvSpPr>
        <p:spPr>
          <a:xfrm>
            <a:off x="2628900" y="297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Freeform 2067"/>
          <p:cNvSpPr/>
          <p:nvPr/>
        </p:nvSpPr>
        <p:spPr>
          <a:xfrm>
            <a:off x="2667000" y="297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9" name="Freeform 2068"/>
          <p:cNvSpPr/>
          <p:nvPr/>
        </p:nvSpPr>
        <p:spPr>
          <a:xfrm>
            <a:off x="2705100" y="2971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0" name="Freeform 2069"/>
          <p:cNvSpPr/>
          <p:nvPr/>
        </p:nvSpPr>
        <p:spPr>
          <a:xfrm>
            <a:off x="2743200" y="295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1" name="Freeform 2070"/>
          <p:cNvSpPr/>
          <p:nvPr/>
        </p:nvSpPr>
        <p:spPr>
          <a:xfrm>
            <a:off x="2768600" y="295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2" name="Freeform 2071"/>
          <p:cNvSpPr/>
          <p:nvPr/>
        </p:nvSpPr>
        <p:spPr>
          <a:xfrm>
            <a:off x="2806700" y="295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3" name="Freeform 2072"/>
          <p:cNvSpPr/>
          <p:nvPr/>
        </p:nvSpPr>
        <p:spPr>
          <a:xfrm>
            <a:off x="2844800" y="295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4" name="Freeform 2073"/>
          <p:cNvSpPr/>
          <p:nvPr/>
        </p:nvSpPr>
        <p:spPr>
          <a:xfrm>
            <a:off x="2870200" y="2959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5" name="Freeform 2074"/>
          <p:cNvSpPr/>
          <p:nvPr/>
        </p:nvSpPr>
        <p:spPr>
          <a:xfrm>
            <a:off x="29083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6" name="Freeform 2075"/>
          <p:cNvSpPr/>
          <p:nvPr/>
        </p:nvSpPr>
        <p:spPr>
          <a:xfrm>
            <a:off x="29464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7" name="Freeform 2076"/>
          <p:cNvSpPr/>
          <p:nvPr/>
        </p:nvSpPr>
        <p:spPr>
          <a:xfrm>
            <a:off x="2984500" y="294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8" name="Freeform 2077"/>
          <p:cNvSpPr/>
          <p:nvPr/>
        </p:nvSpPr>
        <p:spPr>
          <a:xfrm>
            <a:off x="3009900" y="2946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9" name="Freeform 2078"/>
          <p:cNvSpPr/>
          <p:nvPr/>
        </p:nvSpPr>
        <p:spPr>
          <a:xfrm>
            <a:off x="30480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0" name="Freeform 2079"/>
          <p:cNvSpPr/>
          <p:nvPr/>
        </p:nvSpPr>
        <p:spPr>
          <a:xfrm>
            <a:off x="3086100" y="293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1" name="Freeform 2080"/>
          <p:cNvSpPr/>
          <p:nvPr/>
        </p:nvSpPr>
        <p:spPr>
          <a:xfrm>
            <a:off x="31115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2" name="Freeform 2081"/>
          <p:cNvSpPr/>
          <p:nvPr/>
        </p:nvSpPr>
        <p:spPr>
          <a:xfrm>
            <a:off x="31496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3" name="Freeform 2082"/>
          <p:cNvSpPr/>
          <p:nvPr/>
        </p:nvSpPr>
        <p:spPr>
          <a:xfrm>
            <a:off x="31877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" name="Freeform 2083"/>
          <p:cNvSpPr/>
          <p:nvPr/>
        </p:nvSpPr>
        <p:spPr>
          <a:xfrm>
            <a:off x="3225800" y="292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5" name="Freeform 2084"/>
          <p:cNvSpPr/>
          <p:nvPr/>
        </p:nvSpPr>
        <p:spPr>
          <a:xfrm>
            <a:off x="32512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6" name="Freeform 2085"/>
          <p:cNvSpPr/>
          <p:nvPr/>
        </p:nvSpPr>
        <p:spPr>
          <a:xfrm>
            <a:off x="32893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7" name="Freeform 2086"/>
          <p:cNvSpPr/>
          <p:nvPr/>
        </p:nvSpPr>
        <p:spPr>
          <a:xfrm>
            <a:off x="3327400" y="290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8" name="Freeform 2087"/>
          <p:cNvSpPr/>
          <p:nvPr/>
        </p:nvSpPr>
        <p:spPr>
          <a:xfrm>
            <a:off x="33528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9" name="Freeform 2088"/>
          <p:cNvSpPr/>
          <p:nvPr/>
        </p:nvSpPr>
        <p:spPr>
          <a:xfrm>
            <a:off x="33909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0" name="Freeform 2089"/>
          <p:cNvSpPr/>
          <p:nvPr/>
        </p:nvSpPr>
        <p:spPr>
          <a:xfrm>
            <a:off x="34290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1" name="Freeform 2090"/>
          <p:cNvSpPr/>
          <p:nvPr/>
        </p:nvSpPr>
        <p:spPr>
          <a:xfrm>
            <a:off x="3467100" y="289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2" name="Freeform 2091"/>
          <p:cNvSpPr/>
          <p:nvPr/>
        </p:nvSpPr>
        <p:spPr>
          <a:xfrm>
            <a:off x="34925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3" name="Freeform 2092"/>
          <p:cNvSpPr/>
          <p:nvPr/>
        </p:nvSpPr>
        <p:spPr>
          <a:xfrm>
            <a:off x="35306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4" name="Freeform 2093"/>
          <p:cNvSpPr/>
          <p:nvPr/>
        </p:nvSpPr>
        <p:spPr>
          <a:xfrm>
            <a:off x="3568700" y="289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5" name="Freeform 2094"/>
          <p:cNvSpPr/>
          <p:nvPr/>
        </p:nvSpPr>
        <p:spPr>
          <a:xfrm>
            <a:off x="35941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6" name="Freeform 2095"/>
          <p:cNvSpPr/>
          <p:nvPr/>
        </p:nvSpPr>
        <p:spPr>
          <a:xfrm>
            <a:off x="2616200" y="2971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" name="Freeform 2096"/>
          <p:cNvSpPr/>
          <p:nvPr/>
        </p:nvSpPr>
        <p:spPr>
          <a:xfrm>
            <a:off x="2654300" y="295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8" name="Freeform 2097"/>
          <p:cNvSpPr/>
          <p:nvPr/>
        </p:nvSpPr>
        <p:spPr>
          <a:xfrm>
            <a:off x="2692400" y="295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9" name="Freeform 2098"/>
          <p:cNvSpPr/>
          <p:nvPr/>
        </p:nvSpPr>
        <p:spPr>
          <a:xfrm>
            <a:off x="2730500" y="2959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0" name="Freeform 2099"/>
          <p:cNvSpPr/>
          <p:nvPr/>
        </p:nvSpPr>
        <p:spPr>
          <a:xfrm>
            <a:off x="2755900" y="2959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1" name="Freeform 2100"/>
          <p:cNvSpPr/>
          <p:nvPr/>
        </p:nvSpPr>
        <p:spPr>
          <a:xfrm>
            <a:off x="27940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2" name="Freeform 2101"/>
          <p:cNvSpPr/>
          <p:nvPr/>
        </p:nvSpPr>
        <p:spPr>
          <a:xfrm>
            <a:off x="2832100" y="294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" name="Freeform 2102"/>
          <p:cNvSpPr/>
          <p:nvPr/>
        </p:nvSpPr>
        <p:spPr>
          <a:xfrm>
            <a:off x="28575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" name="Freeform 2103"/>
          <p:cNvSpPr/>
          <p:nvPr/>
        </p:nvSpPr>
        <p:spPr>
          <a:xfrm>
            <a:off x="28956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Freeform 2104"/>
          <p:cNvSpPr/>
          <p:nvPr/>
        </p:nvSpPr>
        <p:spPr>
          <a:xfrm>
            <a:off x="29337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6" name="Freeform 2105"/>
          <p:cNvSpPr/>
          <p:nvPr/>
        </p:nvSpPr>
        <p:spPr>
          <a:xfrm>
            <a:off x="2971800" y="293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7" name="Freeform 2106"/>
          <p:cNvSpPr/>
          <p:nvPr/>
        </p:nvSpPr>
        <p:spPr>
          <a:xfrm>
            <a:off x="29972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Freeform 2107"/>
          <p:cNvSpPr/>
          <p:nvPr/>
        </p:nvSpPr>
        <p:spPr>
          <a:xfrm>
            <a:off x="30353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9" name="Freeform 2108"/>
          <p:cNvSpPr/>
          <p:nvPr/>
        </p:nvSpPr>
        <p:spPr>
          <a:xfrm>
            <a:off x="3073400" y="292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0" name="Freeform 2109"/>
          <p:cNvSpPr/>
          <p:nvPr/>
        </p:nvSpPr>
        <p:spPr>
          <a:xfrm>
            <a:off x="30988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Freeform 2110"/>
          <p:cNvSpPr/>
          <p:nvPr/>
        </p:nvSpPr>
        <p:spPr>
          <a:xfrm>
            <a:off x="31369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2" name="Freeform 2111"/>
          <p:cNvSpPr/>
          <p:nvPr/>
        </p:nvSpPr>
        <p:spPr>
          <a:xfrm>
            <a:off x="31750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3" name="Freeform 2112"/>
          <p:cNvSpPr/>
          <p:nvPr/>
        </p:nvSpPr>
        <p:spPr>
          <a:xfrm>
            <a:off x="3213100" y="290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Freeform 2113"/>
          <p:cNvSpPr/>
          <p:nvPr/>
        </p:nvSpPr>
        <p:spPr>
          <a:xfrm>
            <a:off x="32385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5" name="Freeform 2114"/>
          <p:cNvSpPr/>
          <p:nvPr/>
        </p:nvSpPr>
        <p:spPr>
          <a:xfrm>
            <a:off x="32766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" name="Freeform 2115"/>
          <p:cNvSpPr/>
          <p:nvPr/>
        </p:nvSpPr>
        <p:spPr>
          <a:xfrm>
            <a:off x="3314700" y="290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7" name="Freeform 2116"/>
          <p:cNvSpPr/>
          <p:nvPr/>
        </p:nvSpPr>
        <p:spPr>
          <a:xfrm>
            <a:off x="3340100" y="2908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8" name="Freeform 2117"/>
          <p:cNvSpPr/>
          <p:nvPr/>
        </p:nvSpPr>
        <p:spPr>
          <a:xfrm>
            <a:off x="33782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9" name="Freeform 2118"/>
          <p:cNvSpPr/>
          <p:nvPr/>
        </p:nvSpPr>
        <p:spPr>
          <a:xfrm>
            <a:off x="34163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0" name="Freeform 2119"/>
          <p:cNvSpPr/>
          <p:nvPr/>
        </p:nvSpPr>
        <p:spPr>
          <a:xfrm>
            <a:off x="3454400" y="289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1" name="Freeform 2120"/>
          <p:cNvSpPr/>
          <p:nvPr/>
        </p:nvSpPr>
        <p:spPr>
          <a:xfrm>
            <a:off x="3479800" y="289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2" name="Freeform 2121"/>
          <p:cNvSpPr/>
          <p:nvPr/>
        </p:nvSpPr>
        <p:spPr>
          <a:xfrm>
            <a:off x="35179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3" name="Freeform 2122"/>
          <p:cNvSpPr/>
          <p:nvPr/>
        </p:nvSpPr>
        <p:spPr>
          <a:xfrm>
            <a:off x="3556000" y="288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4" name="Freeform 2123"/>
          <p:cNvSpPr/>
          <p:nvPr/>
        </p:nvSpPr>
        <p:spPr>
          <a:xfrm>
            <a:off x="35814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5" name="Freeform 2124"/>
          <p:cNvSpPr/>
          <p:nvPr/>
        </p:nvSpPr>
        <p:spPr>
          <a:xfrm>
            <a:off x="2603500" y="295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6" name="Freeform 2125"/>
          <p:cNvSpPr/>
          <p:nvPr/>
        </p:nvSpPr>
        <p:spPr>
          <a:xfrm>
            <a:off x="2641600" y="2959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7" name="Freeform 2126"/>
          <p:cNvSpPr/>
          <p:nvPr/>
        </p:nvSpPr>
        <p:spPr>
          <a:xfrm>
            <a:off x="26797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8" name="Freeform 2127"/>
          <p:cNvSpPr/>
          <p:nvPr/>
        </p:nvSpPr>
        <p:spPr>
          <a:xfrm>
            <a:off x="2717800" y="2946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9" name="Freeform 2128"/>
          <p:cNvSpPr/>
          <p:nvPr/>
        </p:nvSpPr>
        <p:spPr>
          <a:xfrm>
            <a:off x="27432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" name="Freeform 2129"/>
          <p:cNvSpPr/>
          <p:nvPr/>
        </p:nvSpPr>
        <p:spPr>
          <a:xfrm>
            <a:off x="27813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1" name="Freeform 2130"/>
          <p:cNvSpPr/>
          <p:nvPr/>
        </p:nvSpPr>
        <p:spPr>
          <a:xfrm>
            <a:off x="2819400" y="293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2" name="Freeform 2131"/>
          <p:cNvSpPr/>
          <p:nvPr/>
        </p:nvSpPr>
        <p:spPr>
          <a:xfrm>
            <a:off x="28448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3" name="Freeform 2132"/>
          <p:cNvSpPr/>
          <p:nvPr/>
        </p:nvSpPr>
        <p:spPr>
          <a:xfrm>
            <a:off x="28829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4" name="Freeform 2133"/>
          <p:cNvSpPr/>
          <p:nvPr/>
        </p:nvSpPr>
        <p:spPr>
          <a:xfrm>
            <a:off x="29210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5" name="Freeform 2134"/>
          <p:cNvSpPr/>
          <p:nvPr/>
        </p:nvSpPr>
        <p:spPr>
          <a:xfrm>
            <a:off x="2959100" y="292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6" name="Freeform 2135"/>
          <p:cNvSpPr/>
          <p:nvPr/>
        </p:nvSpPr>
        <p:spPr>
          <a:xfrm>
            <a:off x="29845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7" name="Freeform 2136"/>
          <p:cNvSpPr/>
          <p:nvPr/>
        </p:nvSpPr>
        <p:spPr>
          <a:xfrm>
            <a:off x="30226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8" name="Freeform 2137"/>
          <p:cNvSpPr/>
          <p:nvPr/>
        </p:nvSpPr>
        <p:spPr>
          <a:xfrm>
            <a:off x="3060700" y="292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9" name="Freeform 2138"/>
          <p:cNvSpPr/>
          <p:nvPr/>
        </p:nvSpPr>
        <p:spPr>
          <a:xfrm>
            <a:off x="3086100" y="2921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" name="Freeform 2139"/>
          <p:cNvSpPr/>
          <p:nvPr/>
        </p:nvSpPr>
        <p:spPr>
          <a:xfrm>
            <a:off x="31242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1" name="Freeform 2140"/>
          <p:cNvSpPr/>
          <p:nvPr/>
        </p:nvSpPr>
        <p:spPr>
          <a:xfrm>
            <a:off x="31623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" name="Freeform 2141"/>
          <p:cNvSpPr/>
          <p:nvPr/>
        </p:nvSpPr>
        <p:spPr>
          <a:xfrm>
            <a:off x="3200400" y="290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" name="Freeform 2142"/>
          <p:cNvSpPr/>
          <p:nvPr/>
        </p:nvSpPr>
        <p:spPr>
          <a:xfrm>
            <a:off x="3225800" y="2908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" name="Freeform 2143"/>
          <p:cNvSpPr/>
          <p:nvPr/>
        </p:nvSpPr>
        <p:spPr>
          <a:xfrm>
            <a:off x="32639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5" name="Freeform 2144"/>
          <p:cNvSpPr/>
          <p:nvPr/>
        </p:nvSpPr>
        <p:spPr>
          <a:xfrm>
            <a:off x="3302000" y="289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6" name="Freeform 2145"/>
          <p:cNvSpPr/>
          <p:nvPr/>
        </p:nvSpPr>
        <p:spPr>
          <a:xfrm>
            <a:off x="33274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" name="Freeform 2146"/>
          <p:cNvSpPr/>
          <p:nvPr/>
        </p:nvSpPr>
        <p:spPr>
          <a:xfrm>
            <a:off x="33655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8" name="Freeform 2147"/>
          <p:cNvSpPr/>
          <p:nvPr/>
        </p:nvSpPr>
        <p:spPr>
          <a:xfrm>
            <a:off x="34036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9" name="Freeform 2148"/>
          <p:cNvSpPr/>
          <p:nvPr/>
        </p:nvSpPr>
        <p:spPr>
          <a:xfrm>
            <a:off x="3441700" y="288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0" name="Freeform 2149"/>
          <p:cNvSpPr/>
          <p:nvPr/>
        </p:nvSpPr>
        <p:spPr>
          <a:xfrm>
            <a:off x="34671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1" name="Freeform 2150"/>
          <p:cNvSpPr/>
          <p:nvPr/>
        </p:nvSpPr>
        <p:spPr>
          <a:xfrm>
            <a:off x="35052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2" name="Freeform 2151"/>
          <p:cNvSpPr/>
          <p:nvPr/>
        </p:nvSpPr>
        <p:spPr>
          <a:xfrm>
            <a:off x="3543300" y="287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3" name="Freeform 2152"/>
          <p:cNvSpPr/>
          <p:nvPr/>
        </p:nvSpPr>
        <p:spPr>
          <a:xfrm>
            <a:off x="35687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4" name="Freeform 2153"/>
          <p:cNvSpPr/>
          <p:nvPr/>
        </p:nvSpPr>
        <p:spPr>
          <a:xfrm>
            <a:off x="25908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5" name="Freeform 2154"/>
          <p:cNvSpPr/>
          <p:nvPr/>
        </p:nvSpPr>
        <p:spPr>
          <a:xfrm>
            <a:off x="26289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6" name="Freeform 2155"/>
          <p:cNvSpPr/>
          <p:nvPr/>
        </p:nvSpPr>
        <p:spPr>
          <a:xfrm>
            <a:off x="2667000" y="2946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7" name="Freeform 2156"/>
          <p:cNvSpPr/>
          <p:nvPr/>
        </p:nvSpPr>
        <p:spPr>
          <a:xfrm>
            <a:off x="2705100" y="2946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8" name="Freeform 2157"/>
          <p:cNvSpPr/>
          <p:nvPr/>
        </p:nvSpPr>
        <p:spPr>
          <a:xfrm>
            <a:off x="27305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9" name="Freeform 2158"/>
          <p:cNvSpPr/>
          <p:nvPr/>
        </p:nvSpPr>
        <p:spPr>
          <a:xfrm>
            <a:off x="27686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0" name="Freeform 2159"/>
          <p:cNvSpPr/>
          <p:nvPr/>
        </p:nvSpPr>
        <p:spPr>
          <a:xfrm>
            <a:off x="2806700" y="293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1" name="Freeform 2160"/>
          <p:cNvSpPr/>
          <p:nvPr/>
        </p:nvSpPr>
        <p:spPr>
          <a:xfrm>
            <a:off x="2832100" y="2933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2" name="Freeform 2161"/>
          <p:cNvSpPr/>
          <p:nvPr/>
        </p:nvSpPr>
        <p:spPr>
          <a:xfrm>
            <a:off x="28702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3" name="Freeform 2162"/>
          <p:cNvSpPr/>
          <p:nvPr/>
        </p:nvSpPr>
        <p:spPr>
          <a:xfrm>
            <a:off x="29083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" name="Freeform 2163"/>
          <p:cNvSpPr/>
          <p:nvPr/>
        </p:nvSpPr>
        <p:spPr>
          <a:xfrm>
            <a:off x="2946400" y="292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5" name="Freeform 2164"/>
          <p:cNvSpPr/>
          <p:nvPr/>
        </p:nvSpPr>
        <p:spPr>
          <a:xfrm>
            <a:off x="2971800" y="29210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6" name="Freeform 2165"/>
          <p:cNvSpPr/>
          <p:nvPr/>
        </p:nvSpPr>
        <p:spPr>
          <a:xfrm>
            <a:off x="30099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7" name="Freeform 2166"/>
          <p:cNvSpPr/>
          <p:nvPr/>
        </p:nvSpPr>
        <p:spPr>
          <a:xfrm>
            <a:off x="3048000" y="290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8" name="Freeform 2167"/>
          <p:cNvSpPr/>
          <p:nvPr/>
        </p:nvSpPr>
        <p:spPr>
          <a:xfrm>
            <a:off x="30734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9" name="Freeform 2168"/>
          <p:cNvSpPr/>
          <p:nvPr/>
        </p:nvSpPr>
        <p:spPr>
          <a:xfrm>
            <a:off x="31115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0" name="Freeform 2169"/>
          <p:cNvSpPr/>
          <p:nvPr/>
        </p:nvSpPr>
        <p:spPr>
          <a:xfrm>
            <a:off x="31496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1" name="Freeform 2170"/>
          <p:cNvSpPr/>
          <p:nvPr/>
        </p:nvSpPr>
        <p:spPr>
          <a:xfrm>
            <a:off x="3187700" y="289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2" name="Freeform 2171"/>
          <p:cNvSpPr/>
          <p:nvPr/>
        </p:nvSpPr>
        <p:spPr>
          <a:xfrm>
            <a:off x="32131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3" name="Freeform 2172"/>
          <p:cNvSpPr/>
          <p:nvPr/>
        </p:nvSpPr>
        <p:spPr>
          <a:xfrm>
            <a:off x="32512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4" name="Freeform 2173"/>
          <p:cNvSpPr/>
          <p:nvPr/>
        </p:nvSpPr>
        <p:spPr>
          <a:xfrm>
            <a:off x="3289300" y="288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5" name="Freeform 2174"/>
          <p:cNvSpPr/>
          <p:nvPr/>
        </p:nvSpPr>
        <p:spPr>
          <a:xfrm>
            <a:off x="33147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6" name="Freeform 2175"/>
          <p:cNvSpPr/>
          <p:nvPr/>
        </p:nvSpPr>
        <p:spPr>
          <a:xfrm>
            <a:off x="33528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7" name="Freeform 2176"/>
          <p:cNvSpPr/>
          <p:nvPr/>
        </p:nvSpPr>
        <p:spPr>
          <a:xfrm>
            <a:off x="33909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8" name="Freeform 2177"/>
          <p:cNvSpPr/>
          <p:nvPr/>
        </p:nvSpPr>
        <p:spPr>
          <a:xfrm>
            <a:off x="3429000" y="287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9" name="Freeform 2178"/>
          <p:cNvSpPr/>
          <p:nvPr/>
        </p:nvSpPr>
        <p:spPr>
          <a:xfrm>
            <a:off x="34544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0" name="Freeform 2179"/>
          <p:cNvSpPr/>
          <p:nvPr/>
        </p:nvSpPr>
        <p:spPr>
          <a:xfrm>
            <a:off x="34925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1" name="Freeform 2180"/>
          <p:cNvSpPr/>
          <p:nvPr/>
        </p:nvSpPr>
        <p:spPr>
          <a:xfrm>
            <a:off x="3530600" y="287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2" name="Freeform 2181"/>
          <p:cNvSpPr/>
          <p:nvPr/>
        </p:nvSpPr>
        <p:spPr>
          <a:xfrm>
            <a:off x="3556000" y="287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3" name="Freeform 2182"/>
          <p:cNvSpPr/>
          <p:nvPr/>
        </p:nvSpPr>
        <p:spPr>
          <a:xfrm>
            <a:off x="2578100" y="2946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4" name="Freeform 2183"/>
          <p:cNvSpPr/>
          <p:nvPr/>
        </p:nvSpPr>
        <p:spPr>
          <a:xfrm>
            <a:off x="26162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5" name="Freeform 2184"/>
          <p:cNvSpPr/>
          <p:nvPr/>
        </p:nvSpPr>
        <p:spPr>
          <a:xfrm>
            <a:off x="26543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6" name="Freeform 2185"/>
          <p:cNvSpPr/>
          <p:nvPr/>
        </p:nvSpPr>
        <p:spPr>
          <a:xfrm>
            <a:off x="2692400" y="2933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7" name="Freeform 2186"/>
          <p:cNvSpPr/>
          <p:nvPr/>
        </p:nvSpPr>
        <p:spPr>
          <a:xfrm>
            <a:off x="27178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8" name="Freeform 2187"/>
          <p:cNvSpPr/>
          <p:nvPr/>
        </p:nvSpPr>
        <p:spPr>
          <a:xfrm>
            <a:off x="27559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9" name="Freeform 2188"/>
          <p:cNvSpPr/>
          <p:nvPr/>
        </p:nvSpPr>
        <p:spPr>
          <a:xfrm>
            <a:off x="2794000" y="292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0" name="Freeform 2189"/>
          <p:cNvSpPr/>
          <p:nvPr/>
        </p:nvSpPr>
        <p:spPr>
          <a:xfrm>
            <a:off x="28194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1" name="Freeform 2190"/>
          <p:cNvSpPr/>
          <p:nvPr/>
        </p:nvSpPr>
        <p:spPr>
          <a:xfrm>
            <a:off x="28575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2" name="Freeform 2191"/>
          <p:cNvSpPr/>
          <p:nvPr/>
        </p:nvSpPr>
        <p:spPr>
          <a:xfrm>
            <a:off x="28956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3" name="Freeform 2192"/>
          <p:cNvSpPr/>
          <p:nvPr/>
        </p:nvSpPr>
        <p:spPr>
          <a:xfrm>
            <a:off x="2933700" y="290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4" name="Freeform 2193"/>
          <p:cNvSpPr/>
          <p:nvPr/>
        </p:nvSpPr>
        <p:spPr>
          <a:xfrm>
            <a:off x="29591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5" name="Freeform 2194"/>
          <p:cNvSpPr/>
          <p:nvPr/>
        </p:nvSpPr>
        <p:spPr>
          <a:xfrm>
            <a:off x="29972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6" name="Freeform 2195"/>
          <p:cNvSpPr/>
          <p:nvPr/>
        </p:nvSpPr>
        <p:spPr>
          <a:xfrm>
            <a:off x="3035300" y="289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7" name="Freeform 2196"/>
          <p:cNvSpPr/>
          <p:nvPr/>
        </p:nvSpPr>
        <p:spPr>
          <a:xfrm>
            <a:off x="30607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8" name="Freeform 2197"/>
          <p:cNvSpPr/>
          <p:nvPr/>
        </p:nvSpPr>
        <p:spPr>
          <a:xfrm>
            <a:off x="30988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9" name="Freeform 2198"/>
          <p:cNvSpPr/>
          <p:nvPr/>
        </p:nvSpPr>
        <p:spPr>
          <a:xfrm>
            <a:off x="31369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0" name="Freeform 2199"/>
          <p:cNvSpPr/>
          <p:nvPr/>
        </p:nvSpPr>
        <p:spPr>
          <a:xfrm>
            <a:off x="3175000" y="288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1" name="Freeform 2200"/>
          <p:cNvSpPr/>
          <p:nvPr/>
        </p:nvSpPr>
        <p:spPr>
          <a:xfrm>
            <a:off x="32004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2" name="Freeform 2201"/>
          <p:cNvSpPr/>
          <p:nvPr/>
        </p:nvSpPr>
        <p:spPr>
          <a:xfrm>
            <a:off x="32385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3" name="Freeform 2202"/>
          <p:cNvSpPr/>
          <p:nvPr/>
        </p:nvSpPr>
        <p:spPr>
          <a:xfrm>
            <a:off x="3276600" y="288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4" name="Freeform 2203"/>
          <p:cNvSpPr/>
          <p:nvPr/>
        </p:nvSpPr>
        <p:spPr>
          <a:xfrm>
            <a:off x="3302000" y="2882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5" name="Freeform 2204"/>
          <p:cNvSpPr/>
          <p:nvPr/>
        </p:nvSpPr>
        <p:spPr>
          <a:xfrm>
            <a:off x="33401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6" name="Freeform 2205"/>
          <p:cNvSpPr/>
          <p:nvPr/>
        </p:nvSpPr>
        <p:spPr>
          <a:xfrm>
            <a:off x="33782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7" name="Freeform 2206"/>
          <p:cNvSpPr/>
          <p:nvPr/>
        </p:nvSpPr>
        <p:spPr>
          <a:xfrm>
            <a:off x="3416300" y="287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8" name="Freeform 2207"/>
          <p:cNvSpPr/>
          <p:nvPr/>
        </p:nvSpPr>
        <p:spPr>
          <a:xfrm>
            <a:off x="3441700" y="2870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9" name="Freeform 2208"/>
          <p:cNvSpPr/>
          <p:nvPr/>
        </p:nvSpPr>
        <p:spPr>
          <a:xfrm>
            <a:off x="3479800" y="285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0" name="Freeform 2209"/>
          <p:cNvSpPr/>
          <p:nvPr/>
        </p:nvSpPr>
        <p:spPr>
          <a:xfrm>
            <a:off x="3517900" y="285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1" name="Freeform 2210"/>
          <p:cNvSpPr/>
          <p:nvPr/>
        </p:nvSpPr>
        <p:spPr>
          <a:xfrm>
            <a:off x="3543300" y="285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2" name="Freeform 2211"/>
          <p:cNvSpPr/>
          <p:nvPr/>
        </p:nvSpPr>
        <p:spPr>
          <a:xfrm>
            <a:off x="25654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3" name="Freeform 2212"/>
          <p:cNvSpPr/>
          <p:nvPr/>
        </p:nvSpPr>
        <p:spPr>
          <a:xfrm>
            <a:off x="2603500" y="2933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4" name="Freeform 2213"/>
          <p:cNvSpPr/>
          <p:nvPr/>
        </p:nvSpPr>
        <p:spPr>
          <a:xfrm>
            <a:off x="26416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5" name="Freeform 2214"/>
          <p:cNvSpPr/>
          <p:nvPr/>
        </p:nvSpPr>
        <p:spPr>
          <a:xfrm>
            <a:off x="2679700" y="292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6" name="Freeform 2215"/>
          <p:cNvSpPr/>
          <p:nvPr/>
        </p:nvSpPr>
        <p:spPr>
          <a:xfrm>
            <a:off x="27051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7" name="Freeform 2216"/>
          <p:cNvSpPr/>
          <p:nvPr/>
        </p:nvSpPr>
        <p:spPr>
          <a:xfrm>
            <a:off x="27432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8" name="Freeform 2217"/>
          <p:cNvSpPr/>
          <p:nvPr/>
        </p:nvSpPr>
        <p:spPr>
          <a:xfrm>
            <a:off x="2781300" y="290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9" name="Freeform 2218"/>
          <p:cNvSpPr/>
          <p:nvPr/>
        </p:nvSpPr>
        <p:spPr>
          <a:xfrm>
            <a:off x="28067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0" name="Freeform 2219"/>
          <p:cNvSpPr/>
          <p:nvPr/>
        </p:nvSpPr>
        <p:spPr>
          <a:xfrm>
            <a:off x="28448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1" name="Freeform 2220"/>
          <p:cNvSpPr/>
          <p:nvPr/>
        </p:nvSpPr>
        <p:spPr>
          <a:xfrm>
            <a:off x="28829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2" name="Freeform 2221"/>
          <p:cNvSpPr/>
          <p:nvPr/>
        </p:nvSpPr>
        <p:spPr>
          <a:xfrm>
            <a:off x="2921000" y="289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3" name="Freeform 2222"/>
          <p:cNvSpPr/>
          <p:nvPr/>
        </p:nvSpPr>
        <p:spPr>
          <a:xfrm>
            <a:off x="29464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4" name="Freeform 2223"/>
          <p:cNvSpPr/>
          <p:nvPr/>
        </p:nvSpPr>
        <p:spPr>
          <a:xfrm>
            <a:off x="29845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5" name="Freeform 2224"/>
          <p:cNvSpPr/>
          <p:nvPr/>
        </p:nvSpPr>
        <p:spPr>
          <a:xfrm>
            <a:off x="3022600" y="289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6" name="Freeform 2225"/>
          <p:cNvSpPr/>
          <p:nvPr/>
        </p:nvSpPr>
        <p:spPr>
          <a:xfrm>
            <a:off x="3048000" y="289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7" name="Freeform 2226"/>
          <p:cNvSpPr/>
          <p:nvPr/>
        </p:nvSpPr>
        <p:spPr>
          <a:xfrm>
            <a:off x="30861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8" name="Freeform 2227"/>
          <p:cNvSpPr/>
          <p:nvPr/>
        </p:nvSpPr>
        <p:spPr>
          <a:xfrm>
            <a:off x="31242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9" name="Freeform 2228"/>
          <p:cNvSpPr/>
          <p:nvPr/>
        </p:nvSpPr>
        <p:spPr>
          <a:xfrm>
            <a:off x="3162300" y="288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0" name="Freeform 2229"/>
          <p:cNvSpPr/>
          <p:nvPr/>
        </p:nvSpPr>
        <p:spPr>
          <a:xfrm>
            <a:off x="3187700" y="2882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1" name="Freeform 2230"/>
          <p:cNvSpPr/>
          <p:nvPr/>
        </p:nvSpPr>
        <p:spPr>
          <a:xfrm>
            <a:off x="32258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2" name="Freeform 2231"/>
          <p:cNvSpPr/>
          <p:nvPr/>
        </p:nvSpPr>
        <p:spPr>
          <a:xfrm>
            <a:off x="3263900" y="287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3" name="Freeform 2232"/>
          <p:cNvSpPr/>
          <p:nvPr/>
        </p:nvSpPr>
        <p:spPr>
          <a:xfrm>
            <a:off x="32893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4" name="Freeform 2233"/>
          <p:cNvSpPr/>
          <p:nvPr/>
        </p:nvSpPr>
        <p:spPr>
          <a:xfrm>
            <a:off x="33274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5" name="Freeform 2234"/>
          <p:cNvSpPr/>
          <p:nvPr/>
        </p:nvSpPr>
        <p:spPr>
          <a:xfrm>
            <a:off x="3365500" y="285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6" name="Freeform 2235"/>
          <p:cNvSpPr/>
          <p:nvPr/>
        </p:nvSpPr>
        <p:spPr>
          <a:xfrm>
            <a:off x="3403600" y="285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7" name="Freeform 2236"/>
          <p:cNvSpPr/>
          <p:nvPr/>
        </p:nvSpPr>
        <p:spPr>
          <a:xfrm>
            <a:off x="3429000" y="285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8" name="Freeform 2237"/>
          <p:cNvSpPr/>
          <p:nvPr/>
        </p:nvSpPr>
        <p:spPr>
          <a:xfrm>
            <a:off x="3467100" y="285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9" name="Freeform 2238"/>
          <p:cNvSpPr/>
          <p:nvPr/>
        </p:nvSpPr>
        <p:spPr>
          <a:xfrm>
            <a:off x="3505200" y="284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0" name="Freeform 2239"/>
          <p:cNvSpPr/>
          <p:nvPr/>
        </p:nvSpPr>
        <p:spPr>
          <a:xfrm>
            <a:off x="35306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1" name="Freeform 2240"/>
          <p:cNvSpPr/>
          <p:nvPr/>
        </p:nvSpPr>
        <p:spPr>
          <a:xfrm>
            <a:off x="2565400" y="2921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2" name="Freeform 2241"/>
          <p:cNvSpPr/>
          <p:nvPr/>
        </p:nvSpPr>
        <p:spPr>
          <a:xfrm>
            <a:off x="25908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3" name="Freeform 2242"/>
          <p:cNvSpPr/>
          <p:nvPr/>
        </p:nvSpPr>
        <p:spPr>
          <a:xfrm>
            <a:off x="2628900" y="2921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4" name="Freeform 2243"/>
          <p:cNvSpPr/>
          <p:nvPr/>
        </p:nvSpPr>
        <p:spPr>
          <a:xfrm>
            <a:off x="2667000" y="2921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5" name="Freeform 2244"/>
          <p:cNvSpPr/>
          <p:nvPr/>
        </p:nvSpPr>
        <p:spPr>
          <a:xfrm>
            <a:off x="26924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6" name="Freeform 2245"/>
          <p:cNvSpPr/>
          <p:nvPr/>
        </p:nvSpPr>
        <p:spPr>
          <a:xfrm>
            <a:off x="27305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7" name="Freeform 2246"/>
          <p:cNvSpPr/>
          <p:nvPr/>
        </p:nvSpPr>
        <p:spPr>
          <a:xfrm>
            <a:off x="2768600" y="290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8" name="Freeform 2247"/>
          <p:cNvSpPr/>
          <p:nvPr/>
        </p:nvSpPr>
        <p:spPr>
          <a:xfrm>
            <a:off x="2794000" y="2908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9" name="Freeform 2248"/>
          <p:cNvSpPr/>
          <p:nvPr/>
        </p:nvSpPr>
        <p:spPr>
          <a:xfrm>
            <a:off x="28321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0" name="Freeform 2249"/>
          <p:cNvSpPr/>
          <p:nvPr/>
        </p:nvSpPr>
        <p:spPr>
          <a:xfrm>
            <a:off x="28702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1" name="Freeform 2250"/>
          <p:cNvSpPr/>
          <p:nvPr/>
        </p:nvSpPr>
        <p:spPr>
          <a:xfrm>
            <a:off x="2908300" y="289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2" name="Freeform 2251"/>
          <p:cNvSpPr/>
          <p:nvPr/>
        </p:nvSpPr>
        <p:spPr>
          <a:xfrm>
            <a:off x="2933700" y="28956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3" name="Freeform 2252"/>
          <p:cNvSpPr/>
          <p:nvPr/>
        </p:nvSpPr>
        <p:spPr>
          <a:xfrm>
            <a:off x="29718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4" name="Freeform 2253"/>
          <p:cNvSpPr/>
          <p:nvPr/>
        </p:nvSpPr>
        <p:spPr>
          <a:xfrm>
            <a:off x="3009900" y="288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5" name="Freeform 2254"/>
          <p:cNvSpPr/>
          <p:nvPr/>
        </p:nvSpPr>
        <p:spPr>
          <a:xfrm>
            <a:off x="30353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6" name="Freeform 2255"/>
          <p:cNvSpPr/>
          <p:nvPr/>
        </p:nvSpPr>
        <p:spPr>
          <a:xfrm>
            <a:off x="30734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7" name="Freeform 2256"/>
          <p:cNvSpPr/>
          <p:nvPr/>
        </p:nvSpPr>
        <p:spPr>
          <a:xfrm>
            <a:off x="31115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8" name="Freeform 2257"/>
          <p:cNvSpPr/>
          <p:nvPr/>
        </p:nvSpPr>
        <p:spPr>
          <a:xfrm>
            <a:off x="3149600" y="287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9" name="Freeform 2258"/>
          <p:cNvSpPr/>
          <p:nvPr/>
        </p:nvSpPr>
        <p:spPr>
          <a:xfrm>
            <a:off x="31750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0" name="Freeform 2259"/>
          <p:cNvSpPr/>
          <p:nvPr/>
        </p:nvSpPr>
        <p:spPr>
          <a:xfrm>
            <a:off x="32131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1" name="Freeform 2260"/>
          <p:cNvSpPr/>
          <p:nvPr/>
        </p:nvSpPr>
        <p:spPr>
          <a:xfrm>
            <a:off x="3251200" y="285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2" name="Freeform 2261"/>
          <p:cNvSpPr/>
          <p:nvPr/>
        </p:nvSpPr>
        <p:spPr>
          <a:xfrm>
            <a:off x="3276600" y="285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3" name="Freeform 2262"/>
          <p:cNvSpPr/>
          <p:nvPr/>
        </p:nvSpPr>
        <p:spPr>
          <a:xfrm>
            <a:off x="3314700" y="285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4" name="Freeform 2263"/>
          <p:cNvSpPr/>
          <p:nvPr/>
        </p:nvSpPr>
        <p:spPr>
          <a:xfrm>
            <a:off x="3352800" y="285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5" name="Freeform 2264"/>
          <p:cNvSpPr/>
          <p:nvPr/>
        </p:nvSpPr>
        <p:spPr>
          <a:xfrm>
            <a:off x="3390900" y="28575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6" name="Freeform 2265"/>
          <p:cNvSpPr/>
          <p:nvPr/>
        </p:nvSpPr>
        <p:spPr>
          <a:xfrm>
            <a:off x="34163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7" name="Freeform 2266"/>
          <p:cNvSpPr/>
          <p:nvPr/>
        </p:nvSpPr>
        <p:spPr>
          <a:xfrm>
            <a:off x="34544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8" name="Freeform 2267"/>
          <p:cNvSpPr/>
          <p:nvPr/>
        </p:nvSpPr>
        <p:spPr>
          <a:xfrm>
            <a:off x="3492500" y="284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9" name="Freeform 2268"/>
          <p:cNvSpPr/>
          <p:nvPr/>
        </p:nvSpPr>
        <p:spPr>
          <a:xfrm>
            <a:off x="3517900" y="28448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0" name="Freeform 2269"/>
          <p:cNvSpPr/>
          <p:nvPr/>
        </p:nvSpPr>
        <p:spPr>
          <a:xfrm>
            <a:off x="2552700" y="2921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1" name="Freeform 2270"/>
          <p:cNvSpPr/>
          <p:nvPr/>
        </p:nvSpPr>
        <p:spPr>
          <a:xfrm>
            <a:off x="25781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2" name="Freeform 2271"/>
          <p:cNvSpPr/>
          <p:nvPr/>
        </p:nvSpPr>
        <p:spPr>
          <a:xfrm>
            <a:off x="26162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3" name="Freeform 2272"/>
          <p:cNvSpPr/>
          <p:nvPr/>
        </p:nvSpPr>
        <p:spPr>
          <a:xfrm>
            <a:off x="2654300" y="290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4" name="Freeform 2273"/>
          <p:cNvSpPr/>
          <p:nvPr/>
        </p:nvSpPr>
        <p:spPr>
          <a:xfrm>
            <a:off x="26797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5" name="Freeform 2274"/>
          <p:cNvSpPr/>
          <p:nvPr/>
        </p:nvSpPr>
        <p:spPr>
          <a:xfrm>
            <a:off x="27178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6" name="Freeform 2275"/>
          <p:cNvSpPr/>
          <p:nvPr/>
        </p:nvSpPr>
        <p:spPr>
          <a:xfrm>
            <a:off x="2755900" y="289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7" name="Freeform 2276"/>
          <p:cNvSpPr/>
          <p:nvPr/>
        </p:nvSpPr>
        <p:spPr>
          <a:xfrm>
            <a:off x="2794000" y="289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8" name="Freeform 2277"/>
          <p:cNvSpPr/>
          <p:nvPr/>
        </p:nvSpPr>
        <p:spPr>
          <a:xfrm>
            <a:off x="28194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9" name="Freeform 2278"/>
          <p:cNvSpPr/>
          <p:nvPr/>
        </p:nvSpPr>
        <p:spPr>
          <a:xfrm>
            <a:off x="28575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0" name="Freeform 2279"/>
          <p:cNvSpPr/>
          <p:nvPr/>
        </p:nvSpPr>
        <p:spPr>
          <a:xfrm>
            <a:off x="2895600" y="288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1" name="Freeform 2280"/>
          <p:cNvSpPr/>
          <p:nvPr/>
        </p:nvSpPr>
        <p:spPr>
          <a:xfrm>
            <a:off x="29210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2" name="Freeform 2281"/>
          <p:cNvSpPr/>
          <p:nvPr/>
        </p:nvSpPr>
        <p:spPr>
          <a:xfrm>
            <a:off x="29591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3" name="Freeform 2282"/>
          <p:cNvSpPr/>
          <p:nvPr/>
        </p:nvSpPr>
        <p:spPr>
          <a:xfrm>
            <a:off x="2997200" y="287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4" name="Freeform 2283"/>
          <p:cNvSpPr/>
          <p:nvPr/>
        </p:nvSpPr>
        <p:spPr>
          <a:xfrm>
            <a:off x="3035300" y="287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5" name="Freeform 2284"/>
          <p:cNvSpPr/>
          <p:nvPr/>
        </p:nvSpPr>
        <p:spPr>
          <a:xfrm>
            <a:off x="30607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6" name="Freeform 2285"/>
          <p:cNvSpPr/>
          <p:nvPr/>
        </p:nvSpPr>
        <p:spPr>
          <a:xfrm>
            <a:off x="30988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7" name="Freeform 2286"/>
          <p:cNvSpPr/>
          <p:nvPr/>
        </p:nvSpPr>
        <p:spPr>
          <a:xfrm>
            <a:off x="3136900" y="285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8" name="Freeform 2287"/>
          <p:cNvSpPr/>
          <p:nvPr/>
        </p:nvSpPr>
        <p:spPr>
          <a:xfrm>
            <a:off x="3162300" y="285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9" name="Freeform 2288"/>
          <p:cNvSpPr/>
          <p:nvPr/>
        </p:nvSpPr>
        <p:spPr>
          <a:xfrm>
            <a:off x="3200400" y="285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0" name="Freeform 2289"/>
          <p:cNvSpPr/>
          <p:nvPr/>
        </p:nvSpPr>
        <p:spPr>
          <a:xfrm>
            <a:off x="3238500" y="285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1" name="Freeform 2290"/>
          <p:cNvSpPr/>
          <p:nvPr/>
        </p:nvSpPr>
        <p:spPr>
          <a:xfrm>
            <a:off x="3263900" y="285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2" name="Freeform 2291"/>
          <p:cNvSpPr/>
          <p:nvPr/>
        </p:nvSpPr>
        <p:spPr>
          <a:xfrm>
            <a:off x="33020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3" name="Freeform 2292"/>
          <p:cNvSpPr/>
          <p:nvPr/>
        </p:nvSpPr>
        <p:spPr>
          <a:xfrm>
            <a:off x="33401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4" name="Freeform 2293"/>
          <p:cNvSpPr/>
          <p:nvPr/>
        </p:nvSpPr>
        <p:spPr>
          <a:xfrm>
            <a:off x="3378200" y="284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5" name="Freeform 2294"/>
          <p:cNvSpPr/>
          <p:nvPr/>
        </p:nvSpPr>
        <p:spPr>
          <a:xfrm>
            <a:off x="34036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6" name="Freeform 2295"/>
          <p:cNvSpPr/>
          <p:nvPr/>
        </p:nvSpPr>
        <p:spPr>
          <a:xfrm>
            <a:off x="34417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7" name="Freeform 2296"/>
          <p:cNvSpPr/>
          <p:nvPr/>
        </p:nvSpPr>
        <p:spPr>
          <a:xfrm>
            <a:off x="3479800" y="283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8" name="Freeform 2297"/>
          <p:cNvSpPr/>
          <p:nvPr/>
        </p:nvSpPr>
        <p:spPr>
          <a:xfrm>
            <a:off x="35052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9" name="Freeform 2298"/>
          <p:cNvSpPr/>
          <p:nvPr/>
        </p:nvSpPr>
        <p:spPr>
          <a:xfrm>
            <a:off x="2540000" y="2908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0" name="Freeform 2299"/>
          <p:cNvSpPr/>
          <p:nvPr/>
        </p:nvSpPr>
        <p:spPr>
          <a:xfrm>
            <a:off x="2565400" y="2908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1" name="Freeform 2300"/>
          <p:cNvSpPr/>
          <p:nvPr/>
        </p:nvSpPr>
        <p:spPr>
          <a:xfrm>
            <a:off x="26035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2" name="Freeform 2301"/>
          <p:cNvSpPr/>
          <p:nvPr/>
        </p:nvSpPr>
        <p:spPr>
          <a:xfrm>
            <a:off x="2641600" y="2895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3" name="Freeform 2302"/>
          <p:cNvSpPr/>
          <p:nvPr/>
        </p:nvSpPr>
        <p:spPr>
          <a:xfrm>
            <a:off x="26670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4" name="Freeform 2303"/>
          <p:cNvSpPr/>
          <p:nvPr/>
        </p:nvSpPr>
        <p:spPr>
          <a:xfrm>
            <a:off x="2705100" y="2895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5" name="Freeform 2304"/>
          <p:cNvSpPr/>
          <p:nvPr/>
        </p:nvSpPr>
        <p:spPr>
          <a:xfrm>
            <a:off x="27432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6" name="Freeform 2305"/>
          <p:cNvSpPr/>
          <p:nvPr/>
        </p:nvSpPr>
        <p:spPr>
          <a:xfrm>
            <a:off x="2781300" y="2882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7" name="Freeform 2306"/>
          <p:cNvSpPr/>
          <p:nvPr/>
        </p:nvSpPr>
        <p:spPr>
          <a:xfrm>
            <a:off x="28067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8" name="Freeform 2307"/>
          <p:cNvSpPr/>
          <p:nvPr/>
        </p:nvSpPr>
        <p:spPr>
          <a:xfrm>
            <a:off x="2844800" y="2882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9" name="Freeform 2308"/>
          <p:cNvSpPr/>
          <p:nvPr/>
        </p:nvSpPr>
        <p:spPr>
          <a:xfrm>
            <a:off x="2882900" y="2870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0" name="Freeform 2309"/>
          <p:cNvSpPr/>
          <p:nvPr/>
        </p:nvSpPr>
        <p:spPr>
          <a:xfrm>
            <a:off x="29083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1" name="Freeform 2310"/>
          <p:cNvSpPr/>
          <p:nvPr/>
        </p:nvSpPr>
        <p:spPr>
          <a:xfrm>
            <a:off x="29464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2" name="Freeform 2311"/>
          <p:cNvSpPr/>
          <p:nvPr/>
        </p:nvSpPr>
        <p:spPr>
          <a:xfrm>
            <a:off x="2984500" y="2870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3" name="Freeform 2312"/>
          <p:cNvSpPr/>
          <p:nvPr/>
        </p:nvSpPr>
        <p:spPr>
          <a:xfrm>
            <a:off x="3022600" y="28702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4" name="Freeform 2313"/>
          <p:cNvSpPr/>
          <p:nvPr/>
        </p:nvSpPr>
        <p:spPr>
          <a:xfrm>
            <a:off x="3048000" y="285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5" name="Freeform 2314"/>
          <p:cNvSpPr/>
          <p:nvPr/>
        </p:nvSpPr>
        <p:spPr>
          <a:xfrm>
            <a:off x="3086100" y="285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6" name="Freeform 2315"/>
          <p:cNvSpPr/>
          <p:nvPr/>
        </p:nvSpPr>
        <p:spPr>
          <a:xfrm>
            <a:off x="3124200" y="285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7" name="Freeform 2316"/>
          <p:cNvSpPr/>
          <p:nvPr/>
        </p:nvSpPr>
        <p:spPr>
          <a:xfrm>
            <a:off x="3149600" y="2857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8" name="Freeform 2317"/>
          <p:cNvSpPr/>
          <p:nvPr/>
        </p:nvSpPr>
        <p:spPr>
          <a:xfrm>
            <a:off x="31877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9" name="Freeform 2318"/>
          <p:cNvSpPr/>
          <p:nvPr/>
        </p:nvSpPr>
        <p:spPr>
          <a:xfrm>
            <a:off x="3225800" y="284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0" name="Freeform 2319"/>
          <p:cNvSpPr/>
          <p:nvPr/>
        </p:nvSpPr>
        <p:spPr>
          <a:xfrm>
            <a:off x="3263900" y="284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0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1" name="Freeform 2320"/>
          <p:cNvSpPr/>
          <p:nvPr/>
        </p:nvSpPr>
        <p:spPr>
          <a:xfrm>
            <a:off x="32893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2" name="Freeform 2321"/>
          <p:cNvSpPr/>
          <p:nvPr/>
        </p:nvSpPr>
        <p:spPr>
          <a:xfrm>
            <a:off x="33274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3" name="Freeform 2322"/>
          <p:cNvSpPr/>
          <p:nvPr/>
        </p:nvSpPr>
        <p:spPr>
          <a:xfrm>
            <a:off x="3365500" y="283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4" name="Freeform 2323"/>
          <p:cNvSpPr/>
          <p:nvPr/>
        </p:nvSpPr>
        <p:spPr>
          <a:xfrm>
            <a:off x="33909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5" name="Freeform 2324"/>
          <p:cNvSpPr/>
          <p:nvPr/>
        </p:nvSpPr>
        <p:spPr>
          <a:xfrm>
            <a:off x="34290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6" name="Freeform 2325"/>
          <p:cNvSpPr/>
          <p:nvPr/>
        </p:nvSpPr>
        <p:spPr>
          <a:xfrm>
            <a:off x="3467100" y="281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7" name="Freeform 2326"/>
          <p:cNvSpPr/>
          <p:nvPr/>
        </p:nvSpPr>
        <p:spPr>
          <a:xfrm>
            <a:off x="34925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8" name="Freeform 2327"/>
          <p:cNvSpPr/>
          <p:nvPr/>
        </p:nvSpPr>
        <p:spPr>
          <a:xfrm>
            <a:off x="2527300" y="2882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9" name="Freeform 2328"/>
          <p:cNvSpPr/>
          <p:nvPr/>
        </p:nvSpPr>
        <p:spPr>
          <a:xfrm>
            <a:off x="2552700" y="2882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0" name="Freeform 2329"/>
          <p:cNvSpPr/>
          <p:nvPr/>
        </p:nvSpPr>
        <p:spPr>
          <a:xfrm>
            <a:off x="2590800" y="2870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1" name="Freeform 2330"/>
          <p:cNvSpPr/>
          <p:nvPr/>
        </p:nvSpPr>
        <p:spPr>
          <a:xfrm>
            <a:off x="2628900" y="2870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2" name="Freeform 2331"/>
          <p:cNvSpPr/>
          <p:nvPr/>
        </p:nvSpPr>
        <p:spPr>
          <a:xfrm>
            <a:off x="2654300" y="287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3" name="Freeform 2332"/>
          <p:cNvSpPr/>
          <p:nvPr/>
        </p:nvSpPr>
        <p:spPr>
          <a:xfrm>
            <a:off x="2692400" y="2870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4" name="Freeform 2333"/>
          <p:cNvSpPr/>
          <p:nvPr/>
        </p:nvSpPr>
        <p:spPr>
          <a:xfrm>
            <a:off x="2730500" y="2857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5" name="Freeform 2334"/>
          <p:cNvSpPr/>
          <p:nvPr/>
        </p:nvSpPr>
        <p:spPr>
          <a:xfrm>
            <a:off x="2768600" y="2857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6" name="Freeform 2335"/>
          <p:cNvSpPr/>
          <p:nvPr/>
        </p:nvSpPr>
        <p:spPr>
          <a:xfrm>
            <a:off x="2794000" y="285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7" name="Freeform 2336"/>
          <p:cNvSpPr/>
          <p:nvPr/>
        </p:nvSpPr>
        <p:spPr>
          <a:xfrm>
            <a:off x="2832100" y="2857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F"/>
          </a:solidFill>
          <a:ln w="3175">
            <a:solidFill>
              <a:srgbClr val="0000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8" name="Freeform 2337"/>
          <p:cNvSpPr/>
          <p:nvPr/>
        </p:nvSpPr>
        <p:spPr>
          <a:xfrm>
            <a:off x="2870200" y="284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9" name="Freeform 2338"/>
          <p:cNvSpPr/>
          <p:nvPr/>
        </p:nvSpPr>
        <p:spPr>
          <a:xfrm>
            <a:off x="2895600" y="284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91"/>
          </a:solidFill>
          <a:ln w="3175">
            <a:solidFill>
              <a:srgbClr val="0000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0" name="Freeform 2339"/>
          <p:cNvSpPr/>
          <p:nvPr/>
        </p:nvSpPr>
        <p:spPr>
          <a:xfrm>
            <a:off x="2933700" y="2844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89"/>
          </a:solidFill>
          <a:ln w="3175">
            <a:solidFill>
              <a:srgbClr val="000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1" name="Freeform 2340"/>
          <p:cNvSpPr/>
          <p:nvPr/>
        </p:nvSpPr>
        <p:spPr>
          <a:xfrm>
            <a:off x="2971800" y="285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1"/>
          </a:solidFill>
          <a:ln w="3175">
            <a:solidFill>
              <a:srgbClr val="0000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2" name="Freeform 2341"/>
          <p:cNvSpPr/>
          <p:nvPr/>
        </p:nvSpPr>
        <p:spPr>
          <a:xfrm>
            <a:off x="3009900" y="2857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3" name="Freeform 2342"/>
          <p:cNvSpPr/>
          <p:nvPr/>
        </p:nvSpPr>
        <p:spPr>
          <a:xfrm>
            <a:off x="3035300" y="2857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4" name="Freeform 2343"/>
          <p:cNvSpPr/>
          <p:nvPr/>
        </p:nvSpPr>
        <p:spPr>
          <a:xfrm>
            <a:off x="30734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5" name="Freeform 2344"/>
          <p:cNvSpPr/>
          <p:nvPr/>
        </p:nvSpPr>
        <p:spPr>
          <a:xfrm>
            <a:off x="3111500" y="284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6" name="Freeform 2345"/>
          <p:cNvSpPr/>
          <p:nvPr/>
        </p:nvSpPr>
        <p:spPr>
          <a:xfrm>
            <a:off x="31369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7" name="Freeform 2346"/>
          <p:cNvSpPr/>
          <p:nvPr/>
        </p:nvSpPr>
        <p:spPr>
          <a:xfrm>
            <a:off x="31750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8" name="Freeform 2347"/>
          <p:cNvSpPr/>
          <p:nvPr/>
        </p:nvSpPr>
        <p:spPr>
          <a:xfrm>
            <a:off x="32131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9" name="Freeform 2348"/>
          <p:cNvSpPr/>
          <p:nvPr/>
        </p:nvSpPr>
        <p:spPr>
          <a:xfrm>
            <a:off x="3251200" y="283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0" name="Freeform 2349"/>
          <p:cNvSpPr/>
          <p:nvPr/>
        </p:nvSpPr>
        <p:spPr>
          <a:xfrm>
            <a:off x="32766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1" name="Freeform 2350"/>
          <p:cNvSpPr/>
          <p:nvPr/>
        </p:nvSpPr>
        <p:spPr>
          <a:xfrm>
            <a:off x="33147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2" name="Freeform 2351"/>
          <p:cNvSpPr/>
          <p:nvPr/>
        </p:nvSpPr>
        <p:spPr>
          <a:xfrm>
            <a:off x="3352800" y="2832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3" name="Freeform 2352"/>
          <p:cNvSpPr/>
          <p:nvPr/>
        </p:nvSpPr>
        <p:spPr>
          <a:xfrm>
            <a:off x="33782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4" name="Freeform 2353"/>
          <p:cNvSpPr/>
          <p:nvPr/>
        </p:nvSpPr>
        <p:spPr>
          <a:xfrm>
            <a:off x="34163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5" name="Freeform 2354"/>
          <p:cNvSpPr/>
          <p:nvPr/>
        </p:nvSpPr>
        <p:spPr>
          <a:xfrm>
            <a:off x="3454400" y="281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6" name="Freeform 2355"/>
          <p:cNvSpPr/>
          <p:nvPr/>
        </p:nvSpPr>
        <p:spPr>
          <a:xfrm>
            <a:off x="3492500" y="28194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0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7" name="Freeform 2356"/>
          <p:cNvSpPr/>
          <p:nvPr/>
        </p:nvSpPr>
        <p:spPr>
          <a:xfrm>
            <a:off x="2514600" y="284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8" name="Freeform 2357"/>
          <p:cNvSpPr/>
          <p:nvPr/>
        </p:nvSpPr>
        <p:spPr>
          <a:xfrm>
            <a:off x="2540000" y="2832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9" name="Freeform 2358"/>
          <p:cNvSpPr/>
          <p:nvPr/>
        </p:nvSpPr>
        <p:spPr>
          <a:xfrm>
            <a:off x="2578100" y="2832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0" name="Freeform 2359"/>
          <p:cNvSpPr/>
          <p:nvPr/>
        </p:nvSpPr>
        <p:spPr>
          <a:xfrm>
            <a:off x="2616200" y="2832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1" name="Freeform 2360"/>
          <p:cNvSpPr/>
          <p:nvPr/>
        </p:nvSpPr>
        <p:spPr>
          <a:xfrm>
            <a:off x="2641600" y="2832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2" name="Freeform 2361"/>
          <p:cNvSpPr/>
          <p:nvPr/>
        </p:nvSpPr>
        <p:spPr>
          <a:xfrm>
            <a:off x="2679700" y="2819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3" name="Freeform 2362"/>
          <p:cNvSpPr/>
          <p:nvPr/>
        </p:nvSpPr>
        <p:spPr>
          <a:xfrm>
            <a:off x="2717800" y="2819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4" name="Freeform 2363"/>
          <p:cNvSpPr/>
          <p:nvPr/>
        </p:nvSpPr>
        <p:spPr>
          <a:xfrm>
            <a:off x="2755900" y="2819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5" name="Freeform 2364"/>
          <p:cNvSpPr/>
          <p:nvPr/>
        </p:nvSpPr>
        <p:spPr>
          <a:xfrm>
            <a:off x="2781300" y="2819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6" name="Freeform 2365"/>
          <p:cNvSpPr/>
          <p:nvPr/>
        </p:nvSpPr>
        <p:spPr>
          <a:xfrm>
            <a:off x="2819400" y="2806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00BA"/>
          </a:solidFill>
          <a:ln w="3175">
            <a:solidFill>
              <a:srgbClr val="0000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7" name="Freeform 2366"/>
          <p:cNvSpPr/>
          <p:nvPr/>
        </p:nvSpPr>
        <p:spPr>
          <a:xfrm>
            <a:off x="2857500" y="2806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8" name="Freeform 2367"/>
          <p:cNvSpPr/>
          <p:nvPr/>
        </p:nvSpPr>
        <p:spPr>
          <a:xfrm>
            <a:off x="2882900" y="2806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BD"/>
          </a:solidFill>
          <a:ln w="3175">
            <a:solidFill>
              <a:srgbClr val="0000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9" name="Freeform 2368"/>
          <p:cNvSpPr/>
          <p:nvPr/>
        </p:nvSpPr>
        <p:spPr>
          <a:xfrm>
            <a:off x="2921000" y="2806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A0"/>
          </a:solidFill>
          <a:ln w="3175">
            <a:solidFill>
              <a:srgbClr val="0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0" name="Freeform 2369"/>
          <p:cNvSpPr/>
          <p:nvPr/>
        </p:nvSpPr>
        <p:spPr>
          <a:xfrm>
            <a:off x="29591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1" name="Freeform 2370"/>
          <p:cNvSpPr/>
          <p:nvPr/>
        </p:nvSpPr>
        <p:spPr>
          <a:xfrm>
            <a:off x="2997200" y="284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2" name="Freeform 2371"/>
          <p:cNvSpPr/>
          <p:nvPr/>
        </p:nvSpPr>
        <p:spPr>
          <a:xfrm>
            <a:off x="30226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3" name="Freeform 2372"/>
          <p:cNvSpPr/>
          <p:nvPr/>
        </p:nvSpPr>
        <p:spPr>
          <a:xfrm>
            <a:off x="30607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4" name="Freeform 2373"/>
          <p:cNvSpPr/>
          <p:nvPr/>
        </p:nvSpPr>
        <p:spPr>
          <a:xfrm>
            <a:off x="3098800" y="283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5" name="Freeform 2374"/>
          <p:cNvSpPr/>
          <p:nvPr/>
        </p:nvSpPr>
        <p:spPr>
          <a:xfrm>
            <a:off x="31242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6" name="Freeform 2375"/>
          <p:cNvSpPr/>
          <p:nvPr/>
        </p:nvSpPr>
        <p:spPr>
          <a:xfrm>
            <a:off x="31623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7" name="Freeform 2376"/>
          <p:cNvSpPr/>
          <p:nvPr/>
        </p:nvSpPr>
        <p:spPr>
          <a:xfrm>
            <a:off x="32004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8" name="Freeform 2377"/>
          <p:cNvSpPr/>
          <p:nvPr/>
        </p:nvSpPr>
        <p:spPr>
          <a:xfrm>
            <a:off x="3238500" y="28321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9" name="Freeform 2378"/>
          <p:cNvSpPr/>
          <p:nvPr/>
        </p:nvSpPr>
        <p:spPr>
          <a:xfrm>
            <a:off x="32639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0" name="Freeform 2379"/>
          <p:cNvSpPr/>
          <p:nvPr/>
        </p:nvSpPr>
        <p:spPr>
          <a:xfrm>
            <a:off x="33020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1" name="Freeform 2380"/>
          <p:cNvSpPr/>
          <p:nvPr/>
        </p:nvSpPr>
        <p:spPr>
          <a:xfrm>
            <a:off x="3340100" y="281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2" name="Freeform 2381"/>
          <p:cNvSpPr/>
          <p:nvPr/>
        </p:nvSpPr>
        <p:spPr>
          <a:xfrm>
            <a:off x="33655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3" name="Freeform 2382"/>
          <p:cNvSpPr/>
          <p:nvPr/>
        </p:nvSpPr>
        <p:spPr>
          <a:xfrm>
            <a:off x="3403600" y="280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4" name="Freeform 2383"/>
          <p:cNvSpPr/>
          <p:nvPr/>
        </p:nvSpPr>
        <p:spPr>
          <a:xfrm>
            <a:off x="3441700" y="280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5" name="Freeform 2384"/>
          <p:cNvSpPr/>
          <p:nvPr/>
        </p:nvSpPr>
        <p:spPr>
          <a:xfrm>
            <a:off x="3479800" y="280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6" name="Freeform 2385"/>
          <p:cNvSpPr/>
          <p:nvPr/>
        </p:nvSpPr>
        <p:spPr>
          <a:xfrm>
            <a:off x="2501900" y="280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7" name="Freeform 2386"/>
          <p:cNvSpPr/>
          <p:nvPr/>
        </p:nvSpPr>
        <p:spPr>
          <a:xfrm>
            <a:off x="2527300" y="2806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8" name="Freeform 2387"/>
          <p:cNvSpPr/>
          <p:nvPr/>
        </p:nvSpPr>
        <p:spPr>
          <a:xfrm>
            <a:off x="2565400" y="2806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9" name="Freeform 2388"/>
          <p:cNvSpPr/>
          <p:nvPr/>
        </p:nvSpPr>
        <p:spPr>
          <a:xfrm>
            <a:off x="2603500" y="2806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0" name="Freeform 2389"/>
          <p:cNvSpPr/>
          <p:nvPr/>
        </p:nvSpPr>
        <p:spPr>
          <a:xfrm>
            <a:off x="2628900" y="2794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1" name="Freeform 2390"/>
          <p:cNvSpPr/>
          <p:nvPr/>
        </p:nvSpPr>
        <p:spPr>
          <a:xfrm>
            <a:off x="2667000" y="2794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2" name="Freeform 2391"/>
          <p:cNvSpPr/>
          <p:nvPr/>
        </p:nvSpPr>
        <p:spPr>
          <a:xfrm>
            <a:off x="2705100" y="2794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3" name="Freeform 2392"/>
          <p:cNvSpPr/>
          <p:nvPr/>
        </p:nvSpPr>
        <p:spPr>
          <a:xfrm>
            <a:off x="2743200" y="2794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4" name="Freeform 2393"/>
          <p:cNvSpPr/>
          <p:nvPr/>
        </p:nvSpPr>
        <p:spPr>
          <a:xfrm>
            <a:off x="2768600" y="278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5" name="Freeform 2394"/>
          <p:cNvSpPr/>
          <p:nvPr/>
        </p:nvSpPr>
        <p:spPr>
          <a:xfrm>
            <a:off x="2806700" y="278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8"/>
          </a:solidFill>
          <a:ln w="3175">
            <a:solidFill>
              <a:srgbClr val="0000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6" name="Freeform 2395"/>
          <p:cNvSpPr/>
          <p:nvPr/>
        </p:nvSpPr>
        <p:spPr>
          <a:xfrm>
            <a:off x="2844800" y="2781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C"/>
          </a:solidFill>
          <a:ln w="3175">
            <a:solidFill>
              <a:srgbClr val="000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7" name="Freeform 2396"/>
          <p:cNvSpPr/>
          <p:nvPr/>
        </p:nvSpPr>
        <p:spPr>
          <a:xfrm>
            <a:off x="2870200" y="278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3"/>
          </a:solidFill>
          <a:ln w="3175">
            <a:solidFill>
              <a:srgbClr val="0000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8" name="Freeform 2397"/>
          <p:cNvSpPr/>
          <p:nvPr/>
        </p:nvSpPr>
        <p:spPr>
          <a:xfrm>
            <a:off x="2908300" y="279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9" name="Freeform 2398"/>
          <p:cNvSpPr/>
          <p:nvPr/>
        </p:nvSpPr>
        <p:spPr>
          <a:xfrm>
            <a:off x="2946400" y="2844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0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0" name="Freeform 2399"/>
          <p:cNvSpPr/>
          <p:nvPr/>
        </p:nvSpPr>
        <p:spPr>
          <a:xfrm>
            <a:off x="2984500" y="2844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1" name="Freeform 2400"/>
          <p:cNvSpPr/>
          <p:nvPr/>
        </p:nvSpPr>
        <p:spPr>
          <a:xfrm>
            <a:off x="30099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2" name="Freeform 2401"/>
          <p:cNvSpPr/>
          <p:nvPr/>
        </p:nvSpPr>
        <p:spPr>
          <a:xfrm>
            <a:off x="30480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3" name="Freeform 2402"/>
          <p:cNvSpPr/>
          <p:nvPr/>
        </p:nvSpPr>
        <p:spPr>
          <a:xfrm>
            <a:off x="3086100" y="283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4" name="Freeform 2403"/>
          <p:cNvSpPr/>
          <p:nvPr/>
        </p:nvSpPr>
        <p:spPr>
          <a:xfrm>
            <a:off x="3111500" y="283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5" name="Freeform 2404"/>
          <p:cNvSpPr/>
          <p:nvPr/>
        </p:nvSpPr>
        <p:spPr>
          <a:xfrm>
            <a:off x="31496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6" name="Freeform 2405"/>
          <p:cNvSpPr/>
          <p:nvPr/>
        </p:nvSpPr>
        <p:spPr>
          <a:xfrm>
            <a:off x="31877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7" name="Freeform 2406"/>
          <p:cNvSpPr/>
          <p:nvPr/>
        </p:nvSpPr>
        <p:spPr>
          <a:xfrm>
            <a:off x="3225800" y="281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8" name="Freeform 2407"/>
          <p:cNvSpPr/>
          <p:nvPr/>
        </p:nvSpPr>
        <p:spPr>
          <a:xfrm>
            <a:off x="32512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9" name="Freeform 2408"/>
          <p:cNvSpPr/>
          <p:nvPr/>
        </p:nvSpPr>
        <p:spPr>
          <a:xfrm>
            <a:off x="3289300" y="280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0" name="Freeform 2409"/>
          <p:cNvSpPr/>
          <p:nvPr/>
        </p:nvSpPr>
        <p:spPr>
          <a:xfrm>
            <a:off x="3327400" y="280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1" name="Freeform 2410"/>
          <p:cNvSpPr/>
          <p:nvPr/>
        </p:nvSpPr>
        <p:spPr>
          <a:xfrm>
            <a:off x="3352800" y="280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2" name="Freeform 2411"/>
          <p:cNvSpPr/>
          <p:nvPr/>
        </p:nvSpPr>
        <p:spPr>
          <a:xfrm>
            <a:off x="3390900" y="280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3" name="Freeform 2412"/>
          <p:cNvSpPr/>
          <p:nvPr/>
        </p:nvSpPr>
        <p:spPr>
          <a:xfrm>
            <a:off x="3429000" y="279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4" name="Freeform 2413"/>
          <p:cNvSpPr/>
          <p:nvPr/>
        </p:nvSpPr>
        <p:spPr>
          <a:xfrm>
            <a:off x="3467100" y="279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5" name="Freeform 2414"/>
          <p:cNvSpPr/>
          <p:nvPr/>
        </p:nvSpPr>
        <p:spPr>
          <a:xfrm>
            <a:off x="2489200" y="278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6" name="Freeform 2415"/>
          <p:cNvSpPr/>
          <p:nvPr/>
        </p:nvSpPr>
        <p:spPr>
          <a:xfrm>
            <a:off x="2514600" y="278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7" name="Freeform 2416"/>
          <p:cNvSpPr/>
          <p:nvPr/>
        </p:nvSpPr>
        <p:spPr>
          <a:xfrm>
            <a:off x="2552700" y="2781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8" name="Freeform 2417"/>
          <p:cNvSpPr/>
          <p:nvPr/>
        </p:nvSpPr>
        <p:spPr>
          <a:xfrm>
            <a:off x="2590800" y="2781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9" name="Freeform 2418"/>
          <p:cNvSpPr/>
          <p:nvPr/>
        </p:nvSpPr>
        <p:spPr>
          <a:xfrm>
            <a:off x="2616200" y="276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0" name="Freeform 2419"/>
          <p:cNvSpPr/>
          <p:nvPr/>
        </p:nvSpPr>
        <p:spPr>
          <a:xfrm>
            <a:off x="2654300" y="276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1" name="Freeform 2420"/>
          <p:cNvSpPr/>
          <p:nvPr/>
        </p:nvSpPr>
        <p:spPr>
          <a:xfrm>
            <a:off x="2692400" y="2768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2" name="Freeform 2421"/>
          <p:cNvSpPr/>
          <p:nvPr/>
        </p:nvSpPr>
        <p:spPr>
          <a:xfrm>
            <a:off x="2730500" y="276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3" name="Freeform 2422"/>
          <p:cNvSpPr/>
          <p:nvPr/>
        </p:nvSpPr>
        <p:spPr>
          <a:xfrm>
            <a:off x="2755900" y="2755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4" name="Freeform 2423"/>
          <p:cNvSpPr/>
          <p:nvPr/>
        </p:nvSpPr>
        <p:spPr>
          <a:xfrm>
            <a:off x="2794000" y="2755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AFF"/>
          </a:solidFill>
          <a:ln w="3175">
            <a:solidFill>
              <a:srgbClr val="000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5" name="Freeform 2424"/>
          <p:cNvSpPr/>
          <p:nvPr/>
        </p:nvSpPr>
        <p:spPr>
          <a:xfrm>
            <a:off x="2832100" y="275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BFF"/>
          </a:solidFill>
          <a:ln w="3175">
            <a:solidFill>
              <a:srgbClr val="000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6" name="Freeform 2425"/>
          <p:cNvSpPr/>
          <p:nvPr/>
        </p:nvSpPr>
        <p:spPr>
          <a:xfrm>
            <a:off x="2857500" y="2755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1"/>
          </a:solidFill>
          <a:ln w="3175">
            <a:solidFill>
              <a:srgbClr val="0000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7" name="Freeform 2426"/>
          <p:cNvSpPr/>
          <p:nvPr/>
        </p:nvSpPr>
        <p:spPr>
          <a:xfrm>
            <a:off x="2895600" y="2794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8" name="Freeform 2427"/>
          <p:cNvSpPr/>
          <p:nvPr/>
        </p:nvSpPr>
        <p:spPr>
          <a:xfrm>
            <a:off x="29337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9" name="Freeform 2428"/>
          <p:cNvSpPr/>
          <p:nvPr/>
        </p:nvSpPr>
        <p:spPr>
          <a:xfrm>
            <a:off x="2971800" y="28321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0" name="Freeform 2429"/>
          <p:cNvSpPr/>
          <p:nvPr/>
        </p:nvSpPr>
        <p:spPr>
          <a:xfrm>
            <a:off x="2997200" y="28321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1" name="Freeform 2430"/>
          <p:cNvSpPr/>
          <p:nvPr/>
        </p:nvSpPr>
        <p:spPr>
          <a:xfrm>
            <a:off x="30353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2" name="Freeform 2431"/>
          <p:cNvSpPr/>
          <p:nvPr/>
        </p:nvSpPr>
        <p:spPr>
          <a:xfrm>
            <a:off x="3073400" y="281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3" name="Freeform 2432"/>
          <p:cNvSpPr/>
          <p:nvPr/>
        </p:nvSpPr>
        <p:spPr>
          <a:xfrm>
            <a:off x="30988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4" name="Freeform 2433"/>
          <p:cNvSpPr/>
          <p:nvPr/>
        </p:nvSpPr>
        <p:spPr>
          <a:xfrm>
            <a:off x="31369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5" name="Freeform 2434"/>
          <p:cNvSpPr/>
          <p:nvPr/>
        </p:nvSpPr>
        <p:spPr>
          <a:xfrm>
            <a:off x="3175000" y="2819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6" name="Freeform 2435"/>
          <p:cNvSpPr/>
          <p:nvPr/>
        </p:nvSpPr>
        <p:spPr>
          <a:xfrm>
            <a:off x="3213100" y="280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7" name="Freeform 2436"/>
          <p:cNvSpPr/>
          <p:nvPr/>
        </p:nvSpPr>
        <p:spPr>
          <a:xfrm>
            <a:off x="3238500" y="280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8" name="Freeform 2437"/>
          <p:cNvSpPr/>
          <p:nvPr/>
        </p:nvSpPr>
        <p:spPr>
          <a:xfrm>
            <a:off x="3276600" y="280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9" name="Freeform 2438"/>
          <p:cNvSpPr/>
          <p:nvPr/>
        </p:nvSpPr>
        <p:spPr>
          <a:xfrm>
            <a:off x="3314700" y="2806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0" name="Freeform 2439"/>
          <p:cNvSpPr/>
          <p:nvPr/>
        </p:nvSpPr>
        <p:spPr>
          <a:xfrm>
            <a:off x="3340100" y="279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1" name="Freeform 2440"/>
          <p:cNvSpPr/>
          <p:nvPr/>
        </p:nvSpPr>
        <p:spPr>
          <a:xfrm>
            <a:off x="3378200" y="279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2" name="Freeform 2441"/>
          <p:cNvSpPr/>
          <p:nvPr/>
        </p:nvSpPr>
        <p:spPr>
          <a:xfrm>
            <a:off x="3416300" y="279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3" name="Freeform 2442"/>
          <p:cNvSpPr/>
          <p:nvPr/>
        </p:nvSpPr>
        <p:spPr>
          <a:xfrm>
            <a:off x="3454400" y="2794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4" name="Freeform 2443"/>
          <p:cNvSpPr/>
          <p:nvPr/>
        </p:nvSpPr>
        <p:spPr>
          <a:xfrm>
            <a:off x="2476500" y="2755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5" name="Freeform 2444"/>
          <p:cNvSpPr/>
          <p:nvPr/>
        </p:nvSpPr>
        <p:spPr>
          <a:xfrm>
            <a:off x="2501900" y="2755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6" name="Freeform 2445"/>
          <p:cNvSpPr/>
          <p:nvPr/>
        </p:nvSpPr>
        <p:spPr>
          <a:xfrm>
            <a:off x="2540000" y="2755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7" name="Freeform 2446"/>
          <p:cNvSpPr/>
          <p:nvPr/>
        </p:nvSpPr>
        <p:spPr>
          <a:xfrm>
            <a:off x="2578100" y="2755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8" name="Freeform 2447"/>
          <p:cNvSpPr/>
          <p:nvPr/>
        </p:nvSpPr>
        <p:spPr>
          <a:xfrm>
            <a:off x="2603500" y="274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9" name="Freeform 2448"/>
          <p:cNvSpPr/>
          <p:nvPr/>
        </p:nvSpPr>
        <p:spPr>
          <a:xfrm>
            <a:off x="2641600" y="274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0" name="Freeform 2449"/>
          <p:cNvSpPr/>
          <p:nvPr/>
        </p:nvSpPr>
        <p:spPr>
          <a:xfrm>
            <a:off x="2679700" y="2743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1" name="Freeform 2450"/>
          <p:cNvSpPr/>
          <p:nvPr/>
        </p:nvSpPr>
        <p:spPr>
          <a:xfrm>
            <a:off x="2717800" y="2743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2" name="Freeform 2451"/>
          <p:cNvSpPr/>
          <p:nvPr/>
        </p:nvSpPr>
        <p:spPr>
          <a:xfrm>
            <a:off x="2743200" y="2730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3" name="Freeform 2452"/>
          <p:cNvSpPr/>
          <p:nvPr/>
        </p:nvSpPr>
        <p:spPr>
          <a:xfrm>
            <a:off x="2781300" y="2730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8FF"/>
          </a:solidFill>
          <a:ln w="3175">
            <a:solidFill>
              <a:srgbClr val="002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4" name="Freeform 2453"/>
          <p:cNvSpPr/>
          <p:nvPr/>
        </p:nvSpPr>
        <p:spPr>
          <a:xfrm>
            <a:off x="2819400" y="273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0FF"/>
          </a:solidFill>
          <a:ln w="3175">
            <a:solidFill>
              <a:srgbClr val="001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5" name="Freeform 2454"/>
          <p:cNvSpPr/>
          <p:nvPr/>
        </p:nvSpPr>
        <p:spPr>
          <a:xfrm>
            <a:off x="2844800" y="2743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6" name="Freeform 2455"/>
          <p:cNvSpPr/>
          <p:nvPr/>
        </p:nvSpPr>
        <p:spPr>
          <a:xfrm>
            <a:off x="2882900" y="2781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7" name="Freeform 2456"/>
          <p:cNvSpPr/>
          <p:nvPr/>
        </p:nvSpPr>
        <p:spPr>
          <a:xfrm>
            <a:off x="2921000" y="28321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8" name="Freeform 2457"/>
          <p:cNvSpPr/>
          <p:nvPr/>
        </p:nvSpPr>
        <p:spPr>
          <a:xfrm>
            <a:off x="2959100" y="281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9" name="Freeform 2458"/>
          <p:cNvSpPr/>
          <p:nvPr/>
        </p:nvSpPr>
        <p:spPr>
          <a:xfrm>
            <a:off x="29845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0" name="Freeform 2459"/>
          <p:cNvSpPr/>
          <p:nvPr/>
        </p:nvSpPr>
        <p:spPr>
          <a:xfrm>
            <a:off x="30226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1" name="Freeform 2460"/>
          <p:cNvSpPr/>
          <p:nvPr/>
        </p:nvSpPr>
        <p:spPr>
          <a:xfrm>
            <a:off x="3060700" y="280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2" name="Freeform 2461"/>
          <p:cNvSpPr/>
          <p:nvPr/>
        </p:nvSpPr>
        <p:spPr>
          <a:xfrm>
            <a:off x="3086100" y="280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3" name="Freeform 2462"/>
          <p:cNvSpPr/>
          <p:nvPr/>
        </p:nvSpPr>
        <p:spPr>
          <a:xfrm>
            <a:off x="3124200" y="280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4" name="Freeform 2463"/>
          <p:cNvSpPr/>
          <p:nvPr/>
        </p:nvSpPr>
        <p:spPr>
          <a:xfrm>
            <a:off x="3162300" y="280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5" name="Freeform 2464"/>
          <p:cNvSpPr/>
          <p:nvPr/>
        </p:nvSpPr>
        <p:spPr>
          <a:xfrm>
            <a:off x="3200400" y="280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6" name="Freeform 2465"/>
          <p:cNvSpPr/>
          <p:nvPr/>
        </p:nvSpPr>
        <p:spPr>
          <a:xfrm>
            <a:off x="3225800" y="279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7" name="Freeform 2466"/>
          <p:cNvSpPr/>
          <p:nvPr/>
        </p:nvSpPr>
        <p:spPr>
          <a:xfrm>
            <a:off x="3263900" y="279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8" name="Freeform 2467"/>
          <p:cNvSpPr/>
          <p:nvPr/>
        </p:nvSpPr>
        <p:spPr>
          <a:xfrm>
            <a:off x="3302000" y="279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9" name="Freeform 2468"/>
          <p:cNvSpPr/>
          <p:nvPr/>
        </p:nvSpPr>
        <p:spPr>
          <a:xfrm>
            <a:off x="3327400" y="279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0" name="Freeform 2469"/>
          <p:cNvSpPr/>
          <p:nvPr/>
        </p:nvSpPr>
        <p:spPr>
          <a:xfrm>
            <a:off x="3365500" y="278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1" name="Freeform 2470"/>
          <p:cNvSpPr/>
          <p:nvPr/>
        </p:nvSpPr>
        <p:spPr>
          <a:xfrm>
            <a:off x="3403600" y="278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2" name="Freeform 2471"/>
          <p:cNvSpPr/>
          <p:nvPr/>
        </p:nvSpPr>
        <p:spPr>
          <a:xfrm>
            <a:off x="3441700" y="278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3" name="Freeform 2472"/>
          <p:cNvSpPr/>
          <p:nvPr/>
        </p:nvSpPr>
        <p:spPr>
          <a:xfrm>
            <a:off x="2463800" y="2743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4" name="Freeform 2473"/>
          <p:cNvSpPr/>
          <p:nvPr/>
        </p:nvSpPr>
        <p:spPr>
          <a:xfrm>
            <a:off x="2489200" y="2743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5" name="Freeform 2474"/>
          <p:cNvSpPr/>
          <p:nvPr/>
        </p:nvSpPr>
        <p:spPr>
          <a:xfrm>
            <a:off x="2527300" y="2730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6" name="Freeform 2475"/>
          <p:cNvSpPr/>
          <p:nvPr/>
        </p:nvSpPr>
        <p:spPr>
          <a:xfrm>
            <a:off x="2565400" y="273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7" name="Freeform 2476"/>
          <p:cNvSpPr/>
          <p:nvPr/>
        </p:nvSpPr>
        <p:spPr>
          <a:xfrm>
            <a:off x="2590800" y="2730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8" name="Freeform 2477"/>
          <p:cNvSpPr/>
          <p:nvPr/>
        </p:nvSpPr>
        <p:spPr>
          <a:xfrm>
            <a:off x="2628900" y="2730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9" name="Freeform 2478"/>
          <p:cNvSpPr/>
          <p:nvPr/>
        </p:nvSpPr>
        <p:spPr>
          <a:xfrm>
            <a:off x="2667000" y="2717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0" name="Freeform 2479"/>
          <p:cNvSpPr/>
          <p:nvPr/>
        </p:nvSpPr>
        <p:spPr>
          <a:xfrm>
            <a:off x="2705100" y="2717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1" name="Freeform 2480"/>
          <p:cNvSpPr/>
          <p:nvPr/>
        </p:nvSpPr>
        <p:spPr>
          <a:xfrm>
            <a:off x="2730500" y="2717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1FF"/>
          </a:solidFill>
          <a:ln w="3175">
            <a:solidFill>
              <a:srgbClr val="003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2" name="Freeform 2481"/>
          <p:cNvSpPr/>
          <p:nvPr/>
        </p:nvSpPr>
        <p:spPr>
          <a:xfrm>
            <a:off x="2768600" y="2717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DFF"/>
          </a:solidFill>
          <a:ln w="3175">
            <a:solidFill>
              <a:srgbClr val="003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3" name="Freeform 2482"/>
          <p:cNvSpPr/>
          <p:nvPr/>
        </p:nvSpPr>
        <p:spPr>
          <a:xfrm>
            <a:off x="2806700" y="2717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1"/>
                </a:moveTo>
                <a:lnTo>
                  <a:pt x="3" y="2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29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4" name="Freeform 2483"/>
          <p:cNvSpPr/>
          <p:nvPr/>
        </p:nvSpPr>
        <p:spPr>
          <a:xfrm>
            <a:off x="2832100" y="274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5" name="Freeform 2484"/>
          <p:cNvSpPr/>
          <p:nvPr/>
        </p:nvSpPr>
        <p:spPr>
          <a:xfrm>
            <a:off x="2870200" y="2768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AE"/>
          </a:solidFill>
          <a:ln w="3175">
            <a:solidFill>
              <a:srgbClr val="00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6" name="Freeform 2485"/>
          <p:cNvSpPr/>
          <p:nvPr/>
        </p:nvSpPr>
        <p:spPr>
          <a:xfrm>
            <a:off x="2908300" y="2819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3"/>
          </a:solidFill>
          <a:ln w="3175">
            <a:solidFill>
              <a:srgbClr val="000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7" name="Freeform 2486"/>
          <p:cNvSpPr/>
          <p:nvPr/>
        </p:nvSpPr>
        <p:spPr>
          <a:xfrm>
            <a:off x="2946400" y="2819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8" name="Freeform 2487"/>
          <p:cNvSpPr/>
          <p:nvPr/>
        </p:nvSpPr>
        <p:spPr>
          <a:xfrm>
            <a:off x="2971800" y="280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9" name="Freeform 2488"/>
          <p:cNvSpPr/>
          <p:nvPr/>
        </p:nvSpPr>
        <p:spPr>
          <a:xfrm>
            <a:off x="3009900" y="2806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0" name="Freeform 2489"/>
          <p:cNvSpPr/>
          <p:nvPr/>
        </p:nvSpPr>
        <p:spPr>
          <a:xfrm>
            <a:off x="3048000" y="2806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1" name="Freeform 2490"/>
          <p:cNvSpPr/>
          <p:nvPr/>
        </p:nvSpPr>
        <p:spPr>
          <a:xfrm>
            <a:off x="3073400" y="28067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2"/>
          </a:solidFill>
          <a:ln w="3175">
            <a:solidFill>
              <a:srgbClr val="0000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2" name="Freeform 2491"/>
          <p:cNvSpPr/>
          <p:nvPr/>
        </p:nvSpPr>
        <p:spPr>
          <a:xfrm>
            <a:off x="3111500" y="279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3" name="Freeform 2492"/>
          <p:cNvSpPr/>
          <p:nvPr/>
        </p:nvSpPr>
        <p:spPr>
          <a:xfrm>
            <a:off x="3149600" y="279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4" name="Freeform 2493"/>
          <p:cNvSpPr/>
          <p:nvPr/>
        </p:nvSpPr>
        <p:spPr>
          <a:xfrm>
            <a:off x="3187700" y="2794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5" name="Freeform 2494"/>
          <p:cNvSpPr/>
          <p:nvPr/>
        </p:nvSpPr>
        <p:spPr>
          <a:xfrm>
            <a:off x="3213100" y="2794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6" name="Freeform 2495"/>
          <p:cNvSpPr/>
          <p:nvPr/>
        </p:nvSpPr>
        <p:spPr>
          <a:xfrm>
            <a:off x="3251200" y="278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7" name="Freeform 2496"/>
          <p:cNvSpPr/>
          <p:nvPr/>
        </p:nvSpPr>
        <p:spPr>
          <a:xfrm>
            <a:off x="3289300" y="2781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8" name="Freeform 2497"/>
          <p:cNvSpPr/>
          <p:nvPr/>
        </p:nvSpPr>
        <p:spPr>
          <a:xfrm>
            <a:off x="3314700" y="278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9" name="Freeform 2498"/>
          <p:cNvSpPr/>
          <p:nvPr/>
        </p:nvSpPr>
        <p:spPr>
          <a:xfrm>
            <a:off x="3352800" y="2781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0" name="Freeform 2499"/>
          <p:cNvSpPr/>
          <p:nvPr/>
        </p:nvSpPr>
        <p:spPr>
          <a:xfrm>
            <a:off x="3390900" y="27813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1" name="Freeform 2500"/>
          <p:cNvSpPr/>
          <p:nvPr/>
        </p:nvSpPr>
        <p:spPr>
          <a:xfrm>
            <a:off x="3429000" y="2768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80"/>
          </a:solidFill>
          <a:ln w="3175">
            <a:solidFill>
              <a:srgbClr val="000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2" name="Freeform 2501"/>
          <p:cNvSpPr/>
          <p:nvPr/>
        </p:nvSpPr>
        <p:spPr>
          <a:xfrm>
            <a:off x="2451100" y="2717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3" name="Freeform 2502"/>
          <p:cNvSpPr/>
          <p:nvPr/>
        </p:nvSpPr>
        <p:spPr>
          <a:xfrm>
            <a:off x="2476500" y="2717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4" name="Freeform 2503"/>
          <p:cNvSpPr/>
          <p:nvPr/>
        </p:nvSpPr>
        <p:spPr>
          <a:xfrm>
            <a:off x="2514600" y="2705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5" name="Freeform 2504"/>
          <p:cNvSpPr/>
          <p:nvPr/>
        </p:nvSpPr>
        <p:spPr>
          <a:xfrm>
            <a:off x="2552700" y="2705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6" name="Freeform 2505"/>
          <p:cNvSpPr/>
          <p:nvPr/>
        </p:nvSpPr>
        <p:spPr>
          <a:xfrm>
            <a:off x="2578100" y="270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7" name="Freeform 2506"/>
          <p:cNvSpPr/>
          <p:nvPr/>
        </p:nvSpPr>
        <p:spPr>
          <a:xfrm>
            <a:off x="2616200" y="270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8" name="Freeform 2507"/>
          <p:cNvSpPr/>
          <p:nvPr/>
        </p:nvSpPr>
        <p:spPr>
          <a:xfrm>
            <a:off x="2654300" y="2705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9" name="Freeform 2508"/>
          <p:cNvSpPr/>
          <p:nvPr/>
        </p:nvSpPr>
        <p:spPr>
          <a:xfrm>
            <a:off x="2692400" y="2692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0" name="Freeform 2509"/>
          <p:cNvSpPr/>
          <p:nvPr/>
        </p:nvSpPr>
        <p:spPr>
          <a:xfrm>
            <a:off x="2717800" y="2692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57FF"/>
          </a:solidFill>
          <a:ln w="3175">
            <a:solidFill>
              <a:srgbClr val="004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1" name="Freeform 2510"/>
          <p:cNvSpPr/>
          <p:nvPr/>
        </p:nvSpPr>
        <p:spPr>
          <a:xfrm>
            <a:off x="2755900" y="2692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2" name="Freeform 2511"/>
          <p:cNvSpPr/>
          <p:nvPr/>
        </p:nvSpPr>
        <p:spPr>
          <a:xfrm>
            <a:off x="2794000" y="2705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1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35FF"/>
          </a:solidFill>
          <a:ln w="3175">
            <a:solidFill>
              <a:srgbClr val="002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3" name="Freeform 2512"/>
          <p:cNvSpPr/>
          <p:nvPr/>
        </p:nvSpPr>
        <p:spPr>
          <a:xfrm>
            <a:off x="2819400" y="2717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5FF"/>
          </a:solidFill>
          <a:ln w="3175">
            <a:solidFill>
              <a:srgbClr val="000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4" name="Freeform 2513"/>
          <p:cNvSpPr/>
          <p:nvPr/>
        </p:nvSpPr>
        <p:spPr>
          <a:xfrm>
            <a:off x="2857500" y="27559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BF"/>
          </a:solidFill>
          <a:ln w="3175">
            <a:solidFill>
              <a:srgbClr val="0000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5" name="Freeform 2514"/>
          <p:cNvSpPr/>
          <p:nvPr/>
        </p:nvSpPr>
        <p:spPr>
          <a:xfrm>
            <a:off x="2895600" y="278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8"/>
          </a:solidFill>
          <a:ln w="3175">
            <a:solidFill>
              <a:srgbClr val="0000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6" name="Freeform 2515"/>
          <p:cNvSpPr/>
          <p:nvPr/>
        </p:nvSpPr>
        <p:spPr>
          <a:xfrm>
            <a:off x="2933700" y="278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6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7" name="Freeform 2516"/>
          <p:cNvSpPr/>
          <p:nvPr/>
        </p:nvSpPr>
        <p:spPr>
          <a:xfrm>
            <a:off x="2959100" y="278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97"/>
          </a:solidFill>
          <a:ln w="3175">
            <a:solidFill>
              <a:srgbClr val="000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8" name="Freeform 2517"/>
          <p:cNvSpPr/>
          <p:nvPr/>
        </p:nvSpPr>
        <p:spPr>
          <a:xfrm>
            <a:off x="2997200" y="2755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009E"/>
          </a:solidFill>
          <a:ln w="3175">
            <a:solidFill>
              <a:srgbClr val="0000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9" name="Freeform 2518"/>
          <p:cNvSpPr/>
          <p:nvPr/>
        </p:nvSpPr>
        <p:spPr>
          <a:xfrm>
            <a:off x="3035300" y="2755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00A7"/>
          </a:solidFill>
          <a:ln w="3175">
            <a:solidFill>
              <a:srgbClr val="0000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0" name="Freeform 2519"/>
          <p:cNvSpPr/>
          <p:nvPr/>
        </p:nvSpPr>
        <p:spPr>
          <a:xfrm>
            <a:off x="3060700" y="2717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3"/>
                </a:lnTo>
                <a:lnTo>
                  <a:pt x="1" y="7"/>
                </a:lnTo>
                <a:close/>
              </a:path>
            </a:pathLst>
          </a:custGeom>
          <a:solidFill>
            <a:srgbClr val="0000B3"/>
          </a:solidFill>
          <a:ln w="3175">
            <a:solidFill>
              <a:srgbClr val="0000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1" name="Freeform 2520"/>
          <p:cNvSpPr/>
          <p:nvPr/>
        </p:nvSpPr>
        <p:spPr>
          <a:xfrm>
            <a:off x="3098800" y="26543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5"/>
                </a:lnTo>
                <a:lnTo>
                  <a:pt x="1" y="12"/>
                </a:lnTo>
                <a:close/>
              </a:path>
            </a:pathLst>
          </a:custGeom>
          <a:solidFill>
            <a:srgbClr val="0000DB"/>
          </a:solidFill>
          <a:ln w="3175">
            <a:solidFill>
              <a:srgbClr val="000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2" name="Freeform 2521"/>
          <p:cNvSpPr/>
          <p:nvPr/>
        </p:nvSpPr>
        <p:spPr>
          <a:xfrm>
            <a:off x="3136900" y="26416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1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3" name="Freeform 2522"/>
          <p:cNvSpPr/>
          <p:nvPr/>
        </p:nvSpPr>
        <p:spPr>
          <a:xfrm>
            <a:off x="3175000" y="26416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2"/>
                </a:lnTo>
                <a:lnTo>
                  <a:pt x="2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4" name="Freeform 2523"/>
          <p:cNvSpPr/>
          <p:nvPr/>
        </p:nvSpPr>
        <p:spPr>
          <a:xfrm>
            <a:off x="3200400" y="26416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5" name="Freeform 2524"/>
          <p:cNvSpPr/>
          <p:nvPr/>
        </p:nvSpPr>
        <p:spPr>
          <a:xfrm>
            <a:off x="3238500" y="26416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1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9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6" name="Freeform 2525"/>
          <p:cNvSpPr/>
          <p:nvPr/>
        </p:nvSpPr>
        <p:spPr>
          <a:xfrm>
            <a:off x="3276600" y="26416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0000F8"/>
          </a:solidFill>
          <a:ln w="3175">
            <a:solidFill>
              <a:srgbClr val="000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7" name="Freeform 2526"/>
          <p:cNvSpPr/>
          <p:nvPr/>
        </p:nvSpPr>
        <p:spPr>
          <a:xfrm>
            <a:off x="3302000" y="26289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1"/>
                </a:lnTo>
                <a:lnTo>
                  <a:pt x="1" y="12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8" name="Freeform 2527"/>
          <p:cNvSpPr/>
          <p:nvPr/>
        </p:nvSpPr>
        <p:spPr>
          <a:xfrm>
            <a:off x="3340100" y="26289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9" name="Freeform 2528"/>
          <p:cNvSpPr/>
          <p:nvPr/>
        </p:nvSpPr>
        <p:spPr>
          <a:xfrm>
            <a:off x="3378200" y="26289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12"/>
                </a:lnTo>
                <a:lnTo>
                  <a:pt x="3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0" name="Freeform 2529"/>
          <p:cNvSpPr/>
          <p:nvPr/>
        </p:nvSpPr>
        <p:spPr>
          <a:xfrm>
            <a:off x="3416300" y="2628900"/>
            <a:ext cx="38100" cy="152400"/>
          </a:xfrm>
          <a:custGeom>
            <a:avLst/>
            <a:gdLst/>
            <a:ahLst/>
            <a:cxnLst/>
            <a:rect l="l" t="t" r="r" b="b"/>
            <a:pathLst>
              <a:path w="3" h="12">
                <a:moveTo>
                  <a:pt x="1" y="12"/>
                </a:moveTo>
                <a:lnTo>
                  <a:pt x="3" y="11"/>
                </a:lnTo>
                <a:lnTo>
                  <a:pt x="2" y="0"/>
                </a:lnTo>
                <a:lnTo>
                  <a:pt x="0" y="0"/>
                </a:lnTo>
                <a:lnTo>
                  <a:pt x="1" y="12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1" name="Freeform 2530"/>
          <p:cNvSpPr/>
          <p:nvPr/>
        </p:nvSpPr>
        <p:spPr>
          <a:xfrm>
            <a:off x="2438400" y="2692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2" name="Freeform 2531"/>
          <p:cNvSpPr/>
          <p:nvPr/>
        </p:nvSpPr>
        <p:spPr>
          <a:xfrm>
            <a:off x="2463800" y="267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3" name="Freeform 2532"/>
          <p:cNvSpPr/>
          <p:nvPr/>
        </p:nvSpPr>
        <p:spPr>
          <a:xfrm>
            <a:off x="2501900" y="267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4" name="Freeform 2533"/>
          <p:cNvSpPr/>
          <p:nvPr/>
        </p:nvSpPr>
        <p:spPr>
          <a:xfrm>
            <a:off x="2540000" y="2679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5" name="Freeform 2534"/>
          <p:cNvSpPr/>
          <p:nvPr/>
        </p:nvSpPr>
        <p:spPr>
          <a:xfrm>
            <a:off x="2565400" y="2679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6" name="Freeform 2535"/>
          <p:cNvSpPr/>
          <p:nvPr/>
        </p:nvSpPr>
        <p:spPr>
          <a:xfrm>
            <a:off x="2603500" y="266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7" name="Freeform 2536"/>
          <p:cNvSpPr/>
          <p:nvPr/>
        </p:nvSpPr>
        <p:spPr>
          <a:xfrm>
            <a:off x="2641600" y="266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8" name="Freeform 2537"/>
          <p:cNvSpPr/>
          <p:nvPr/>
        </p:nvSpPr>
        <p:spPr>
          <a:xfrm>
            <a:off x="2679700" y="266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76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9" name="Freeform 2538"/>
          <p:cNvSpPr/>
          <p:nvPr/>
        </p:nvSpPr>
        <p:spPr>
          <a:xfrm>
            <a:off x="2705100" y="2667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0" name="Freeform 2539"/>
          <p:cNvSpPr/>
          <p:nvPr/>
        </p:nvSpPr>
        <p:spPr>
          <a:xfrm>
            <a:off x="2743200" y="2667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2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6BFF"/>
          </a:solidFill>
          <a:ln w="3175">
            <a:solidFill>
              <a:srgbClr val="005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1" name="Freeform 2540"/>
          <p:cNvSpPr/>
          <p:nvPr/>
        </p:nvSpPr>
        <p:spPr>
          <a:xfrm>
            <a:off x="2781300" y="2667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3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52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2" name="Freeform 2541"/>
          <p:cNvSpPr/>
          <p:nvPr/>
        </p:nvSpPr>
        <p:spPr>
          <a:xfrm>
            <a:off x="2806700" y="26924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2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4FF"/>
          </a:solidFill>
          <a:ln w="3175">
            <a:solidFill>
              <a:srgbClr val="001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3" name="Freeform 2542"/>
          <p:cNvSpPr/>
          <p:nvPr/>
        </p:nvSpPr>
        <p:spPr>
          <a:xfrm>
            <a:off x="2844800" y="2717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3"/>
                </a:moveTo>
                <a:lnTo>
                  <a:pt x="4" y="5"/>
                </a:lnTo>
                <a:lnTo>
                  <a:pt x="3" y="2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E7"/>
          </a:solidFill>
          <a:ln w="3175">
            <a:solidFill>
              <a:srgbClr val="000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4" name="Freeform 2543"/>
          <p:cNvSpPr/>
          <p:nvPr/>
        </p:nvSpPr>
        <p:spPr>
          <a:xfrm>
            <a:off x="2882900" y="274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7"/>
          </a:solidFill>
          <a:ln w="3175">
            <a:solidFill>
              <a:srgbClr val="0000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5" name="Freeform 2544"/>
          <p:cNvSpPr/>
          <p:nvPr/>
        </p:nvSpPr>
        <p:spPr>
          <a:xfrm>
            <a:off x="2921000" y="274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5"/>
          </a:solidFill>
          <a:ln w="3175">
            <a:solidFill>
              <a:srgbClr val="0000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6" name="Freeform 2545"/>
          <p:cNvSpPr/>
          <p:nvPr/>
        </p:nvSpPr>
        <p:spPr>
          <a:xfrm>
            <a:off x="2946400" y="2743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00C7"/>
          </a:solidFill>
          <a:ln w="3175">
            <a:solidFill>
              <a:srgbClr val="0000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7" name="Freeform 2546"/>
          <p:cNvSpPr/>
          <p:nvPr/>
        </p:nvSpPr>
        <p:spPr>
          <a:xfrm>
            <a:off x="2984500" y="2705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4"/>
                </a:lnTo>
                <a:lnTo>
                  <a:pt x="3" y="0"/>
                </a:lnTo>
                <a:lnTo>
                  <a:pt x="0" y="3"/>
                </a:lnTo>
                <a:lnTo>
                  <a:pt x="1" y="6"/>
                </a:lnTo>
                <a:close/>
              </a:path>
            </a:pathLst>
          </a:custGeom>
          <a:solidFill>
            <a:srgbClr val="0000DD"/>
          </a:solidFill>
          <a:ln w="3175">
            <a:solidFill>
              <a:srgbClr val="0000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8" name="Freeform 2547"/>
          <p:cNvSpPr/>
          <p:nvPr/>
        </p:nvSpPr>
        <p:spPr>
          <a:xfrm>
            <a:off x="3022600" y="2692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0000F7"/>
          </a:solidFill>
          <a:ln w="3175">
            <a:solidFill>
              <a:srgbClr val="000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9" name="Freeform 2548"/>
          <p:cNvSpPr/>
          <p:nvPr/>
        </p:nvSpPr>
        <p:spPr>
          <a:xfrm>
            <a:off x="3048000" y="26670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7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0" name="Freeform 2549"/>
          <p:cNvSpPr/>
          <p:nvPr/>
        </p:nvSpPr>
        <p:spPr>
          <a:xfrm>
            <a:off x="3086100" y="2565400"/>
            <a:ext cx="50800" cy="152400"/>
          </a:xfrm>
          <a:custGeom>
            <a:avLst/>
            <a:gdLst/>
            <a:ahLst/>
            <a:cxnLst/>
            <a:rect l="l" t="t" r="r" b="b"/>
            <a:pathLst>
              <a:path w="4" h="12">
                <a:moveTo>
                  <a:pt x="1" y="12"/>
                </a:moveTo>
                <a:lnTo>
                  <a:pt x="4" y="7"/>
                </a:lnTo>
                <a:lnTo>
                  <a:pt x="3" y="0"/>
                </a:lnTo>
                <a:lnTo>
                  <a:pt x="0" y="8"/>
                </a:lnTo>
                <a:lnTo>
                  <a:pt x="1" y="12"/>
                </a:lnTo>
                <a:close/>
              </a:path>
            </a:pathLst>
          </a:custGeom>
          <a:solidFill>
            <a:srgbClr val="006DFF"/>
          </a:solidFill>
          <a:ln w="3175">
            <a:solidFill>
              <a:srgbClr val="005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1" name="Freeform 2550"/>
          <p:cNvSpPr/>
          <p:nvPr/>
        </p:nvSpPr>
        <p:spPr>
          <a:xfrm>
            <a:off x="3124200" y="25273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3"/>
                </a:lnTo>
                <a:lnTo>
                  <a:pt x="1" y="10"/>
                </a:lnTo>
                <a:close/>
              </a:path>
            </a:pathLst>
          </a:custGeom>
          <a:solidFill>
            <a:srgbClr val="00C7FF"/>
          </a:solidFill>
          <a:ln w="3175">
            <a:solidFill>
              <a:srgbClr val="009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2" name="Freeform 2551"/>
          <p:cNvSpPr/>
          <p:nvPr/>
        </p:nvSpPr>
        <p:spPr>
          <a:xfrm>
            <a:off x="3162300" y="25273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9"/>
                </a:lnTo>
                <a:lnTo>
                  <a:pt x="2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3" name="Freeform 2552"/>
          <p:cNvSpPr/>
          <p:nvPr/>
        </p:nvSpPr>
        <p:spPr>
          <a:xfrm>
            <a:off x="3187700" y="25146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4" name="Freeform 2553"/>
          <p:cNvSpPr/>
          <p:nvPr/>
        </p:nvSpPr>
        <p:spPr>
          <a:xfrm>
            <a:off x="3225800" y="25146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5FF"/>
          </a:solidFill>
          <a:ln w="3175">
            <a:solidFill>
              <a:srgbClr val="00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5" name="Freeform 2554"/>
          <p:cNvSpPr/>
          <p:nvPr/>
        </p:nvSpPr>
        <p:spPr>
          <a:xfrm>
            <a:off x="3263900" y="25146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3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6" name="Freeform 2555"/>
          <p:cNvSpPr/>
          <p:nvPr/>
        </p:nvSpPr>
        <p:spPr>
          <a:xfrm>
            <a:off x="3289300" y="25146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7" name="Freeform 2556"/>
          <p:cNvSpPr/>
          <p:nvPr/>
        </p:nvSpPr>
        <p:spPr>
          <a:xfrm>
            <a:off x="3327400" y="25146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8" name="Freeform 2557"/>
          <p:cNvSpPr/>
          <p:nvPr/>
        </p:nvSpPr>
        <p:spPr>
          <a:xfrm>
            <a:off x="3365500" y="25019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9" name="Freeform 2558"/>
          <p:cNvSpPr/>
          <p:nvPr/>
        </p:nvSpPr>
        <p:spPr>
          <a:xfrm>
            <a:off x="3403600" y="25019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00D2FF"/>
          </a:solidFill>
          <a:ln w="3175">
            <a:solidFill>
              <a:srgbClr val="00A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0" name="Freeform 2559"/>
          <p:cNvSpPr/>
          <p:nvPr/>
        </p:nvSpPr>
        <p:spPr>
          <a:xfrm>
            <a:off x="2425700" y="266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1" name="Freeform 2560"/>
          <p:cNvSpPr/>
          <p:nvPr/>
        </p:nvSpPr>
        <p:spPr>
          <a:xfrm>
            <a:off x="2451100" y="265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2" name="Freeform 2561"/>
          <p:cNvSpPr/>
          <p:nvPr/>
        </p:nvSpPr>
        <p:spPr>
          <a:xfrm>
            <a:off x="2489200" y="265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3" name="Freeform 2562"/>
          <p:cNvSpPr/>
          <p:nvPr/>
        </p:nvSpPr>
        <p:spPr>
          <a:xfrm>
            <a:off x="2527300" y="265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4" name="Freeform 2563"/>
          <p:cNvSpPr/>
          <p:nvPr/>
        </p:nvSpPr>
        <p:spPr>
          <a:xfrm>
            <a:off x="2552700" y="2654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5" name="Freeform 2564"/>
          <p:cNvSpPr/>
          <p:nvPr/>
        </p:nvSpPr>
        <p:spPr>
          <a:xfrm>
            <a:off x="2590800" y="2641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6" name="Freeform 2565"/>
          <p:cNvSpPr/>
          <p:nvPr/>
        </p:nvSpPr>
        <p:spPr>
          <a:xfrm>
            <a:off x="2628900" y="264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7" name="Freeform 2566"/>
          <p:cNvSpPr/>
          <p:nvPr/>
        </p:nvSpPr>
        <p:spPr>
          <a:xfrm>
            <a:off x="2667000" y="264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8FF"/>
          </a:solidFill>
          <a:ln w="317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8" name="Freeform 2567"/>
          <p:cNvSpPr/>
          <p:nvPr/>
        </p:nvSpPr>
        <p:spPr>
          <a:xfrm>
            <a:off x="2692400" y="264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7FF"/>
          </a:solidFill>
          <a:ln w="3175">
            <a:solidFill>
              <a:srgbClr val="007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9" name="Freeform 2568"/>
          <p:cNvSpPr/>
          <p:nvPr/>
        </p:nvSpPr>
        <p:spPr>
          <a:xfrm>
            <a:off x="2730500" y="264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8DFF"/>
          </a:solidFill>
          <a:ln w="3175">
            <a:solidFill>
              <a:srgbClr val="007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0" name="Freeform 2569"/>
          <p:cNvSpPr/>
          <p:nvPr/>
        </p:nvSpPr>
        <p:spPr>
          <a:xfrm>
            <a:off x="2768600" y="2641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1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75FF"/>
          </a:solidFill>
          <a:ln w="3175">
            <a:solidFill>
              <a:srgbClr val="005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1" name="Freeform 2570"/>
          <p:cNvSpPr/>
          <p:nvPr/>
        </p:nvSpPr>
        <p:spPr>
          <a:xfrm>
            <a:off x="2794000" y="265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3"/>
                </a:moveTo>
                <a:lnTo>
                  <a:pt x="4" y="5"/>
                </a:lnTo>
                <a:lnTo>
                  <a:pt x="3" y="3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Freeform 2571"/>
          <p:cNvSpPr/>
          <p:nvPr/>
        </p:nvSpPr>
        <p:spPr>
          <a:xfrm>
            <a:off x="2832100" y="2692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D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3" name="Freeform 2572"/>
          <p:cNvSpPr/>
          <p:nvPr/>
        </p:nvSpPr>
        <p:spPr>
          <a:xfrm>
            <a:off x="2870200" y="2717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0"/>
          </a:solidFill>
          <a:ln w="3175">
            <a:solidFill>
              <a:srgbClr val="000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4" name="Freeform 2573"/>
          <p:cNvSpPr/>
          <p:nvPr/>
        </p:nvSpPr>
        <p:spPr>
          <a:xfrm>
            <a:off x="2908300" y="2717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EF"/>
          </a:solidFill>
          <a:ln w="3175">
            <a:solidFill>
              <a:srgbClr val="0000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5" name="Freeform 2574"/>
          <p:cNvSpPr/>
          <p:nvPr/>
        </p:nvSpPr>
        <p:spPr>
          <a:xfrm>
            <a:off x="2933700" y="27178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F0"/>
          </a:solidFill>
          <a:ln w="3175">
            <a:solidFill>
              <a:srgbClr val="000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6" name="Freeform 2575"/>
          <p:cNvSpPr/>
          <p:nvPr/>
        </p:nvSpPr>
        <p:spPr>
          <a:xfrm>
            <a:off x="2971800" y="26797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0DFF"/>
          </a:solidFill>
          <a:ln w="3175">
            <a:solidFill>
              <a:srgbClr val="000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7" name="Freeform 2576"/>
          <p:cNvSpPr/>
          <p:nvPr/>
        </p:nvSpPr>
        <p:spPr>
          <a:xfrm>
            <a:off x="3009900" y="265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37FF"/>
          </a:solidFill>
          <a:ln w="3175">
            <a:solidFill>
              <a:srgbClr val="002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8" name="Freeform 2577"/>
          <p:cNvSpPr/>
          <p:nvPr/>
        </p:nvSpPr>
        <p:spPr>
          <a:xfrm>
            <a:off x="3035300" y="264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53FF"/>
          </a:solidFill>
          <a:ln w="3175">
            <a:solidFill>
              <a:srgbClr val="004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9" name="Freeform 2578"/>
          <p:cNvSpPr/>
          <p:nvPr/>
        </p:nvSpPr>
        <p:spPr>
          <a:xfrm>
            <a:off x="3073400" y="2540000"/>
            <a:ext cx="50800" cy="127000"/>
          </a:xfrm>
          <a:custGeom>
            <a:avLst/>
            <a:gdLst/>
            <a:ahLst/>
            <a:cxnLst/>
            <a:rect l="l" t="t" r="r" b="b"/>
            <a:pathLst>
              <a:path w="4" h="10">
                <a:moveTo>
                  <a:pt x="1" y="10"/>
                </a:moveTo>
                <a:lnTo>
                  <a:pt x="4" y="2"/>
                </a:lnTo>
                <a:lnTo>
                  <a:pt x="3" y="0"/>
                </a:lnTo>
                <a:lnTo>
                  <a:pt x="0" y="8"/>
                </a:lnTo>
                <a:lnTo>
                  <a:pt x="1" y="10"/>
                </a:lnTo>
                <a:close/>
              </a:path>
            </a:pathLst>
          </a:custGeom>
          <a:solidFill>
            <a:srgbClr val="00B4FF"/>
          </a:solidFill>
          <a:ln w="3175">
            <a:solidFill>
              <a:srgbClr val="009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0" name="Freeform 2579"/>
          <p:cNvSpPr/>
          <p:nvPr/>
        </p:nvSpPr>
        <p:spPr>
          <a:xfrm>
            <a:off x="3111500" y="2476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4"/>
                </a:lnTo>
                <a:lnTo>
                  <a:pt x="3" y="0"/>
                </a:lnTo>
                <a:lnTo>
                  <a:pt x="0" y="5"/>
                </a:lnTo>
                <a:lnTo>
                  <a:pt x="1" y="7"/>
                </a:lnTo>
                <a:close/>
              </a:path>
            </a:pathLst>
          </a:custGeom>
          <a:solidFill>
            <a:srgbClr val="31FFCE"/>
          </a:solidFill>
          <a:ln w="3175">
            <a:solidFill>
              <a:srgbClr val="27C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1" name="Freeform 2580"/>
          <p:cNvSpPr/>
          <p:nvPr/>
        </p:nvSpPr>
        <p:spPr>
          <a:xfrm>
            <a:off x="3149600" y="2463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5FFFA0"/>
          </a:solidFill>
          <a:ln w="3175">
            <a:solidFill>
              <a:srgbClr val="4CC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2" name="Freeform 2581"/>
          <p:cNvSpPr/>
          <p:nvPr/>
        </p:nvSpPr>
        <p:spPr>
          <a:xfrm>
            <a:off x="3175000" y="2463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6FF99"/>
          </a:solidFill>
          <a:ln w="3175">
            <a:solidFill>
              <a:srgbClr val="52CC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3" name="Freeform 2582"/>
          <p:cNvSpPr/>
          <p:nvPr/>
        </p:nvSpPr>
        <p:spPr>
          <a:xfrm>
            <a:off x="3213100" y="2451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4" name="Freeform 2583"/>
          <p:cNvSpPr/>
          <p:nvPr/>
        </p:nvSpPr>
        <p:spPr>
          <a:xfrm>
            <a:off x="3251200" y="24511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5" name="Freeform 2584"/>
          <p:cNvSpPr/>
          <p:nvPr/>
        </p:nvSpPr>
        <p:spPr>
          <a:xfrm>
            <a:off x="3276600" y="2451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6" name="Freeform 2585"/>
          <p:cNvSpPr/>
          <p:nvPr/>
        </p:nvSpPr>
        <p:spPr>
          <a:xfrm>
            <a:off x="3314700" y="24511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7" name="Freeform 2586"/>
          <p:cNvSpPr/>
          <p:nvPr/>
        </p:nvSpPr>
        <p:spPr>
          <a:xfrm>
            <a:off x="3352800" y="2438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8" name="Freeform 2587"/>
          <p:cNvSpPr/>
          <p:nvPr/>
        </p:nvSpPr>
        <p:spPr>
          <a:xfrm>
            <a:off x="3390900" y="24384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5"/>
                </a:lnTo>
                <a:lnTo>
                  <a:pt x="2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65FF9A"/>
          </a:solidFill>
          <a:ln w="3175">
            <a:solidFill>
              <a:srgbClr val="51C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9" name="Freeform 2588"/>
          <p:cNvSpPr/>
          <p:nvPr/>
        </p:nvSpPr>
        <p:spPr>
          <a:xfrm>
            <a:off x="2413000" y="264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0" name="Freeform 2589"/>
          <p:cNvSpPr/>
          <p:nvPr/>
        </p:nvSpPr>
        <p:spPr>
          <a:xfrm>
            <a:off x="2438400" y="262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1" name="Freeform 2590"/>
          <p:cNvSpPr/>
          <p:nvPr/>
        </p:nvSpPr>
        <p:spPr>
          <a:xfrm>
            <a:off x="2476500" y="2628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2" name="Freeform 2591"/>
          <p:cNvSpPr/>
          <p:nvPr/>
        </p:nvSpPr>
        <p:spPr>
          <a:xfrm>
            <a:off x="2514600" y="262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3" name="Freeform 2592"/>
          <p:cNvSpPr/>
          <p:nvPr/>
        </p:nvSpPr>
        <p:spPr>
          <a:xfrm>
            <a:off x="2552700" y="2628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0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4" name="Freeform 2593"/>
          <p:cNvSpPr/>
          <p:nvPr/>
        </p:nvSpPr>
        <p:spPr>
          <a:xfrm>
            <a:off x="2578100" y="261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5" name="Freeform 2594"/>
          <p:cNvSpPr/>
          <p:nvPr/>
        </p:nvSpPr>
        <p:spPr>
          <a:xfrm>
            <a:off x="2616200" y="261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6" name="Freeform 2595"/>
          <p:cNvSpPr/>
          <p:nvPr/>
        </p:nvSpPr>
        <p:spPr>
          <a:xfrm>
            <a:off x="2654300" y="261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7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7" name="Freeform 2596"/>
          <p:cNvSpPr/>
          <p:nvPr/>
        </p:nvSpPr>
        <p:spPr>
          <a:xfrm>
            <a:off x="2679700" y="261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B6FF"/>
          </a:solidFill>
          <a:ln w="3175">
            <a:solidFill>
              <a:srgbClr val="009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8" name="Freeform 2597"/>
          <p:cNvSpPr/>
          <p:nvPr/>
        </p:nvSpPr>
        <p:spPr>
          <a:xfrm>
            <a:off x="2717800" y="2616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ABFF"/>
          </a:solidFill>
          <a:ln w="3175">
            <a:solidFill>
              <a:srgbClr val="008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9" name="Freeform 2598"/>
          <p:cNvSpPr/>
          <p:nvPr/>
        </p:nvSpPr>
        <p:spPr>
          <a:xfrm>
            <a:off x="2755900" y="261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2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0FF"/>
          </a:solidFill>
          <a:ln w="3175">
            <a:solidFill>
              <a:srgbClr val="007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0" name="Freeform 2599"/>
          <p:cNvSpPr/>
          <p:nvPr/>
        </p:nvSpPr>
        <p:spPr>
          <a:xfrm>
            <a:off x="2781300" y="264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0FF"/>
          </a:solidFill>
          <a:ln w="3175">
            <a:solidFill>
              <a:srgbClr val="004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1" name="Freeform 2600"/>
          <p:cNvSpPr/>
          <p:nvPr/>
        </p:nvSpPr>
        <p:spPr>
          <a:xfrm>
            <a:off x="2819400" y="2667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A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2" name="Freeform 2601"/>
          <p:cNvSpPr/>
          <p:nvPr/>
        </p:nvSpPr>
        <p:spPr>
          <a:xfrm>
            <a:off x="2857500" y="26924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1FF"/>
          </a:solidFill>
          <a:ln w="3175">
            <a:solidFill>
              <a:srgbClr val="000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3" name="Freeform 2602"/>
          <p:cNvSpPr/>
          <p:nvPr/>
        </p:nvSpPr>
        <p:spPr>
          <a:xfrm>
            <a:off x="2895600" y="2692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10FF"/>
          </a:solidFill>
          <a:ln w="3175">
            <a:solidFill>
              <a:srgbClr val="000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4" name="Freeform 2603"/>
          <p:cNvSpPr/>
          <p:nvPr/>
        </p:nvSpPr>
        <p:spPr>
          <a:xfrm>
            <a:off x="2921000" y="267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11FF"/>
          </a:solidFill>
          <a:ln w="3175">
            <a:solidFill>
              <a:srgbClr val="000D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5" name="Freeform 2604"/>
          <p:cNvSpPr/>
          <p:nvPr/>
        </p:nvSpPr>
        <p:spPr>
          <a:xfrm>
            <a:off x="2959100" y="2654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2AFF"/>
          </a:solidFill>
          <a:ln w="3175">
            <a:solidFill>
              <a:srgbClr val="0021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6" name="Freeform 2605"/>
          <p:cNvSpPr/>
          <p:nvPr/>
        </p:nvSpPr>
        <p:spPr>
          <a:xfrm>
            <a:off x="2997200" y="2616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3"/>
                </a:lnTo>
                <a:lnTo>
                  <a:pt x="2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5BFF"/>
          </a:solidFill>
          <a:ln w="3175">
            <a:solidFill>
              <a:srgbClr val="004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7" name="Freeform 2606"/>
          <p:cNvSpPr/>
          <p:nvPr/>
        </p:nvSpPr>
        <p:spPr>
          <a:xfrm>
            <a:off x="3022600" y="25908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0083FF"/>
          </a:solidFill>
          <a:ln w="3175">
            <a:solidFill>
              <a:srgbClr val="006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8" name="Freeform 2607"/>
          <p:cNvSpPr/>
          <p:nvPr/>
        </p:nvSpPr>
        <p:spPr>
          <a:xfrm>
            <a:off x="3060700" y="25019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3"/>
                </a:lnTo>
                <a:lnTo>
                  <a:pt x="3" y="0"/>
                </a:lnTo>
                <a:lnTo>
                  <a:pt x="0" y="7"/>
                </a:lnTo>
                <a:lnTo>
                  <a:pt x="1" y="11"/>
                </a:lnTo>
                <a:close/>
              </a:path>
            </a:pathLst>
          </a:custGeom>
          <a:solidFill>
            <a:srgbClr val="00E2FF"/>
          </a:solidFill>
          <a:ln w="3175">
            <a:solidFill>
              <a:srgbClr val="00B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9" name="Freeform 2608"/>
          <p:cNvSpPr/>
          <p:nvPr/>
        </p:nvSpPr>
        <p:spPr>
          <a:xfrm>
            <a:off x="3098800" y="24384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3"/>
                </a:lnTo>
                <a:lnTo>
                  <a:pt x="3" y="0"/>
                </a:lnTo>
                <a:lnTo>
                  <a:pt x="0" y="5"/>
                </a:lnTo>
                <a:lnTo>
                  <a:pt x="1" y="8"/>
                </a:lnTo>
                <a:close/>
              </a:path>
            </a:pathLst>
          </a:custGeom>
          <a:solidFill>
            <a:srgbClr val="64FF9B"/>
          </a:solidFill>
          <a:ln w="3175">
            <a:solidFill>
              <a:srgbClr val="50CC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0" name="Freeform 2609"/>
          <p:cNvSpPr/>
          <p:nvPr/>
        </p:nvSpPr>
        <p:spPr>
          <a:xfrm>
            <a:off x="3136900" y="24130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4"/>
                </a:lnTo>
                <a:lnTo>
                  <a:pt x="2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A7FF58"/>
          </a:solidFill>
          <a:ln w="3175">
            <a:solidFill>
              <a:srgbClr val="85C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1" name="Freeform 2610"/>
          <p:cNvSpPr/>
          <p:nvPr/>
        </p:nvSpPr>
        <p:spPr>
          <a:xfrm>
            <a:off x="3162300" y="240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2" name="Freeform 2611"/>
          <p:cNvSpPr/>
          <p:nvPr/>
        </p:nvSpPr>
        <p:spPr>
          <a:xfrm>
            <a:off x="3200400" y="240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BBFF44"/>
          </a:solidFill>
          <a:ln w="3175">
            <a:solidFill>
              <a:srgbClr val="96C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3" name="Freeform 2612"/>
          <p:cNvSpPr/>
          <p:nvPr/>
        </p:nvSpPr>
        <p:spPr>
          <a:xfrm>
            <a:off x="3238500" y="2400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EFF41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4" name="Freeform 2613"/>
          <p:cNvSpPr/>
          <p:nvPr/>
        </p:nvSpPr>
        <p:spPr>
          <a:xfrm>
            <a:off x="3263900" y="2387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1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5" name="Freeform 2614"/>
          <p:cNvSpPr/>
          <p:nvPr/>
        </p:nvSpPr>
        <p:spPr>
          <a:xfrm>
            <a:off x="3302000" y="2387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6" name="Freeform 2615"/>
          <p:cNvSpPr/>
          <p:nvPr/>
        </p:nvSpPr>
        <p:spPr>
          <a:xfrm>
            <a:off x="3340100" y="2387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5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7" name="Freeform 2616"/>
          <p:cNvSpPr/>
          <p:nvPr/>
        </p:nvSpPr>
        <p:spPr>
          <a:xfrm>
            <a:off x="3378200" y="2387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BFFF40"/>
          </a:solidFill>
          <a:ln w="3175">
            <a:solidFill>
              <a:srgbClr val="98CC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8" name="Freeform 2617"/>
          <p:cNvSpPr/>
          <p:nvPr/>
        </p:nvSpPr>
        <p:spPr>
          <a:xfrm>
            <a:off x="2400300" y="2590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9" name="Freeform 2618"/>
          <p:cNvSpPr/>
          <p:nvPr/>
        </p:nvSpPr>
        <p:spPr>
          <a:xfrm>
            <a:off x="2425700" y="25908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0" name="Freeform 2619"/>
          <p:cNvSpPr/>
          <p:nvPr/>
        </p:nvSpPr>
        <p:spPr>
          <a:xfrm>
            <a:off x="2463800" y="259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1" name="Freeform 2620"/>
          <p:cNvSpPr/>
          <p:nvPr/>
        </p:nvSpPr>
        <p:spPr>
          <a:xfrm>
            <a:off x="2501900" y="2578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2" name="Freeform 2621"/>
          <p:cNvSpPr/>
          <p:nvPr/>
        </p:nvSpPr>
        <p:spPr>
          <a:xfrm>
            <a:off x="2540000" y="2578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3" name="Freeform 2622"/>
          <p:cNvSpPr/>
          <p:nvPr/>
        </p:nvSpPr>
        <p:spPr>
          <a:xfrm>
            <a:off x="2565400" y="2578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4" name="Freeform 2623"/>
          <p:cNvSpPr/>
          <p:nvPr/>
        </p:nvSpPr>
        <p:spPr>
          <a:xfrm>
            <a:off x="2603500" y="257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5" name="Freeform 2624"/>
          <p:cNvSpPr/>
          <p:nvPr/>
        </p:nvSpPr>
        <p:spPr>
          <a:xfrm>
            <a:off x="2641600" y="2565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00E4FF"/>
          </a:solidFill>
          <a:ln w="3175">
            <a:solidFill>
              <a:srgbClr val="00B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6" name="Freeform 2625"/>
          <p:cNvSpPr/>
          <p:nvPr/>
        </p:nvSpPr>
        <p:spPr>
          <a:xfrm>
            <a:off x="2667000" y="256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E3FF"/>
          </a:solidFill>
          <a:ln w="3175">
            <a:solidFill>
              <a:srgbClr val="00B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7" name="Freeform 2626"/>
          <p:cNvSpPr/>
          <p:nvPr/>
        </p:nvSpPr>
        <p:spPr>
          <a:xfrm>
            <a:off x="2705100" y="256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00D4FF"/>
          </a:solidFill>
          <a:ln w="3175">
            <a:solidFill>
              <a:srgbClr val="00A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8" name="Freeform 2627"/>
          <p:cNvSpPr/>
          <p:nvPr/>
        </p:nvSpPr>
        <p:spPr>
          <a:xfrm>
            <a:off x="2743200" y="2590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AEFF"/>
          </a:solidFill>
          <a:ln w="3175">
            <a:solidFill>
              <a:srgbClr val="008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9" name="Freeform 2628"/>
          <p:cNvSpPr/>
          <p:nvPr/>
        </p:nvSpPr>
        <p:spPr>
          <a:xfrm>
            <a:off x="2781300" y="2616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0" y="2"/>
                </a:moveTo>
                <a:lnTo>
                  <a:pt x="3" y="4"/>
                </a:lnTo>
                <a:lnTo>
                  <a:pt x="2" y="2"/>
                </a:lnTo>
                <a:lnTo>
                  <a:pt x="0" y="0"/>
                </a:lnTo>
                <a:lnTo>
                  <a:pt x="0" y="2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0" name="Freeform 2629"/>
          <p:cNvSpPr/>
          <p:nvPr/>
        </p:nvSpPr>
        <p:spPr>
          <a:xfrm>
            <a:off x="2806700" y="2641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1" name="Freeform 2630"/>
          <p:cNvSpPr/>
          <p:nvPr/>
        </p:nvSpPr>
        <p:spPr>
          <a:xfrm>
            <a:off x="2844800" y="2667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2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FFF"/>
          </a:solidFill>
          <a:ln w="3175">
            <a:solidFill>
              <a:srgbClr val="002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2" name="Freeform 2631"/>
          <p:cNvSpPr/>
          <p:nvPr/>
        </p:nvSpPr>
        <p:spPr>
          <a:xfrm>
            <a:off x="2882900" y="2667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2EFF"/>
          </a:solidFill>
          <a:ln w="3175">
            <a:solidFill>
              <a:srgbClr val="002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3" name="Freeform 2632"/>
          <p:cNvSpPr/>
          <p:nvPr/>
        </p:nvSpPr>
        <p:spPr>
          <a:xfrm>
            <a:off x="2908300" y="2654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2"/>
                </a:lnTo>
                <a:lnTo>
                  <a:pt x="3" y="0"/>
                </a:lnTo>
                <a:lnTo>
                  <a:pt x="0" y="1"/>
                </a:lnTo>
                <a:lnTo>
                  <a:pt x="1" y="3"/>
                </a:lnTo>
                <a:close/>
              </a:path>
            </a:pathLst>
          </a:custGeom>
          <a:solidFill>
            <a:srgbClr val="002FFF"/>
          </a:solidFill>
          <a:ln w="3175">
            <a:solidFill>
              <a:srgbClr val="002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4" name="Freeform 2633"/>
          <p:cNvSpPr/>
          <p:nvPr/>
        </p:nvSpPr>
        <p:spPr>
          <a:xfrm>
            <a:off x="2946400" y="2628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2"/>
                </a:lnTo>
                <a:lnTo>
                  <a:pt x="3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0048FF"/>
          </a:solidFill>
          <a:ln w="3175">
            <a:solidFill>
              <a:srgbClr val="003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5" name="Freeform 2634"/>
          <p:cNvSpPr/>
          <p:nvPr/>
        </p:nvSpPr>
        <p:spPr>
          <a:xfrm>
            <a:off x="2984500" y="2590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2"/>
                </a:lnTo>
                <a:lnTo>
                  <a:pt x="3" y="0"/>
                </a:lnTo>
                <a:lnTo>
                  <a:pt x="0" y="3"/>
                </a:lnTo>
                <a:lnTo>
                  <a:pt x="1" y="5"/>
                </a:lnTo>
                <a:close/>
              </a:path>
            </a:pathLst>
          </a:custGeom>
          <a:solidFill>
            <a:srgbClr val="007BFF"/>
          </a:solidFill>
          <a:ln w="3175">
            <a:solidFill>
              <a:srgbClr val="006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6" name="Freeform 2635"/>
          <p:cNvSpPr/>
          <p:nvPr/>
        </p:nvSpPr>
        <p:spPr>
          <a:xfrm>
            <a:off x="3022600" y="25400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0" y="6"/>
                </a:moveTo>
                <a:lnTo>
                  <a:pt x="3" y="4"/>
                </a:lnTo>
                <a:lnTo>
                  <a:pt x="2" y="0"/>
                </a:lnTo>
                <a:lnTo>
                  <a:pt x="0" y="4"/>
                </a:lnTo>
                <a:lnTo>
                  <a:pt x="0" y="6"/>
                </a:lnTo>
                <a:close/>
              </a:path>
            </a:pathLst>
          </a:custGeom>
          <a:solidFill>
            <a:srgbClr val="00B8FF"/>
          </a:solidFill>
          <a:ln w="3175">
            <a:solidFill>
              <a:srgbClr val="009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7" name="Freeform 2636"/>
          <p:cNvSpPr/>
          <p:nvPr/>
        </p:nvSpPr>
        <p:spPr>
          <a:xfrm>
            <a:off x="3048000" y="2425700"/>
            <a:ext cx="50800" cy="165100"/>
          </a:xfrm>
          <a:custGeom>
            <a:avLst/>
            <a:gdLst/>
            <a:ahLst/>
            <a:cxnLst/>
            <a:rect l="l" t="t" r="r" b="b"/>
            <a:pathLst>
              <a:path w="4" h="13">
                <a:moveTo>
                  <a:pt x="1" y="13"/>
                </a:moveTo>
                <a:lnTo>
                  <a:pt x="4" y="6"/>
                </a:lnTo>
                <a:lnTo>
                  <a:pt x="3" y="0"/>
                </a:lnTo>
                <a:lnTo>
                  <a:pt x="0" y="9"/>
                </a:lnTo>
                <a:lnTo>
                  <a:pt x="1" y="13"/>
                </a:lnTo>
                <a:close/>
              </a:path>
            </a:pathLst>
          </a:custGeom>
          <a:solidFill>
            <a:srgbClr val="33FFCC"/>
          </a:solidFill>
          <a:ln w="3175">
            <a:solidFill>
              <a:srgbClr val="29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8" name="Freeform 2637"/>
          <p:cNvSpPr/>
          <p:nvPr/>
        </p:nvSpPr>
        <p:spPr>
          <a:xfrm>
            <a:off x="3086100" y="23622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6"/>
                </a:lnTo>
                <a:lnTo>
                  <a:pt x="3" y="0"/>
                </a:lnTo>
                <a:lnTo>
                  <a:pt x="0" y="5"/>
                </a:lnTo>
                <a:lnTo>
                  <a:pt x="1" y="11"/>
                </a:lnTo>
                <a:close/>
              </a:path>
            </a:pathLst>
          </a:custGeom>
          <a:solidFill>
            <a:srgbClr val="BAFF44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9" name="Freeform 2638"/>
          <p:cNvSpPr/>
          <p:nvPr/>
        </p:nvSpPr>
        <p:spPr>
          <a:xfrm>
            <a:off x="3124200" y="23368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6"/>
                </a:lnTo>
                <a:lnTo>
                  <a:pt x="2" y="0"/>
                </a:lnTo>
                <a:lnTo>
                  <a:pt x="0" y="2"/>
                </a:lnTo>
                <a:lnTo>
                  <a:pt x="1" y="8"/>
                </a:lnTo>
                <a:close/>
              </a:path>
            </a:pathLst>
          </a:custGeom>
          <a:solidFill>
            <a:srgbClr val="FFFF00"/>
          </a:solidFill>
          <a:ln w="3175">
            <a:solidFill>
              <a:srgbClr val="CCC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0" name="Freeform 2639"/>
          <p:cNvSpPr/>
          <p:nvPr/>
        </p:nvSpPr>
        <p:spPr>
          <a:xfrm>
            <a:off x="3149600" y="23368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5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E700"/>
          </a:solidFill>
          <a:ln w="3175">
            <a:solidFill>
              <a:srgbClr val="CC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1" name="Freeform 2640"/>
          <p:cNvSpPr/>
          <p:nvPr/>
        </p:nvSpPr>
        <p:spPr>
          <a:xfrm>
            <a:off x="3187700" y="23241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1"/>
                </a:lnTo>
                <a:lnTo>
                  <a:pt x="1" y="6"/>
                </a:lnTo>
                <a:close/>
              </a:path>
            </a:pathLst>
          </a:custGeom>
          <a:solidFill>
            <a:srgbClr val="FFE000"/>
          </a:solidFill>
          <a:ln w="3175">
            <a:solidFill>
              <a:srgbClr val="CC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2" name="Freeform 2641"/>
          <p:cNvSpPr/>
          <p:nvPr/>
        </p:nvSpPr>
        <p:spPr>
          <a:xfrm>
            <a:off x="3225800" y="23114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FFD800"/>
          </a:solidFill>
          <a:ln w="3175">
            <a:solidFill>
              <a:srgbClr val="CCA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3" name="Freeform 2642"/>
          <p:cNvSpPr/>
          <p:nvPr/>
        </p:nvSpPr>
        <p:spPr>
          <a:xfrm>
            <a:off x="3263900" y="23114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0" y="7"/>
                </a:moveTo>
                <a:lnTo>
                  <a:pt x="3" y="6"/>
                </a:lnTo>
                <a:lnTo>
                  <a:pt x="2" y="0"/>
                </a:lnTo>
                <a:lnTo>
                  <a:pt x="0" y="0"/>
                </a:lnTo>
                <a:lnTo>
                  <a:pt x="0" y="7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4" name="Freeform 2643"/>
          <p:cNvSpPr/>
          <p:nvPr/>
        </p:nvSpPr>
        <p:spPr>
          <a:xfrm>
            <a:off x="3289300" y="2311400"/>
            <a:ext cx="50800" cy="76200"/>
          </a:xfrm>
          <a:custGeom>
            <a:avLst/>
            <a:gdLst/>
            <a:ahLst/>
            <a:cxnLst/>
            <a:rect l="l" t="t" r="r" b="b"/>
            <a:pathLst>
              <a:path w="4" h="6">
                <a:moveTo>
                  <a:pt x="1" y="6"/>
                </a:moveTo>
                <a:lnTo>
                  <a:pt x="4" y="6"/>
                </a:lnTo>
                <a:lnTo>
                  <a:pt x="3" y="0"/>
                </a:lnTo>
                <a:lnTo>
                  <a:pt x="0" y="0"/>
                </a:lnTo>
                <a:lnTo>
                  <a:pt x="1" y="6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5" name="Freeform 2644"/>
          <p:cNvSpPr/>
          <p:nvPr/>
        </p:nvSpPr>
        <p:spPr>
          <a:xfrm>
            <a:off x="3327400" y="22987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7"/>
                </a:lnTo>
                <a:lnTo>
                  <a:pt x="3" y="0"/>
                </a:lnTo>
                <a:lnTo>
                  <a:pt x="0" y="1"/>
                </a:lnTo>
                <a:lnTo>
                  <a:pt x="1" y="7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6" name="Freeform 2645"/>
          <p:cNvSpPr/>
          <p:nvPr/>
        </p:nvSpPr>
        <p:spPr>
          <a:xfrm>
            <a:off x="3365500" y="2298700"/>
            <a:ext cx="38100" cy="88900"/>
          </a:xfrm>
          <a:custGeom>
            <a:avLst/>
            <a:gdLst/>
            <a:ahLst/>
            <a:cxnLst/>
            <a:rect l="l" t="t" r="r" b="b"/>
            <a:pathLst>
              <a:path w="3" h="7">
                <a:moveTo>
                  <a:pt x="1" y="7"/>
                </a:moveTo>
                <a:lnTo>
                  <a:pt x="3" y="7"/>
                </a:lnTo>
                <a:lnTo>
                  <a:pt x="2" y="0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FFD600"/>
          </a:solidFill>
          <a:ln w="3175">
            <a:solidFill>
              <a:srgbClr val="CC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7" name="Freeform 2646"/>
          <p:cNvSpPr/>
          <p:nvPr/>
        </p:nvSpPr>
        <p:spPr>
          <a:xfrm>
            <a:off x="2387600" y="24892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8" name="Freeform 2647"/>
          <p:cNvSpPr/>
          <p:nvPr/>
        </p:nvSpPr>
        <p:spPr>
          <a:xfrm>
            <a:off x="2413000" y="24892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9" name="Freeform 2648"/>
          <p:cNvSpPr/>
          <p:nvPr/>
        </p:nvSpPr>
        <p:spPr>
          <a:xfrm>
            <a:off x="2451100" y="2476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0" name="Freeform 2649"/>
          <p:cNvSpPr/>
          <p:nvPr/>
        </p:nvSpPr>
        <p:spPr>
          <a:xfrm>
            <a:off x="2489200" y="2476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1" name="Freeform 2650"/>
          <p:cNvSpPr/>
          <p:nvPr/>
        </p:nvSpPr>
        <p:spPr>
          <a:xfrm>
            <a:off x="2527300" y="2476500"/>
            <a:ext cx="38100" cy="101600"/>
          </a:xfrm>
          <a:custGeom>
            <a:avLst/>
            <a:gdLst/>
            <a:ahLst/>
            <a:cxnLst/>
            <a:rect l="l" t="t" r="r" b="b"/>
            <a:pathLst>
              <a:path w="3" h="8">
                <a:moveTo>
                  <a:pt x="1" y="8"/>
                </a:moveTo>
                <a:lnTo>
                  <a:pt x="3" y="8"/>
                </a:lnTo>
                <a:lnTo>
                  <a:pt x="2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2" name="Freeform 2651"/>
          <p:cNvSpPr/>
          <p:nvPr/>
        </p:nvSpPr>
        <p:spPr>
          <a:xfrm>
            <a:off x="2552700" y="2476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3" name="Freeform 2652"/>
          <p:cNvSpPr/>
          <p:nvPr/>
        </p:nvSpPr>
        <p:spPr>
          <a:xfrm>
            <a:off x="2590800" y="24765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0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4" name="Freeform 2653"/>
          <p:cNvSpPr/>
          <p:nvPr/>
        </p:nvSpPr>
        <p:spPr>
          <a:xfrm>
            <a:off x="2628900" y="2463800"/>
            <a:ext cx="38100" cy="114300"/>
          </a:xfrm>
          <a:custGeom>
            <a:avLst/>
            <a:gdLst/>
            <a:ahLst/>
            <a:cxnLst/>
            <a:rect l="l" t="t" r="r" b="b"/>
            <a:pathLst>
              <a:path w="3" h="9">
                <a:moveTo>
                  <a:pt x="1" y="9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56FFA9"/>
          </a:solidFill>
          <a:ln w="3175">
            <a:solidFill>
              <a:srgbClr val="45CC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5" name="Freeform 2654"/>
          <p:cNvSpPr/>
          <p:nvPr/>
        </p:nvSpPr>
        <p:spPr>
          <a:xfrm>
            <a:off x="2654300" y="24638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8"/>
                </a:lnTo>
                <a:lnTo>
                  <a:pt x="3" y="1"/>
                </a:lnTo>
                <a:lnTo>
                  <a:pt x="0" y="0"/>
                </a:lnTo>
                <a:lnTo>
                  <a:pt x="1" y="8"/>
                </a:lnTo>
                <a:close/>
              </a:path>
            </a:pathLst>
          </a:custGeom>
          <a:solidFill>
            <a:srgbClr val="4EFFB1"/>
          </a:solidFill>
          <a:ln w="3175">
            <a:solidFill>
              <a:srgbClr val="3FC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6" name="Freeform 2655"/>
          <p:cNvSpPr/>
          <p:nvPr/>
        </p:nvSpPr>
        <p:spPr>
          <a:xfrm>
            <a:off x="2692400" y="2476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7"/>
                </a:moveTo>
                <a:lnTo>
                  <a:pt x="4" y="9"/>
                </a:lnTo>
                <a:lnTo>
                  <a:pt x="3" y="7"/>
                </a:lnTo>
                <a:lnTo>
                  <a:pt x="0" y="0"/>
                </a:lnTo>
                <a:lnTo>
                  <a:pt x="1" y="7"/>
                </a:lnTo>
                <a:close/>
              </a:path>
            </a:pathLst>
          </a:custGeom>
          <a:solidFill>
            <a:srgbClr val="19FFE6"/>
          </a:solidFill>
          <a:ln w="3175">
            <a:solidFill>
              <a:srgbClr val="14CC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7" name="Freeform 2656"/>
          <p:cNvSpPr/>
          <p:nvPr/>
        </p:nvSpPr>
        <p:spPr>
          <a:xfrm>
            <a:off x="2730500" y="256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2"/>
                </a:moveTo>
                <a:lnTo>
                  <a:pt x="4" y="4"/>
                </a:lnTo>
                <a:lnTo>
                  <a:pt x="3" y="2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CEFF"/>
          </a:solidFill>
          <a:ln w="3175">
            <a:solidFill>
              <a:srgbClr val="00A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8" name="Freeform 2657"/>
          <p:cNvSpPr/>
          <p:nvPr/>
        </p:nvSpPr>
        <p:spPr>
          <a:xfrm>
            <a:off x="2768600" y="2590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2"/>
                </a:moveTo>
                <a:lnTo>
                  <a:pt x="3" y="4"/>
                </a:lnTo>
                <a:lnTo>
                  <a:pt x="2" y="3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9" name="Freeform 2658"/>
          <p:cNvSpPr/>
          <p:nvPr/>
        </p:nvSpPr>
        <p:spPr>
          <a:xfrm>
            <a:off x="2794000" y="2628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5FFF"/>
          </a:solidFill>
          <a:ln w="3175">
            <a:solidFill>
              <a:srgbClr val="004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0" name="Freeform 2659"/>
          <p:cNvSpPr/>
          <p:nvPr/>
        </p:nvSpPr>
        <p:spPr>
          <a:xfrm>
            <a:off x="2832100" y="2654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1" name="Freeform 2660"/>
          <p:cNvSpPr/>
          <p:nvPr/>
        </p:nvSpPr>
        <p:spPr>
          <a:xfrm>
            <a:off x="2870200" y="264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2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0045FF"/>
          </a:solidFill>
          <a:ln w="3175">
            <a:solidFill>
              <a:srgbClr val="003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2" name="Freeform 2661"/>
          <p:cNvSpPr/>
          <p:nvPr/>
        </p:nvSpPr>
        <p:spPr>
          <a:xfrm>
            <a:off x="2895600" y="2641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2"/>
                </a:lnTo>
                <a:close/>
              </a:path>
            </a:pathLst>
          </a:custGeom>
          <a:solidFill>
            <a:srgbClr val="0046FF"/>
          </a:solidFill>
          <a:ln w="3175">
            <a:solidFill>
              <a:srgbClr val="003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3" name="Freeform 2662"/>
          <p:cNvSpPr/>
          <p:nvPr/>
        </p:nvSpPr>
        <p:spPr>
          <a:xfrm>
            <a:off x="2933700" y="261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5FFF"/>
          </a:solidFill>
          <a:ln w="3175">
            <a:solidFill>
              <a:srgbClr val="004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4" name="Freeform 2663"/>
          <p:cNvSpPr/>
          <p:nvPr/>
        </p:nvSpPr>
        <p:spPr>
          <a:xfrm>
            <a:off x="2971800" y="2578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4FF"/>
          </a:solidFill>
          <a:ln w="3175">
            <a:solidFill>
              <a:srgbClr val="007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5" name="Freeform 2664"/>
          <p:cNvSpPr/>
          <p:nvPr/>
        </p:nvSpPr>
        <p:spPr>
          <a:xfrm>
            <a:off x="3009900" y="25146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2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2FF"/>
          </a:solidFill>
          <a:ln w="3175">
            <a:solidFill>
              <a:srgbClr val="00B5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6" name="Freeform 2665"/>
          <p:cNvSpPr/>
          <p:nvPr/>
        </p:nvSpPr>
        <p:spPr>
          <a:xfrm>
            <a:off x="3035300" y="2311400"/>
            <a:ext cx="50800" cy="228600"/>
          </a:xfrm>
          <a:custGeom>
            <a:avLst/>
            <a:gdLst/>
            <a:ahLst/>
            <a:cxnLst/>
            <a:rect l="l" t="t" r="r" b="b"/>
            <a:pathLst>
              <a:path w="4" h="18">
                <a:moveTo>
                  <a:pt x="1" y="18"/>
                </a:moveTo>
                <a:lnTo>
                  <a:pt x="4" y="9"/>
                </a:lnTo>
                <a:lnTo>
                  <a:pt x="3" y="0"/>
                </a:lnTo>
                <a:lnTo>
                  <a:pt x="0" y="16"/>
                </a:lnTo>
                <a:lnTo>
                  <a:pt x="1" y="18"/>
                </a:lnTo>
                <a:close/>
              </a:path>
            </a:pathLst>
          </a:custGeom>
          <a:solidFill>
            <a:srgbClr val="98FF67"/>
          </a:solidFill>
          <a:ln w="3175">
            <a:solidFill>
              <a:srgbClr val="7AC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7" name="Freeform 2666"/>
          <p:cNvSpPr/>
          <p:nvPr/>
        </p:nvSpPr>
        <p:spPr>
          <a:xfrm>
            <a:off x="3073400" y="2247900"/>
            <a:ext cx="50800" cy="177800"/>
          </a:xfrm>
          <a:custGeom>
            <a:avLst/>
            <a:gdLst/>
            <a:ahLst/>
            <a:cxnLst/>
            <a:rect l="l" t="t" r="r" b="b"/>
            <a:pathLst>
              <a:path w="4" h="14">
                <a:moveTo>
                  <a:pt x="1" y="14"/>
                </a:moveTo>
                <a:lnTo>
                  <a:pt x="4" y="9"/>
                </a:lnTo>
                <a:lnTo>
                  <a:pt x="3" y="0"/>
                </a:lnTo>
                <a:lnTo>
                  <a:pt x="0" y="5"/>
                </a:lnTo>
                <a:lnTo>
                  <a:pt x="1" y="14"/>
                </a:lnTo>
                <a:close/>
              </a:path>
            </a:pathLst>
          </a:custGeom>
          <a:solidFill>
            <a:srgbClr val="FFB200"/>
          </a:solidFill>
          <a:ln w="3175">
            <a:solidFill>
              <a:srgbClr val="CC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8" name="Freeform 2667"/>
          <p:cNvSpPr/>
          <p:nvPr/>
        </p:nvSpPr>
        <p:spPr>
          <a:xfrm>
            <a:off x="3111500" y="22352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8"/>
                </a:lnTo>
                <a:lnTo>
                  <a:pt x="2" y="0"/>
                </a:lnTo>
                <a:lnTo>
                  <a:pt x="0" y="1"/>
                </a:lnTo>
                <a:lnTo>
                  <a:pt x="1" y="10"/>
                </a:lnTo>
                <a:close/>
              </a:path>
            </a:pathLst>
          </a:custGeom>
          <a:solidFill>
            <a:srgbClr val="FF7100"/>
          </a:solidFill>
          <a:ln w="3175">
            <a:solidFill>
              <a:srgbClr val="CC5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9" name="Freeform 2668"/>
          <p:cNvSpPr/>
          <p:nvPr/>
        </p:nvSpPr>
        <p:spPr>
          <a:xfrm>
            <a:off x="3136900" y="2222500"/>
            <a:ext cx="50800" cy="114300"/>
          </a:xfrm>
          <a:custGeom>
            <a:avLst/>
            <a:gdLst/>
            <a:ahLst/>
            <a:cxnLst/>
            <a:rect l="l" t="t" r="r" b="b"/>
            <a:pathLst>
              <a:path w="4" h="9">
                <a:moveTo>
                  <a:pt x="1" y="9"/>
                </a:moveTo>
                <a:lnTo>
                  <a:pt x="4" y="9"/>
                </a:lnTo>
                <a:lnTo>
                  <a:pt x="3" y="0"/>
                </a:lnTo>
                <a:lnTo>
                  <a:pt x="0" y="1"/>
                </a:lnTo>
                <a:lnTo>
                  <a:pt x="1" y="9"/>
                </a:lnTo>
                <a:close/>
              </a:path>
            </a:pathLst>
          </a:custGeom>
          <a:solidFill>
            <a:srgbClr val="FF5A00"/>
          </a:solidFill>
          <a:ln w="3175">
            <a:solidFill>
              <a:srgbClr val="CC4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0" name="Freeform 2669"/>
          <p:cNvSpPr/>
          <p:nvPr/>
        </p:nvSpPr>
        <p:spPr>
          <a:xfrm>
            <a:off x="3175000" y="21971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2"/>
                </a:lnTo>
                <a:lnTo>
                  <a:pt x="1" y="11"/>
                </a:lnTo>
                <a:close/>
              </a:path>
            </a:pathLst>
          </a:custGeom>
          <a:solidFill>
            <a:srgbClr val="FF4600"/>
          </a:solidFill>
          <a:ln w="3175">
            <a:solidFill>
              <a:srgbClr val="CC3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1" name="Freeform 2670"/>
          <p:cNvSpPr/>
          <p:nvPr/>
        </p:nvSpPr>
        <p:spPr>
          <a:xfrm>
            <a:off x="3213100" y="21844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3100"/>
          </a:solidFill>
          <a:ln w="3175">
            <a:solidFill>
              <a:srgbClr val="CC2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2" name="Freeform 2671"/>
          <p:cNvSpPr/>
          <p:nvPr/>
        </p:nvSpPr>
        <p:spPr>
          <a:xfrm>
            <a:off x="3251200" y="2171700"/>
            <a:ext cx="38100" cy="139700"/>
          </a:xfrm>
          <a:custGeom>
            <a:avLst/>
            <a:gdLst/>
            <a:ahLst/>
            <a:cxnLst/>
            <a:rect l="l" t="t" r="r" b="b"/>
            <a:pathLst>
              <a:path w="3" h="11">
                <a:moveTo>
                  <a:pt x="1" y="11"/>
                </a:moveTo>
                <a:lnTo>
                  <a:pt x="3" y="11"/>
                </a:lnTo>
                <a:lnTo>
                  <a:pt x="2" y="0"/>
                </a:lnTo>
                <a:lnTo>
                  <a:pt x="0" y="1"/>
                </a:lnTo>
                <a:lnTo>
                  <a:pt x="1" y="11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3" name="Freeform 2672"/>
          <p:cNvSpPr/>
          <p:nvPr/>
        </p:nvSpPr>
        <p:spPr>
          <a:xfrm>
            <a:off x="3276600" y="21717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1"/>
                </a:lnTo>
                <a:lnTo>
                  <a:pt x="3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4" name="Freeform 2673"/>
          <p:cNvSpPr/>
          <p:nvPr/>
        </p:nvSpPr>
        <p:spPr>
          <a:xfrm>
            <a:off x="3314700" y="2171700"/>
            <a:ext cx="50800" cy="139700"/>
          </a:xfrm>
          <a:custGeom>
            <a:avLst/>
            <a:gdLst/>
            <a:ahLst/>
            <a:cxnLst/>
            <a:rect l="l" t="t" r="r" b="b"/>
            <a:pathLst>
              <a:path w="4" h="11">
                <a:moveTo>
                  <a:pt x="1" y="11"/>
                </a:moveTo>
                <a:lnTo>
                  <a:pt x="4" y="10"/>
                </a:lnTo>
                <a:lnTo>
                  <a:pt x="3" y="0"/>
                </a:lnTo>
                <a:lnTo>
                  <a:pt x="0" y="0"/>
                </a:lnTo>
                <a:lnTo>
                  <a:pt x="1" y="11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5" name="Freeform 2674"/>
          <p:cNvSpPr/>
          <p:nvPr/>
        </p:nvSpPr>
        <p:spPr>
          <a:xfrm>
            <a:off x="3352800" y="2171700"/>
            <a:ext cx="38100" cy="127000"/>
          </a:xfrm>
          <a:custGeom>
            <a:avLst/>
            <a:gdLst/>
            <a:ahLst/>
            <a:cxnLst/>
            <a:rect l="l" t="t" r="r" b="b"/>
            <a:pathLst>
              <a:path w="3" h="10">
                <a:moveTo>
                  <a:pt x="1" y="10"/>
                </a:moveTo>
                <a:lnTo>
                  <a:pt x="3" y="10"/>
                </a:lnTo>
                <a:lnTo>
                  <a:pt x="2" y="0"/>
                </a:lnTo>
                <a:lnTo>
                  <a:pt x="0" y="0"/>
                </a:lnTo>
                <a:lnTo>
                  <a:pt x="1" y="10"/>
                </a:lnTo>
                <a:close/>
              </a:path>
            </a:pathLst>
          </a:custGeom>
          <a:solidFill>
            <a:srgbClr val="FF2B00"/>
          </a:solidFill>
          <a:ln w="3175">
            <a:solidFill>
              <a:srgbClr val="CC2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6" name="Freeform 2675"/>
          <p:cNvSpPr/>
          <p:nvPr/>
        </p:nvSpPr>
        <p:spPr>
          <a:xfrm>
            <a:off x="2374900" y="24384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7" name="Freeform 2676"/>
          <p:cNvSpPr/>
          <p:nvPr/>
        </p:nvSpPr>
        <p:spPr>
          <a:xfrm>
            <a:off x="2400300" y="243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8" name="Freeform 2677"/>
          <p:cNvSpPr/>
          <p:nvPr/>
        </p:nvSpPr>
        <p:spPr>
          <a:xfrm>
            <a:off x="2438400" y="2438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9" name="Freeform 2678"/>
          <p:cNvSpPr/>
          <p:nvPr/>
        </p:nvSpPr>
        <p:spPr>
          <a:xfrm>
            <a:off x="2476500" y="2438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0" name="Freeform 2679"/>
          <p:cNvSpPr/>
          <p:nvPr/>
        </p:nvSpPr>
        <p:spPr>
          <a:xfrm>
            <a:off x="2514600" y="243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3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1" name="Freeform 2680"/>
          <p:cNvSpPr/>
          <p:nvPr/>
        </p:nvSpPr>
        <p:spPr>
          <a:xfrm>
            <a:off x="2540000" y="242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2" name="Freeform 2681"/>
          <p:cNvSpPr/>
          <p:nvPr/>
        </p:nvSpPr>
        <p:spPr>
          <a:xfrm>
            <a:off x="2578100" y="242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3" name="Freeform 2682"/>
          <p:cNvSpPr/>
          <p:nvPr/>
        </p:nvSpPr>
        <p:spPr>
          <a:xfrm>
            <a:off x="2616200" y="24257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C7FF38"/>
          </a:solidFill>
          <a:ln w="3175">
            <a:solidFill>
              <a:srgbClr val="A0C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4" name="Freeform 2683"/>
          <p:cNvSpPr/>
          <p:nvPr/>
        </p:nvSpPr>
        <p:spPr>
          <a:xfrm>
            <a:off x="2641600" y="2425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3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AAFF55"/>
          </a:solidFill>
          <a:ln w="3175">
            <a:solidFill>
              <a:srgbClr val="88C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5" name="Freeform 2684"/>
          <p:cNvSpPr/>
          <p:nvPr/>
        </p:nvSpPr>
        <p:spPr>
          <a:xfrm>
            <a:off x="2679700" y="2476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4FFBB"/>
          </a:solidFill>
          <a:ln w="3175">
            <a:solidFill>
              <a:srgbClr val="36C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6" name="Freeform 2685"/>
          <p:cNvSpPr/>
          <p:nvPr/>
        </p:nvSpPr>
        <p:spPr>
          <a:xfrm>
            <a:off x="2717800" y="255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AFF"/>
          </a:solidFill>
          <a:ln w="3175">
            <a:solidFill>
              <a:srgbClr val="00A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7" name="Freeform 2686"/>
          <p:cNvSpPr/>
          <p:nvPr/>
        </p:nvSpPr>
        <p:spPr>
          <a:xfrm>
            <a:off x="2755900" y="259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8" name="Freeform 2687"/>
          <p:cNvSpPr/>
          <p:nvPr/>
        </p:nvSpPr>
        <p:spPr>
          <a:xfrm>
            <a:off x="2781300" y="2616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9" name="Freeform 2688"/>
          <p:cNvSpPr/>
          <p:nvPr/>
        </p:nvSpPr>
        <p:spPr>
          <a:xfrm>
            <a:off x="2819400" y="2641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0" name="Freeform 2689"/>
          <p:cNvSpPr/>
          <p:nvPr/>
        </p:nvSpPr>
        <p:spPr>
          <a:xfrm>
            <a:off x="2857500" y="2641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1" name="Freeform 2690"/>
          <p:cNvSpPr/>
          <p:nvPr/>
        </p:nvSpPr>
        <p:spPr>
          <a:xfrm>
            <a:off x="2882900" y="262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2" name="Freeform 2691"/>
          <p:cNvSpPr/>
          <p:nvPr/>
        </p:nvSpPr>
        <p:spPr>
          <a:xfrm>
            <a:off x="2921000" y="260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8FF"/>
          </a:solidFill>
          <a:ln w="3175">
            <a:solidFill>
              <a:srgbClr val="005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3" name="Freeform 2692"/>
          <p:cNvSpPr/>
          <p:nvPr/>
        </p:nvSpPr>
        <p:spPr>
          <a:xfrm>
            <a:off x="2959100" y="2565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4" name="Freeform 2693"/>
          <p:cNvSpPr/>
          <p:nvPr/>
        </p:nvSpPr>
        <p:spPr>
          <a:xfrm>
            <a:off x="2997200" y="25019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EFF"/>
          </a:solidFill>
          <a:ln w="3175">
            <a:solidFill>
              <a:srgbClr val="00B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5" name="Freeform 2694"/>
          <p:cNvSpPr/>
          <p:nvPr/>
        </p:nvSpPr>
        <p:spPr>
          <a:xfrm>
            <a:off x="3022600" y="22987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1" y="17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7"/>
                </a:lnTo>
                <a:close/>
              </a:path>
            </a:pathLst>
          </a:custGeom>
          <a:solidFill>
            <a:srgbClr val="CBFF34"/>
          </a:solidFill>
          <a:ln w="3175">
            <a:solidFill>
              <a:srgbClr val="A2CC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6" name="Freeform 2695"/>
          <p:cNvSpPr/>
          <p:nvPr/>
        </p:nvSpPr>
        <p:spPr>
          <a:xfrm>
            <a:off x="3060700" y="22225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2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FF4E00"/>
          </a:solidFill>
          <a:ln w="3175">
            <a:solidFill>
              <a:srgbClr val="CC3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7" name="Freeform 2696"/>
          <p:cNvSpPr/>
          <p:nvPr/>
        </p:nvSpPr>
        <p:spPr>
          <a:xfrm>
            <a:off x="3098800" y="2197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2"/>
                </a:lnTo>
                <a:lnTo>
                  <a:pt x="1" y="4"/>
                </a:lnTo>
                <a:close/>
              </a:path>
            </a:pathLst>
          </a:custGeom>
          <a:solidFill>
            <a:srgbClr val="FF0500"/>
          </a:solidFill>
          <a:ln w="3175">
            <a:solidFill>
              <a:srgbClr val="CC0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8" name="Freeform 2697"/>
          <p:cNvSpPr/>
          <p:nvPr/>
        </p:nvSpPr>
        <p:spPr>
          <a:xfrm>
            <a:off x="3124200" y="21844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3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EF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9" name="Freeform 2698"/>
          <p:cNvSpPr/>
          <p:nvPr/>
        </p:nvSpPr>
        <p:spPr>
          <a:xfrm>
            <a:off x="3162300" y="2159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3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CF0000"/>
          </a:solidFill>
          <a:ln w="3175">
            <a:solidFill>
              <a:srgbClr val="A6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0" name="Freeform 2699"/>
          <p:cNvSpPr/>
          <p:nvPr/>
        </p:nvSpPr>
        <p:spPr>
          <a:xfrm>
            <a:off x="3200400" y="2133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5"/>
                </a:moveTo>
                <a:lnTo>
                  <a:pt x="4" y="4"/>
                </a:lnTo>
                <a:lnTo>
                  <a:pt x="3" y="0"/>
                </a:lnTo>
                <a:lnTo>
                  <a:pt x="0" y="2"/>
                </a:lnTo>
                <a:lnTo>
                  <a:pt x="1" y="5"/>
                </a:lnTo>
                <a:close/>
              </a:path>
            </a:pathLst>
          </a:custGeom>
          <a:solidFill>
            <a:srgbClr val="AC0000"/>
          </a:solidFill>
          <a:ln w="3175">
            <a:solidFill>
              <a:srgbClr val="8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1" name="Freeform 2700"/>
          <p:cNvSpPr/>
          <p:nvPr/>
        </p:nvSpPr>
        <p:spPr>
          <a:xfrm>
            <a:off x="3238500" y="2133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3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2" name="Freeform 2701"/>
          <p:cNvSpPr/>
          <p:nvPr/>
        </p:nvSpPr>
        <p:spPr>
          <a:xfrm>
            <a:off x="3263900" y="213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3"/>
                </a:lnTo>
                <a:lnTo>
                  <a:pt x="3" y="0"/>
                </a:lnTo>
                <a:lnTo>
                  <a:pt x="0" y="0"/>
                </a:lnTo>
                <a:lnTo>
                  <a:pt x="1" y="3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3" name="Freeform 2702"/>
          <p:cNvSpPr/>
          <p:nvPr/>
        </p:nvSpPr>
        <p:spPr>
          <a:xfrm>
            <a:off x="3302000" y="21209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4"/>
                </a:lnTo>
                <a:lnTo>
                  <a:pt x="3" y="0"/>
                </a:lnTo>
                <a:lnTo>
                  <a:pt x="0" y="1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4" name="Freeform 2703"/>
          <p:cNvSpPr/>
          <p:nvPr/>
        </p:nvSpPr>
        <p:spPr>
          <a:xfrm>
            <a:off x="3340100" y="2120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1" y="4"/>
                </a:moveTo>
                <a:lnTo>
                  <a:pt x="3" y="4"/>
                </a:lnTo>
                <a:lnTo>
                  <a:pt x="2" y="0"/>
                </a:lnTo>
                <a:lnTo>
                  <a:pt x="0" y="0"/>
                </a:lnTo>
                <a:lnTo>
                  <a:pt x="1" y="4"/>
                </a:lnTo>
                <a:close/>
              </a:path>
            </a:pathLst>
          </a:custGeom>
          <a:solidFill>
            <a:srgbClr val="9F0000"/>
          </a:solidFill>
          <a:ln w="3175">
            <a:solidFill>
              <a:srgbClr val="8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5" name="Freeform 2704"/>
          <p:cNvSpPr/>
          <p:nvPr/>
        </p:nvSpPr>
        <p:spPr>
          <a:xfrm>
            <a:off x="2362200" y="24384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6" name="Freeform 2705"/>
          <p:cNvSpPr/>
          <p:nvPr/>
        </p:nvSpPr>
        <p:spPr>
          <a:xfrm>
            <a:off x="2387600" y="24384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7" name="Freeform 2706"/>
          <p:cNvSpPr/>
          <p:nvPr/>
        </p:nvSpPr>
        <p:spPr>
          <a:xfrm>
            <a:off x="2425700" y="242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8" name="Freeform 2707"/>
          <p:cNvSpPr/>
          <p:nvPr/>
        </p:nvSpPr>
        <p:spPr>
          <a:xfrm>
            <a:off x="2463800" y="242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9" name="Freeform 2708"/>
          <p:cNvSpPr/>
          <p:nvPr/>
        </p:nvSpPr>
        <p:spPr>
          <a:xfrm>
            <a:off x="2501900" y="242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0" name="Freeform 2709"/>
          <p:cNvSpPr/>
          <p:nvPr/>
        </p:nvSpPr>
        <p:spPr>
          <a:xfrm>
            <a:off x="2527300" y="242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1" name="Freeform 2710"/>
          <p:cNvSpPr/>
          <p:nvPr/>
        </p:nvSpPr>
        <p:spPr>
          <a:xfrm>
            <a:off x="2565400" y="241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2" name="Freeform 2711"/>
          <p:cNvSpPr/>
          <p:nvPr/>
        </p:nvSpPr>
        <p:spPr>
          <a:xfrm>
            <a:off x="2603500" y="241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3" name="Freeform 2712"/>
          <p:cNvSpPr/>
          <p:nvPr/>
        </p:nvSpPr>
        <p:spPr>
          <a:xfrm>
            <a:off x="2628900" y="24130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4" name="Freeform 2713"/>
          <p:cNvSpPr/>
          <p:nvPr/>
        </p:nvSpPr>
        <p:spPr>
          <a:xfrm>
            <a:off x="2667000" y="2463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5" name="Freeform 2714"/>
          <p:cNvSpPr/>
          <p:nvPr/>
        </p:nvSpPr>
        <p:spPr>
          <a:xfrm>
            <a:off x="2705100" y="254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6" name="Freeform 2715"/>
          <p:cNvSpPr/>
          <p:nvPr/>
        </p:nvSpPr>
        <p:spPr>
          <a:xfrm>
            <a:off x="2743200" y="257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7" name="Freeform 2716"/>
          <p:cNvSpPr/>
          <p:nvPr/>
        </p:nvSpPr>
        <p:spPr>
          <a:xfrm>
            <a:off x="2768600" y="260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8" name="Freeform 2717"/>
          <p:cNvSpPr/>
          <p:nvPr/>
        </p:nvSpPr>
        <p:spPr>
          <a:xfrm>
            <a:off x="2806700" y="262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9" name="Freeform 2718"/>
          <p:cNvSpPr/>
          <p:nvPr/>
        </p:nvSpPr>
        <p:spPr>
          <a:xfrm>
            <a:off x="2844800" y="2628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0" name="Freeform 2719"/>
          <p:cNvSpPr/>
          <p:nvPr/>
        </p:nvSpPr>
        <p:spPr>
          <a:xfrm>
            <a:off x="2870200" y="2628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1" name="Freeform 2720"/>
          <p:cNvSpPr/>
          <p:nvPr/>
        </p:nvSpPr>
        <p:spPr>
          <a:xfrm>
            <a:off x="2908300" y="259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2" name="Freeform 2721"/>
          <p:cNvSpPr/>
          <p:nvPr/>
        </p:nvSpPr>
        <p:spPr>
          <a:xfrm>
            <a:off x="2946400" y="25527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3" name="Freeform 2722"/>
          <p:cNvSpPr/>
          <p:nvPr/>
        </p:nvSpPr>
        <p:spPr>
          <a:xfrm>
            <a:off x="2984500" y="24892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4" name="Freeform 2723"/>
          <p:cNvSpPr/>
          <p:nvPr/>
        </p:nvSpPr>
        <p:spPr>
          <a:xfrm>
            <a:off x="3009900" y="22987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0"/>
                </a:lnTo>
                <a:lnTo>
                  <a:pt x="3" y="0"/>
                </a:lnTo>
                <a:lnTo>
                  <a:pt x="0" y="15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5" name="Freeform 2724"/>
          <p:cNvSpPr/>
          <p:nvPr/>
        </p:nvSpPr>
        <p:spPr>
          <a:xfrm>
            <a:off x="3048000" y="22098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6" name="Freeform 2725"/>
          <p:cNvSpPr/>
          <p:nvPr/>
        </p:nvSpPr>
        <p:spPr>
          <a:xfrm>
            <a:off x="30861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7" name="Freeform 2726"/>
          <p:cNvSpPr/>
          <p:nvPr/>
        </p:nvSpPr>
        <p:spPr>
          <a:xfrm>
            <a:off x="3111500" y="21844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8" name="Freeform 2727"/>
          <p:cNvSpPr/>
          <p:nvPr/>
        </p:nvSpPr>
        <p:spPr>
          <a:xfrm>
            <a:off x="3149600" y="214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9" name="Freeform 2728"/>
          <p:cNvSpPr/>
          <p:nvPr/>
        </p:nvSpPr>
        <p:spPr>
          <a:xfrm>
            <a:off x="3187700" y="21336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0" name="Freeform 2729"/>
          <p:cNvSpPr/>
          <p:nvPr/>
        </p:nvSpPr>
        <p:spPr>
          <a:xfrm>
            <a:off x="3225800" y="212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1" name="Freeform 2730"/>
          <p:cNvSpPr/>
          <p:nvPr/>
        </p:nvSpPr>
        <p:spPr>
          <a:xfrm>
            <a:off x="3251200" y="212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2" name="Freeform 2731"/>
          <p:cNvSpPr/>
          <p:nvPr/>
        </p:nvSpPr>
        <p:spPr>
          <a:xfrm>
            <a:off x="3289300" y="21209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3" name="Freeform 2732"/>
          <p:cNvSpPr/>
          <p:nvPr/>
        </p:nvSpPr>
        <p:spPr>
          <a:xfrm>
            <a:off x="3327400" y="21209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4" name="Freeform 2733"/>
          <p:cNvSpPr/>
          <p:nvPr/>
        </p:nvSpPr>
        <p:spPr>
          <a:xfrm>
            <a:off x="2349500" y="24257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5" name="Freeform 2734"/>
          <p:cNvSpPr/>
          <p:nvPr/>
        </p:nvSpPr>
        <p:spPr>
          <a:xfrm>
            <a:off x="2374900" y="242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6" name="Freeform 2735"/>
          <p:cNvSpPr/>
          <p:nvPr/>
        </p:nvSpPr>
        <p:spPr>
          <a:xfrm>
            <a:off x="2413000" y="24257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7" name="Freeform 2736"/>
          <p:cNvSpPr/>
          <p:nvPr/>
        </p:nvSpPr>
        <p:spPr>
          <a:xfrm>
            <a:off x="2451100" y="241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8" name="Freeform 2737"/>
          <p:cNvSpPr/>
          <p:nvPr/>
        </p:nvSpPr>
        <p:spPr>
          <a:xfrm>
            <a:off x="2489200" y="241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9" name="Freeform 2738"/>
          <p:cNvSpPr/>
          <p:nvPr/>
        </p:nvSpPr>
        <p:spPr>
          <a:xfrm>
            <a:off x="2514600" y="241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0" name="Freeform 2739"/>
          <p:cNvSpPr/>
          <p:nvPr/>
        </p:nvSpPr>
        <p:spPr>
          <a:xfrm>
            <a:off x="2552700" y="241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1" name="Freeform 2740"/>
          <p:cNvSpPr/>
          <p:nvPr/>
        </p:nvSpPr>
        <p:spPr>
          <a:xfrm>
            <a:off x="2590800" y="240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2" name="Freeform 2741"/>
          <p:cNvSpPr/>
          <p:nvPr/>
        </p:nvSpPr>
        <p:spPr>
          <a:xfrm>
            <a:off x="2616200" y="24003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3" name="Freeform 2742"/>
          <p:cNvSpPr/>
          <p:nvPr/>
        </p:nvSpPr>
        <p:spPr>
          <a:xfrm>
            <a:off x="2654300" y="2451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7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4" name="Freeform 2743"/>
          <p:cNvSpPr/>
          <p:nvPr/>
        </p:nvSpPr>
        <p:spPr>
          <a:xfrm>
            <a:off x="2692400" y="2540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5" name="Freeform 2744"/>
          <p:cNvSpPr/>
          <p:nvPr/>
        </p:nvSpPr>
        <p:spPr>
          <a:xfrm>
            <a:off x="2730500" y="256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6" name="Freeform 2745"/>
          <p:cNvSpPr/>
          <p:nvPr/>
        </p:nvSpPr>
        <p:spPr>
          <a:xfrm>
            <a:off x="2755900" y="2603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7" name="Freeform 2746"/>
          <p:cNvSpPr/>
          <p:nvPr/>
        </p:nvSpPr>
        <p:spPr>
          <a:xfrm>
            <a:off x="2794000" y="26289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8" name="Freeform 2747"/>
          <p:cNvSpPr/>
          <p:nvPr/>
        </p:nvSpPr>
        <p:spPr>
          <a:xfrm>
            <a:off x="2832100" y="261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9" name="Freeform 2748"/>
          <p:cNvSpPr/>
          <p:nvPr/>
        </p:nvSpPr>
        <p:spPr>
          <a:xfrm>
            <a:off x="2857500" y="261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0" name="Freeform 2749"/>
          <p:cNvSpPr/>
          <p:nvPr/>
        </p:nvSpPr>
        <p:spPr>
          <a:xfrm>
            <a:off x="2895600" y="259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1" name="Freeform 2750"/>
          <p:cNvSpPr/>
          <p:nvPr/>
        </p:nvSpPr>
        <p:spPr>
          <a:xfrm>
            <a:off x="2933700" y="2552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2" name="Freeform 2751"/>
          <p:cNvSpPr/>
          <p:nvPr/>
        </p:nvSpPr>
        <p:spPr>
          <a:xfrm>
            <a:off x="2971800" y="24892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3" name="Freeform 2752"/>
          <p:cNvSpPr/>
          <p:nvPr/>
        </p:nvSpPr>
        <p:spPr>
          <a:xfrm>
            <a:off x="2997200" y="22860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4" name="Freeform 2753"/>
          <p:cNvSpPr/>
          <p:nvPr/>
        </p:nvSpPr>
        <p:spPr>
          <a:xfrm>
            <a:off x="3035300" y="21971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5" name="Freeform 2754"/>
          <p:cNvSpPr/>
          <p:nvPr/>
        </p:nvSpPr>
        <p:spPr>
          <a:xfrm>
            <a:off x="3073400" y="2184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6" name="Freeform 2755"/>
          <p:cNvSpPr/>
          <p:nvPr/>
        </p:nvSpPr>
        <p:spPr>
          <a:xfrm>
            <a:off x="3098800" y="21717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7" name="Freeform 2756"/>
          <p:cNvSpPr/>
          <p:nvPr/>
        </p:nvSpPr>
        <p:spPr>
          <a:xfrm>
            <a:off x="3136900" y="2146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8" name="Freeform 2757"/>
          <p:cNvSpPr/>
          <p:nvPr/>
        </p:nvSpPr>
        <p:spPr>
          <a:xfrm>
            <a:off x="3175000" y="21209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9" name="Freeform 2758"/>
          <p:cNvSpPr/>
          <p:nvPr/>
        </p:nvSpPr>
        <p:spPr>
          <a:xfrm>
            <a:off x="3213100" y="21209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0" name="Freeform 2759"/>
          <p:cNvSpPr/>
          <p:nvPr/>
        </p:nvSpPr>
        <p:spPr>
          <a:xfrm>
            <a:off x="3238500" y="210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1" name="Freeform 2760"/>
          <p:cNvSpPr/>
          <p:nvPr/>
        </p:nvSpPr>
        <p:spPr>
          <a:xfrm>
            <a:off x="3276600" y="210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2" name="Freeform 2761"/>
          <p:cNvSpPr/>
          <p:nvPr/>
        </p:nvSpPr>
        <p:spPr>
          <a:xfrm>
            <a:off x="3314700" y="210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3" name="Freeform 2762"/>
          <p:cNvSpPr/>
          <p:nvPr/>
        </p:nvSpPr>
        <p:spPr>
          <a:xfrm>
            <a:off x="2336800" y="24257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4" name="Freeform 2763"/>
          <p:cNvSpPr/>
          <p:nvPr/>
        </p:nvSpPr>
        <p:spPr>
          <a:xfrm>
            <a:off x="2362200" y="241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5" name="Freeform 2764"/>
          <p:cNvSpPr/>
          <p:nvPr/>
        </p:nvSpPr>
        <p:spPr>
          <a:xfrm>
            <a:off x="2400300" y="241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6" name="Freeform 2765"/>
          <p:cNvSpPr/>
          <p:nvPr/>
        </p:nvSpPr>
        <p:spPr>
          <a:xfrm>
            <a:off x="2438400" y="241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7" name="Freeform 2766"/>
          <p:cNvSpPr/>
          <p:nvPr/>
        </p:nvSpPr>
        <p:spPr>
          <a:xfrm>
            <a:off x="2476500" y="24130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8" name="Freeform 2767"/>
          <p:cNvSpPr/>
          <p:nvPr/>
        </p:nvSpPr>
        <p:spPr>
          <a:xfrm>
            <a:off x="2501900" y="240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9" name="Freeform 2768"/>
          <p:cNvSpPr/>
          <p:nvPr/>
        </p:nvSpPr>
        <p:spPr>
          <a:xfrm>
            <a:off x="2540000" y="240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0" name="Freeform 2769"/>
          <p:cNvSpPr/>
          <p:nvPr/>
        </p:nvSpPr>
        <p:spPr>
          <a:xfrm>
            <a:off x="2578100" y="240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1" name="Freeform 2770"/>
          <p:cNvSpPr/>
          <p:nvPr/>
        </p:nvSpPr>
        <p:spPr>
          <a:xfrm>
            <a:off x="2603500" y="2400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3" y="4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2" name="Freeform 2771"/>
          <p:cNvSpPr/>
          <p:nvPr/>
        </p:nvSpPr>
        <p:spPr>
          <a:xfrm>
            <a:off x="2641600" y="2451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0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3" name="Freeform 2772"/>
          <p:cNvSpPr/>
          <p:nvPr/>
        </p:nvSpPr>
        <p:spPr>
          <a:xfrm>
            <a:off x="2679700" y="252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4" name="Freeform 2773"/>
          <p:cNvSpPr/>
          <p:nvPr/>
        </p:nvSpPr>
        <p:spPr>
          <a:xfrm>
            <a:off x="2717800" y="256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0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5" name="Freeform 2774"/>
          <p:cNvSpPr/>
          <p:nvPr/>
        </p:nvSpPr>
        <p:spPr>
          <a:xfrm>
            <a:off x="2743200" y="259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6" name="Freeform 2775"/>
          <p:cNvSpPr/>
          <p:nvPr/>
        </p:nvSpPr>
        <p:spPr>
          <a:xfrm>
            <a:off x="2781300" y="2616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7" name="Freeform 2776"/>
          <p:cNvSpPr/>
          <p:nvPr/>
        </p:nvSpPr>
        <p:spPr>
          <a:xfrm>
            <a:off x="2819400" y="2616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8" name="Freeform 2777"/>
          <p:cNvSpPr/>
          <p:nvPr/>
        </p:nvSpPr>
        <p:spPr>
          <a:xfrm>
            <a:off x="2844800" y="260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9" name="Freeform 2778"/>
          <p:cNvSpPr/>
          <p:nvPr/>
        </p:nvSpPr>
        <p:spPr>
          <a:xfrm>
            <a:off x="2882900" y="257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0" name="Freeform 2779"/>
          <p:cNvSpPr/>
          <p:nvPr/>
        </p:nvSpPr>
        <p:spPr>
          <a:xfrm>
            <a:off x="2921000" y="25400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1" name="Freeform 2780"/>
          <p:cNvSpPr/>
          <p:nvPr/>
        </p:nvSpPr>
        <p:spPr>
          <a:xfrm>
            <a:off x="2959100" y="24765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2" name="Freeform 2781"/>
          <p:cNvSpPr/>
          <p:nvPr/>
        </p:nvSpPr>
        <p:spPr>
          <a:xfrm>
            <a:off x="2984500" y="2273300"/>
            <a:ext cx="50800" cy="215900"/>
          </a:xfrm>
          <a:custGeom>
            <a:avLst/>
            <a:gdLst/>
            <a:ahLst/>
            <a:cxnLst/>
            <a:rect l="l" t="t" r="r" b="b"/>
            <a:pathLst>
              <a:path w="4" h="17">
                <a:moveTo>
                  <a:pt x="1" y="17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7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3" name="Freeform 2782"/>
          <p:cNvSpPr/>
          <p:nvPr/>
        </p:nvSpPr>
        <p:spPr>
          <a:xfrm>
            <a:off x="3022600" y="21971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0"/>
                </a:lnTo>
                <a:lnTo>
                  <a:pt x="3" y="0"/>
                </a:lnTo>
                <a:lnTo>
                  <a:pt x="0" y="6"/>
                </a:lnTo>
                <a:lnTo>
                  <a:pt x="1" y="7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4" name="Freeform 2783"/>
          <p:cNvSpPr/>
          <p:nvPr/>
        </p:nvSpPr>
        <p:spPr>
          <a:xfrm>
            <a:off x="3060700" y="217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5" name="Freeform 2784"/>
          <p:cNvSpPr/>
          <p:nvPr/>
        </p:nvSpPr>
        <p:spPr>
          <a:xfrm>
            <a:off x="3086100" y="21590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6" name="Freeform 2785"/>
          <p:cNvSpPr/>
          <p:nvPr/>
        </p:nvSpPr>
        <p:spPr>
          <a:xfrm>
            <a:off x="3124200" y="2133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7" name="Freeform 2786"/>
          <p:cNvSpPr/>
          <p:nvPr/>
        </p:nvSpPr>
        <p:spPr>
          <a:xfrm>
            <a:off x="3162300" y="2108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8" name="Freeform 2787"/>
          <p:cNvSpPr/>
          <p:nvPr/>
        </p:nvSpPr>
        <p:spPr>
          <a:xfrm>
            <a:off x="3200400" y="21082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9" name="Freeform 2788"/>
          <p:cNvSpPr/>
          <p:nvPr/>
        </p:nvSpPr>
        <p:spPr>
          <a:xfrm>
            <a:off x="3225800" y="21082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0" name="Freeform 2789"/>
          <p:cNvSpPr/>
          <p:nvPr/>
        </p:nvSpPr>
        <p:spPr>
          <a:xfrm>
            <a:off x="3263900" y="21082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1" name="Freeform 2790"/>
          <p:cNvSpPr/>
          <p:nvPr/>
        </p:nvSpPr>
        <p:spPr>
          <a:xfrm>
            <a:off x="3302000" y="209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2" name="Freeform 2791"/>
          <p:cNvSpPr/>
          <p:nvPr/>
        </p:nvSpPr>
        <p:spPr>
          <a:xfrm>
            <a:off x="2324100" y="24130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3" name="Freeform 2792"/>
          <p:cNvSpPr/>
          <p:nvPr/>
        </p:nvSpPr>
        <p:spPr>
          <a:xfrm>
            <a:off x="2349500" y="2413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4" name="Freeform 2793"/>
          <p:cNvSpPr/>
          <p:nvPr/>
        </p:nvSpPr>
        <p:spPr>
          <a:xfrm>
            <a:off x="2387600" y="240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5" name="Freeform 2794"/>
          <p:cNvSpPr/>
          <p:nvPr/>
        </p:nvSpPr>
        <p:spPr>
          <a:xfrm>
            <a:off x="2425700" y="240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6" name="Freeform 2795"/>
          <p:cNvSpPr/>
          <p:nvPr/>
        </p:nvSpPr>
        <p:spPr>
          <a:xfrm>
            <a:off x="2463800" y="240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7" name="Freeform 2796"/>
          <p:cNvSpPr/>
          <p:nvPr/>
        </p:nvSpPr>
        <p:spPr>
          <a:xfrm>
            <a:off x="2489200" y="240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8" name="Freeform 2797"/>
          <p:cNvSpPr/>
          <p:nvPr/>
        </p:nvSpPr>
        <p:spPr>
          <a:xfrm>
            <a:off x="2527300" y="238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9" name="Freeform 2798"/>
          <p:cNvSpPr/>
          <p:nvPr/>
        </p:nvSpPr>
        <p:spPr>
          <a:xfrm>
            <a:off x="2565400" y="238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0" name="Freeform 2799"/>
          <p:cNvSpPr/>
          <p:nvPr/>
        </p:nvSpPr>
        <p:spPr>
          <a:xfrm>
            <a:off x="2590800" y="2387600"/>
            <a:ext cx="50800" cy="63500"/>
          </a:xfrm>
          <a:custGeom>
            <a:avLst/>
            <a:gdLst/>
            <a:ahLst/>
            <a:cxnLst/>
            <a:rect l="l" t="t" r="r" b="b"/>
            <a:pathLst>
              <a:path w="4" h="5">
                <a:moveTo>
                  <a:pt x="1" y="1"/>
                </a:moveTo>
                <a:lnTo>
                  <a:pt x="4" y="5"/>
                </a:lnTo>
                <a:lnTo>
                  <a:pt x="3" y="4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1" name="Freeform 2800"/>
          <p:cNvSpPr/>
          <p:nvPr/>
        </p:nvSpPr>
        <p:spPr>
          <a:xfrm>
            <a:off x="2628900" y="24384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6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2" name="Freeform 2801"/>
          <p:cNvSpPr/>
          <p:nvPr/>
        </p:nvSpPr>
        <p:spPr>
          <a:xfrm>
            <a:off x="2667000" y="2514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1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3" name="Freeform 2802"/>
          <p:cNvSpPr/>
          <p:nvPr/>
        </p:nvSpPr>
        <p:spPr>
          <a:xfrm>
            <a:off x="2705100" y="255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4" name="Freeform 2803"/>
          <p:cNvSpPr/>
          <p:nvPr/>
        </p:nvSpPr>
        <p:spPr>
          <a:xfrm>
            <a:off x="2730500" y="2578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1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5" name="Freeform 2804"/>
          <p:cNvSpPr/>
          <p:nvPr/>
        </p:nvSpPr>
        <p:spPr>
          <a:xfrm>
            <a:off x="2768600" y="260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6" name="Freeform 2805"/>
          <p:cNvSpPr/>
          <p:nvPr/>
        </p:nvSpPr>
        <p:spPr>
          <a:xfrm>
            <a:off x="2806700" y="2603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7" name="Freeform 2806"/>
          <p:cNvSpPr/>
          <p:nvPr/>
        </p:nvSpPr>
        <p:spPr>
          <a:xfrm>
            <a:off x="2832100" y="2603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8" name="Freeform 2807"/>
          <p:cNvSpPr/>
          <p:nvPr/>
        </p:nvSpPr>
        <p:spPr>
          <a:xfrm>
            <a:off x="2870200" y="256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9" name="Freeform 2808"/>
          <p:cNvSpPr/>
          <p:nvPr/>
        </p:nvSpPr>
        <p:spPr>
          <a:xfrm>
            <a:off x="2908300" y="25273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4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4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0" name="Freeform 2809"/>
          <p:cNvSpPr/>
          <p:nvPr/>
        </p:nvSpPr>
        <p:spPr>
          <a:xfrm>
            <a:off x="2946400" y="2463800"/>
            <a:ext cx="38100" cy="76200"/>
          </a:xfrm>
          <a:custGeom>
            <a:avLst/>
            <a:gdLst/>
            <a:ahLst/>
            <a:cxnLst/>
            <a:rect l="l" t="t" r="r" b="b"/>
            <a:pathLst>
              <a:path w="3" h="6">
                <a:moveTo>
                  <a:pt x="1" y="6"/>
                </a:moveTo>
                <a:lnTo>
                  <a:pt x="3" y="1"/>
                </a:lnTo>
                <a:lnTo>
                  <a:pt x="2" y="0"/>
                </a:lnTo>
                <a:lnTo>
                  <a:pt x="0" y="5"/>
                </a:lnTo>
                <a:lnTo>
                  <a:pt x="1" y="6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1" name="Freeform 2810"/>
          <p:cNvSpPr/>
          <p:nvPr/>
        </p:nvSpPr>
        <p:spPr>
          <a:xfrm>
            <a:off x="2971800" y="22733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0"/>
                </a:lnTo>
                <a:lnTo>
                  <a:pt x="3" y="0"/>
                </a:lnTo>
                <a:lnTo>
                  <a:pt x="0" y="15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2" name="Freeform 2811"/>
          <p:cNvSpPr/>
          <p:nvPr/>
        </p:nvSpPr>
        <p:spPr>
          <a:xfrm>
            <a:off x="3009900" y="21844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7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7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3" name="Freeform 2812"/>
          <p:cNvSpPr/>
          <p:nvPr/>
        </p:nvSpPr>
        <p:spPr>
          <a:xfrm>
            <a:off x="3048000" y="2171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0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4" name="Freeform 2813"/>
          <p:cNvSpPr/>
          <p:nvPr/>
        </p:nvSpPr>
        <p:spPr>
          <a:xfrm>
            <a:off x="3073400" y="21590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5" name="Freeform 2814"/>
          <p:cNvSpPr/>
          <p:nvPr/>
        </p:nvSpPr>
        <p:spPr>
          <a:xfrm>
            <a:off x="3111500" y="212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1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6" name="Freeform 2815"/>
          <p:cNvSpPr/>
          <p:nvPr/>
        </p:nvSpPr>
        <p:spPr>
          <a:xfrm>
            <a:off x="3149600" y="21082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0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7" name="Freeform 2816"/>
          <p:cNvSpPr/>
          <p:nvPr/>
        </p:nvSpPr>
        <p:spPr>
          <a:xfrm>
            <a:off x="3187700" y="209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8" name="Freeform 2817"/>
          <p:cNvSpPr/>
          <p:nvPr/>
        </p:nvSpPr>
        <p:spPr>
          <a:xfrm>
            <a:off x="3213100" y="209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9" name="Freeform 2818"/>
          <p:cNvSpPr/>
          <p:nvPr/>
        </p:nvSpPr>
        <p:spPr>
          <a:xfrm>
            <a:off x="3251200" y="20955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0" name="Freeform 2819"/>
          <p:cNvSpPr/>
          <p:nvPr/>
        </p:nvSpPr>
        <p:spPr>
          <a:xfrm>
            <a:off x="3289300" y="209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1" name="Freeform 2820"/>
          <p:cNvSpPr/>
          <p:nvPr/>
        </p:nvSpPr>
        <p:spPr>
          <a:xfrm>
            <a:off x="2311400" y="24003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2" name="Freeform 2821"/>
          <p:cNvSpPr/>
          <p:nvPr/>
        </p:nvSpPr>
        <p:spPr>
          <a:xfrm>
            <a:off x="2336800" y="240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3" name="Freeform 2822"/>
          <p:cNvSpPr/>
          <p:nvPr/>
        </p:nvSpPr>
        <p:spPr>
          <a:xfrm>
            <a:off x="2374900" y="24003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4" name="Freeform 2823"/>
          <p:cNvSpPr/>
          <p:nvPr/>
        </p:nvSpPr>
        <p:spPr>
          <a:xfrm>
            <a:off x="2413000" y="238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5" name="Freeform 2824"/>
          <p:cNvSpPr/>
          <p:nvPr/>
        </p:nvSpPr>
        <p:spPr>
          <a:xfrm>
            <a:off x="2451100" y="23876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6" name="Freeform 2825"/>
          <p:cNvSpPr/>
          <p:nvPr/>
        </p:nvSpPr>
        <p:spPr>
          <a:xfrm>
            <a:off x="2476500" y="238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7" name="Freeform 2826"/>
          <p:cNvSpPr/>
          <p:nvPr/>
        </p:nvSpPr>
        <p:spPr>
          <a:xfrm>
            <a:off x="2514600" y="23876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8" name="Freeform 2827"/>
          <p:cNvSpPr/>
          <p:nvPr/>
        </p:nvSpPr>
        <p:spPr>
          <a:xfrm>
            <a:off x="2552700" y="2387600"/>
            <a:ext cx="38100" cy="0"/>
          </a:xfrm>
          <a:custGeom>
            <a:avLst/>
            <a:gdLst/>
            <a:ahLst/>
            <a:cxnLst/>
            <a:rect l="l" t="t" r="r" b="b"/>
            <a:pathLst>
              <a:path w="3" h="0">
                <a:moveTo>
                  <a:pt x="1" y="0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E6FF19"/>
          </a:solidFill>
          <a:ln w="3175">
            <a:solidFill>
              <a:srgbClr val="B8C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9" name="Freeform 2828"/>
          <p:cNvSpPr/>
          <p:nvPr/>
        </p:nvSpPr>
        <p:spPr>
          <a:xfrm>
            <a:off x="2578100" y="2387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1" y="0"/>
                </a:moveTo>
                <a:lnTo>
                  <a:pt x="4" y="4"/>
                </a:lnTo>
                <a:lnTo>
                  <a:pt x="3" y="3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BAFF45"/>
          </a:solidFill>
          <a:ln w="3175">
            <a:solidFill>
              <a:srgbClr val="95CC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0" name="Freeform 2829"/>
          <p:cNvSpPr/>
          <p:nvPr/>
        </p:nvSpPr>
        <p:spPr>
          <a:xfrm>
            <a:off x="2616200" y="2425700"/>
            <a:ext cx="50800" cy="88900"/>
          </a:xfrm>
          <a:custGeom>
            <a:avLst/>
            <a:gdLst/>
            <a:ahLst/>
            <a:cxnLst/>
            <a:rect l="l" t="t" r="r" b="b"/>
            <a:pathLst>
              <a:path w="4" h="7">
                <a:moveTo>
                  <a:pt x="1" y="1"/>
                </a:moveTo>
                <a:lnTo>
                  <a:pt x="4" y="7"/>
                </a:lnTo>
                <a:lnTo>
                  <a:pt x="3" y="7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45FFBA"/>
          </a:solidFill>
          <a:ln w="3175">
            <a:solidFill>
              <a:srgbClr val="37CC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1" name="Freeform 2830"/>
          <p:cNvSpPr/>
          <p:nvPr/>
        </p:nvSpPr>
        <p:spPr>
          <a:xfrm>
            <a:off x="2654300" y="2514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0"/>
                </a:moveTo>
                <a:lnTo>
                  <a:pt x="4" y="3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DBFF"/>
          </a:solidFill>
          <a:ln w="3175">
            <a:solidFill>
              <a:srgbClr val="00A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2" name="Freeform 2831"/>
          <p:cNvSpPr/>
          <p:nvPr/>
        </p:nvSpPr>
        <p:spPr>
          <a:xfrm>
            <a:off x="2692400" y="2540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1" y="1"/>
                </a:moveTo>
                <a:lnTo>
                  <a:pt x="3" y="3"/>
                </a:lnTo>
                <a:lnTo>
                  <a:pt x="2" y="3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3" name="Freeform 2832"/>
          <p:cNvSpPr/>
          <p:nvPr/>
        </p:nvSpPr>
        <p:spPr>
          <a:xfrm>
            <a:off x="2717800" y="25781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0"/>
                </a:moveTo>
                <a:lnTo>
                  <a:pt x="4" y="2"/>
                </a:lnTo>
                <a:lnTo>
                  <a:pt x="3" y="2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4" name="Freeform 2833"/>
          <p:cNvSpPr/>
          <p:nvPr/>
        </p:nvSpPr>
        <p:spPr>
          <a:xfrm>
            <a:off x="2755900" y="2603500"/>
            <a:ext cx="50800" cy="0"/>
          </a:xfrm>
          <a:custGeom>
            <a:avLst/>
            <a:gdLst/>
            <a:ahLst/>
            <a:cxnLst/>
            <a:rect l="l" t="t" r="r" b="b"/>
            <a:pathLst>
              <a:path w="4" h="0">
                <a:moveTo>
                  <a:pt x="1" y="0"/>
                </a:moveTo>
                <a:lnTo>
                  <a:pt x="4" y="0"/>
                </a:lnTo>
                <a:lnTo>
                  <a:pt x="3" y="0"/>
                </a:lnTo>
                <a:lnTo>
                  <a:pt x="0" y="0"/>
                </a:lnTo>
                <a:lnTo>
                  <a:pt x="1" y="0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5" name="Freeform 2834"/>
          <p:cNvSpPr/>
          <p:nvPr/>
        </p:nvSpPr>
        <p:spPr>
          <a:xfrm>
            <a:off x="2794000" y="2590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004EFF"/>
          </a:solidFill>
          <a:ln w="3175">
            <a:solidFill>
              <a:srgbClr val="003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6" name="Freeform 2835"/>
          <p:cNvSpPr/>
          <p:nvPr/>
        </p:nvSpPr>
        <p:spPr>
          <a:xfrm>
            <a:off x="2819400" y="2590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004FFF"/>
          </a:solidFill>
          <a:ln w="3175">
            <a:solidFill>
              <a:srgbClr val="004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7" name="Freeform 2836"/>
          <p:cNvSpPr/>
          <p:nvPr/>
        </p:nvSpPr>
        <p:spPr>
          <a:xfrm>
            <a:off x="2857500" y="2565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0069FF"/>
          </a:solidFill>
          <a:ln w="3175">
            <a:solidFill>
              <a:srgbClr val="0054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8" name="Freeform 2837"/>
          <p:cNvSpPr/>
          <p:nvPr/>
        </p:nvSpPr>
        <p:spPr>
          <a:xfrm>
            <a:off x="2895600" y="2527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3"/>
                </a:lnTo>
                <a:lnTo>
                  <a:pt x="1" y="3"/>
                </a:lnTo>
                <a:close/>
              </a:path>
            </a:pathLst>
          </a:custGeom>
          <a:solidFill>
            <a:srgbClr val="009EFF"/>
          </a:solidFill>
          <a:ln w="3175">
            <a:solidFill>
              <a:srgbClr val="007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9" name="Freeform 2838"/>
          <p:cNvSpPr/>
          <p:nvPr/>
        </p:nvSpPr>
        <p:spPr>
          <a:xfrm>
            <a:off x="2933700" y="2463800"/>
            <a:ext cx="38100" cy="63500"/>
          </a:xfrm>
          <a:custGeom>
            <a:avLst/>
            <a:gdLst/>
            <a:ahLst/>
            <a:cxnLst/>
            <a:rect l="l" t="t" r="r" b="b"/>
            <a:pathLst>
              <a:path w="3" h="5">
                <a:moveTo>
                  <a:pt x="1" y="5"/>
                </a:moveTo>
                <a:lnTo>
                  <a:pt x="3" y="0"/>
                </a:lnTo>
                <a:lnTo>
                  <a:pt x="2" y="0"/>
                </a:lnTo>
                <a:lnTo>
                  <a:pt x="0" y="5"/>
                </a:lnTo>
                <a:lnTo>
                  <a:pt x="1" y="5"/>
                </a:lnTo>
                <a:close/>
              </a:path>
            </a:pathLst>
          </a:custGeom>
          <a:solidFill>
            <a:srgbClr val="00EFFF"/>
          </a:solidFill>
          <a:ln w="3175">
            <a:solidFill>
              <a:srgbClr val="00BF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0" name="Freeform 2839"/>
          <p:cNvSpPr/>
          <p:nvPr/>
        </p:nvSpPr>
        <p:spPr>
          <a:xfrm>
            <a:off x="2959100" y="22606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4" h="16">
                <a:moveTo>
                  <a:pt x="1" y="16"/>
                </a:moveTo>
                <a:lnTo>
                  <a:pt x="4" y="1"/>
                </a:lnTo>
                <a:lnTo>
                  <a:pt x="3" y="0"/>
                </a:lnTo>
                <a:lnTo>
                  <a:pt x="0" y="16"/>
                </a:lnTo>
                <a:lnTo>
                  <a:pt x="1" y="16"/>
                </a:lnTo>
                <a:close/>
              </a:path>
            </a:pathLst>
          </a:custGeom>
          <a:solidFill>
            <a:srgbClr val="CCFF33"/>
          </a:solidFill>
          <a:ln w="3175">
            <a:solidFill>
              <a:srgbClr val="A3C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1" name="Freeform 2840"/>
          <p:cNvSpPr/>
          <p:nvPr/>
        </p:nvSpPr>
        <p:spPr>
          <a:xfrm>
            <a:off x="2997200" y="2171700"/>
            <a:ext cx="50800" cy="101600"/>
          </a:xfrm>
          <a:custGeom>
            <a:avLst/>
            <a:gdLst/>
            <a:ahLst/>
            <a:cxnLst/>
            <a:rect l="l" t="t" r="r" b="b"/>
            <a:pathLst>
              <a:path w="4" h="8">
                <a:moveTo>
                  <a:pt x="1" y="8"/>
                </a:moveTo>
                <a:lnTo>
                  <a:pt x="4" y="1"/>
                </a:lnTo>
                <a:lnTo>
                  <a:pt x="3" y="0"/>
                </a:lnTo>
                <a:lnTo>
                  <a:pt x="0" y="7"/>
                </a:lnTo>
                <a:lnTo>
                  <a:pt x="1" y="8"/>
                </a:lnTo>
                <a:close/>
              </a:path>
            </a:pathLst>
          </a:custGeom>
          <a:solidFill>
            <a:srgbClr val="FF4100"/>
          </a:solidFill>
          <a:ln w="3175">
            <a:solidFill>
              <a:srgbClr val="CC3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2" name="Freeform 2841"/>
          <p:cNvSpPr/>
          <p:nvPr/>
        </p:nvSpPr>
        <p:spPr>
          <a:xfrm>
            <a:off x="3035300" y="2159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1" y="2"/>
                </a:moveTo>
                <a:lnTo>
                  <a:pt x="3" y="1"/>
                </a:lnTo>
                <a:lnTo>
                  <a:pt x="2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EE0000"/>
          </a:solidFill>
          <a:ln w="3175">
            <a:solidFill>
              <a:srgbClr val="B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3" name="Freeform 2842"/>
          <p:cNvSpPr/>
          <p:nvPr/>
        </p:nvSpPr>
        <p:spPr>
          <a:xfrm>
            <a:off x="3060700" y="21463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2"/>
                </a:lnTo>
                <a:close/>
              </a:path>
            </a:pathLst>
          </a:custGeom>
          <a:solidFill>
            <a:srgbClr val="D90000"/>
          </a:solidFill>
          <a:ln w="3175">
            <a:solidFill>
              <a:srgbClr val="AD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4" name="Freeform 2843"/>
          <p:cNvSpPr/>
          <p:nvPr/>
        </p:nvSpPr>
        <p:spPr>
          <a:xfrm>
            <a:off x="3098800" y="21209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1" y="3"/>
                </a:moveTo>
                <a:lnTo>
                  <a:pt x="4" y="0"/>
                </a:lnTo>
                <a:lnTo>
                  <a:pt x="3" y="0"/>
                </a:lnTo>
                <a:lnTo>
                  <a:pt x="0" y="2"/>
                </a:lnTo>
                <a:lnTo>
                  <a:pt x="1" y="3"/>
                </a:lnTo>
                <a:close/>
              </a:path>
            </a:pathLst>
          </a:custGeom>
          <a:solidFill>
            <a:srgbClr val="B70000"/>
          </a:solidFill>
          <a:ln w="3175">
            <a:solidFill>
              <a:srgbClr val="92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5" name="Freeform 2844"/>
          <p:cNvSpPr/>
          <p:nvPr/>
        </p:nvSpPr>
        <p:spPr>
          <a:xfrm>
            <a:off x="3136900" y="2095500"/>
            <a:ext cx="50800" cy="25400"/>
          </a:xfrm>
          <a:custGeom>
            <a:avLst/>
            <a:gdLst/>
            <a:ahLst/>
            <a:cxnLst/>
            <a:rect l="l" t="t" r="r" b="b"/>
            <a:pathLst>
              <a:path w="4" h="2">
                <a:moveTo>
                  <a:pt x="1" y="2"/>
                </a:moveTo>
                <a:lnTo>
                  <a:pt x="4" y="1"/>
                </a:lnTo>
                <a:lnTo>
                  <a:pt x="3" y="0"/>
                </a:lnTo>
                <a:lnTo>
                  <a:pt x="0" y="2"/>
                </a:lnTo>
                <a:lnTo>
                  <a:pt x="1" y="2"/>
                </a:lnTo>
                <a:close/>
              </a:path>
            </a:pathLst>
          </a:custGeom>
          <a:solidFill>
            <a:srgbClr val="900000"/>
          </a:solidFill>
          <a:ln w="3175">
            <a:solidFill>
              <a:srgbClr val="73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6" name="Freeform 2845"/>
          <p:cNvSpPr/>
          <p:nvPr/>
        </p:nvSpPr>
        <p:spPr>
          <a:xfrm>
            <a:off x="3175000" y="20955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0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7" name="Freeform 2846"/>
          <p:cNvSpPr/>
          <p:nvPr/>
        </p:nvSpPr>
        <p:spPr>
          <a:xfrm>
            <a:off x="3200400" y="208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8" name="Freeform 2847"/>
          <p:cNvSpPr/>
          <p:nvPr/>
        </p:nvSpPr>
        <p:spPr>
          <a:xfrm>
            <a:off x="3238500" y="2082800"/>
            <a:ext cx="50800" cy="12700"/>
          </a:xfrm>
          <a:custGeom>
            <a:avLst/>
            <a:gdLst/>
            <a:ahLst/>
            <a:cxnLst/>
            <a:rect l="l" t="t" r="r" b="b"/>
            <a:pathLst>
              <a:path w="4" h="1">
                <a:moveTo>
                  <a:pt x="1" y="1"/>
                </a:moveTo>
                <a:lnTo>
                  <a:pt x="4" y="1"/>
                </a:lnTo>
                <a:lnTo>
                  <a:pt x="3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9" name="Freeform 2848"/>
          <p:cNvSpPr/>
          <p:nvPr/>
        </p:nvSpPr>
        <p:spPr>
          <a:xfrm>
            <a:off x="3276600" y="2082800"/>
            <a:ext cx="38100" cy="12700"/>
          </a:xfrm>
          <a:custGeom>
            <a:avLst/>
            <a:gdLst/>
            <a:ahLst/>
            <a:cxnLst/>
            <a:rect l="l" t="t" r="r" b="b"/>
            <a:pathLst>
              <a:path w="3" h="1">
                <a:moveTo>
                  <a:pt x="1" y="1"/>
                </a:moveTo>
                <a:lnTo>
                  <a:pt x="3" y="1"/>
                </a:lnTo>
                <a:lnTo>
                  <a:pt x="2" y="0"/>
                </a:lnTo>
                <a:lnTo>
                  <a:pt x="0" y="0"/>
                </a:lnTo>
                <a:lnTo>
                  <a:pt x="1" y="1"/>
                </a:lnTo>
                <a:close/>
              </a:path>
            </a:pathLst>
          </a:custGeom>
          <a:solidFill>
            <a:srgbClr val="810000"/>
          </a:solidFill>
          <a:ln w="3175">
            <a:solidFill>
              <a:srgbClr val="67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0" name="Rectangle 2849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1" name="Rectangle 2850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52" name="Picture 28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2853" name="Picture 28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2854" name="TextBox 28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Case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study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6</a:t>
            </a:r>
          </a:p>
        </p:txBody>
      </p:sp>
      <p:sp>
        <p:nvSpPr>
          <p:cNvPr id="2855" name="TextBox 2854"/>
          <p:cNvSpPr txBox="1"/>
          <p:nvPr/>
        </p:nvSpPr>
        <p:spPr>
          <a:xfrm>
            <a:off x="359993" y="498335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1">
                <a:solidFill>
                  <a:srgbClr val="000000"/>
                </a:solidFill>
                <a:latin typeface="Josefin Sans"/>
              </a:rPr>
              <a:t>Step</a:t>
            </a:r>
            <a:r>
              <a:rPr sz="996" b="1">
                <a:solidFill>
                  <a:srgbClr val="000000"/>
                </a:solidFill>
                <a:latin typeface="Josefin Sans"/>
              </a:rPr>
              <a:t> </a:t>
            </a:r>
            <a:r>
              <a:rPr sz="996" b="1">
                <a:solidFill>
                  <a:srgbClr val="000000"/>
                </a:solidFill>
                <a:latin typeface="Josefin Sans"/>
              </a:rPr>
              <a:t>5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2856" name="TextBox 2855"/>
          <p:cNvSpPr txBox="1"/>
          <p:nvPr/>
        </p:nvSpPr>
        <p:spPr>
          <a:xfrm>
            <a:off x="1754582" y="1777011"/>
            <a:ext cx="4030813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57" name="TextBox 2856"/>
          <p:cNvSpPr txBox="1"/>
          <p:nvPr/>
        </p:nvSpPr>
        <p:spPr>
          <a:xfrm>
            <a:off x="1542190" y="1664992"/>
            <a:ext cx="4243205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858" name="TextBox 2857"/>
          <p:cNvSpPr txBox="1"/>
          <p:nvPr/>
        </p:nvSpPr>
        <p:spPr>
          <a:xfrm>
            <a:off x="1390868" y="1534650"/>
            <a:ext cx="4394527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59" name="TextBox 2858"/>
          <p:cNvSpPr txBox="1"/>
          <p:nvPr/>
        </p:nvSpPr>
        <p:spPr>
          <a:xfrm>
            <a:off x="2809977" y="1690321"/>
            <a:ext cx="2975418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60" name="TextBox 2859"/>
          <p:cNvSpPr txBox="1"/>
          <p:nvPr/>
        </p:nvSpPr>
        <p:spPr>
          <a:xfrm>
            <a:off x="2588978" y="1709832"/>
            <a:ext cx="3196417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61" name="TextBox 2860"/>
          <p:cNvSpPr txBox="1"/>
          <p:nvPr/>
        </p:nvSpPr>
        <p:spPr>
          <a:xfrm>
            <a:off x="2389113" y="1727474"/>
            <a:ext cx="3396282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62" name="TextBox 2861"/>
          <p:cNvSpPr txBox="1"/>
          <p:nvPr/>
        </p:nvSpPr>
        <p:spPr>
          <a:xfrm>
            <a:off x="2189253" y="1745116"/>
            <a:ext cx="3596142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863" name="TextBox 2862"/>
          <p:cNvSpPr txBox="1"/>
          <p:nvPr/>
        </p:nvSpPr>
        <p:spPr>
          <a:xfrm>
            <a:off x="1989394" y="1762758"/>
            <a:ext cx="3796001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864" name="TextBox 2863"/>
          <p:cNvSpPr txBox="1"/>
          <p:nvPr/>
        </p:nvSpPr>
        <p:spPr>
          <a:xfrm>
            <a:off x="1810680" y="1778531"/>
            <a:ext cx="3974715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65" name="TextBox 2864"/>
          <p:cNvSpPr txBox="1"/>
          <p:nvPr/>
        </p:nvSpPr>
        <p:spPr>
          <a:xfrm>
            <a:off x="1347131" y="1224280"/>
            <a:ext cx="443826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66" name="TextBox 2865"/>
          <p:cNvSpPr txBox="1"/>
          <p:nvPr/>
        </p:nvSpPr>
        <p:spPr>
          <a:xfrm>
            <a:off x="1347131" y="962470"/>
            <a:ext cx="443826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2867" name="TextBox 2866"/>
          <p:cNvSpPr txBox="1"/>
          <p:nvPr/>
        </p:nvSpPr>
        <p:spPr>
          <a:xfrm>
            <a:off x="1156364" y="1852084"/>
            <a:ext cx="4629031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of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servers,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2868" name="TextBox 2867"/>
          <p:cNvSpPr txBox="1"/>
          <p:nvPr/>
        </p:nvSpPr>
        <p:spPr>
          <a:xfrm>
            <a:off x="2203061" y="1846774"/>
            <a:ext cx="358233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2869" name="TextBox 2868"/>
          <p:cNvSpPr txBox="1"/>
          <p:nvPr/>
        </p:nvSpPr>
        <p:spPr>
          <a:xfrm>
            <a:off x="1246249" y="876885"/>
            <a:ext cx="4539146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of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spares,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870" name="TextBox 2869"/>
          <p:cNvSpPr txBox="1"/>
          <p:nvPr/>
        </p:nvSpPr>
        <p:spPr>
          <a:xfrm>
            <a:off x="3519773" y="1778423"/>
            <a:ext cx="2265622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71" name="TextBox 2870"/>
          <p:cNvSpPr txBox="1"/>
          <p:nvPr/>
        </p:nvSpPr>
        <p:spPr>
          <a:xfrm>
            <a:off x="3307381" y="1666403"/>
            <a:ext cx="247801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872" name="TextBox 2871"/>
          <p:cNvSpPr txBox="1"/>
          <p:nvPr/>
        </p:nvSpPr>
        <p:spPr>
          <a:xfrm>
            <a:off x="3156054" y="1536056"/>
            <a:ext cx="2629341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73" name="TextBox 2872"/>
          <p:cNvSpPr txBox="1"/>
          <p:nvPr/>
        </p:nvSpPr>
        <p:spPr>
          <a:xfrm>
            <a:off x="4575168" y="1691732"/>
            <a:ext cx="1210227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74" name="TextBox 2873"/>
          <p:cNvSpPr txBox="1"/>
          <p:nvPr/>
        </p:nvSpPr>
        <p:spPr>
          <a:xfrm>
            <a:off x="4354164" y="1711237"/>
            <a:ext cx="1431232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75" name="TextBox 2874"/>
          <p:cNvSpPr txBox="1"/>
          <p:nvPr/>
        </p:nvSpPr>
        <p:spPr>
          <a:xfrm>
            <a:off x="4154304" y="1728879"/>
            <a:ext cx="1631091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76" name="TextBox 2875"/>
          <p:cNvSpPr txBox="1"/>
          <p:nvPr/>
        </p:nvSpPr>
        <p:spPr>
          <a:xfrm>
            <a:off x="3954445" y="1746522"/>
            <a:ext cx="1830950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877" name="TextBox 2876"/>
          <p:cNvSpPr txBox="1"/>
          <p:nvPr/>
        </p:nvSpPr>
        <p:spPr>
          <a:xfrm>
            <a:off x="3754586" y="1764164"/>
            <a:ext cx="2030809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878" name="TextBox 2877"/>
          <p:cNvSpPr txBox="1"/>
          <p:nvPr/>
        </p:nvSpPr>
        <p:spPr>
          <a:xfrm>
            <a:off x="3575866" y="1779937"/>
            <a:ext cx="2209529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79" name="TextBox 2878"/>
          <p:cNvSpPr txBox="1"/>
          <p:nvPr/>
        </p:nvSpPr>
        <p:spPr>
          <a:xfrm>
            <a:off x="3112317" y="1283732"/>
            <a:ext cx="2673078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80" name="TextBox 2879"/>
          <p:cNvSpPr txBox="1"/>
          <p:nvPr/>
        </p:nvSpPr>
        <p:spPr>
          <a:xfrm>
            <a:off x="3112317" y="985147"/>
            <a:ext cx="2673078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81" name="TextBox 2880"/>
          <p:cNvSpPr txBox="1"/>
          <p:nvPr/>
        </p:nvSpPr>
        <p:spPr>
          <a:xfrm>
            <a:off x="2950188" y="1843751"/>
            <a:ext cx="2835207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2882" name="TextBox 2881"/>
          <p:cNvSpPr txBox="1"/>
          <p:nvPr/>
        </p:nvSpPr>
        <p:spPr>
          <a:xfrm>
            <a:off x="3968252" y="1848186"/>
            <a:ext cx="1817143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Mean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delay,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2883" name="TextBox 2882"/>
          <p:cNvSpPr txBox="1"/>
          <p:nvPr/>
        </p:nvSpPr>
        <p:spPr>
          <a:xfrm>
            <a:off x="3011441" y="879868"/>
            <a:ext cx="277395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of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spares,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884" name="TextBox 2883"/>
          <p:cNvSpPr txBox="1"/>
          <p:nvPr/>
        </p:nvSpPr>
        <p:spPr>
          <a:xfrm>
            <a:off x="2622860" y="3073344"/>
            <a:ext cx="3162535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85" name="TextBox 2884"/>
          <p:cNvSpPr txBox="1"/>
          <p:nvPr/>
        </p:nvSpPr>
        <p:spPr>
          <a:xfrm>
            <a:off x="2410468" y="2961330"/>
            <a:ext cx="3374927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2886" name="TextBox 2885"/>
          <p:cNvSpPr txBox="1"/>
          <p:nvPr/>
        </p:nvSpPr>
        <p:spPr>
          <a:xfrm>
            <a:off x="2259141" y="2830982"/>
            <a:ext cx="352625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87" name="TextBox 2886"/>
          <p:cNvSpPr txBox="1"/>
          <p:nvPr/>
        </p:nvSpPr>
        <p:spPr>
          <a:xfrm>
            <a:off x="3678255" y="2986659"/>
            <a:ext cx="2107140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888" name="TextBox 2887"/>
          <p:cNvSpPr txBox="1"/>
          <p:nvPr/>
        </p:nvSpPr>
        <p:spPr>
          <a:xfrm>
            <a:off x="3457250" y="3006164"/>
            <a:ext cx="2328145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89" name="TextBox 2888"/>
          <p:cNvSpPr txBox="1"/>
          <p:nvPr/>
        </p:nvSpPr>
        <p:spPr>
          <a:xfrm>
            <a:off x="3257391" y="3023807"/>
            <a:ext cx="2528004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90" name="TextBox 2889"/>
          <p:cNvSpPr txBox="1"/>
          <p:nvPr/>
        </p:nvSpPr>
        <p:spPr>
          <a:xfrm>
            <a:off x="3057532" y="3041449"/>
            <a:ext cx="2727863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2891" name="TextBox 2890"/>
          <p:cNvSpPr txBox="1"/>
          <p:nvPr/>
        </p:nvSpPr>
        <p:spPr>
          <a:xfrm>
            <a:off x="2857673" y="3059091"/>
            <a:ext cx="2927723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2892" name="TextBox 2891"/>
          <p:cNvSpPr txBox="1"/>
          <p:nvPr/>
        </p:nvSpPr>
        <p:spPr>
          <a:xfrm>
            <a:off x="2678953" y="3074864"/>
            <a:ext cx="3106442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893" name="TextBox 2892"/>
          <p:cNvSpPr txBox="1"/>
          <p:nvPr/>
        </p:nvSpPr>
        <p:spPr>
          <a:xfrm>
            <a:off x="2215404" y="2600439"/>
            <a:ext cx="3569991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894" name="TextBox 2893"/>
          <p:cNvSpPr txBox="1"/>
          <p:nvPr/>
        </p:nvSpPr>
        <p:spPr>
          <a:xfrm>
            <a:off x="2215404" y="2286703"/>
            <a:ext cx="3569991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Cambria Math"/>
              </a:rPr>
              <a:t>0</a:t>
            </a:r>
            <a:r>
              <a:rPr sz="448" b="0">
                <a:solidFill>
                  <a:srgbClr val="000000"/>
                </a:solidFill>
                <a:latin typeface="Cambria Math"/>
              </a:rPr>
              <a:t>.</a:t>
            </a:r>
            <a:r>
              <a:rPr sz="44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2895" name="TextBox 2894"/>
          <p:cNvSpPr txBox="1"/>
          <p:nvPr/>
        </p:nvSpPr>
        <p:spPr>
          <a:xfrm>
            <a:off x="2053275" y="3138678"/>
            <a:ext cx="3732120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Utilisation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factor,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ρ</a:t>
            </a:r>
          </a:p>
        </p:txBody>
      </p:sp>
      <p:sp>
        <p:nvSpPr>
          <p:cNvPr id="2896" name="TextBox 2895"/>
          <p:cNvSpPr txBox="1"/>
          <p:nvPr/>
        </p:nvSpPr>
        <p:spPr>
          <a:xfrm>
            <a:off x="3006994" y="3150011"/>
            <a:ext cx="2778401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of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servers,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2897" name="TextBox 2896"/>
          <p:cNvSpPr txBox="1"/>
          <p:nvPr/>
        </p:nvSpPr>
        <p:spPr>
          <a:xfrm>
            <a:off x="2114528" y="2174275"/>
            <a:ext cx="3670867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of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spares,</a:t>
            </a:r>
            <a:r>
              <a:rPr sz="448" b="0">
                <a:solidFill>
                  <a:srgbClr val="000000"/>
                </a:solidFill>
                <a:latin typeface="Cambria Math"/>
              </a:rPr>
              <a:t> </a:t>
            </a:r>
            <a:r>
              <a:rPr sz="448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898" name="TextBox 2897"/>
          <p:cNvSpPr txBox="1"/>
          <p:nvPr/>
        </p:nvSpPr>
        <p:spPr>
          <a:xfrm>
            <a:off x="4889661" y="3150917"/>
            <a:ext cx="8957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899" name="TextBox 2898"/>
          <p:cNvSpPr txBox="1"/>
          <p:nvPr/>
        </p:nvSpPr>
        <p:spPr>
          <a:xfrm>
            <a:off x="5624559" y="3150693"/>
            <a:ext cx="1608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88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68996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9404" y="1041443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temperature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room,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9404" y="1269192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room,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9404" y="1496928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ambient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temperature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(temperature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outside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room),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9404" y="1724677"/>
            <a:ext cx="5315991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MSAM10"/>
              </a:rPr>
              <a:t>▶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time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room,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207980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cooling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air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conditioner.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3" y="2398044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Perform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temperature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30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◦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2pm,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20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people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room,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ambient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3" y="2549872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temperature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33</a:t>
            </a:r>
            <a:r>
              <a:rPr sz="697" b="0">
                <a:solidFill>
                  <a:srgbClr val="000000"/>
                </a:solidFill>
                <a:latin typeface="Cambria Math"/>
              </a:rPr>
              <a:t>◦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spend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hour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room.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432" y="3150693"/>
            <a:ext cx="16196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89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87461"/>
            <a:ext cx="542540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would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you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were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construct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Mamdani-style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system?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9664" y="3150917"/>
            <a:ext cx="89573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15457" y="3150693"/>
            <a:ext cx="1699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90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9284" y="479056"/>
            <a:ext cx="4181140" cy="1434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8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9284" y="722056"/>
            <a:ext cx="4181140" cy="2391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4" b="1">
                <a:solidFill>
                  <a:srgbClr val="0D3361"/>
                </a:solidFill>
                <a:latin typeface="Arial"/>
              </a:rPr>
              <a:t>03 Fuzzy Inference and Fuzzy Systems -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9284" y="1027928"/>
            <a:ext cx="4181140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Synchronized from the current CSC3034 course site on 14 August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998" y="1367356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 2 uses scikit-fuzzy to build and evaluate Mamdani control systems.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998" y="1629642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The physical-AI extension applies fuzzy brake/throttle logic to a simulated robot.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998" y="1891927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The updated solution checks optional dependencies and supports a standalone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284" y="2670916"/>
            <a:ext cx="4181140" cy="131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8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284" y="2856791"/>
            <a:ext cx="4181140" cy="1076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6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Fuzzy Inference and Fuzzy Systems - presentation</dc:title>
  <dc:subject>Editable objects converted from 03 Fuzzy Inference and Fuzzy Systems - presentation.pdf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