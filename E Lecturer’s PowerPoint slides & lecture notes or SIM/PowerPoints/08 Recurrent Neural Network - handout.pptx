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6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Recurrent Neural Network - handout</dc:title>
  <dc:subject>Converted from 08 Recurrent Neural Network - handout.pdf; 37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