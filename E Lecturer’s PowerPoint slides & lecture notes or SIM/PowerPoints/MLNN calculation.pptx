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22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239" y="0"/>
            <a:ext cx="5303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22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239" y="0"/>
            <a:ext cx="5303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22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239" y="0"/>
            <a:ext cx="5303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22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239" y="0"/>
            <a:ext cx="5303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22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239" y="0"/>
            <a:ext cx="5303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22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239" y="0"/>
            <a:ext cx="5303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22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239" y="0"/>
            <a:ext cx="5303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22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239" y="0"/>
            <a:ext cx="5303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22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239" y="0"/>
            <a:ext cx="5303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22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239" y="0"/>
            <a:ext cx="5303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22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239" y="0"/>
            <a:ext cx="5303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22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239" y="0"/>
            <a:ext cx="5303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22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059" y="0"/>
            <a:ext cx="971388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MLNN calculation</dc:title>
  <dc:subject>Converted from MLNN calculation.pdf; 13 pages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