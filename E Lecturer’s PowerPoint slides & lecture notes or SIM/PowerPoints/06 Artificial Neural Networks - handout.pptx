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1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059" y="0"/>
            <a:ext cx="971388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06 Artificial Neural Networks - handout</dc:title>
  <dc:subject>Converted from 06 Artificial Neural Networks - handout.pdf; 38 pages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