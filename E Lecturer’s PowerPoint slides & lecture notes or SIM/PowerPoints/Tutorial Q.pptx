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553" y="0"/>
            <a:ext cx="485089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6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Q</dc:title>
  <dc:subject>Converted from Tutorial Q.pdf; 14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