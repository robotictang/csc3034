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Unsupervised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with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0338" y="3150917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4906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6106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816" y="1868721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816" y="2126835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123" y="3150694"/>
            <a:ext cx="1212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417138" y="1781371"/>
            <a:ext cx="241415" cy="241415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465842" y="1974087"/>
            <a:ext cx="720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37842" y="1830088"/>
            <a:ext cx="0" cy="14399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37842" y="1830088"/>
            <a:ext cx="720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457224" y="2167799"/>
            <a:ext cx="161243" cy="188567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583006" y="1452622"/>
            <a:ext cx="388640" cy="14146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19558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583006" y="2210072"/>
            <a:ext cx="388640" cy="14146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955800" y="2197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287071" y="1708892"/>
            <a:ext cx="345735" cy="1258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616200" y="181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287071" y="1969427"/>
            <a:ext cx="345735" cy="1258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616200" y="195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989443" y="1902078"/>
            <a:ext cx="3998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3782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3537846" y="2050621"/>
            <a:ext cx="0" cy="11464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517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661084" y="1902078"/>
            <a:ext cx="4671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41148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8265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Single-layer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perceptron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(Rosenblatt’s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perceptron)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4863" y="1806088"/>
            <a:ext cx="3040532" cy="3388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1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3396" y="2201915"/>
            <a:ext cx="22819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2226" y="1841146"/>
            <a:ext cx="158316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61616" y="1566978"/>
            <a:ext cx="372378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61616" y="2059497"/>
            <a:ext cx="372378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95031" y="1320726"/>
            <a:ext cx="43903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95031" y="2305763"/>
            <a:ext cx="43903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7970" y="1155755"/>
            <a:ext cx="44974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Inputs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28861" y="1394705"/>
            <a:ext cx="31565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Linear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49968" y="1566778"/>
            <a:ext cx="32354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combiner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5514" y="1396610"/>
            <a:ext cx="23998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Hard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6622" y="1568682"/>
            <a:ext cx="24287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limiter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3654" y="1648273"/>
            <a:ext cx="17417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4654" y="2382638"/>
            <a:ext cx="25307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Threshold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90337" y="3150917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3133" y="3150693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074250" y="1289602"/>
            <a:ext cx="177138" cy="227748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74250" y="1649607"/>
            <a:ext cx="177138" cy="227748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74250" y="2009611"/>
            <a:ext cx="177138" cy="227748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921165" y="1403476"/>
            <a:ext cx="12525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0320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921165" y="1763481"/>
            <a:ext cx="12525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0320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921165" y="2123485"/>
            <a:ext cx="12525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032000" y="210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253919" y="1426243"/>
            <a:ext cx="483268" cy="12082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7178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253919" y="1471769"/>
            <a:ext cx="508110" cy="38111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743200" y="182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2253919" y="1619885"/>
            <a:ext cx="483268" cy="12082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2717800" y="1600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2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253919" y="1786247"/>
            <a:ext cx="482414" cy="12061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27178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253919" y="1673552"/>
            <a:ext cx="508814" cy="38161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743200" y="1663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2253919" y="1980103"/>
            <a:ext cx="482414" cy="12061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2717800" y="1968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3003920" y="1440254"/>
            <a:ext cx="451793" cy="1129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4417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003920" y="1613748"/>
            <a:ext cx="455110" cy="11378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4417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2982680" y="1658369"/>
            <a:ext cx="499357" cy="37451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4544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2983384" y="1494466"/>
            <a:ext cx="498134" cy="3735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3454400" y="147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3004774" y="1799429"/>
            <a:ext cx="454256" cy="11357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441700" y="1778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1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004774" y="1973966"/>
            <a:ext cx="451568" cy="11289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3441700" y="2057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3729186" y="1403476"/>
            <a:ext cx="9562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38100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725766" y="1763481"/>
            <a:ext cx="9904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38100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3728537" y="2123485"/>
            <a:ext cx="96277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3810000" y="210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2162819" y="1223474"/>
            <a:ext cx="1399529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3543300" y="11938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0" y="0"/>
                </a:lnTo>
                <a:lnTo>
                  <a:pt x="1" y="2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H="1">
            <a:off x="2203308" y="2483490"/>
            <a:ext cx="1399529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2159000" y="24511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0" y="3"/>
                </a:moveTo>
                <a:lnTo>
                  <a:pt x="5" y="5"/>
                </a:lnTo>
                <a:lnTo>
                  <a:pt x="3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9993" y="79093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Multilayer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back-propagation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33168" y="1314630"/>
            <a:ext cx="40522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33168" y="1674624"/>
            <a:ext cx="40522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3168" y="2034631"/>
            <a:ext cx="40522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40991" y="1337936"/>
            <a:ext cx="3644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27693" y="1697930"/>
            <a:ext cx="36577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26792" y="2057277"/>
            <a:ext cx="36586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46933" y="1517933"/>
            <a:ext cx="293846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46310" y="1877280"/>
            <a:ext cx="293908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66172" y="1337276"/>
            <a:ext cx="22192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69842" y="1697930"/>
            <a:ext cx="22155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67213" y="2057277"/>
            <a:ext cx="22181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8797" y="1311556"/>
            <a:ext cx="18865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98797" y="1671551"/>
            <a:ext cx="18865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98797" y="2031545"/>
            <a:ext cx="18865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91931" y="2336064"/>
            <a:ext cx="37934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layer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84334" y="2336064"/>
            <a:ext cx="31010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layer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08552" y="2336064"/>
            <a:ext cx="237684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layer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16555" y="1069714"/>
            <a:ext cx="316884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2473" y="2532145"/>
            <a:ext cx="31629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90337" y="3150917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3285" y="3150693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0299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37" y="3150917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2599" y="3150693"/>
            <a:ext cx="1227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0299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6109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7693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2599" y="3150692"/>
            <a:ext cx="1227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0299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6109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7693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79128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aim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discrepancy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200712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0337" y="3150917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2599" y="3150693"/>
            <a:ext cx="1227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Unsupervised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5883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39" y="3150919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2449" y="3150695"/>
            <a:ext cx="1229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Unsupervised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5883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01695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purpose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3279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9" y="3150919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2449" y="3150695"/>
            <a:ext cx="1229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Unsupervised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5883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01695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purpose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3279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4713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6298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data/signals/patterns,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83505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9" y="3150919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2449" y="3150695"/>
            <a:ext cx="1229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Unsupervised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5883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01695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purpose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3279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4713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6298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data/signals/patterns,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83505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204939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back-propagation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26524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networks,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0339" y="3150919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2449" y="3150695"/>
            <a:ext cx="1229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Unsupervised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5883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01695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purpose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3279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4713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6298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data/signals/patterns,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83505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204939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back-propagation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26524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networks,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247958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Examples: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0336" y="3150919"/>
            <a:ext cx="8950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446" y="3150695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575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neuropsychologist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Donald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1949.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6471" y="3150694"/>
            <a:ext cx="1189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575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neuropsychologist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Donald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1949.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156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9" y="3150917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6474" y="3150693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575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neuropsychologist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Donald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1949.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156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6992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excite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participates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7419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activation,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9" y="3150917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6474" y="3150693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575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neuropsychologist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Donald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1949.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156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6992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excite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participates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7419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activation,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166" y="2052487"/>
            <a:ext cx="51232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synaptic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strengthened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94496" y="2224560"/>
            <a:ext cx="32908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becomes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stimuli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9" y="3150915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6474" y="3150691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7114500" y="-23342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7825700" y="-229743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11"/>
                </a:lnTo>
                <a:lnTo>
                  <a:pt x="2" y="12"/>
                </a:lnTo>
                <a:lnTo>
                  <a:pt x="3" y="12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549600" y="-2297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1" y="11"/>
                </a:lnTo>
                <a:lnTo>
                  <a:pt x="2" y="12"/>
                </a:lnTo>
                <a:lnTo>
                  <a:pt x="3" y="12"/>
                </a:lnTo>
                <a:lnTo>
                  <a:pt x="4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73500" y="-2369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889037" y="-2361063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0637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6889037" y="-2325062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637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6889037" y="-22890622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70637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6889037" y="-22530618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70637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7292867" y="-2361063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77876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27283091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77876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265765" y="-23545201"/>
            <a:ext cx="571255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8130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7251660" y="-23533644"/>
            <a:ext cx="603325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78257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7283091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77876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7292867" y="-2325062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77876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7283091" y="-23209250"/>
            <a:ext cx="518284" cy="259144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7762200" y="-22987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6" y="4"/>
                </a:moveTo>
                <a:lnTo>
                  <a:pt x="3" y="0"/>
                </a:lnTo>
                <a:lnTo>
                  <a:pt x="3" y="3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7265765" y="-23185197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78130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27265765" y="-23527309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78130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27283091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7787600" y="-2321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7292867" y="-22890622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7876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7283091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77876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27251660" y="-23512589"/>
            <a:ext cx="603325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78257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27265765" y="-23167305"/>
            <a:ext cx="571255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78130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27283091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77876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7292867" y="-22530618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77876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8012876" y="-2361063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285115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8003100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285115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7985773" y="-23545201"/>
            <a:ext cx="571256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285369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7971669" y="-2353364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285496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8003100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285115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8012876" y="-2325062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85115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8003100" y="-2320925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28511500" y="-2297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7985773" y="-23185197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285369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7985773" y="-23527309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85369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8003100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28511500" y="-2321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8012876" y="-22890622"/>
            <a:ext cx="494456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28486100" y="-22923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0" y="0"/>
                </a:lnTo>
                <a:lnTo>
                  <a:pt x="2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8003100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285115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7971669" y="-23512589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285496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7985773" y="-23167305"/>
            <a:ext cx="571256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285369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8003100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285115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8012876" y="-22530618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285115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8732884" y="-2361063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29222700" y="-2363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28723108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29235400" y="-2332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8705782" y="-23545201"/>
            <a:ext cx="571255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29248100" y="-2299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8691678" y="-2353364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292735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28723108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29235400" y="-23571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28732884" y="-2325062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9222700" y="-2326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8723108" y="-2320925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29235400" y="-2297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28705782" y="-23185197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29248100" y="-22644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28705782" y="-23516572"/>
            <a:ext cx="560521" cy="560519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29222700" y="-2354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2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28723108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29235400" y="-23215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8732884" y="-22890622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29222700" y="-2291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8723108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29235400" y="-2260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28691678" y="-23512589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292735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28705782" y="-23167305"/>
            <a:ext cx="571255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29248100" y="-23190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28723108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29235400" y="-2284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8732884" y="-22530618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29222700" y="-22555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9452893" y="-2361063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296291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29452893" y="-2325062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296291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29452893" y="-22890622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296291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29452893" y="-22530618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296291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993" y="6012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3591" y="3150691"/>
            <a:ext cx="1218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7114500" y="-23342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7825700" y="-229743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11"/>
                </a:lnTo>
                <a:lnTo>
                  <a:pt x="2" y="12"/>
                </a:lnTo>
                <a:lnTo>
                  <a:pt x="3" y="12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549600" y="-2297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1" y="11"/>
                </a:lnTo>
                <a:lnTo>
                  <a:pt x="2" y="12"/>
                </a:lnTo>
                <a:lnTo>
                  <a:pt x="3" y="12"/>
                </a:lnTo>
                <a:lnTo>
                  <a:pt x="4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73500" y="-2369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889037" y="-2361063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0637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6889037" y="-2325062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637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6889037" y="-22890622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70637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6889037" y="-22530618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70637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7292867" y="-2361063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77876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27283091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77876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265765" y="-23545201"/>
            <a:ext cx="571255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8130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7251660" y="-23533644"/>
            <a:ext cx="603325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78257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7283091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77876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7292867" y="-2325062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77876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7283091" y="-23209250"/>
            <a:ext cx="518284" cy="259144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7762200" y="-22987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6" y="4"/>
                </a:moveTo>
                <a:lnTo>
                  <a:pt x="3" y="0"/>
                </a:lnTo>
                <a:lnTo>
                  <a:pt x="3" y="3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7265765" y="-23185197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78130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27265765" y="-23527309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78130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27283091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7787600" y="-2321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7292867" y="-22890622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7876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7283091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77876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27251660" y="-23512589"/>
            <a:ext cx="603325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78257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27265765" y="-23167305"/>
            <a:ext cx="571255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78130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27283091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77876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7292867" y="-22530618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77876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8012876" y="-2361063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285115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8003100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285115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7985773" y="-23545201"/>
            <a:ext cx="571256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285369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7971669" y="-2353364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285496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8003100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285115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8012876" y="-2325062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85115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8003100" y="-2320925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28511500" y="-2297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7985773" y="-23185197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285369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7985773" y="-23527309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85369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8003100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28511500" y="-2321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8012876" y="-22890622"/>
            <a:ext cx="494456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28486100" y="-22923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0" y="0"/>
                </a:lnTo>
                <a:lnTo>
                  <a:pt x="2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8003100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285115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7971669" y="-23512589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285496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7985773" y="-23167305"/>
            <a:ext cx="571256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285369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8003100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285115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8012876" y="-22530618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285115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8732884" y="-2361063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29222700" y="-2363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28723108" y="-2356925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29235400" y="-2332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8705782" y="-23545201"/>
            <a:ext cx="571255" cy="5712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29248100" y="-2299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8691678" y="-2353364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292735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28723108" y="-2355793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29235400" y="-23571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28732884" y="-2325062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9222700" y="-2326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8723108" y="-2320925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29235400" y="-2297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28705782" y="-23185197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29248100" y="-22644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28705782" y="-23516572"/>
            <a:ext cx="560521" cy="560519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29222700" y="-2354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2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28723108" y="-2319793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29235400" y="-23215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8732884" y="-22890622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29222700" y="-2291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8723108" y="-22849245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29235400" y="-2260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28691678" y="-23512589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292735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28705782" y="-23167305"/>
            <a:ext cx="571255" cy="5712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29248100" y="-23190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28723108" y="-22837930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29235400" y="-2284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8732884" y="-22530618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29222700" y="-22555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9452893" y="-2361063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296291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29452893" y="-2325062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296291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29452893" y="-22890622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296291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29452893" y="-22530618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296291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993" y="6012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1319" y="859361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synchronously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7094" y="103143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increased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63591" y="3150691"/>
            <a:ext cx="1218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7114500" y="-23342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7825700" y="-229743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1" y="8"/>
                </a:lnTo>
                <a:lnTo>
                  <a:pt x="1" y="9"/>
                </a:lnTo>
                <a:lnTo>
                  <a:pt x="2" y="11"/>
                </a:lnTo>
                <a:lnTo>
                  <a:pt x="2" y="12"/>
                </a:lnTo>
                <a:lnTo>
                  <a:pt x="3" y="12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549600" y="-2297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1" y="11"/>
                </a:lnTo>
                <a:lnTo>
                  <a:pt x="2" y="12"/>
                </a:lnTo>
                <a:lnTo>
                  <a:pt x="3" y="12"/>
                </a:lnTo>
                <a:lnTo>
                  <a:pt x="4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9273500" y="-2369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6889034" y="-23610630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0637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6889034" y="-23250625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637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6889034" y="-2289062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70637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6889034" y="-2253061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270637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7292864" y="-23610630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77876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27283088" y="-23569252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77876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7265762" y="-23545200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78130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7251657" y="-23533642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78257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7283088" y="-23557937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77876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7292864" y="-23250625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77876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7283088" y="-23209248"/>
            <a:ext cx="518284" cy="259144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7762200" y="-22987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6" y="4"/>
                </a:moveTo>
                <a:lnTo>
                  <a:pt x="3" y="0"/>
                </a:lnTo>
                <a:lnTo>
                  <a:pt x="3" y="3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7265762" y="-23185195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78130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27265762" y="-23527308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78130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27283088" y="-23197932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7787600" y="-2320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27292864" y="-2289062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7876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7283088" y="-22849244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77876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27251657" y="-23512588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78257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27265762" y="-23167303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78130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27283088" y="-2283792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77876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7292864" y="-2253061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77876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8012873" y="-23610630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285115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8003096" y="-23569252"/>
            <a:ext cx="531866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28511500" y="-2332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7985770" y="-23545200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28536900" y="-2299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7971666" y="-23533642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285496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8003096" y="-23557937"/>
            <a:ext cx="531866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28511500" y="-2357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8012873" y="-23250625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85115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8003096" y="-23209248"/>
            <a:ext cx="531866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28511500" y="-2297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7985770" y="-23185195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28536900" y="-2264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7985770" y="-23527308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8536900" y="-2354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8003096" y="-23197932"/>
            <a:ext cx="531866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28511500" y="-2320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0" y="0"/>
                </a:lnTo>
                <a:lnTo>
                  <a:pt x="2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8012873" y="-22890621"/>
            <a:ext cx="494456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28486100" y="-22923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0" y="0"/>
                </a:lnTo>
                <a:lnTo>
                  <a:pt x="2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8003096" y="-22849244"/>
            <a:ext cx="531866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28511500" y="-22606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7971666" y="-23512588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285496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7985770" y="-23167303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28536900" y="-23190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8003096" y="-22837928"/>
            <a:ext cx="531866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28511500" y="-2284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8012873" y="-22530617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285115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8732881" y="-23610630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29222700" y="-2363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28723105" y="-23569252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29235400" y="-2332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8705779" y="-23545200"/>
            <a:ext cx="571255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29248100" y="-2299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8691675" y="-23533642"/>
            <a:ext cx="603324" cy="90498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29273500" y="-2265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28723105" y="-23557937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29235400" y="-23571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28732881" y="-23250625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9222700" y="-2326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8723105" y="-2320924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29235400" y="-2297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28705779" y="-23185195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29248100" y="-22644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28705779" y="-23516570"/>
            <a:ext cx="560521" cy="560519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29222700" y="-2354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2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28723105" y="-23197932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29235400" y="-23202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0"/>
                </a:moveTo>
                <a:lnTo>
                  <a:pt x="0" y="0"/>
                </a:lnTo>
                <a:lnTo>
                  <a:pt x="2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8732881" y="-2289062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29222700" y="-2291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8723105" y="-22849244"/>
            <a:ext cx="531865" cy="26593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29235400" y="-2260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28691675" y="-23512588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29273500" y="-23533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28705779" y="-23167303"/>
            <a:ext cx="571255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29248100" y="-23190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28723105" y="-2283792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29235400" y="-2284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8732881" y="-2253061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29222700" y="-22555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9452890" y="-23610630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29629100" y="-2363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29452890" y="-23250625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29629100" y="-2326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29452890" y="-22890621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29629100" y="-2291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29452890" y="-22530617"/>
            <a:ext cx="19346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29629100" y="-2255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993" y="6012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1319" y="859361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synchronously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7094" y="103143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increased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4712" y="1289549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asynchronously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7094" y="146162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decreased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90335" y="3150917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663588" y="3150693"/>
            <a:ext cx="12180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714500" y="2057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3" y="5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9" y="1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9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425700" y="24257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2" y="11"/>
                </a:lnTo>
                <a:lnTo>
                  <a:pt x="2" y="12"/>
                </a:lnTo>
                <a:lnTo>
                  <a:pt x="3" y="12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149600" y="2425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1" y="9"/>
                </a:lnTo>
                <a:lnTo>
                  <a:pt x="1" y="11"/>
                </a:lnTo>
                <a:lnTo>
                  <a:pt x="2" y="12"/>
                </a:lnTo>
                <a:lnTo>
                  <a:pt x="3" y="12"/>
                </a:lnTo>
                <a:lnTo>
                  <a:pt x="4" y="13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3"/>
                </a:lnTo>
                <a:lnTo>
                  <a:pt x="11" y="12"/>
                </a:lnTo>
                <a:lnTo>
                  <a:pt x="12" y="12"/>
                </a:lnTo>
                <a:lnTo>
                  <a:pt x="13" y="11"/>
                </a:lnTo>
                <a:lnTo>
                  <a:pt x="14" y="9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873500" y="1701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10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488707" y="178969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1663700" y="1765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488707" y="214970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663700" y="213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488707" y="2509705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663700" y="248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488707" y="2869710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6637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892536" y="1789696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387600" y="1765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882761" y="1831074"/>
            <a:ext cx="531863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3876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865433" y="1855126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4130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851328" y="1866684"/>
            <a:ext cx="603325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425700" y="274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882761" y="1842390"/>
            <a:ext cx="531863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387600" y="182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892536" y="2149701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387600" y="213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882761" y="2191078"/>
            <a:ext cx="518284" cy="259144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362200" y="2413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6" y="4"/>
                </a:moveTo>
                <a:lnTo>
                  <a:pt x="2" y="0"/>
                </a:lnTo>
                <a:lnTo>
                  <a:pt x="3" y="3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65433" y="2215130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413000" y="275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865433" y="1873019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413000" y="185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1882761" y="2202394"/>
            <a:ext cx="531863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387600" y="2197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892536" y="2509705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387600" y="248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882761" y="2551083"/>
            <a:ext cx="531863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387600" y="279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851328" y="1887738"/>
            <a:ext cx="603325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425700" y="1866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865433" y="2233024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413000" y="220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82761" y="2562399"/>
            <a:ext cx="531863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387600" y="255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892536" y="2869710"/>
            <a:ext cx="5096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3876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612544" y="178969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3111500" y="1765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602769" y="183107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1115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585442" y="1855126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31369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571338" y="186668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149600" y="274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602769" y="1842390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111500" y="182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612544" y="214970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111500" y="213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602769" y="2191078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3111500" y="2438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2"/>
                </a:moveTo>
                <a:lnTo>
                  <a:pt x="1" y="0"/>
                </a:lnTo>
                <a:lnTo>
                  <a:pt x="2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585442" y="2215130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3136900" y="275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585442" y="1873019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136900" y="185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602769" y="220239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111500" y="2197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0" y="0"/>
                </a:lnTo>
                <a:lnTo>
                  <a:pt x="2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612544" y="2509705"/>
            <a:ext cx="494458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086100" y="2476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0" y="0"/>
                </a:lnTo>
                <a:lnTo>
                  <a:pt x="2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602769" y="2551083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111500" y="279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571338" y="1887738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149600" y="1866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585442" y="2233024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3136900" y="220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602769" y="256239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3111500" y="255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612544" y="2869710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31115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3332553" y="178969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3822700" y="1765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3322778" y="183107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38354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3305451" y="1855126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3848100" y="2400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291346" y="186668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3873500" y="274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3322778" y="1842390"/>
            <a:ext cx="531865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835400" y="182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3332553" y="214970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3822700" y="213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3322778" y="2191078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3835400" y="2438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2"/>
                </a:moveTo>
                <a:lnTo>
                  <a:pt x="1" y="0"/>
                </a:lnTo>
                <a:lnTo>
                  <a:pt x="2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3305451" y="2215130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3848100" y="275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3305451" y="1883756"/>
            <a:ext cx="560520" cy="56052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3822700" y="1854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2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3322778" y="2202394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38354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0"/>
                </a:moveTo>
                <a:lnTo>
                  <a:pt x="0" y="0"/>
                </a:lnTo>
                <a:lnTo>
                  <a:pt x="2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332553" y="2509705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3822700" y="248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3322778" y="2551083"/>
            <a:ext cx="531865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3835400" y="279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3291346" y="1887738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3873500" y="1866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3305451" y="2233024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848100" y="2209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3322778" y="2562399"/>
            <a:ext cx="531865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835400" y="255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3332553" y="2869710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3822700" y="2844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4052562" y="178969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4229100" y="1765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4052562" y="214970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4229100" y="213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052562" y="2509705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4229100" y="248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052562" y="2869710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42291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993" y="6012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1319" y="859361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synchronously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7094" y="103143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increased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4712" y="1289549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asynchronously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7094" y="1461621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decreased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03078" y="2475513"/>
            <a:ext cx="32823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218381" y="2468135"/>
            <a:ext cx="25670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79465" y="2063436"/>
            <a:ext cx="450593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375459" y="2032264"/>
            <a:ext cx="14099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90335" y="3150917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63588" y="3150693"/>
            <a:ext cx="12180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714500" y="1092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9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425700" y="14478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6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1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1" y="10"/>
                </a:lnTo>
                <a:lnTo>
                  <a:pt x="2" y="11"/>
                </a:lnTo>
                <a:lnTo>
                  <a:pt x="2" y="12"/>
                </a:lnTo>
                <a:lnTo>
                  <a:pt x="3" y="13"/>
                </a:lnTo>
                <a:lnTo>
                  <a:pt x="5" y="14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4" y="10"/>
                </a:lnTo>
                <a:lnTo>
                  <a:pt x="14" y="9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149600" y="1447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1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4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873500" y="723900"/>
            <a:ext cx="177800" cy="190500"/>
          </a:xfrm>
          <a:custGeom>
            <a:avLst/>
            <a:gdLst/>
            <a:ahLst/>
            <a:cxnLst/>
            <a:rect l="l" t="t" r="r" b="b"/>
            <a:pathLst>
              <a:path w="14" h="15">
                <a:moveTo>
                  <a:pt x="14" y="7"/>
                </a:moveTo>
                <a:lnTo>
                  <a:pt x="14" y="6"/>
                </a:lnTo>
                <a:lnTo>
                  <a:pt x="13" y="5"/>
                </a:lnTo>
                <a:lnTo>
                  <a:pt x="13" y="3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8" y="1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3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5"/>
                </a:lnTo>
                <a:lnTo>
                  <a:pt x="8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488709" y="818553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16637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488709" y="1178557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6637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488709" y="153856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6637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488709" y="189856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6637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892537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3876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882762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387600" y="1104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865435" y="883982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4130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851330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4257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882762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3876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892537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3876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882762" y="1219934"/>
            <a:ext cx="518284" cy="259145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362200" y="1435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5"/>
                </a:moveTo>
                <a:lnTo>
                  <a:pt x="2" y="0"/>
                </a:lnTo>
                <a:lnTo>
                  <a:pt x="3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65435" y="1243986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413000" y="1790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865435" y="901875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4130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1882762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387600" y="121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892537" y="153856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3876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882762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3876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851330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4257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865435" y="1261880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4130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82762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3876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892537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3876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612546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31115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602771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111500" y="1104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585444" y="883982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31369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571339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1496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602771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1115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612546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1115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602771" y="121993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31115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585444" y="1243986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3136900" y="1790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585444" y="901875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1369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602771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111500" y="121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612546" y="1538561"/>
            <a:ext cx="494457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086100" y="1511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0" y="0"/>
                </a:lnTo>
                <a:lnTo>
                  <a:pt x="2" y="2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602771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1115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571339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1496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585444" y="1261880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31369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602771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31115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612546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31115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3332555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3822700" y="80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3322780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3835400" y="110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3305453" y="883982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38481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291348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38735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3322780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8354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3332555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3822700" y="1155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3322780" y="121993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38354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3305453" y="1243986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38481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3305453" y="912612"/>
            <a:ext cx="560520" cy="56052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3822700" y="889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1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3322780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3835400" y="121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332555" y="153856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3822700" y="152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3322780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3835400" y="181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3291348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38735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3305453" y="1261880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848100" y="124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3322780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8354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3332555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38227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4052564" y="818553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42291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4052564" y="1178557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42291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052564" y="153856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42291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052564" y="189856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42291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Representation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of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03080" y="1504369"/>
            <a:ext cx="32823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18382" y="1496991"/>
            <a:ext cx="256701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9467" y="1092292"/>
            <a:ext cx="45059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375461" y="1061119"/>
            <a:ext cx="14099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890335" y="3150929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662445" y="3150705"/>
            <a:ext cx="1229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714500" y="1092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4"/>
                </a:lnTo>
                <a:lnTo>
                  <a:pt x="8" y="14"/>
                </a:lnTo>
                <a:lnTo>
                  <a:pt x="9" y="13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425700" y="1447800"/>
            <a:ext cx="190500" cy="177800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15" y="7"/>
                </a:moveTo>
                <a:lnTo>
                  <a:pt x="14" y="6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1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1" y="10"/>
                </a:lnTo>
                <a:lnTo>
                  <a:pt x="2" y="11"/>
                </a:lnTo>
                <a:lnTo>
                  <a:pt x="2" y="12"/>
                </a:lnTo>
                <a:lnTo>
                  <a:pt x="3" y="13"/>
                </a:lnTo>
                <a:lnTo>
                  <a:pt x="5" y="14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4" y="10"/>
                </a:lnTo>
                <a:lnTo>
                  <a:pt x="14" y="9"/>
                </a:lnTo>
                <a:lnTo>
                  <a:pt x="15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149600" y="1447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7"/>
                </a:moveTo>
                <a:lnTo>
                  <a:pt x="14" y="6"/>
                </a:lnTo>
                <a:lnTo>
                  <a:pt x="14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1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1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6" y="14"/>
                </a:lnTo>
                <a:lnTo>
                  <a:pt x="7" y="14"/>
                </a:lnTo>
                <a:lnTo>
                  <a:pt x="9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4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873500" y="723900"/>
            <a:ext cx="177800" cy="190500"/>
          </a:xfrm>
          <a:custGeom>
            <a:avLst/>
            <a:gdLst/>
            <a:ahLst/>
            <a:cxnLst/>
            <a:rect l="l" t="t" r="r" b="b"/>
            <a:pathLst>
              <a:path w="14" h="15">
                <a:moveTo>
                  <a:pt x="14" y="7"/>
                </a:moveTo>
                <a:lnTo>
                  <a:pt x="14" y="6"/>
                </a:lnTo>
                <a:lnTo>
                  <a:pt x="13" y="5"/>
                </a:lnTo>
                <a:lnTo>
                  <a:pt x="13" y="3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8" y="1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3" y="2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4"/>
                </a:lnTo>
                <a:lnTo>
                  <a:pt x="5" y="14"/>
                </a:lnTo>
                <a:lnTo>
                  <a:pt x="7" y="15"/>
                </a:lnTo>
                <a:lnTo>
                  <a:pt x="8" y="14"/>
                </a:lnTo>
                <a:lnTo>
                  <a:pt x="10" y="14"/>
                </a:lnTo>
                <a:lnTo>
                  <a:pt x="11" y="13"/>
                </a:lnTo>
                <a:lnTo>
                  <a:pt x="12" y="12"/>
                </a:lnTo>
                <a:lnTo>
                  <a:pt x="13" y="11"/>
                </a:lnTo>
                <a:lnTo>
                  <a:pt x="13" y="10"/>
                </a:lnTo>
                <a:lnTo>
                  <a:pt x="14" y="9"/>
                </a:lnTo>
                <a:lnTo>
                  <a:pt x="14" y="7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488709" y="818553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16637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488709" y="1178557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6637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488709" y="153856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6637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488709" y="189856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6637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892537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3876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882762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387600" y="1104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865435" y="883982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4130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851330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4257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882762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3876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892537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3876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882762" y="1219934"/>
            <a:ext cx="518284" cy="259145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362200" y="1435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5"/>
                </a:moveTo>
                <a:lnTo>
                  <a:pt x="2" y="0"/>
                </a:lnTo>
                <a:lnTo>
                  <a:pt x="3" y="3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65435" y="1243986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413000" y="1790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865435" y="901875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24130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1882762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387600" y="121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892537" y="153856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3876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882762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3876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851330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4257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865435" y="1261880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4130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82762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3876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892537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23876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2612546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31115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602771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111500" y="1104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585444" y="883982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31369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571339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1496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602771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1115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2612546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1115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2602771" y="121993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31115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585444" y="1243986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3136900" y="1790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 flipV="1">
            <a:off x="2585444" y="901875"/>
            <a:ext cx="571257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1369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602771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111500" y="121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612546" y="1538561"/>
            <a:ext cx="494457" cy="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086100" y="1511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0" y="0"/>
                </a:lnTo>
                <a:lnTo>
                  <a:pt x="2" y="2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2602771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1115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571339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1496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585444" y="1261880"/>
            <a:ext cx="571257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31369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602771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31115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612546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31115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3332555" y="818553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 112"/>
          <p:cNvSpPr/>
          <p:nvPr/>
        </p:nvSpPr>
        <p:spPr>
          <a:xfrm>
            <a:off x="3822700" y="80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3322780" y="85993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3835400" y="110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3305453" y="883982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reeform 116"/>
          <p:cNvSpPr/>
          <p:nvPr/>
        </p:nvSpPr>
        <p:spPr>
          <a:xfrm>
            <a:off x="38481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291348" y="895540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38735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3322780" y="871246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8354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3332555" y="1178557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3822700" y="1155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3322780" y="1219934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38354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3305453" y="1243986"/>
            <a:ext cx="571256" cy="5712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38481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3305453" y="912612"/>
            <a:ext cx="560520" cy="560520"/>
          </a:xfrm>
          <a:prstGeom prst="line">
            <a:avLst/>
          </a:prstGeom>
          <a:ln w="1518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3822700" y="889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0"/>
                </a:moveTo>
                <a:lnTo>
                  <a:pt x="0" y="1"/>
                </a:lnTo>
                <a:lnTo>
                  <a:pt x="3" y="2"/>
                </a:lnTo>
                <a:lnTo>
                  <a:pt x="4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3322780" y="1231250"/>
            <a:ext cx="531864" cy="26593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reeform 130"/>
          <p:cNvSpPr/>
          <p:nvPr/>
        </p:nvSpPr>
        <p:spPr>
          <a:xfrm>
            <a:off x="3835400" y="121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332555" y="153856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3822700" y="152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3322780" y="1579939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3835400" y="1816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3291348" y="916594"/>
            <a:ext cx="603324" cy="90498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38735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3305453" y="1261880"/>
            <a:ext cx="571256" cy="5712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848100" y="124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3322780" y="1591255"/>
            <a:ext cx="531864" cy="2659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8354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3332555" y="1898566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38227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4052564" y="818553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4229100" y="80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4052564" y="1178557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42291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052564" y="1538561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42291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052564" y="1898566"/>
            <a:ext cx="19346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4229100" y="187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Representation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of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Hebb’s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law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03080" y="1504369"/>
            <a:ext cx="32823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18382" y="1496991"/>
            <a:ext cx="256701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9467" y="1092292"/>
            <a:ext cx="45059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375461" y="1061119"/>
            <a:ext cx="14099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signals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59991" y="2138595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466756" y="2312989"/>
            <a:ext cx="33186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9992" y="2564984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90335" y="3150929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2445" y="3150705"/>
            <a:ext cx="1229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4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9999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Forgetting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22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138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4" y="3150918"/>
            <a:ext cx="8950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1696" y="3150694"/>
            <a:ext cx="1536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4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9999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Forgetting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22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138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35272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saturation.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4" y="3150918"/>
            <a:ext cx="8950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1696" y="3150694"/>
            <a:ext cx="1536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Forgetting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22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138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35272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saturation.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108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non-linear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factor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1699" y="3150692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Forgetting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22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138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35272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saturation.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108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non-linear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factor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1839" y="1966376"/>
            <a:ext cx="34635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ϕy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1699" y="3150692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Forgetting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22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138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35272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saturation.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108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non-linear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factor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introduced: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1839" y="1966376"/>
            <a:ext cx="34635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αy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ϕy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626" y="2277113"/>
            <a:ext cx="510576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ϕ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usually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typically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1699" y="3150692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695999" y="-23374346"/>
            <a:ext cx="89142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Generalised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activity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product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2100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930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4774" y="3150694"/>
            <a:ext cx="1306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695999" y="-23374346"/>
            <a:ext cx="89142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Generalised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activity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product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2100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930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0764" y="1604871"/>
            <a:ext cx="35746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λx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4774" y="3150694"/>
            <a:ext cx="1306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295670" y="2025980"/>
            <a:ext cx="89142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Generalised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activity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product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2100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930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activity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product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0764" y="1604871"/>
            <a:ext cx="35746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∆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λx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29237" y="1858610"/>
            <a:ext cx="11561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λ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8972" y="2047369"/>
            <a:ext cx="4864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54774" y="3150694"/>
            <a:ext cx="1306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9962" y="1053048"/>
            <a:ext cx="2520117" cy="3225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9962" y="1956711"/>
            <a:ext cx="2520117" cy="3369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80" y="1956711"/>
            <a:ext cx="2520117" cy="45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80" y="2410542"/>
            <a:ext cx="2520117" cy="233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80080" y="936415"/>
            <a:ext cx="2520117" cy="439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9962" y="1956711"/>
            <a:ext cx="2520117" cy="3369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80" y="1956711"/>
            <a:ext cx="2520117" cy="45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80" y="2410542"/>
            <a:ext cx="2520117" cy="233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80" y="936415"/>
            <a:ext cx="2520117" cy="439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80" y="1956711"/>
            <a:ext cx="2520117" cy="45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80" y="2410542"/>
            <a:ext cx="2520117" cy="233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80" y="936415"/>
            <a:ext cx="2520117" cy="439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80" y="2410542"/>
            <a:ext cx="2520117" cy="233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80" y="936415"/>
            <a:ext cx="2520117" cy="439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80" y="936415"/>
            <a:ext cx="2520117" cy="439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98600" y="13716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98600" y="1663700"/>
            <a:ext cx="1384300" cy="292100"/>
          </a:xfrm>
          <a:custGeom>
            <a:avLst/>
            <a:gdLst/>
            <a:ahLst/>
            <a:cxnLst/>
            <a:rect l="l" t="t" r="r" b="b"/>
            <a:pathLst>
              <a:path w="109" h="23">
                <a:moveTo>
                  <a:pt x="10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  <a:lnTo>
                  <a:pt x="2" y="23"/>
                </a:lnTo>
                <a:lnTo>
                  <a:pt x="3" y="23"/>
                </a:lnTo>
                <a:lnTo>
                  <a:pt x="4" y="23"/>
                </a:lnTo>
                <a:lnTo>
                  <a:pt x="105" y="23"/>
                </a:lnTo>
                <a:lnTo>
                  <a:pt x="106" y="23"/>
                </a:lnTo>
                <a:lnTo>
                  <a:pt x="107" y="23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1"/>
                </a:lnTo>
                <a:lnTo>
                  <a:pt x="109" y="20"/>
                </a:lnTo>
                <a:lnTo>
                  <a:pt x="109" y="20"/>
                </a:lnTo>
                <a:lnTo>
                  <a:pt x="109" y="4"/>
                </a:lnTo>
                <a:lnTo>
                  <a:pt x="109" y="3"/>
                </a:lnTo>
                <a:lnTo>
                  <a:pt x="108" y="2"/>
                </a:lnTo>
                <a:lnTo>
                  <a:pt x="108" y="2"/>
                </a:lnTo>
                <a:lnTo>
                  <a:pt x="108" y="1"/>
                </a:lnTo>
                <a:lnTo>
                  <a:pt x="107" y="1"/>
                </a:lnTo>
                <a:lnTo>
                  <a:pt x="107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6637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1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1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0"/>
                </a:lnTo>
                <a:lnTo>
                  <a:pt x="105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1371600"/>
            <a:ext cx="1371600" cy="292100"/>
          </a:xfrm>
          <a:custGeom>
            <a:avLst/>
            <a:gdLst/>
            <a:ahLst/>
            <a:cxnLst/>
            <a:rect l="l" t="t" r="r" b="b"/>
            <a:pathLst>
              <a:path w="108" h="23">
                <a:moveTo>
                  <a:pt x="105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20"/>
                </a:lnTo>
                <a:lnTo>
                  <a:pt x="0" y="20"/>
                </a:lnTo>
                <a:lnTo>
                  <a:pt x="0" y="21"/>
                </a:lnTo>
                <a:lnTo>
                  <a:pt x="1" y="22"/>
                </a:lnTo>
                <a:lnTo>
                  <a:pt x="1" y="22"/>
                </a:lnTo>
                <a:lnTo>
                  <a:pt x="1" y="22"/>
                </a:lnTo>
                <a:lnTo>
                  <a:pt x="2" y="23"/>
                </a:lnTo>
                <a:lnTo>
                  <a:pt x="3" y="23"/>
                </a:lnTo>
                <a:lnTo>
                  <a:pt x="3" y="23"/>
                </a:lnTo>
                <a:lnTo>
                  <a:pt x="105" y="23"/>
                </a:lnTo>
                <a:lnTo>
                  <a:pt x="106" y="23"/>
                </a:lnTo>
                <a:lnTo>
                  <a:pt x="106" y="23"/>
                </a:lnTo>
                <a:lnTo>
                  <a:pt x="107" y="22"/>
                </a:lnTo>
                <a:lnTo>
                  <a:pt x="107" y="22"/>
                </a:lnTo>
                <a:lnTo>
                  <a:pt x="108" y="22"/>
                </a:lnTo>
                <a:lnTo>
                  <a:pt x="108" y="21"/>
                </a:lnTo>
                <a:lnTo>
                  <a:pt x="108" y="20"/>
                </a:lnTo>
                <a:lnTo>
                  <a:pt x="108" y="20"/>
                </a:lnTo>
                <a:lnTo>
                  <a:pt x="108" y="4"/>
                </a:lnTo>
                <a:lnTo>
                  <a:pt x="108" y="3"/>
                </a:lnTo>
                <a:lnTo>
                  <a:pt x="108" y="2"/>
                </a:lnTo>
                <a:lnTo>
                  <a:pt x="108" y="2"/>
                </a:lnTo>
                <a:lnTo>
                  <a:pt x="107" y="1"/>
                </a:lnTo>
                <a:lnTo>
                  <a:pt x="107" y="1"/>
                </a:lnTo>
                <a:lnTo>
                  <a:pt x="106" y="1"/>
                </a:lnTo>
                <a:lnTo>
                  <a:pt x="106" y="1"/>
                </a:lnTo>
                <a:lnTo>
                  <a:pt x="105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5400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27"/>
                </a:moveTo>
                <a:lnTo>
                  <a:pt x="27" y="27"/>
                </a:lnTo>
                <a:lnTo>
                  <a:pt x="27" y="0"/>
                </a:lnTo>
                <a:lnTo>
                  <a:pt x="21" y="1"/>
                </a:lnTo>
                <a:lnTo>
                  <a:pt x="16" y="2"/>
                </a:lnTo>
                <a:lnTo>
                  <a:pt x="12" y="5"/>
                </a:lnTo>
                <a:lnTo>
                  <a:pt x="8" y="8"/>
                </a:lnTo>
                <a:lnTo>
                  <a:pt x="4" y="12"/>
                </a:lnTo>
                <a:lnTo>
                  <a:pt x="2" y="17"/>
                </a:lnTo>
                <a:lnTo>
                  <a:pt x="0" y="22"/>
                </a:lnTo>
                <a:lnTo>
                  <a:pt x="0" y="27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400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0" y="0"/>
                </a:moveTo>
                <a:lnTo>
                  <a:pt x="27" y="0"/>
                </a:lnTo>
                <a:lnTo>
                  <a:pt x="27" y="27"/>
                </a:lnTo>
                <a:lnTo>
                  <a:pt x="21" y="27"/>
                </a:lnTo>
                <a:lnTo>
                  <a:pt x="16" y="25"/>
                </a:lnTo>
                <a:lnTo>
                  <a:pt x="12" y="23"/>
                </a:lnTo>
                <a:lnTo>
                  <a:pt x="8" y="19"/>
                </a:lnTo>
                <a:lnTo>
                  <a:pt x="4" y="15"/>
                </a:lnTo>
                <a:lnTo>
                  <a:pt x="2" y="11"/>
                </a:ln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882900" y="1663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0"/>
                </a:moveTo>
                <a:lnTo>
                  <a:pt x="0" y="0"/>
                </a:lnTo>
                <a:lnTo>
                  <a:pt x="0" y="27"/>
                </a:lnTo>
                <a:lnTo>
                  <a:pt x="5" y="27"/>
                </a:lnTo>
                <a:lnTo>
                  <a:pt x="10" y="25"/>
                </a:lnTo>
                <a:lnTo>
                  <a:pt x="15" y="23"/>
                </a:lnTo>
                <a:lnTo>
                  <a:pt x="19" y="19"/>
                </a:lnTo>
                <a:lnTo>
                  <a:pt x="22" y="15"/>
                </a:lnTo>
                <a:lnTo>
                  <a:pt x="25" y="11"/>
                </a:lnTo>
                <a:lnTo>
                  <a:pt x="26" y="6"/>
                </a:lnTo>
                <a:lnTo>
                  <a:pt x="27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82900" y="1320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7" h="27">
                <a:moveTo>
                  <a:pt x="27" y="27"/>
                </a:moveTo>
                <a:lnTo>
                  <a:pt x="0" y="27"/>
                </a:lnTo>
                <a:lnTo>
                  <a:pt x="0" y="0"/>
                </a:lnTo>
                <a:lnTo>
                  <a:pt x="5" y="1"/>
                </a:lnTo>
                <a:lnTo>
                  <a:pt x="10" y="2"/>
                </a:lnTo>
                <a:lnTo>
                  <a:pt x="15" y="5"/>
                </a:lnTo>
                <a:lnTo>
                  <a:pt x="19" y="8"/>
                </a:lnTo>
                <a:lnTo>
                  <a:pt x="22" y="12"/>
                </a:lnTo>
                <a:lnTo>
                  <a:pt x="25" y="17"/>
                </a:lnTo>
                <a:lnTo>
                  <a:pt x="26" y="22"/>
                </a:lnTo>
                <a:lnTo>
                  <a:pt x="27" y="27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534335" y="1666150"/>
            <a:ext cx="691489" cy="0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080" y="1320406"/>
            <a:ext cx="0" cy="691489"/>
          </a:xfrm>
          <a:prstGeom prst="line">
            <a:avLst/>
          </a:prstGeom>
          <a:ln w="41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Hebbian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7947" y="1474157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17947" y="1762969"/>
            <a:ext cx="4167448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Activation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3500" y="1753341"/>
            <a:ext cx="2461895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Weight</a:t>
            </a:r>
            <a:r>
              <a:rPr sz="901" b="1">
                <a:solidFill>
                  <a:srgbClr val="FFFFFF"/>
                </a:solidFill>
                <a:latin typeface="Josefin Sans"/>
              </a:rPr>
              <a:t> </a:t>
            </a:r>
            <a:r>
              <a:rPr sz="901" b="1">
                <a:solidFill>
                  <a:srgbClr val="FFFFFF"/>
                </a:solidFill>
                <a:latin typeface="Josefin Sans"/>
              </a:rPr>
              <a:t>training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4908" y="1471122"/>
            <a:ext cx="209048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7881" y="1107690"/>
            <a:ext cx="5107514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ran-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566" y="1222764"/>
            <a:ext cx="512482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dom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values.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to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α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ϕ</a:t>
            </a:r>
            <a:r>
              <a:rPr sz="741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552" y="2067843"/>
            <a:ext cx="531084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03504" y="2069421"/>
            <a:ext cx="4081891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2601" y="2004507"/>
            <a:ext cx="3852795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n</a:t>
            </a:r>
            <a:r>
              <a:rPr sz="741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1155" y="2174759"/>
            <a:ext cx="3864240" cy="97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494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62312" y="2068201"/>
            <a:ext cx="3723083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θ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4628" y="2011341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correction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generalised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activity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94628" y="2126414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product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558" y="2241846"/>
            <a:ext cx="212783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ϕy</a:t>
            </a:r>
            <a:r>
              <a:rPr sz="494" b="0">
                <a:solidFill>
                  <a:srgbClr val="000000"/>
                </a:solidFill>
                <a:latin typeface="Cambria Math"/>
              </a:rPr>
              <a:t>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[</a:t>
            </a:r>
            <a:r>
              <a:rPr sz="741" b="0">
                <a:solidFill>
                  <a:srgbClr val="000000"/>
                </a:solidFill>
                <a:latin typeface="Cambria Math"/>
              </a:rPr>
              <a:t>λx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94628" y="247528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98688" y="2476867"/>
            <a:ext cx="168670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=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  <a:r>
              <a:rPr sz="741" b="0">
                <a:solidFill>
                  <a:srgbClr val="000000"/>
                </a:solidFill>
                <a:latin typeface="Cambria Math"/>
              </a:rPr>
              <a:t> </a:t>
            </a:r>
            <a:r>
              <a:rPr sz="741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741" b="0">
                <a:solidFill>
                  <a:srgbClr val="000000"/>
                </a:solidFill>
                <a:latin typeface="Cambria Math"/>
              </a:rPr>
              <a:t>w</a:t>
            </a:r>
            <a:r>
              <a:rPr sz="494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94628" y="993079"/>
            <a:ext cx="2790767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2796" y="1108153"/>
            <a:ext cx="2492599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Weight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–</a:t>
            </a:r>
            <a:r>
              <a:rPr sz="741" b="1">
                <a:solidFill>
                  <a:srgbClr val="000000"/>
                </a:solidFill>
                <a:latin typeface="Josefin Sans"/>
              </a:rPr>
              <a:t> </a:t>
            </a:r>
            <a:r>
              <a:rPr sz="741" b="1">
                <a:solidFill>
                  <a:srgbClr val="000000"/>
                </a:solidFill>
                <a:latin typeface="Josefin Sans"/>
              </a:rPr>
              <a:t>Iteration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5787" y="1223226"/>
            <a:ext cx="2399608" cy="1459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1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reach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steady-state</a:t>
            </a:r>
            <a:r>
              <a:rPr sz="741" b="0">
                <a:solidFill>
                  <a:srgbClr val="000000"/>
                </a:solidFill>
                <a:latin typeface="Josefin Sans"/>
              </a:rPr>
              <a:t> </a:t>
            </a:r>
            <a:r>
              <a:rPr sz="741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5409" y="1467594"/>
            <a:ext cx="3059986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0093" y="1758150"/>
            <a:ext cx="3085302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96728" y="175760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96728" y="1467594"/>
            <a:ext cx="2788667" cy="17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1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40209" y="3150694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64274" y="936870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274" y="1296874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4274" y="1656879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274" y="2016883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4274" y="2376888"/>
            <a:ext cx="180001" cy="180001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12620" y="1026871"/>
            <a:ext cx="12381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825500" y="1003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12620" y="1386875"/>
            <a:ext cx="12381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8255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12620" y="1746880"/>
            <a:ext cx="12381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8255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12620" y="2106884"/>
            <a:ext cx="12381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8255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12620" y="2466889"/>
            <a:ext cx="12381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825500" y="2451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46806" y="1026871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1536700" y="1003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46806" y="1073128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15494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46748" y="1119402"/>
            <a:ext cx="544212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5621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15909" y="1119402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587500" y="1981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00468" y="1119402"/>
            <a:ext cx="621121" cy="1242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600200" y="233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046806" y="1079565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1549400" y="106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46806" y="1386875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5367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46806" y="1433132"/>
            <a:ext cx="522089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1549400" y="1663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46748" y="1479407"/>
            <a:ext cx="544212" cy="54415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562100" y="1993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15909" y="1479407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587500" y="2349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1046748" y="1110192"/>
            <a:ext cx="544212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1562100" y="109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1046806" y="1439569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15494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46806" y="1746880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1536700" y="1727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46806" y="1793137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15494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46748" y="1839411"/>
            <a:ext cx="544212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5621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015909" y="1124912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587500" y="110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046748" y="1470197"/>
            <a:ext cx="544212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562100" y="144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1046806" y="1799574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549400" y="1790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046806" y="2106884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1536700" y="2082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046806" y="2153141"/>
            <a:ext cx="522089" cy="2610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15494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1000468" y="1132259"/>
            <a:ext cx="621121" cy="1242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1600200" y="1104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3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1015909" y="1484916"/>
            <a:ext cx="593014" cy="8894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15875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0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1046748" y="1830201"/>
            <a:ext cx="544212" cy="5441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5621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0" y="1"/>
                </a:lnTo>
                <a:lnTo>
                  <a:pt x="2" y="1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1046806" y="2159578"/>
            <a:ext cx="522089" cy="2610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1549400" y="2146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1046806" y="2466889"/>
            <a:ext cx="509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1536700" y="2451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766815" y="1026871"/>
            <a:ext cx="1294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/>
          <p:cNvSpPr/>
          <p:nvPr/>
        </p:nvSpPr>
        <p:spPr>
          <a:xfrm>
            <a:off x="1879600" y="1003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1766815" y="1386875"/>
            <a:ext cx="1294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18796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766815" y="1746880"/>
            <a:ext cx="1294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18796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766815" y="2106884"/>
            <a:ext cx="1294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18796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766815" y="2466889"/>
            <a:ext cx="12944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1879600" y="2451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4623" y="938037"/>
            <a:ext cx="5260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4623" y="1298031"/>
            <a:ext cx="5260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4623" y="1658038"/>
            <a:ext cx="5260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4623" y="2018032"/>
            <a:ext cx="5260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4623" y="2378039"/>
            <a:ext cx="5260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632" y="963246"/>
            <a:ext cx="48657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632" y="1323240"/>
            <a:ext cx="48657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632" y="1683235"/>
            <a:ext cx="48657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9632" y="2043242"/>
            <a:ext cx="48657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9632" y="2403236"/>
            <a:ext cx="48657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39633" y="963246"/>
            <a:ext cx="41457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39633" y="1323240"/>
            <a:ext cx="41457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39633" y="1683235"/>
            <a:ext cx="41457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39633" y="2043242"/>
            <a:ext cx="41457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39633" y="2403236"/>
            <a:ext cx="41457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70252" y="934951"/>
            <a:ext cx="38151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70252" y="1294958"/>
            <a:ext cx="38151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70252" y="1654952"/>
            <a:ext cx="38151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70252" y="2014959"/>
            <a:ext cx="38151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70252" y="2374953"/>
            <a:ext cx="38151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457271" y="654689"/>
            <a:ext cx="33281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53562" y="1240740"/>
            <a:ext cx="31318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38131" y="866914"/>
            <a:ext cx="28472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38131" y="1044548"/>
            <a:ext cx="28472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09835" y="897866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09835" y="1068668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09835" y="1239483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009835" y="1410285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09835" y="1581100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063607" y="866914"/>
            <a:ext cx="2721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63607" y="1044548"/>
            <a:ext cx="2721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48645" y="1240740"/>
            <a:ext cx="21367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33227" y="866914"/>
            <a:ext cx="18521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33227" y="1044548"/>
            <a:ext cx="18521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04918" y="897866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04918" y="1068668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04918" y="1239483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04918" y="1410285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04918" y="1581100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58690" y="866914"/>
            <a:ext cx="17267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058690" y="1044548"/>
            <a:ext cx="17267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43741" y="1240740"/>
            <a:ext cx="114165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28310" y="866914"/>
            <a:ext cx="8570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28310" y="1044548"/>
            <a:ext cx="8570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00014" y="897866"/>
            <a:ext cx="7853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00014" y="1068668"/>
            <a:ext cx="7853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00014" y="1239483"/>
            <a:ext cx="7853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00014" y="1410285"/>
            <a:ext cx="7853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00014" y="1581100"/>
            <a:ext cx="7853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53786" y="866914"/>
            <a:ext cx="7316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053786" y="1044548"/>
            <a:ext cx="7316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53562" y="2368081"/>
            <a:ext cx="31318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938131" y="1994254"/>
            <a:ext cx="28472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938131" y="2171889"/>
            <a:ext cx="28472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009835" y="2025207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009835" y="2196009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09835" y="2366824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09835" y="2537626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009835" y="2708441"/>
            <a:ext cx="27755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063607" y="1994254"/>
            <a:ext cx="2721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63607" y="2171889"/>
            <a:ext cx="2721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648645" y="2368081"/>
            <a:ext cx="21367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5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933226" y="1994254"/>
            <a:ext cx="18521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933226" y="2171889"/>
            <a:ext cx="18521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04918" y="2025206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004918" y="2196008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004918" y="2366823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004918" y="2537626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004918" y="2708441"/>
            <a:ext cx="1780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58690" y="1994254"/>
            <a:ext cx="17267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058690" y="2171889"/>
            <a:ext cx="17267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890337" y="3150917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639218" y="3150693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09425" y="1353257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425" y="1571071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425" y="1788884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425" y="2006698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425" y="2224511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17670" y="1407710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787400" y="1397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17670" y="1625524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787400" y="1612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17670" y="1843337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787400" y="1828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17670" y="2061151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787400" y="2044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17670" y="2278964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787400" y="2260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19862" y="1407710"/>
            <a:ext cx="294569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11938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19862" y="1435697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1219200" y="1574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19827" y="1463695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231900" y="1778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01169" y="1463695"/>
            <a:ext cx="358791" cy="5381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244600" y="1981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91827" y="1463695"/>
            <a:ext cx="375796" cy="7515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257300" y="2197100"/>
            <a:ext cx="12700" cy="38100"/>
          </a:xfrm>
          <a:custGeom>
            <a:avLst/>
            <a:gdLst/>
            <a:ahLst/>
            <a:cxnLst/>
            <a:rect l="l" t="t" r="r" b="b"/>
            <a:pathLst>
              <a:path w="1" h="3">
                <a:moveTo>
                  <a:pt x="1" y="3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919862" y="1439592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1219200" y="14351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919862" y="1625524"/>
            <a:ext cx="294569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193800" y="1600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19862" y="1653511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1219200" y="1790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19827" y="1681508"/>
            <a:ext cx="329265" cy="3292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231900" y="1993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01169" y="1681508"/>
            <a:ext cx="358791" cy="53813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244600" y="2209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919827" y="1458123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1231900" y="1447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919862" y="1657405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1219200" y="1651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19862" y="1843337"/>
            <a:ext cx="294569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1193800" y="1816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19862" y="1871324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1219200" y="20193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19827" y="1899322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31900" y="2209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901169" y="1467028"/>
            <a:ext cx="358791" cy="53813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244600" y="1460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919827" y="1675936"/>
            <a:ext cx="329265" cy="3292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231900" y="1663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919862" y="1875219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219200" y="1866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919862" y="2061151"/>
            <a:ext cx="294569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1193800" y="2032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919862" y="2089138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1219200" y="22352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891827" y="1471474"/>
            <a:ext cx="375796" cy="7515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1257300" y="1460500"/>
            <a:ext cx="12700" cy="254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901169" y="1684842"/>
            <a:ext cx="358791" cy="5381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1244600" y="16764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919827" y="1893749"/>
            <a:ext cx="329265" cy="3292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231900" y="1879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919862" y="2093032"/>
            <a:ext cx="315880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1219200" y="2082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919862" y="2278964"/>
            <a:ext cx="294569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1193800" y="2260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355489" y="1407710"/>
            <a:ext cx="783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/>
          <p:cNvSpPr/>
          <p:nvPr/>
        </p:nvSpPr>
        <p:spPr>
          <a:xfrm>
            <a:off x="1422400" y="1397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1355489" y="1625524"/>
            <a:ext cx="783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1422400" y="1612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355489" y="1843337"/>
            <a:ext cx="783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1422400" y="1828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355489" y="2061151"/>
            <a:ext cx="783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1422400" y="2044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355489" y="2278964"/>
            <a:ext cx="783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1422400" y="2260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726995" y="728573"/>
            <a:ext cx="402316" cy="2403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9993" y="6044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Initialisation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3934" y="1353956"/>
            <a:ext cx="5181461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3934" y="1571763"/>
            <a:ext cx="5181461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934" y="1789578"/>
            <a:ext cx="5181461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934" y="2007385"/>
            <a:ext cx="5181461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3934" y="2225200"/>
            <a:ext cx="5181461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2926" y="1369208"/>
            <a:ext cx="4942469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2926" y="1587015"/>
            <a:ext cx="4942469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2926" y="1804830"/>
            <a:ext cx="4942469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2926" y="2022637"/>
            <a:ext cx="4942469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2926" y="2240452"/>
            <a:ext cx="4942469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78548" y="1369208"/>
            <a:ext cx="4506847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78548" y="1587015"/>
            <a:ext cx="4506847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78548" y="1804830"/>
            <a:ext cx="4506847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78548" y="2022637"/>
            <a:ext cx="4506847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78548" y="2240452"/>
            <a:ext cx="4506847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78582" y="1352096"/>
            <a:ext cx="4306813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78582" y="1569903"/>
            <a:ext cx="4306813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78582" y="1787711"/>
            <a:ext cx="4306813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78582" y="2005526"/>
            <a:ext cx="4306813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78582" y="2223333"/>
            <a:ext cx="4306813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432202" y="1365802"/>
            <a:ext cx="33531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02915" y="853809"/>
            <a:ext cx="29824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04070" y="733603"/>
            <a:ext cx="278132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51263" y="793712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80229" y="793712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009094" y="793712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38060" y="793712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67025" y="793712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901264" y="1024611"/>
            <a:ext cx="2884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901264" y="1195426"/>
            <a:ext cx="2884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01264" y="1366228"/>
            <a:ext cx="2884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901264" y="1537043"/>
            <a:ext cx="2884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01264" y="1707858"/>
            <a:ext cx="2884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05226" y="993659"/>
            <a:ext cx="25801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205226" y="1171307"/>
            <a:ext cx="25801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51263" y="1024611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680229" y="1024611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9094" y="1024611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38060" y="1024611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67025" y="1024611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51263" y="1195426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80229" y="1195426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009094" y="1195426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338060" y="1195426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667025" y="1195426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351263" y="1366228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680229" y="1366228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9094" y="1366228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38060" y="1366228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667025" y="1366228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51263" y="1537043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680229" y="1537043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009094" y="1537043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38060" y="1537043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67025" y="1537043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351263" y="1707858"/>
            <a:ext cx="2434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80229" y="1707858"/>
            <a:ext cx="2105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9094" y="1707858"/>
            <a:ext cx="17763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338060" y="1707858"/>
            <a:ext cx="1447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67025" y="1707858"/>
            <a:ext cx="1118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795228" y="993659"/>
            <a:ext cx="9901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795228" y="1171307"/>
            <a:ext cx="9901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333941" y="2257811"/>
            <a:ext cx="24514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θ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67900" y="1885669"/>
            <a:ext cx="22174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567900" y="2063316"/>
            <a:ext cx="22174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639591" y="1916621"/>
            <a:ext cx="2145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639591" y="2087423"/>
            <a:ext cx="2145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639591" y="2258238"/>
            <a:ext cx="2145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639591" y="2429040"/>
            <a:ext cx="2145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39591" y="2599855"/>
            <a:ext cx="2145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938334" y="1885669"/>
            <a:ext cx="18470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938334" y="2063316"/>
            <a:ext cx="18470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497047" y="2739098"/>
            <a:ext cx="22883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472726" y="2859303"/>
            <a:ext cx="23126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ϕ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02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890339" y="3150930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639372" y="3150706"/>
            <a:ext cx="14602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1442" y="1347980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1442" y="1565794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1442" y="1783607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1442" y="2001421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1442" y="2219234"/>
            <a:ext cx="108906" cy="108906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49687" y="1402433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609600" y="13843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49687" y="1620247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609600" y="1612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49687" y="1838061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609600" y="1828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49687" y="2055874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609600" y="2044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49687" y="2273687"/>
            <a:ext cx="749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609600" y="2260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51880" y="1402433"/>
            <a:ext cx="294568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10287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51880" y="1430420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1054100" y="1574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51844" y="1458418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66800" y="1778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33186" y="1458418"/>
            <a:ext cx="358791" cy="5381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079500" y="19812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23844" y="1458418"/>
            <a:ext cx="375797" cy="7515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079500" y="21971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751880" y="1434315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1054100" y="14224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751880" y="1620247"/>
            <a:ext cx="294568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60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51880" y="1648234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1054100" y="1790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51844" y="1676231"/>
            <a:ext cx="329265" cy="3292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066800" y="1993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733186" y="1676231"/>
            <a:ext cx="351148" cy="526675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054100" y="2171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751844" y="1452846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1066800" y="1447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751880" y="1652129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1054100" y="16510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751880" y="1838061"/>
            <a:ext cx="294568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1028700" y="1816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751880" y="1866047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1054100" y="2006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51844" y="1894045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066800" y="2209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733186" y="1461751"/>
            <a:ext cx="358791" cy="53813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079500" y="1447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751844" y="1670659"/>
            <a:ext cx="329265" cy="3292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066800" y="1663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751880" y="1869942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054100" y="18669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751880" y="2055874"/>
            <a:ext cx="294568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1028700" y="2032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51880" y="2083861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1054100" y="2222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723844" y="1466197"/>
            <a:ext cx="375797" cy="7515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1079500" y="1447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0"/>
                </a:moveTo>
                <a:lnTo>
                  <a:pt x="0" y="2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733186" y="1691029"/>
            <a:ext cx="351148" cy="526674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1054100" y="1663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2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751844" y="1888473"/>
            <a:ext cx="329265" cy="3292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066800" y="1879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751880" y="2087755"/>
            <a:ext cx="315879" cy="1579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1054100" y="2082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751880" y="2273687"/>
            <a:ext cx="294568" cy="0"/>
          </a:xfrm>
          <a:prstGeom prst="line">
            <a:avLst/>
          </a:prstGeom>
          <a:ln w="122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1028700" y="2247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187507" y="1402433"/>
            <a:ext cx="7831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/>
          <p:cNvSpPr/>
          <p:nvPr/>
        </p:nvSpPr>
        <p:spPr>
          <a:xfrm>
            <a:off x="1257300" y="13843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1187507" y="1620247"/>
            <a:ext cx="7831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1257300" y="1612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187507" y="1838061"/>
            <a:ext cx="7831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 105"/>
          <p:cNvSpPr/>
          <p:nvPr/>
        </p:nvSpPr>
        <p:spPr>
          <a:xfrm>
            <a:off x="1257300" y="1828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187507" y="2055874"/>
            <a:ext cx="7831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1257300" y="2044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187507" y="2273687"/>
            <a:ext cx="7831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1257300" y="2260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263431" y="832181"/>
            <a:ext cx="402316" cy="2403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9993" y="68052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(After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1270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iterations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(254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epochs))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5951" y="1348679"/>
            <a:ext cx="5349444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5951" y="1566494"/>
            <a:ext cx="5349444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5951" y="1784301"/>
            <a:ext cx="5349444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5951" y="2002116"/>
            <a:ext cx="5349444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5951" y="2219923"/>
            <a:ext cx="5349444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x</a:t>
            </a:r>
            <a:r>
              <a:rPr sz="482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4943" y="1363931"/>
            <a:ext cx="5110452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4943" y="1581746"/>
            <a:ext cx="5110452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74943" y="1799553"/>
            <a:ext cx="5110452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4943" y="2017368"/>
            <a:ext cx="5110452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74943" y="2235176"/>
            <a:ext cx="5110452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0557" y="1363931"/>
            <a:ext cx="4674838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0557" y="1581746"/>
            <a:ext cx="4674838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10557" y="1799553"/>
            <a:ext cx="4674838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10557" y="2017368"/>
            <a:ext cx="4674838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0557" y="2235176"/>
            <a:ext cx="4674838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10600" y="1346819"/>
            <a:ext cx="4474796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10600" y="1564626"/>
            <a:ext cx="4474796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10600" y="1782441"/>
            <a:ext cx="4474796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10600" y="2000249"/>
            <a:ext cx="4474796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10600" y="2218064"/>
            <a:ext cx="4474796" cy="1299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Cambria Math"/>
              </a:rPr>
              <a:t>y</a:t>
            </a:r>
            <a:r>
              <a:rPr sz="482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01557" y="1469410"/>
            <a:ext cx="38838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339339" y="957417"/>
            <a:ext cx="344605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40494" y="837211"/>
            <a:ext cx="32449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30676" y="897308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511472" y="897308"/>
            <a:ext cx="22739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992167" y="897308"/>
            <a:ext cx="17932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72964" y="897308"/>
            <a:ext cx="13124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953760" y="897308"/>
            <a:ext cx="8316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37701" y="1128219"/>
            <a:ext cx="33476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437701" y="1299034"/>
            <a:ext cx="33476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437701" y="1469836"/>
            <a:ext cx="33476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37701" y="1640651"/>
            <a:ext cx="33476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437701" y="1811453"/>
            <a:ext cx="33476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808731" y="1097267"/>
            <a:ext cx="29766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08731" y="1274914"/>
            <a:ext cx="29766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030676" y="1128219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11472" y="1128219"/>
            <a:ext cx="22739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992167" y="1128219"/>
            <a:ext cx="17932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72964" y="1128219"/>
            <a:ext cx="13124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953760" y="1128219"/>
            <a:ext cx="8316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030676" y="1299034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388996" y="1299034"/>
            <a:ext cx="23963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92200" y="1299034"/>
            <a:ext cx="17931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72895" y="1299034"/>
            <a:ext cx="131250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31214" y="1299034"/>
            <a:ext cx="9541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030677" y="1469836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511473" y="1469836"/>
            <a:ext cx="22739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69691" y="1469836"/>
            <a:ext cx="19157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9764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72996" y="1469836"/>
            <a:ext cx="13123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53691" y="1469836"/>
            <a:ext cx="8317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030677" y="1640651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511473" y="1640651"/>
            <a:ext cx="22739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992168" y="1640651"/>
            <a:ext cx="17932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50487" y="1640651"/>
            <a:ext cx="14349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9764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53793" y="1640651"/>
            <a:ext cx="8316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30677" y="1811453"/>
            <a:ext cx="27547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388996" y="1811453"/>
            <a:ext cx="23963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92200" y="1811453"/>
            <a:ext cx="17931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472895" y="1811453"/>
            <a:ext cx="131250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31214" y="1811453"/>
            <a:ext cx="9541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157888" y="1097267"/>
            <a:ext cx="6275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157888" y="1274914"/>
            <a:ext cx="6275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49942" y="2361407"/>
            <a:ext cx="253545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θ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483901" y="1989277"/>
            <a:ext cx="23014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483901" y="2166911"/>
            <a:ext cx="23014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555605" y="2020229"/>
            <a:ext cx="2229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555605" y="2191031"/>
            <a:ext cx="2229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555605" y="2361846"/>
            <a:ext cx="2229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55605" y="2532648"/>
            <a:ext cx="2229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555605" y="2703463"/>
            <a:ext cx="2229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854348" y="1989277"/>
            <a:ext cx="19310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854348" y="2166911"/>
            <a:ext cx="19310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38683" y="3150694"/>
            <a:ext cx="14671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134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547" y="1743455"/>
            <a:ext cx="50918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297" y="1369616"/>
            <a:ext cx="48520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297" y="1547264"/>
            <a:ext cx="48520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4989" y="1400568"/>
            <a:ext cx="4780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989" y="1571370"/>
            <a:ext cx="4780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989" y="1742185"/>
            <a:ext cx="4780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4989" y="1912988"/>
            <a:ext cx="4780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4989" y="2083803"/>
            <a:ext cx="4780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8760" y="1369616"/>
            <a:ext cx="47266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8760" y="1547263"/>
            <a:ext cx="47266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38210" y="1003300"/>
            <a:ext cx="38471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step(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 </a:t>
            </a:r>
            <a:r>
              <a:rPr sz="5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θ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4326" y="1584350"/>
            <a:ext cx="37310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step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7566" y="1205951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566" y="1297049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566" y="1327427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566" y="1357793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566" y="1388158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566" y="1418524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7566" y="1448890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566" y="1479256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566" y="1509622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566" y="1539987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566" y="1722182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566" y="1752547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7566" y="1782913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566" y="1813279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566" y="1843644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77566" y="1874023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77566" y="1904388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7566" y="1934754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77566" y="1965120"/>
            <a:ext cx="3407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73159" y="1210511"/>
            <a:ext cx="33122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73159" y="1388159"/>
            <a:ext cx="33122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44863" y="1241463"/>
            <a:ext cx="32405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47613" y="1241463"/>
            <a:ext cx="29377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72839" y="1241463"/>
            <a:ext cx="251255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98065" y="1241463"/>
            <a:ext cx="208733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23292" y="1241463"/>
            <a:ext cx="166210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44863" y="1412265"/>
            <a:ext cx="32405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5136" y="1412265"/>
            <a:ext cx="30602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72801" y="1412265"/>
            <a:ext cx="25125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98027" y="1412265"/>
            <a:ext cx="20873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00777" y="1412265"/>
            <a:ext cx="178461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44863" y="1583080"/>
            <a:ext cx="32405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47613" y="1583080"/>
            <a:ext cx="29377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50362" y="1583080"/>
            <a:ext cx="26350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9764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98073" y="1583080"/>
            <a:ext cx="20873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23299" y="1583080"/>
            <a:ext cx="166209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44863" y="1753883"/>
            <a:ext cx="32405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47613" y="1753883"/>
            <a:ext cx="29377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72839" y="1753883"/>
            <a:ext cx="251255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75589" y="1753883"/>
            <a:ext cx="22098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9764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23344" y="1753883"/>
            <a:ext cx="16620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44862" y="1924698"/>
            <a:ext cx="32405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25136" y="1924698"/>
            <a:ext cx="30602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72800" y="1924698"/>
            <a:ext cx="25125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98026" y="1924698"/>
            <a:ext cx="20873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00776" y="1924698"/>
            <a:ext cx="17846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9999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99723" y="1210511"/>
            <a:ext cx="14856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99723" y="1388159"/>
            <a:ext cx="14856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71414" y="1210511"/>
            <a:ext cx="14139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71414" y="1388158"/>
            <a:ext cx="14139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43119" y="1241463"/>
            <a:ext cx="1342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43119" y="1412265"/>
            <a:ext cx="1342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43119" y="1583080"/>
            <a:ext cx="1342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43119" y="1753882"/>
            <a:ext cx="1342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43119" y="1924697"/>
            <a:ext cx="1342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96891" y="1210511"/>
            <a:ext cx="12885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96891" y="1388158"/>
            <a:ext cx="12885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92484" y="1583038"/>
            <a:ext cx="119291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00040" y="1210511"/>
            <a:ext cx="10853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00040" y="1388158"/>
            <a:ext cx="10853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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71731" y="1241462"/>
            <a:ext cx="10136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4940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71731" y="1412265"/>
            <a:ext cx="10136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2661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71730" y="1583080"/>
            <a:ext cx="10136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0907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71730" y="1753882"/>
            <a:ext cx="10136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9478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71730" y="1924697"/>
            <a:ext cx="10136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0737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70484" y="1210510"/>
            <a:ext cx="7149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70484" y="1388158"/>
            <a:ext cx="7149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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42176" y="1205951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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42176" y="1297048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142176" y="1327414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42176" y="1357780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42176" y="1388145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42176" y="1418524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42176" y="1448890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42176" y="1479255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42176" y="1509621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42176" y="1539987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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42176" y="1722181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42176" y="1752547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142176" y="1782912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42176" y="1813278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42176" y="1843644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142176" y="1874010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42176" y="1904375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42176" y="1934741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142176" y="1965119"/>
            <a:ext cx="643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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54323" y="2362479"/>
            <a:ext cx="37310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67848" y="2140468"/>
            <a:ext cx="3617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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67848" y="2318116"/>
            <a:ext cx="3617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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239540" y="2120811"/>
            <a:ext cx="354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39540" y="2241003"/>
            <a:ext cx="354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239540" y="2361209"/>
            <a:ext cx="354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239540" y="2481402"/>
            <a:ext cx="354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239540" y="2601607"/>
            <a:ext cx="354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293311" y="2140468"/>
            <a:ext cx="34920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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93311" y="2318116"/>
            <a:ext cx="34920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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90335" y="3150915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38531" y="3150691"/>
            <a:ext cx="1468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Competitive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6754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several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simultaneously.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38" y="3150918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Competitive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6754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several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simultaneously.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256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8" y="3150918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Competitive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6754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several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simultaneously.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256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8377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‘competition’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winner-takes-all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79960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neuron.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8" y="3150918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Competitive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6754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several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simultaneously.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256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8377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‘competition’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winner-takes-all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79960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neuron.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201396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self-organising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feature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1989.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0338" y="3150918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0335" y="3150917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9674" y="3150693"/>
            <a:ext cx="1457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cerebral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responsible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human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activities,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associated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5" y="3150916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9674" y="3150692"/>
            <a:ext cx="1457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cerebral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responsible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human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activities,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associated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6020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mapped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5" y="3150916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674" y="3150692"/>
            <a:ext cx="1457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cerebral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responsible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human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activities,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associated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6020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mapped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86011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Cortex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self-organising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brain.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0335" y="3150916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9674" y="3150692"/>
            <a:ext cx="1457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97402" y="-2445612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7117287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126601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133602" y="-23767386"/>
            <a:ext cx="677426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138070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6952528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122670" y="-23650784"/>
            <a:ext cx="169279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131590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7137267" y="-23664946"/>
            <a:ext cx="846752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6783996" y="-23546013"/>
            <a:ext cx="321933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117324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128641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136126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6615169" y="-23444151"/>
            <a:ext cx="484922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6955257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124173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134415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7147409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7491289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656885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7665164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6975854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7321650" y="-23653112"/>
            <a:ext cx="320113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652076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662274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6803074" y="-23558917"/>
            <a:ext cx="827496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7152060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7493407" y="-23542834"/>
            <a:ext cx="152666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7658116" y="-23543110"/>
            <a:ext cx="172241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6628687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6981212" y="-23449078"/>
            <a:ext cx="650332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7326242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7652169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063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7432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77876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143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1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6885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72542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7609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965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67081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063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432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7876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6530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6885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2542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609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089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622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7117138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71018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7651747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27635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28892875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8902189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8909190" y="-23767386"/>
            <a:ext cx="677425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8913658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8728116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8898257" y="-23650784"/>
            <a:ext cx="169280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8907178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8912855" y="-23664946"/>
            <a:ext cx="846751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28559583" y="-23546013"/>
            <a:ext cx="321934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892912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904229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911714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28390756" y="-23444151"/>
            <a:ext cx="484923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28730844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8899761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8910002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28922997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29266877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9432473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9440751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28751441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29097237" y="-23653112"/>
            <a:ext cx="320114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9427664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9437862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28578661" y="-23558917"/>
            <a:ext cx="827497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28927648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29268994" y="-23542834"/>
            <a:ext cx="152667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9433704" y="-23543110"/>
            <a:ext cx="172240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28404275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28756799" y="-23449078"/>
            <a:ext cx="650333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9101829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9427757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8841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9210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95656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9921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8663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90195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9387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9743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84861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8841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9210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95656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8308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8663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90195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9387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8867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9400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8892726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28867100" y="-22707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9427335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29413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0057" y="44797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principle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map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(Kohonen,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37095" y="643564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1990).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38534" y="3150692"/>
            <a:ext cx="146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4420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7117287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126601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133602" y="-23767386"/>
            <a:ext cx="677426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138070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6952528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122670" y="-23650784"/>
            <a:ext cx="169279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131590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7137267" y="-23664946"/>
            <a:ext cx="846752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6783996" y="-23546013"/>
            <a:ext cx="321933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117324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128641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136126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6615169" y="-23444151"/>
            <a:ext cx="484922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6955257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124173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134415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7147409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7491289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656885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7665164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6975854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7321650" y="-23653112"/>
            <a:ext cx="320113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652076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662274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6803074" y="-23558917"/>
            <a:ext cx="827496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7152060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7493407" y="-23542834"/>
            <a:ext cx="152666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7658116" y="-23543110"/>
            <a:ext cx="172241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6628687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6981212" y="-23449078"/>
            <a:ext cx="650332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7326242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7652169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063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7432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77876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143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1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6885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72542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7609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965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67081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063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432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7876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6530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6885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2542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609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089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622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7117138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71018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7651747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27635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28892875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8902189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8909190" y="-23767386"/>
            <a:ext cx="677425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8913658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8728116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8898257" y="-23650784"/>
            <a:ext cx="169280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8907178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8912855" y="-23664946"/>
            <a:ext cx="846751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28559583" y="-23546013"/>
            <a:ext cx="321934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892912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904229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911714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28390756" y="-23444151"/>
            <a:ext cx="484923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28730844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8899761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8910002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28922997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29266877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9432473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9440751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28751441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29097237" y="-23653112"/>
            <a:ext cx="320114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9427664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9437862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28578661" y="-23558917"/>
            <a:ext cx="827497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28927648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29268994" y="-23542834"/>
            <a:ext cx="152667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9433704" y="-23543110"/>
            <a:ext cx="172240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28404275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28756799" y="-23449078"/>
            <a:ext cx="650333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9101829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9427757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8841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9210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95656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9921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8663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90195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9387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9743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84861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8841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9210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95656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8308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8663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90195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9387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8867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9400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8892726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28867100" y="-22707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9427335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29413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0057" y="44797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principle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map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(Kohonen,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37095" y="643564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1990).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4183" y="89103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spatial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corresponds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183" y="104285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particular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pattern.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38534" y="3150692"/>
            <a:ext cx="146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4420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7117287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126601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133602" y="-23767386"/>
            <a:ext cx="677426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138070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6952528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122670" y="-23650784"/>
            <a:ext cx="169279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131590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7137267" y="-23664946"/>
            <a:ext cx="846752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6783996" y="-23546013"/>
            <a:ext cx="321933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117324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128641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136126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6615169" y="-23444151"/>
            <a:ext cx="484922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6955257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124173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134415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7147409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7491289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656885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7665164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6975854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7321650" y="-23653112"/>
            <a:ext cx="320113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7652076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662274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26803074" y="-23558917"/>
            <a:ext cx="827496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27152060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7493407" y="-23542834"/>
            <a:ext cx="152666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7658116" y="-23543110"/>
            <a:ext cx="172241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26628687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6981212" y="-23449078"/>
            <a:ext cx="650332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7326242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7652169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7063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7432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77876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143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1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6885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72542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7609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7965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67081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063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1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432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7876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6530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6885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2542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609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089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622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7117138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71018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7651747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27635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28892875" y="-23757785"/>
            <a:ext cx="4967" cy="993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8902189" y="-23760766"/>
            <a:ext cx="337824" cy="9984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8909190" y="-23767386"/>
            <a:ext cx="677425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8913658" y="-23774441"/>
            <a:ext cx="1024409" cy="10193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8728116" y="-23650672"/>
            <a:ext cx="159392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8898257" y="-23650784"/>
            <a:ext cx="169280" cy="8874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8907178" y="-23657013"/>
            <a:ext cx="503290" cy="89696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8912855" y="-23664946"/>
            <a:ext cx="846751" cy="9090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28559583" y="-23546013"/>
            <a:ext cx="321934" cy="7843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892912" y="-23541781"/>
            <a:ext cx="4862" cy="77795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904229" y="-23546243"/>
            <a:ext cx="331881" cy="78474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911714" y="-23555014"/>
            <a:ext cx="670071" cy="79809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28390756" y="-23444151"/>
            <a:ext cx="484923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28730844" y="-23435226"/>
            <a:ext cx="155237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8899761" y="-23435405"/>
            <a:ext cx="164902" cy="67242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8910002" y="-23444461"/>
            <a:ext cx="495055" cy="68621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28922997" y="-23763551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29266877" y="-23758466"/>
            <a:ext cx="155888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9432473" y="-23758645"/>
            <a:ext cx="175825" cy="9952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9440751" y="-23763955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28751441" y="-23660645"/>
            <a:ext cx="658490" cy="90249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29097237" y="-23653112"/>
            <a:ext cx="320114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9427664" y="-23649785"/>
            <a:ext cx="9838" cy="88595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9437862" y="-23653495"/>
            <a:ext cx="340125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28578661" y="-23558917"/>
            <a:ext cx="827497" cy="80404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28927648" y="-23550105"/>
            <a:ext cx="484265" cy="79062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29268994" y="-23542834"/>
            <a:ext cx="152667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9433704" y="-23543110"/>
            <a:ext cx="172240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28404275" y="-23457672"/>
            <a:ext cx="998950" cy="7063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28756799" y="-23449078"/>
            <a:ext cx="650333" cy="6932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9101829" y="-23438987"/>
            <a:ext cx="313125" cy="67787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9427757" y="-23433783"/>
            <a:ext cx="9568" cy="66995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288417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92100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9565600" y="-23863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9921200" y="-238633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86639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90195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9387800" y="-237617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9743400" y="-2376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84861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8841700" y="-236474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92100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9565600" y="-2364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83083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86639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9019500" y="-2354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9387800" y="-235458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88671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9400500" y="-2275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8892726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28867100" y="-22707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9427335" y="-22679465"/>
            <a:ext cx="0" cy="12516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29413200" y="-2270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0057" y="44797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principle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map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(Kohonen,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37095" y="643564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1990).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4183" y="89103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spatial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corresponds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183" y="104285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particular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pattern.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0056" y="124762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feature-mapping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model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38534" y="3150692"/>
            <a:ext cx="146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4420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716958" y="1642540"/>
            <a:ext cx="4968" cy="9939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26274" y="1639559"/>
            <a:ext cx="337822" cy="9984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33275" y="1632939"/>
            <a:ext cx="677423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737743" y="1625885"/>
            <a:ext cx="1024406" cy="101931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1552199" y="1749654"/>
            <a:ext cx="159391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722343" y="1749542"/>
            <a:ext cx="169277" cy="88747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731260" y="1743312"/>
            <a:ext cx="503293" cy="89696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36938" y="1735379"/>
            <a:ext cx="846751" cy="90903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383666" y="1854312"/>
            <a:ext cx="321934" cy="78439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716995" y="1858544"/>
            <a:ext cx="4861" cy="7779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728313" y="1854082"/>
            <a:ext cx="331881" cy="78474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35798" y="1845310"/>
            <a:ext cx="670070" cy="79810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214839" y="1956174"/>
            <a:ext cx="484922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1554926" y="1965099"/>
            <a:ext cx="155240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723844" y="1964921"/>
            <a:ext cx="164903" cy="6724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734087" y="1955863"/>
            <a:ext cx="495055" cy="68621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747080" y="1636775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090961" y="1641860"/>
            <a:ext cx="155889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56557" y="1641680"/>
            <a:ext cx="175825" cy="99526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264836" y="1636371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575524" y="1739680"/>
            <a:ext cx="658491" cy="9024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921323" y="1747214"/>
            <a:ext cx="320113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51748" y="1750539"/>
            <a:ext cx="9839" cy="88595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61945" y="1746831"/>
            <a:ext cx="340126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402745" y="1841409"/>
            <a:ext cx="827497" cy="80403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751733" y="1850221"/>
            <a:ext cx="484264" cy="79062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093077" y="1857492"/>
            <a:ext cx="152668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257787" y="1857215"/>
            <a:ext cx="172241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228358" y="1942654"/>
            <a:ext cx="998951" cy="70632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580882" y="1951247"/>
            <a:ext cx="650335" cy="693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925914" y="1961338"/>
            <a:ext cx="313124" cy="67788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251842" y="1966542"/>
            <a:ext cx="9566" cy="6699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663700" y="1536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032000" y="1536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387600" y="1536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743200" y="1536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485900" y="1638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854200" y="16383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209800" y="16383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565400" y="1638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08100" y="17526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663700" y="17526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9" y="2"/>
                </a:lnTo>
                <a:lnTo>
                  <a:pt x="8" y="2"/>
                </a:lnTo>
                <a:lnTo>
                  <a:pt x="8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2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032000" y="1752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387600" y="17526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1303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485900" y="1854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8542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2098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6891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2225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716811" y="2720861"/>
            <a:ext cx="0" cy="12516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1701800" y="269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251420" y="2720861"/>
            <a:ext cx="0" cy="12516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2235200" y="269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3492545" y="1642540"/>
            <a:ext cx="4968" cy="9939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501861" y="1639559"/>
            <a:ext cx="337822" cy="99849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508862" y="1632939"/>
            <a:ext cx="677423" cy="100857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513330" y="1625885"/>
            <a:ext cx="1024406" cy="101931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3327786" y="1749654"/>
            <a:ext cx="159391" cy="8873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497929" y="1749542"/>
            <a:ext cx="169278" cy="88747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506847" y="1743312"/>
            <a:ext cx="503293" cy="89696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512525" y="1735379"/>
            <a:ext cx="846751" cy="90903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3159252" y="1854312"/>
            <a:ext cx="321935" cy="78439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92582" y="1858544"/>
            <a:ext cx="4861" cy="77795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503900" y="1854082"/>
            <a:ext cx="331880" cy="78474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511385" y="1845310"/>
            <a:ext cx="670070" cy="79810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2990426" y="1956174"/>
            <a:ext cx="484922" cy="68574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3330513" y="1965099"/>
            <a:ext cx="155240" cy="6721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499430" y="1964921"/>
            <a:ext cx="164904" cy="6724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09674" y="1955863"/>
            <a:ext cx="495055" cy="68621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3522667" y="1636775"/>
            <a:ext cx="491347" cy="100273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3866548" y="1641860"/>
            <a:ext cx="155889" cy="99499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032144" y="1641680"/>
            <a:ext cx="175825" cy="99526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040423" y="1636371"/>
            <a:ext cx="511702" cy="100334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3351111" y="1739680"/>
            <a:ext cx="658491" cy="90249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3696910" y="1747214"/>
            <a:ext cx="320113" cy="891021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027335" y="1750539"/>
            <a:ext cx="9838" cy="88595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037532" y="1746831"/>
            <a:ext cx="340126" cy="8916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3178332" y="1841409"/>
            <a:ext cx="827497" cy="80403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3527319" y="1850221"/>
            <a:ext cx="484265" cy="79062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3868664" y="1857492"/>
            <a:ext cx="152668" cy="77955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033374" y="1857215"/>
            <a:ext cx="172241" cy="77997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3003945" y="1942654"/>
            <a:ext cx="998951" cy="70632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3356469" y="1951247"/>
            <a:ext cx="650334" cy="693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3701501" y="1961338"/>
            <a:ext cx="313124" cy="67788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027428" y="1966542"/>
            <a:ext cx="9567" cy="66995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3441700" y="1536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3810000" y="1536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4165600" y="1536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21200" y="15367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263900" y="16383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3619500" y="1638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3987800" y="16383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343400" y="1638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086100" y="1752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3441700" y="1752600"/>
            <a:ext cx="114300" cy="101600"/>
          </a:xfrm>
          <a:custGeom>
            <a:avLst/>
            <a:gdLst/>
            <a:ahLst/>
            <a:cxnLst/>
            <a:rect l="l" t="t" r="r" b="b"/>
            <a:pathLst>
              <a:path w="9" h="8">
                <a:moveTo>
                  <a:pt x="9" y="4"/>
                </a:moveTo>
                <a:lnTo>
                  <a:pt x="9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3810000" y="1752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5" y="8"/>
                </a:lnTo>
                <a:lnTo>
                  <a:pt x="6" y="7"/>
                </a:lnTo>
                <a:lnTo>
                  <a:pt x="7" y="7"/>
                </a:lnTo>
                <a:lnTo>
                  <a:pt x="7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000000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4165600" y="1752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8" y="3"/>
                </a:lnTo>
                <a:lnTo>
                  <a:pt x="8" y="2"/>
                </a:lnTo>
                <a:lnTo>
                  <a:pt x="8" y="2"/>
                </a:lnTo>
                <a:lnTo>
                  <a:pt x="7" y="1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8" y="6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9083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32639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8" y="2"/>
                </a:lnTo>
                <a:lnTo>
                  <a:pt x="7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1" y="7"/>
                </a:lnTo>
                <a:lnTo>
                  <a:pt x="1" y="7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619500" y="1854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4"/>
                </a:moveTo>
                <a:lnTo>
                  <a:pt x="9" y="4"/>
                </a:lnTo>
                <a:lnTo>
                  <a:pt x="9" y="3"/>
                </a:lnTo>
                <a:lnTo>
                  <a:pt x="8" y="2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2"/>
                </a:lnTo>
                <a:lnTo>
                  <a:pt x="1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1" y="7"/>
                </a:lnTo>
                <a:lnTo>
                  <a:pt x="2" y="7"/>
                </a:lnTo>
                <a:lnTo>
                  <a:pt x="2" y="8"/>
                </a:lnTo>
                <a:lnTo>
                  <a:pt x="3" y="8"/>
                </a:lnTo>
                <a:lnTo>
                  <a:pt x="4" y="9"/>
                </a:lnTo>
                <a:lnTo>
                  <a:pt x="5" y="9"/>
                </a:lnTo>
                <a:lnTo>
                  <a:pt x="5" y="9"/>
                </a:lnTo>
                <a:lnTo>
                  <a:pt x="6" y="8"/>
                </a:lnTo>
                <a:lnTo>
                  <a:pt x="7" y="8"/>
                </a:lnTo>
                <a:lnTo>
                  <a:pt x="8" y="7"/>
                </a:lnTo>
                <a:lnTo>
                  <a:pt x="8" y="7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987800" y="1854200"/>
            <a:ext cx="101600" cy="114300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8" y="4"/>
                </a:lnTo>
                <a:lnTo>
                  <a:pt x="8" y="3"/>
                </a:lnTo>
                <a:lnTo>
                  <a:pt x="7" y="2"/>
                </a:lnTo>
                <a:lnTo>
                  <a:pt x="7" y="1"/>
                </a:lnTo>
                <a:lnTo>
                  <a:pt x="6" y="1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8"/>
                </a:lnTo>
                <a:lnTo>
                  <a:pt x="2" y="8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8"/>
                </a:lnTo>
                <a:lnTo>
                  <a:pt x="6" y="8"/>
                </a:lnTo>
                <a:lnTo>
                  <a:pt x="7" y="7"/>
                </a:lnTo>
                <a:lnTo>
                  <a:pt x="7" y="7"/>
                </a:lnTo>
                <a:lnTo>
                  <a:pt x="8" y="6"/>
                </a:lnTo>
                <a:lnTo>
                  <a:pt x="8" y="5"/>
                </a:lnTo>
                <a:lnTo>
                  <a:pt x="8" y="4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4671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E5E6E5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0005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4" y="1"/>
                </a:lnTo>
                <a:lnTo>
                  <a:pt x="4" y="1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1" y="4"/>
                </a:lnTo>
                <a:lnTo>
                  <a:pt x="2" y="4"/>
                </a:lnTo>
                <a:lnTo>
                  <a:pt x="2" y="4"/>
                </a:lnTo>
                <a:lnTo>
                  <a:pt x="3" y="4"/>
                </a:lnTo>
                <a:lnTo>
                  <a:pt x="3" y="4"/>
                </a:lnTo>
                <a:lnTo>
                  <a:pt x="3" y="4"/>
                </a:lnTo>
                <a:lnTo>
                  <a:pt x="4" y="3"/>
                </a:lnTo>
                <a:lnTo>
                  <a:pt x="4" y="3"/>
                </a:lnTo>
                <a:lnTo>
                  <a:pt x="4" y="3"/>
                </a:lnTo>
                <a:lnTo>
                  <a:pt x="4" y="2"/>
                </a:lnTo>
                <a:lnTo>
                  <a:pt x="4" y="2"/>
                </a:lnTo>
                <a:close/>
              </a:path>
            </a:pathLst>
          </a:custGeom>
          <a:solidFill>
            <a:srgbClr val="7F807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492398" y="2720861"/>
            <a:ext cx="0" cy="12516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3467100" y="269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4027007" y="2720861"/>
            <a:ext cx="0" cy="12516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4000500" y="269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Self-organising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feature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0057" y="44797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principle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map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(Kohonen,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37095" y="643564"/>
            <a:ext cx="5148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1990).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4183" y="89103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spatial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topographic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corresponds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183" y="104285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particular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pattern.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0056" y="124762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feature-mapping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model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94992" y="2874241"/>
            <a:ext cx="4090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08529" y="2874241"/>
            <a:ext cx="35768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449522" y="2874241"/>
            <a:ext cx="233587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005185" y="2874241"/>
            <a:ext cx="17802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87383" y="3179155"/>
            <a:ext cx="36980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38532" y="3150692"/>
            <a:ext cx="146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97402" y="-24418261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4180389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94253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25191" y="1851585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5191" y="2211589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29713" y="1897762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4765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29713" y="2257766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476500" y="2235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2620076" y="174034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1877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20076" y="1909933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31877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620076" y="1934276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1877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620076" y="1773645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1877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620076" y="2100352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187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620076" y="226993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1877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359216" y="1717760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6830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59216" y="2077764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6830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9216" y="2437769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6830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225800" y="1968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25800" y="2336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274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274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3655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52800" y="1714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8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6" y="6376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41717" y="1808928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1717" y="2168922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67342" y="1625845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67342" y="1985839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67342" y="2345846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90342" y="3150920"/>
            <a:ext cx="8950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17125" y="3150696"/>
            <a:ext cx="168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82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4180390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942532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25191" y="1851581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5191" y="2211586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29713" y="1897759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4765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29713" y="2257763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476500" y="2235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2620076" y="1740345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1877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20076" y="1909930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31877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620076" y="1934273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1877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620076" y="1773642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1877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620076" y="2100349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187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620076" y="2269935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1877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359216" y="1717757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6830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59216" y="2077761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6830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9216" y="2437765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6830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225800" y="1968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25800" y="2336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274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274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3655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52800" y="1714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8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6" y="6376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183" y="9288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1717" y="1808925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41717" y="2168919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67342" y="1625842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67342" y="1985836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7342" y="2345843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90342" y="3150917"/>
            <a:ext cx="8950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17125" y="3150693"/>
            <a:ext cx="168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82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21993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942532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25191" y="1851581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5191" y="2211586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29713" y="1897759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4765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29713" y="2257763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476500" y="2235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2620076" y="1740345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1877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20076" y="1909930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31877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620076" y="1934273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1877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620076" y="1773642"/>
            <a:ext cx="596788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1877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620076" y="2100349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187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620076" y="2269935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1877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359216" y="1717757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6830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59216" y="2077761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6830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9216" y="2437765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6830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225800" y="1968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25800" y="2336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274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274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3655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52800" y="1714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8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6" y="6376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183" y="9288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183" y="1166747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forward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neurons),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41717" y="1808925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1717" y="2168919"/>
            <a:ext cx="36436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67342" y="1625842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7342" y="1985836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67342" y="2345843"/>
            <a:ext cx="20180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90342" y="3150917"/>
            <a:ext cx="8950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17125" y="3150693"/>
            <a:ext cx="168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82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21993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457794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25187" y="18515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5187" y="22115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29710" y="1897760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4765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29710" y="2257765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476500" y="2235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2620073" y="1740347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1877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20073" y="1909932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31877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620073" y="1934274"/>
            <a:ext cx="596788" cy="4476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1877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620073" y="1773644"/>
            <a:ext cx="596788" cy="44760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1877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620073" y="2100351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187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620073" y="2269936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1877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359213" y="1717758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6830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59213" y="2077762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6830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9213" y="2437767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6830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225800" y="1968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25800" y="2336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274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274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3655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52800" y="1714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6" y="6376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183" y="9288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183" y="1166747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forward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neurons),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183" y="14046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1714" y="1808926"/>
            <a:ext cx="36436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41714" y="2168920"/>
            <a:ext cx="36436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7339" y="1625843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67339" y="1985837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67339" y="2345844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0339" y="3150919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17122" y="3150695"/>
            <a:ext cx="168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982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21993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457794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25187" y="18515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5187" y="22115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329710" y="1897760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24765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329710" y="2257765"/>
            <a:ext cx="16764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2476500" y="2235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2620073" y="1740347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1877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620073" y="1909932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3187700" y="203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620073" y="1934274"/>
            <a:ext cx="596788" cy="4476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3187700" y="2362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3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2620073" y="1773644"/>
            <a:ext cx="596788" cy="447606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31877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0"/>
                </a:moveTo>
                <a:lnTo>
                  <a:pt x="0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2620073" y="2100351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187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620073" y="2269936"/>
            <a:ext cx="580938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187700" y="238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359213" y="1717758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683000" y="170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59213" y="2077762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6830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59213" y="2437767"/>
            <a:ext cx="33414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36830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225800" y="1968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2" y="4"/>
                </a:move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225800" y="2336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2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274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27400" y="177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3655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52800" y="1714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056" y="63766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183" y="9288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183" y="1166747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forward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neurons),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183" y="14046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neurons).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1714" y="1808926"/>
            <a:ext cx="36436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41714" y="2168920"/>
            <a:ext cx="36436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7339" y="1625843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67339" y="1985837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67339" y="2345844"/>
            <a:ext cx="2018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0056" y="26309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create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90339" y="3150917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17122" y="3150693"/>
            <a:ext cx="168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918253" y="-23677508"/>
            <a:ext cx="820102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1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5187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matches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16770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7" y="3150918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40208" y="3150694"/>
            <a:ext cx="1451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17924" y="1722818"/>
            <a:ext cx="820103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1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5187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matches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16770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3820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9068" y="1899426"/>
            <a:ext cx="40863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4310" y="2018602"/>
            <a:ext cx="36510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97518" y="1897631"/>
            <a:ext cx="34878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||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||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8463" y="2018602"/>
            <a:ext cx="25769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1671" y="1716927"/>
            <a:ext cx="24137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1671" y="1794511"/>
            <a:ext cx="24137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1671" y="1877646"/>
            <a:ext cx="24137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1671" y="1960767"/>
            <a:ext cx="24137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5348" y="1755420"/>
            <a:ext cx="22000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7924" y="1867435"/>
            <a:ext cx="226747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30967" y="2094815"/>
            <a:ext cx="22544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18038" y="1888580"/>
            <a:ext cx="20673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0337" y="3150916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40208" y="3150692"/>
            <a:ext cx="1451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39" y="3150918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5631" y="3150694"/>
            <a:ext cx="1597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99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15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39" y="3150918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5631" y="3150694"/>
            <a:ext cx="1597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99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15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297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4557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0339" y="3150921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5631" y="3150697"/>
            <a:ext cx="1597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99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15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297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4557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2702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6" y="3150919"/>
            <a:ext cx="8950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5628" y="3150695"/>
            <a:ext cx="15976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99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15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297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4557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2702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5745" y="2234357"/>
            <a:ext cx="454965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6598" y="2121427"/>
            <a:ext cx="412879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0870" y="2154306"/>
            <a:ext cx="40345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  <a:r>
              <a:rPr sz="8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0180" y="2153873"/>
            <a:ext cx="33052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j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neighbour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0870" y="2322799"/>
            <a:ext cx="40345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0180" y="2320891"/>
            <a:ext cx="33052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0336" y="3150919"/>
            <a:ext cx="8950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5628" y="3150695"/>
            <a:ext cx="15976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7414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9995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2153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neighbourhood.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297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4557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neighbour).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2702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5745" y="2234357"/>
            <a:ext cx="454965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∆</a:t>
            </a: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6598" y="2121427"/>
            <a:ext cx="412879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0870" y="2154306"/>
            <a:ext cx="40345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  <a:r>
              <a:rPr sz="8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0180" y="2153873"/>
            <a:ext cx="33052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j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winner’s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neighbour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0870" y="2322799"/>
            <a:ext cx="40345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0180" y="2320891"/>
            <a:ext cx="33052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44" y="2573837"/>
            <a:ext cx="511335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parameter,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0336" y="3150919"/>
            <a:ext cx="8950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5628" y="3150695"/>
            <a:ext cx="15976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3726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5884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towards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5" y="3150918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4637" y="3150694"/>
            <a:ext cx="1607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59973" y="642497"/>
            <a:ext cx="2520018" cy="295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9973" y="1512512"/>
            <a:ext cx="2520018" cy="1920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9973" y="1704538"/>
            <a:ext cx="2520018" cy="4618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79991" y="1470396"/>
            <a:ext cx="2520018" cy="5291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79991" y="1999593"/>
            <a:ext cx="2520018" cy="214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79991" y="535161"/>
            <a:ext cx="2520018" cy="4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59973" y="1512512"/>
            <a:ext cx="2520018" cy="1920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9973" y="1704538"/>
            <a:ext cx="2520018" cy="4618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79991" y="1470396"/>
            <a:ext cx="2520018" cy="5291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79991" y="1999593"/>
            <a:ext cx="2520018" cy="214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79991" y="535161"/>
            <a:ext cx="2520018" cy="4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79991" y="1470396"/>
            <a:ext cx="2520018" cy="5291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79991" y="1999593"/>
            <a:ext cx="2520018" cy="214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79991" y="535161"/>
            <a:ext cx="2520018" cy="4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79991" y="1999593"/>
            <a:ext cx="2520018" cy="214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79991" y="535161"/>
            <a:ext cx="2520018" cy="4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79991" y="535161"/>
            <a:ext cx="2520018" cy="4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4097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99A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409700" y="1206500"/>
            <a:ext cx="1473200" cy="304800"/>
          </a:xfrm>
          <a:custGeom>
            <a:avLst/>
            <a:gdLst/>
            <a:ahLst/>
            <a:cxnLst/>
            <a:rect l="l" t="t" r="r" b="b"/>
            <a:pathLst>
              <a:path w="116" h="24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21"/>
                </a:lnTo>
                <a:lnTo>
                  <a:pt x="0" y="22"/>
                </a:lnTo>
                <a:lnTo>
                  <a:pt x="0" y="22"/>
                </a:lnTo>
                <a:lnTo>
                  <a:pt x="0" y="23"/>
                </a:lnTo>
                <a:lnTo>
                  <a:pt x="1" y="23"/>
                </a:lnTo>
                <a:lnTo>
                  <a:pt x="1" y="23"/>
                </a:lnTo>
                <a:lnTo>
                  <a:pt x="2" y="24"/>
                </a:lnTo>
                <a:lnTo>
                  <a:pt x="2" y="24"/>
                </a:lnTo>
                <a:lnTo>
                  <a:pt x="3" y="24"/>
                </a:lnTo>
                <a:lnTo>
                  <a:pt x="113" y="24"/>
                </a:lnTo>
                <a:lnTo>
                  <a:pt x="113" y="24"/>
                </a:lnTo>
                <a:lnTo>
                  <a:pt x="114" y="24"/>
                </a:lnTo>
                <a:lnTo>
                  <a:pt x="114" y="23"/>
                </a:lnTo>
                <a:lnTo>
                  <a:pt x="115" y="23"/>
                </a:lnTo>
                <a:lnTo>
                  <a:pt x="115" y="23"/>
                </a:lnTo>
                <a:lnTo>
                  <a:pt x="115" y="22"/>
                </a:lnTo>
                <a:lnTo>
                  <a:pt x="116" y="22"/>
                </a:lnTo>
                <a:lnTo>
                  <a:pt x="116" y="21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668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882900" y="12065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0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335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82900" y="939800"/>
            <a:ext cx="1473200" cy="266700"/>
          </a:xfrm>
          <a:custGeom>
            <a:avLst/>
            <a:gdLst/>
            <a:ahLst/>
            <a:cxnLst/>
            <a:rect l="l" t="t" r="r" b="b"/>
            <a:pathLst>
              <a:path w="116" h="21">
                <a:moveTo>
                  <a:pt x="113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8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1" y="20"/>
                </a:lnTo>
                <a:lnTo>
                  <a:pt x="2" y="20"/>
                </a:lnTo>
                <a:lnTo>
                  <a:pt x="2" y="21"/>
                </a:lnTo>
                <a:lnTo>
                  <a:pt x="3" y="21"/>
                </a:lnTo>
                <a:lnTo>
                  <a:pt x="113" y="21"/>
                </a:lnTo>
                <a:lnTo>
                  <a:pt x="113" y="21"/>
                </a:lnTo>
                <a:lnTo>
                  <a:pt x="114" y="20"/>
                </a:lnTo>
                <a:lnTo>
                  <a:pt x="114" y="20"/>
                </a:lnTo>
                <a:lnTo>
                  <a:pt x="115" y="20"/>
                </a:lnTo>
                <a:lnTo>
                  <a:pt x="115" y="19"/>
                </a:lnTo>
                <a:lnTo>
                  <a:pt x="115" y="19"/>
                </a:lnTo>
                <a:lnTo>
                  <a:pt x="116" y="18"/>
                </a:lnTo>
                <a:lnTo>
                  <a:pt x="116" y="18"/>
                </a:lnTo>
                <a:lnTo>
                  <a:pt x="116" y="3"/>
                </a:lnTo>
                <a:lnTo>
                  <a:pt x="116" y="2"/>
                </a:lnTo>
                <a:lnTo>
                  <a:pt x="115" y="2"/>
                </a:lnTo>
                <a:lnTo>
                  <a:pt x="115" y="1"/>
                </a:lnTo>
                <a:lnTo>
                  <a:pt x="115" y="1"/>
                </a:lnTo>
                <a:lnTo>
                  <a:pt x="114" y="1"/>
                </a:lnTo>
                <a:lnTo>
                  <a:pt x="114" y="0"/>
                </a:lnTo>
                <a:lnTo>
                  <a:pt x="113" y="0"/>
                </a:lnTo>
                <a:lnTo>
                  <a:pt x="113" y="0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964254" y="1854907"/>
            <a:ext cx="519718" cy="0"/>
          </a:xfrm>
          <a:prstGeom prst="line">
            <a:avLst/>
          </a:prstGeom>
          <a:ln w="364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5654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20" y="0"/>
                </a:lnTo>
                <a:lnTo>
                  <a:pt x="15" y="2"/>
                </a:lnTo>
                <a:lnTo>
                  <a:pt x="11" y="4"/>
                </a:lnTo>
                <a:lnTo>
                  <a:pt x="7" y="7"/>
                </a:lnTo>
                <a:lnTo>
                  <a:pt x="4" y="11"/>
                </a:lnTo>
                <a:lnTo>
                  <a:pt x="2" y="15"/>
                </a:lnTo>
                <a:lnTo>
                  <a:pt x="0" y="20"/>
                </a:lnTo>
                <a:lnTo>
                  <a:pt x="0" y="25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654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25" y="0"/>
                </a:lnTo>
                <a:lnTo>
                  <a:pt x="25" y="25"/>
                </a:lnTo>
                <a:lnTo>
                  <a:pt x="20" y="24"/>
                </a:lnTo>
                <a:lnTo>
                  <a:pt x="15" y="23"/>
                </a:lnTo>
                <a:lnTo>
                  <a:pt x="11" y="21"/>
                </a:lnTo>
                <a:lnTo>
                  <a:pt x="7" y="17"/>
                </a:lnTo>
                <a:lnTo>
                  <a:pt x="4" y="14"/>
                </a:lnTo>
                <a:lnTo>
                  <a:pt x="2" y="10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9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82900" y="120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0"/>
                </a:moveTo>
                <a:lnTo>
                  <a:pt x="0" y="0"/>
                </a:lnTo>
                <a:lnTo>
                  <a:pt x="0" y="25"/>
                </a:lnTo>
                <a:lnTo>
                  <a:pt x="5" y="24"/>
                </a:lnTo>
                <a:lnTo>
                  <a:pt x="9" y="23"/>
                </a:lnTo>
                <a:lnTo>
                  <a:pt x="14" y="21"/>
                </a:lnTo>
                <a:lnTo>
                  <a:pt x="17" y="17"/>
                </a:lnTo>
                <a:lnTo>
                  <a:pt x="20" y="14"/>
                </a:lnTo>
                <a:lnTo>
                  <a:pt x="23" y="10"/>
                </a:lnTo>
                <a:lnTo>
                  <a:pt x="24" y="5"/>
                </a:lnTo>
                <a:lnTo>
                  <a:pt x="25" y="0"/>
                </a:lnTo>
                <a:close/>
              </a:path>
            </a:pathLst>
          </a:custGeom>
          <a:solidFill>
            <a:srgbClr val="FAB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882900" y="88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25" y="25"/>
                </a:moveTo>
                <a:lnTo>
                  <a:pt x="0" y="25"/>
                </a:lnTo>
                <a:lnTo>
                  <a:pt x="0" y="0"/>
                </a:lnTo>
                <a:lnTo>
                  <a:pt x="5" y="0"/>
                </a:lnTo>
                <a:lnTo>
                  <a:pt x="9" y="2"/>
                </a:lnTo>
                <a:lnTo>
                  <a:pt x="14" y="4"/>
                </a:lnTo>
                <a:lnTo>
                  <a:pt x="17" y="7"/>
                </a:lnTo>
                <a:lnTo>
                  <a:pt x="20" y="11"/>
                </a:lnTo>
                <a:lnTo>
                  <a:pt x="23" y="15"/>
                </a:lnTo>
                <a:lnTo>
                  <a:pt x="24" y="20"/>
                </a:lnTo>
                <a:lnTo>
                  <a:pt x="25" y="25"/>
                </a:lnTo>
                <a:close/>
              </a:path>
            </a:pathLst>
          </a:custGeom>
          <a:solidFill>
            <a:srgbClr val="FCD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563071" y="1204058"/>
            <a:ext cx="633840" cy="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9991" y="887138"/>
            <a:ext cx="0" cy="633840"/>
          </a:xfrm>
          <a:prstGeom prst="line">
            <a:avLst/>
          </a:prstGeom>
          <a:ln w="383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80004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algorithm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Kohonen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13075" y="1028062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Initialisation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3075" y="1239830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Activation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and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3075" y="1370238"/>
            <a:ext cx="42723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similarity</a:t>
            </a:r>
            <a:r>
              <a:rPr sz="826" b="1">
                <a:solidFill>
                  <a:srgbClr val="FFFFFF"/>
                </a:solidFill>
                <a:latin typeface="Josefin Sans"/>
              </a:rPr>
              <a:t> </a:t>
            </a:r>
            <a:r>
              <a:rPr sz="826" b="1">
                <a:solidFill>
                  <a:srgbClr val="FFFFFF"/>
                </a:solidFill>
                <a:latin typeface="Josefin Sans"/>
              </a:rPr>
              <a:t>matching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4824" y="1281198"/>
            <a:ext cx="1970571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36875" y="1025281"/>
            <a:ext cx="194852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Iteration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794" y="692581"/>
            <a:ext cx="4787601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Initialise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be-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0715" y="798061"/>
            <a:ext cx="492468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tween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0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1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to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0608" y="1564438"/>
            <a:ext cx="526478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and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winner-takes-all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4080" y="1754608"/>
            <a:ext cx="475131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Example: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criterion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256" y="1934412"/>
            <a:ext cx="5058139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453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||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= min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5551" y="1851081"/>
            <a:ext cx="390984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74745" y="1876027"/>
            <a:ext cx="3810650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n</a:t>
            </a:r>
            <a:r>
              <a:rPr sz="679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4254" y="2032086"/>
            <a:ext cx="3821141" cy="891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453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78858" y="1933238"/>
            <a:ext cx="3706537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[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]</a:t>
            </a:r>
            <a:r>
              <a:rPr sz="453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84990" y="152047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correction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4602" y="1734359"/>
            <a:ext cx="230079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03543" y="1619244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03543" y="1696918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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03543" y="1852255"/>
            <a:ext cx="198185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2390" y="1654518"/>
            <a:ext cx="190300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α</a:t>
            </a:r>
            <a:r>
              <a:rPr sz="679" b="0">
                <a:solidFill>
                  <a:srgbClr val="000000"/>
                </a:solidFill>
                <a:latin typeface="Cambria Math"/>
              </a:rPr>
              <a:t>(</a:t>
            </a:r>
            <a:r>
              <a:rPr sz="679" b="0">
                <a:solidFill>
                  <a:srgbClr val="000000"/>
                </a:solidFill>
                <a:latin typeface="Cambria Math"/>
              </a:rPr>
              <a:t>x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)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4729" y="1654518"/>
            <a:ext cx="134066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∈</a:t>
            </a:r>
            <a:r>
              <a:rPr sz="679" b="0">
                <a:solidFill>
                  <a:srgbClr val="000000"/>
                </a:solidFill>
                <a:latin typeface="Cambria Math"/>
              </a:rPr>
              <a:t>Λ</a:t>
            </a:r>
            <a:r>
              <a:rPr sz="453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2391" y="1820570"/>
            <a:ext cx="1903004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0</a:t>
            </a:r>
            <a:r>
              <a:rPr sz="679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4700" y="1819123"/>
            <a:ext cx="1340695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otherwise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84990" y="2058939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02003" y="2060385"/>
            <a:ext cx="1683392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=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  <a:r>
              <a:rPr sz="679" b="0">
                <a:solidFill>
                  <a:srgbClr val="000000"/>
                </a:solidFill>
                <a:latin typeface="Cambria Math"/>
              </a:rPr>
              <a:t> </a:t>
            </a:r>
            <a:r>
              <a:rPr sz="679" b="0">
                <a:solidFill>
                  <a:srgbClr val="000000"/>
                </a:solidFill>
                <a:latin typeface="Cambria Math"/>
              </a:rPr>
              <a:t>+ ∆</a:t>
            </a:r>
            <a:r>
              <a:rPr sz="679" b="0">
                <a:solidFill>
                  <a:srgbClr val="000000"/>
                </a:solidFill>
                <a:latin typeface="Cambria Math"/>
              </a:rPr>
              <a:t>w</a:t>
            </a:r>
            <a:r>
              <a:rPr sz="453" b="0">
                <a:solidFill>
                  <a:srgbClr val="000000"/>
                </a:solidFill>
                <a:latin typeface="Cambria Math"/>
              </a:rPr>
              <a:t>ij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84990" y="587101"/>
            <a:ext cx="280040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Repeat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13502" y="692581"/>
            <a:ext cx="2071893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1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–</a:t>
            </a:r>
            <a:r>
              <a:rPr sz="679" b="1">
                <a:solidFill>
                  <a:srgbClr val="000000"/>
                </a:solidFill>
                <a:latin typeface="Josefin Sans"/>
              </a:rPr>
              <a:t> </a:t>
            </a:r>
            <a:r>
              <a:rPr sz="679" b="1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55849" y="798061"/>
            <a:ext cx="2429546" cy="1337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noticeable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changes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occur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the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feature</a:t>
            </a:r>
            <a:r>
              <a:rPr sz="679" b="0">
                <a:solidFill>
                  <a:srgbClr val="000000"/>
                </a:solidFill>
                <a:latin typeface="Josefin Sans"/>
              </a:rPr>
              <a:t> </a:t>
            </a:r>
            <a:r>
              <a:rPr sz="679" b="0">
                <a:solidFill>
                  <a:srgbClr val="000000"/>
                </a:solidFill>
                <a:latin typeface="Josefin Sans"/>
              </a:rPr>
              <a:t>map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8216" y="1022056"/>
            <a:ext cx="304718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15010" y="1288388"/>
            <a:ext cx="3070385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86905" y="1287888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86905" y="1022056"/>
            <a:ext cx="2798490" cy="1627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6" b="1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90350" y="3150917"/>
            <a:ext cx="8950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25934" y="3150693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54355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114359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800532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74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60536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4311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812703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39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37046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5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7641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60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1003123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9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7270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20530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96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80534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4053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76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4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73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869197" y="1784541"/>
            <a:ext cx="660527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6966592" y="-23094170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8463695" y="-23094170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6966592" y="-22856804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8463695" y="-22856804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6966592" y="-22619442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463695" y="-22619442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-1" y="3146746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0003" y="3146746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168" y="711685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168" y="1071692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80793" y="528614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80793" y="888609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80793" y="124860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9899" y="480951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39899" y="74286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1532" y="664101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3304" y="811828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1356" y="664101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9899" y="101235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9899" y="1274273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9177" y="1195507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20949" y="1343234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29013" y="1195507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63900" y="1274273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3177" y="1195507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44950" y="1343234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3014" y="1195507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87900" y="1274273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07191" y="1195507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8951" y="1343234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77015" y="1195507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9090" y="1558822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criterion.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07374" y="1913536"/>
            <a:ext cx="32780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55672" y="1779752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55672" y="1835924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55672" y="1896656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55672" y="1957400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17660" y="1806795"/>
            <a:ext cx="28677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69197" y="1889430"/>
            <a:ext cx="29161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71267" y="2056160"/>
            <a:ext cx="29141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24544" y="1904496"/>
            <a:ext cx="27608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[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]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90337" y="3150921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24105" y="3150697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54355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114359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800532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74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60536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4311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812703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39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37046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5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7641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60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1003123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9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7270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20530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96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80534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4053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76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4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73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869197" y="1784541"/>
            <a:ext cx="660527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66268" y="2306156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63369" y="2306156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6966592" y="-22856804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8463695" y="-22856804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6966592" y="-22619442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463695" y="-22619442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-1" y="3146746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0003" y="3146746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168" y="711685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168" y="1071692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80793" y="528614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80793" y="888609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80793" y="124860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9899" y="480951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39899" y="74286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1532" y="664101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3304" y="811828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1356" y="664101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9899" y="101235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9899" y="1274273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9177" y="1195507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20949" y="1343234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29013" y="1195507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63900" y="1274273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3177" y="1195507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44950" y="1343234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3014" y="1195507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87900" y="1274273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07191" y="1195507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8951" y="1343234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77015" y="1195507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9090" y="1558822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criterion.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07374" y="1913536"/>
            <a:ext cx="32780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55672" y="1779752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55672" y="1835924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55672" y="1896656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55672" y="1957400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17660" y="1806795"/>
            <a:ext cx="28677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69197" y="1889430"/>
            <a:ext cx="29161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71267" y="2056160"/>
            <a:ext cx="29141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24544" y="1904496"/>
            <a:ext cx="27608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[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]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07264" y="2352093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58712" y="2301367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66268" y="2323264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55826" y="2301367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63369" y="2323264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27)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81)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0337" y="3150921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24105" y="3150697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54355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114359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800532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74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60536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4311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812703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39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37046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5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7641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60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1003123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9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7270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20530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96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80534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4053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76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4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73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869197" y="1784541"/>
            <a:ext cx="660527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66268" y="2306156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63369" y="2306156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66268" y="2543519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63369" y="2543519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6966592" y="-22619442"/>
            <a:ext cx="12461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463695" y="-22619442"/>
            <a:ext cx="143186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-1" y="3146746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0003" y="3146746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168" y="711685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168" y="1071692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80793" y="528614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80793" y="888609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80793" y="124860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9899" y="480951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39899" y="74286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1532" y="664101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3304" y="811828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1356" y="664101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9899" y="101235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9899" y="1274273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9177" y="1195507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20949" y="1343234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29013" y="1195507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63900" y="1274273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3177" y="1195507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44950" y="1343234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3014" y="1195507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87900" y="1274273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07191" y="1195507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8951" y="1343234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77015" y="1195507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9090" y="1558822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criterion.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07374" y="1913536"/>
            <a:ext cx="32780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55672" y="1779752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55672" y="1835924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55672" y="1896656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55672" y="1957400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17660" y="1806795"/>
            <a:ext cx="28677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69197" y="1889430"/>
            <a:ext cx="29161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71267" y="2056160"/>
            <a:ext cx="29141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24544" y="1904496"/>
            <a:ext cx="27608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[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]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07264" y="2352093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58712" y="2301367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66268" y="2323264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55826" y="2301367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63369" y="2323264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27)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81)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07264" y="2589457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58712" y="2538731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66268" y="2560628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5826" y="2538731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63369" y="2560628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42)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90337" y="3150921"/>
            <a:ext cx="895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24105" y="3150697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54355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114359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800532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74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60536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4311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812703"/>
            <a:ext cx="580939" cy="14524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39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37046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5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7641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60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1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1003123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9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72708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20530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96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80534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4053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76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4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73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2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869197" y="1784541"/>
            <a:ext cx="660527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66268" y="2306156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63369" y="2306156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66268" y="2543519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63369" y="2543519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566268" y="2780882"/>
            <a:ext cx="12461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063369" y="2780882"/>
            <a:ext cx="143186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0009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168" y="711685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168" y="1071692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80793" y="528614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80793" y="888609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80793" y="124860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9899" y="480951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39899" y="74286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1532" y="664101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3304" y="811828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71356" y="664101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9899" y="1012357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9899" y="1274273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9177" y="1195507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20949" y="1343234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29013" y="1195507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63900" y="1274273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3177" y="1195507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44950" y="1343234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3014" y="1195507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87900" y="1274273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07191" y="1195507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8951" y="1343234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77015" y="1195507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9090" y="1558822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minimum-distance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Euclidean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criterion.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07374" y="1913536"/>
            <a:ext cx="32780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55672" y="1779752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55672" y="1835924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55672" y="1896656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55672" y="1957400"/>
            <a:ext cx="30297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17660" y="1806795"/>
            <a:ext cx="28677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69197" y="1889430"/>
            <a:ext cx="29161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71267" y="2056160"/>
            <a:ext cx="29141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24544" y="1904496"/>
            <a:ext cx="27608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[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]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07264" y="2352093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58712" y="2301367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66268" y="2323264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55826" y="2301367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63369" y="2323264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27)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81)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07264" y="2589457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58712" y="2538731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66268" y="2560628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5826" y="2538731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63369" y="2560628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42)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07264" y="2826819"/>
            <a:ext cx="45781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58712" y="2776093"/>
            <a:ext cx="43266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66268" y="2798003"/>
            <a:ext cx="42191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955826" y="2776093"/>
            <a:ext cx="28295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63369" y="2798003"/>
            <a:ext cx="27220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 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21)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0343" y="3150920"/>
            <a:ext cx="89505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24111" y="3150696"/>
            <a:ext cx="1612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379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0979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784161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6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44165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1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2674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796332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2067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60044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47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986751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6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5633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0415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8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64163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3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24168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19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28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60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168" y="695314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168" y="1055321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0793" y="51224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0793" y="872238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0793" y="1232232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9899" y="464580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9899" y="72649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01532" y="647730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3304" y="795457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1356" y="647730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39899" y="99598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9899" y="1257902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59177" y="1179136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20949" y="1326863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9013" y="1179136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3900" y="1257902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3177" y="1179136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4950" y="1326863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3014" y="1179136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87900" y="1257902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07191" y="1179136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68951" y="1326863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7015" y="1179136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090" y="1542451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updated.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49030" y="1838449"/>
            <a:ext cx="32363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23955" y="3150692"/>
            <a:ext cx="16144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379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0979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784161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6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44165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1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2674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796332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2067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60044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47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986751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6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5633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0415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8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64163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3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24168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19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28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60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168" y="695314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168" y="1055321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0793" y="51224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0793" y="872238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0793" y="1232232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9899" y="464580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9899" y="72649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01532" y="647730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3304" y="795457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1356" y="647730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39899" y="99598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9899" y="1257902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59177" y="1179136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20949" y="1326863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9013" y="1179136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3900" y="1257902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3177" y="1179136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4950" y="1326863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3014" y="1179136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87900" y="1257902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07191" y="1179136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68951" y="1326863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7015" y="1179136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090" y="1542451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updated.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49030" y="1838449"/>
            <a:ext cx="32363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51876" y="2237001"/>
            <a:ext cx="39335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3955" y="3150692"/>
            <a:ext cx="16144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379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0979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784161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6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44165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1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2674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796332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2067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60044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47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986751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6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5633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0415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8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64163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3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24168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19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28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60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168" y="695314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168" y="1055321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0793" y="51224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0793" y="872238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0793" y="1232232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9899" y="464580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9899" y="72649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01532" y="647730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3304" y="795457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1356" y="647730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39899" y="99598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9899" y="1257902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59177" y="1179136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20949" y="1326863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9013" y="1179136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3900" y="1257902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3177" y="1179136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4950" y="1326863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3014" y="1179136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87900" y="1257902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07191" y="1179136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68951" y="1326863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7015" y="1179136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090" y="1542451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updated.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49030" y="1838449"/>
            <a:ext cx="32363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51876" y="2237001"/>
            <a:ext cx="39335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51876" y="2395166"/>
            <a:ext cx="39335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21) 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23955" y="3150692"/>
            <a:ext cx="16144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629" y="737983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8629" y="1097988"/>
            <a:ext cx="92354" cy="92354"/>
          </a:xfrm>
          <a:prstGeom prst="rect">
            <a:avLst/>
          </a:prstGeom>
          <a:noFill/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43152" y="784161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800100" y="76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152" y="1144165"/>
            <a:ext cx="1676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800100" y="111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3514" y="62674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4986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3514" y="796332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986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3514" y="820675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511300" y="124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3514" y="660044"/>
            <a:ext cx="596789" cy="447607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511300" y="647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0"/>
                </a:move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933514" y="986751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1498600" y="965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3514" y="1156337"/>
            <a:ext cx="580939" cy="14524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4986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672654" y="604159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93900" y="58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672654" y="964163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993900" y="939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72654" y="1324168"/>
            <a:ext cx="33414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9939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5367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2" y="0"/>
                </a:lnTo>
                <a:lnTo>
                  <a:pt x="2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36700" y="1219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38300" y="1028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638300" y="660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0" y="4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764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663700" y="60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168" y="695314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168" y="1055321"/>
            <a:ext cx="5330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0793" y="512243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0793" y="872238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0793" y="1232232"/>
            <a:ext cx="37046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9899" y="464580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9899" y="72649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X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01532" y="647730"/>
            <a:ext cx="27838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3304" y="795457"/>
            <a:ext cx="27220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71356" y="647730"/>
            <a:ext cx="25140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39899" y="995986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vectors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9899" y="1257902"/>
            <a:ext cx="3045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59177" y="1179136"/>
            <a:ext cx="2726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20949" y="1326863"/>
            <a:ext cx="26644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9013" y="1179136"/>
            <a:ext cx="24563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3900" y="1257902"/>
            <a:ext cx="212149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3177" y="1179136"/>
            <a:ext cx="180221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4950" y="1326863"/>
            <a:ext cx="17404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70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3014" y="1179136"/>
            <a:ext cx="15323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87900" y="1257902"/>
            <a:ext cx="11974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07191" y="1179136"/>
            <a:ext cx="878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68951" y="1326863"/>
            <a:ext cx="8164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7015" y="1179136"/>
            <a:ext cx="60838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090" y="1542451"/>
            <a:ext cx="52963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3373"/>
                </a:solidFill>
                <a:latin typeface="MSAM10"/>
              </a:rPr>
              <a:t>▶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winner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vector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updated.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49030" y="1838449"/>
            <a:ext cx="32363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51876" y="2237001"/>
            <a:ext cx="39335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51876" y="2395166"/>
            <a:ext cx="39335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α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21) 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34274" y="2731135"/>
            <a:ext cx="39511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 ∆</a:t>
            </a:r>
            <a:r>
              <a:rPr sz="797" b="0">
                <a:solidFill>
                  <a:srgbClr val="000000"/>
                </a:solidFill>
                <a:latin typeface="Cambria Math"/>
              </a:rPr>
              <a:t>W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4693" y="2660965"/>
            <a:ext cx="29807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61450" y="2789974"/>
            <a:ext cx="29239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52648" y="2660965"/>
            <a:ext cx="27327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33319" y="2731135"/>
            <a:ext cx="2652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40862" y="2588921"/>
            <a:ext cx="25445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97618" y="2788662"/>
            <a:ext cx="24877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009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26244" y="2660965"/>
            <a:ext cx="21591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12883" y="2731135"/>
            <a:ext cx="207251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26408" y="2660965"/>
            <a:ext cx="19589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_x0014_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439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83164" y="2789974"/>
            <a:ext cx="19022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201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28135" y="2660965"/>
            <a:ext cx="16572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_x0015_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23955" y="3150692"/>
            <a:ext cx="16144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6238" y="0"/>
            <a:ext cx="1270" cy="127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805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rows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columns).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35" y="3150916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7977" y="3150692"/>
            <a:ext cx="1574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911" y="1165377"/>
            <a:ext cx="1259984" cy="131133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805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rows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columns).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7037" y="1535130"/>
            <a:ext cx="23183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(a)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initial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random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7037" y="1705933"/>
            <a:ext cx="23183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(b)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after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7037" y="1876748"/>
            <a:ext cx="23183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(c)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after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1000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7037" y="2047563"/>
            <a:ext cx="23183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(d)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after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10,000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339" y="3150916"/>
            <a:ext cx="8950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7980" y="3150692"/>
            <a:ext cx="1574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013" y="828923"/>
            <a:ext cx="2016016" cy="20160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67944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vectors,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870" y="1311607"/>
            <a:ext cx="45505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4470" y="1174308"/>
            <a:ext cx="41909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75293" y="1200038"/>
            <a:ext cx="41101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75293" y="1422732"/>
            <a:ext cx="41101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2318" y="1174308"/>
            <a:ext cx="39330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#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0984" y="1769633"/>
            <a:ext cx="46044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40597" y="1632333"/>
            <a:ext cx="42447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75293" y="1658064"/>
            <a:ext cx="41101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21407" y="1878950"/>
            <a:ext cx="41639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6205" y="1632333"/>
            <a:ext cx="38791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#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0984" y="2227646"/>
            <a:ext cx="46044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0597" y="2090359"/>
            <a:ext cx="42447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21407" y="2114294"/>
            <a:ext cx="41639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1407" y="2336975"/>
            <a:ext cx="41639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6205" y="2090359"/>
            <a:ext cx="38791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#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0335" y="3150917"/>
            <a:ext cx="8950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5094" y="3150693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956" y="3150692"/>
            <a:ext cx="1614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49876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956" y="3150692"/>
            <a:ext cx="1614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49876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956" y="3150692"/>
            <a:ext cx="1614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49876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9" y="1756878"/>
            <a:ext cx="53253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40" y="3150916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956" y="3150692"/>
            <a:ext cx="1614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49876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9" y="1756878"/>
            <a:ext cx="53253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Kohonen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0340" y="3150917"/>
            <a:ext cx="8950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956" y="3150693"/>
            <a:ext cx="1614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2610" y="1461234"/>
            <a:ext cx="1662785" cy="4879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8" b="1">
                <a:solidFill>
                  <a:srgbClr val="FFFFFF"/>
                </a:solidFill>
                <a:latin typeface="Josefin Sans"/>
              </a:rPr>
              <a:t>Thank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 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0338" y="3150918"/>
            <a:ext cx="8950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6143" y="3150694"/>
            <a:ext cx="16925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07 Unsupervised Learning -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6 trains and evaluates a scikit-learn MLP on the Wine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7 visualizes neural-network hyperplanes on standardized Iris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8 adds Keras CNN/LSTM examples and Isaac Sim vision demonstrations.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Unsupervised Learning - presentation</dc:title>
  <dc:subject>Editable objects converted from 07 Unsupervised Learning - presentation.pdf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