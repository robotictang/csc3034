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jp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jp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jp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jp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jp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jp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jp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jp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jp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jp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jp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jp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jp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jp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jp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jp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jp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jp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jp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jp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jp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jp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jp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jp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jp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.jp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jp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.jp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9.jp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0.jp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1.jp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2.jp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3.jp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4.jp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5.jp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6.jp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7.jp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8.jp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9.jp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0.jp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1.jp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2.jp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3.jp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4.jp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5.jp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6.jp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7.jp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8.jp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9.jp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0.jp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1.jp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2.jp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3.jp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4.jp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5.jp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6.jp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7.jp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8.jp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9.jp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0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15-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15-0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15-0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15-0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15-0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15-0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15-0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15-0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15-0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15-1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15-1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15-1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15-1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15-1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15-1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15-1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15-1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15-1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15-1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15-2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15-2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15-2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15-2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15-2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15-2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15-2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15-2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15-2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15-2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15-3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15-3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15-3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15-3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15-3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15-3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15-3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15-3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15-3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15-3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15-4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15-4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15-4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15-4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15-4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15-4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15-4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15-4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15-4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15-4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15-5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15-5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15-5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15-5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15-5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15-5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15-5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15-5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15-5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15-5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15-6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15-6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15-6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15-6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15-6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15-6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15-6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15-6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15-6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15-6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15-7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15-7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15-7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15-7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15-7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15-7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15-7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15-7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15-7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15-7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15-8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15-8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15-8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15-8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15-8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15-8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15-8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15-8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15-8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15-8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15-9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9059" y="0"/>
            <a:ext cx="9713881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07 Unsupervised Learning - presentation</dc:title>
  <dc:subject>Converted from 07 Unsupervised Learning - presentation.pdf; 90 pages</dc:subject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