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5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Ans</dc:title>
  <dc:subject>Converted from Tutorial Ans.pdf; 14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