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4-1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Fuzzy Logic and Fuzzy Sets - presentation</dc:title>
  <dc:subject>Converted from 02 Fuzzy Logic and Fuzzy Sets - presentation.pdf; 188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